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svg" ContentType="image/svg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4" r:id="rId2"/>
    <p:sldId id="266" r:id="rId3"/>
  </p:sldIdLst>
  <p:sldSz cx="7559675" cy="10691813"/>
  <p:notesSz cx="6858000" cy="9144000"/>
  <p:defaultTextStyle>
    <a:defPPr>
      <a:defRPr lang="en-US">
        <a:latin typeface="Arial"/>
        <a:ea typeface="Arial"/>
        <a:cs typeface="Arial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D3EE"/>
    <a:srgbClr val="FA85DA"/>
    <a:srgbClr val="A2C4E2"/>
    <a:srgbClr val="F0B993"/>
    <a:srgbClr val="A7CF8C"/>
    <a:srgbClr val="6DA646"/>
    <a:srgbClr val="5593C9"/>
    <a:srgbClr val="E37832"/>
    <a:srgbClr val="78AB40"/>
    <a:srgbClr val="D85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236"/>
    <p:restoredTop sz="95728"/>
  </p:normalViewPr>
  <p:slideViewPr>
    <p:cSldViewPr snapToGrid="0">
      <p:cViewPr varScale="1">
        <p:scale>
          <a:sx n="50" d="100"/>
          <a:sy n="50" d="100"/>
        </p:scale>
        <p:origin x="16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>
                <a:latin typeface="Arial"/>
                <a:ea typeface="Arial"/>
                <a:cs typeface="Arial"/>
              </a:defRPr>
            </a:lvl1pPr>
            <a:lvl2pPr marL="377967" indent="0" algn="ctr">
              <a:buNone/>
              <a:defRPr sz="1653">
                <a:latin typeface="Arial"/>
                <a:ea typeface="Arial"/>
                <a:cs typeface="Arial"/>
              </a:defRPr>
            </a:lvl2pPr>
            <a:lvl3pPr marL="755934" indent="0" algn="ctr">
              <a:buNone/>
              <a:defRPr sz="1488">
                <a:latin typeface="Arial"/>
                <a:ea typeface="Arial"/>
                <a:cs typeface="Arial"/>
              </a:defRPr>
            </a:lvl3pPr>
            <a:lvl4pPr marL="1133902" indent="0" algn="ctr">
              <a:buNone/>
              <a:defRPr sz="1323">
                <a:latin typeface="Arial"/>
                <a:ea typeface="Arial"/>
                <a:cs typeface="Arial"/>
              </a:defRPr>
            </a:lvl4pPr>
            <a:lvl5pPr marL="1511869" indent="0" algn="ctr">
              <a:buNone/>
              <a:defRPr sz="1323">
                <a:latin typeface="Arial"/>
                <a:ea typeface="Arial"/>
                <a:cs typeface="Arial"/>
              </a:defRPr>
            </a:lvl5pPr>
            <a:lvl6pPr marL="1889836" indent="0" algn="ctr">
              <a:buNone/>
              <a:defRPr sz="1323">
                <a:latin typeface="Arial"/>
                <a:ea typeface="Arial"/>
                <a:cs typeface="Arial"/>
              </a:defRPr>
            </a:lvl6pPr>
            <a:lvl7pPr marL="2267803" indent="0" algn="ctr">
              <a:buNone/>
              <a:defRPr sz="1323">
                <a:latin typeface="Arial"/>
                <a:ea typeface="Arial"/>
                <a:cs typeface="Arial"/>
              </a:defRPr>
            </a:lvl7pPr>
            <a:lvl8pPr marL="2645771" indent="0" algn="ctr">
              <a:buNone/>
              <a:defRPr sz="1323">
                <a:latin typeface="Arial"/>
                <a:ea typeface="Arial"/>
                <a:cs typeface="Arial"/>
              </a:defRPr>
            </a:lvl8pPr>
            <a:lvl9pPr marL="3023738" indent="0" algn="ctr">
              <a:buNone/>
              <a:defRPr sz="1323">
                <a:latin typeface="Arial"/>
                <a:ea typeface="Arial"/>
                <a:cs typeface="Arial"/>
              </a:defRPr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单击此处编辑母版副标题样式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123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41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041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416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1653" b="1"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1488" b="1"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1323" b="1"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1323" b="1"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1323" b="1"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1323" b="1"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1323" b="1"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1323" b="1"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1653" b="1"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1488" b="1"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1323" b="1"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1323" b="1"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1323" b="1"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1323" b="1"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1323" b="1"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1323" b="1"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925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66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190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>
                <a:latin typeface="Arial"/>
                <a:ea typeface="Arial"/>
                <a:cs typeface="Arial"/>
              </a:defRPr>
            </a:lvl1pPr>
            <a:lvl2pPr>
              <a:defRPr sz="2315">
                <a:latin typeface="Arial"/>
                <a:ea typeface="Arial"/>
                <a:cs typeface="Arial"/>
              </a:defRPr>
            </a:lvl2pPr>
            <a:lvl3pPr>
              <a:defRPr sz="1984">
                <a:latin typeface="Arial"/>
                <a:ea typeface="Arial"/>
                <a:cs typeface="Arial"/>
              </a:defRPr>
            </a:lvl3pPr>
            <a:lvl4pPr>
              <a:defRPr sz="1653">
                <a:latin typeface="Arial"/>
                <a:ea typeface="Arial"/>
                <a:cs typeface="Arial"/>
              </a:defRPr>
            </a:lvl4pPr>
            <a:lvl5pPr>
              <a:defRPr sz="1653">
                <a:latin typeface="Arial"/>
                <a:ea typeface="Arial"/>
                <a:cs typeface="Arial"/>
              </a:defRPr>
            </a:lvl5pPr>
            <a:lvl6pPr>
              <a:defRPr sz="1653">
                <a:latin typeface="Arial"/>
                <a:ea typeface="Arial"/>
                <a:cs typeface="Arial"/>
              </a:defRPr>
            </a:lvl6pPr>
            <a:lvl7pPr>
              <a:defRPr sz="1653">
                <a:latin typeface="Arial"/>
                <a:ea typeface="Arial"/>
                <a:cs typeface="Arial"/>
              </a:defRPr>
            </a:lvl7pPr>
            <a:lvl8pPr>
              <a:defRPr sz="1653">
                <a:latin typeface="Arial"/>
                <a:ea typeface="Arial"/>
                <a:cs typeface="Arial"/>
              </a:defRPr>
            </a:lvl8pPr>
            <a:lvl9pPr>
              <a:defRPr sz="1653"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1157"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992"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827"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827"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827"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827"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827"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827"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225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2315"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1984"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1653"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1653"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1653"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1653"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1653"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1653">
                <a:latin typeface="Arial"/>
                <a:ea typeface="Arial"/>
                <a:cs typeface="Arial"/>
              </a:defRPr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单击图标添加图片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>
                <a:latin typeface="Arial"/>
                <a:ea typeface="Arial"/>
                <a:cs typeface="Arial"/>
              </a:defRPr>
            </a:lvl1pPr>
            <a:lvl2pPr marL="377967" indent="0">
              <a:buNone/>
              <a:defRPr sz="1157">
                <a:latin typeface="Arial"/>
                <a:ea typeface="Arial"/>
                <a:cs typeface="Arial"/>
              </a:defRPr>
            </a:lvl2pPr>
            <a:lvl3pPr marL="755934" indent="0">
              <a:buNone/>
              <a:defRPr sz="992">
                <a:latin typeface="Arial"/>
                <a:ea typeface="Arial"/>
                <a:cs typeface="Arial"/>
              </a:defRPr>
            </a:lvl3pPr>
            <a:lvl4pPr marL="1133902" indent="0">
              <a:buNone/>
              <a:defRPr sz="827">
                <a:latin typeface="Arial"/>
                <a:ea typeface="Arial"/>
                <a:cs typeface="Arial"/>
              </a:defRPr>
            </a:lvl4pPr>
            <a:lvl5pPr marL="1511869" indent="0">
              <a:buNone/>
              <a:defRPr sz="827">
                <a:latin typeface="Arial"/>
                <a:ea typeface="Arial"/>
                <a:cs typeface="Arial"/>
              </a:defRPr>
            </a:lvl5pPr>
            <a:lvl6pPr marL="1889836" indent="0">
              <a:buNone/>
              <a:defRPr sz="827">
                <a:latin typeface="Arial"/>
                <a:ea typeface="Arial"/>
                <a:cs typeface="Arial"/>
              </a:defRPr>
            </a:lvl6pPr>
            <a:lvl7pPr marL="2267803" indent="0">
              <a:buNone/>
              <a:defRPr sz="827">
                <a:latin typeface="Arial"/>
                <a:ea typeface="Arial"/>
                <a:cs typeface="Arial"/>
              </a:defRPr>
            </a:lvl7pPr>
            <a:lvl8pPr marL="2645771" indent="0">
              <a:buNone/>
              <a:defRPr sz="827">
                <a:latin typeface="Arial"/>
                <a:ea typeface="Arial"/>
                <a:cs typeface="Arial"/>
              </a:defRPr>
            </a:lvl8pPr>
            <a:lvl9pPr marL="3023738" indent="0">
              <a:buNone/>
              <a:defRPr sz="827"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64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50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826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>
              <a:latin typeface="Arial"/>
              <a:ea typeface="Arial"/>
              <a:cs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069591B8-51FD-DC4C-9984-34FF9FD13423}" type="datetimeFigureOut">
              <a:rPr kumimoji="1" lang="zh-CN" altLang="en-US" smtClean="0">
                <a:latin typeface="Arial"/>
                <a:ea typeface="Arial"/>
                <a:cs typeface="Arial"/>
              </a:rPr>
              <a:t>2026/10/22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E5C8FC9D-C073-2243-9F7D-CCBF7A4AAB7D}" type="slidenum">
              <a:rPr kumimoji="1" lang="zh-CN" altLang="en-US" smtClean="0">
                <a:latin typeface="Arial"/>
                <a:ea typeface="Arial"/>
                <a:cs typeface="Arial"/>
              </a:rPr>
              <a:t>‹#›</a:t>
            </a:fld>
            <a:endParaRPr kumimoji="1" lang="zh-CN" altLang="en-US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97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Arial"/>
          <a:ea typeface="Arial"/>
          <a:cs typeface="Arial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Arial"/>
          <a:ea typeface="Arial"/>
          <a:cs typeface="Arial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Arial"/>
          <a:ea typeface="Arial"/>
          <a:cs typeface="Arial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>
          <a:latin typeface="Arial"/>
          <a:ea typeface="Arial"/>
          <a:cs typeface="Arial"/>
        </a:defRPr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2_clean.png"/><Relationship Id="rId7" Type="http://schemas.openxmlformats.org/officeDocument/2006/relationships/image" Target="../media/image6_clean.png"/><Relationship Id="rId2" Type="http://schemas.openxmlformats.org/officeDocument/2006/relationships/image" Target="../media/image1_clean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_clean.png"/><Relationship Id="rId5" Type="http://schemas.openxmlformats.org/officeDocument/2006/relationships/image" Target="../media/image4_clean.png"/><Relationship Id="rId4" Type="http://schemas.openxmlformats.org/officeDocument/2006/relationships/image" Target="../media/image3_clean.png"/><Relationship Id="rId8" Type="http://schemas.openxmlformats.org/officeDocument/2006/relationships/image" Target="../media/image1_clean.svg"/><Relationship Id="rId9" Type="http://schemas.openxmlformats.org/officeDocument/2006/relationships/image" Target="../media/image2_clean.svg"/><Relationship Id="rId10" Type="http://schemas.openxmlformats.org/officeDocument/2006/relationships/image" Target="../media/image3_clean.svg"/><Relationship Id="rId11" Type="http://schemas.openxmlformats.org/officeDocument/2006/relationships/image" Target="../media/image4_clean.svg"/><Relationship Id="rId12" Type="http://schemas.openxmlformats.org/officeDocument/2006/relationships/image" Target="../media/image5_clean.svg"/><Relationship Id="rId13" Type="http://schemas.openxmlformats.org/officeDocument/2006/relationships/image" Target="../media/image6_clean.svg"/></Relationships>
</file>

<file path=ppt/slides/_rels/slide2.xml.rels><?xml version='1.0' encoding='UTF-8' standalone='yes'?>
<Relationships xmlns="http://schemas.openxmlformats.org/package/2006/relationships"><Relationship Id="rId8" Type="http://schemas.openxmlformats.org/officeDocument/2006/relationships/image" Target="../media/image13_clean.png"/><Relationship Id="rId3" Type="http://schemas.openxmlformats.org/officeDocument/2006/relationships/image" Target="../media/image8_clean.png"/><Relationship Id="rId7" Type="http://schemas.openxmlformats.org/officeDocument/2006/relationships/image" Target="../media/image12_clean.png"/><Relationship Id="rId2" Type="http://schemas.openxmlformats.org/officeDocument/2006/relationships/image" Target="../media/image7_clean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_clean.png"/><Relationship Id="rId5" Type="http://schemas.openxmlformats.org/officeDocument/2006/relationships/image" Target="../media/image10_clean.png"/><Relationship Id="rId4" Type="http://schemas.openxmlformats.org/officeDocument/2006/relationships/image" Target="../media/image9_clean.png"/><Relationship Id="rId9" Type="http://schemas.openxmlformats.org/officeDocument/2006/relationships/image" Target="../media/image14_clean.png"/><Relationship Id="rId10" Type="http://schemas.openxmlformats.org/officeDocument/2006/relationships/image" Target="../media/image7_clean.svg"/><Relationship Id="rId11" Type="http://schemas.openxmlformats.org/officeDocument/2006/relationships/image" Target="../media/image8_clean.svg"/><Relationship Id="rId12" Type="http://schemas.openxmlformats.org/officeDocument/2006/relationships/image" Target="../media/image9_clean.svg"/><Relationship Id="rId13" Type="http://schemas.openxmlformats.org/officeDocument/2006/relationships/image" Target="../media/image10_clean.svg"/><Relationship Id="rId14" Type="http://schemas.openxmlformats.org/officeDocument/2006/relationships/image" Target="../media/image11_clean.svg"/><Relationship Id="rId15" Type="http://schemas.openxmlformats.org/officeDocument/2006/relationships/image" Target="../media/image12_clean.svg"/><Relationship Id="rId16" Type="http://schemas.openxmlformats.org/officeDocument/2006/relationships/image" Target="../media/image13_clean.svg"/><Relationship Id="rId17" Type="http://schemas.openxmlformats.org/officeDocument/2006/relationships/image" Target="../media/image14_clean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E627018-5BC6-4D59-1356-F840AB197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9559" y="418414"/>
            <a:ext cx="3530278" cy="2824222"/>
          </a:xfrm>
          <a:prstGeom prst="rect">
            <a:avLst/>
          </a:prstGeom>
        </p:spPr>
      </p:pic>
      <p:grpSp>
        <p:nvGrpSpPr>
          <p:cNvPr id="61" name="Editable text for image1"/>
          <p:cNvGrpSpPr/>
          <p:nvPr/>
        </p:nvGrpSpPr>
        <p:grpSpPr>
          <a:xfrm>
            <a:off x="249559" y="418414"/>
            <a:ext cx="3530278" cy="2824222"/>
            <a:chOff x="0" y="0"/>
            <a:chExt cx="720000" cy="576000"/>
          </a:xfrm>
        </p:grpSpPr>
        <p:sp>
          <p:nvSpPr>
            <p:cNvPr id="62" name="Editable text 1: F1LN61"/>
            <p:cNvSpPr/>
            <p:nvPr/>
          </p:nvSpPr>
          <p:spPr>
            <a:xfrm>
              <a:off x="603065" y="30550"/>
              <a:ext cx="5060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F20000"/>
                  </a:solidFill>
                  <a:latin typeface="Arial"/>
                  <a:ea typeface="Arial"/>
                  <a:cs typeface="Arial"/>
                </a:rPr>
                <a:t>F1LN61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63" name="Editable text 2: A0A8I5ZV61"/>
            <p:cNvSpPr/>
            <p:nvPr/>
          </p:nvSpPr>
          <p:spPr>
            <a:xfrm>
              <a:off x="567337" y="69560"/>
              <a:ext cx="801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F20000"/>
                  </a:solidFill>
                  <a:latin typeface="Arial"/>
                  <a:ea typeface="Arial"/>
                  <a:cs typeface="Arial"/>
                </a:rPr>
                <a:t>A0A8I5ZV61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64" name="Editable text 3: A0A8I5Y662"/>
            <p:cNvSpPr/>
            <p:nvPr/>
          </p:nvSpPr>
          <p:spPr>
            <a:xfrm>
              <a:off x="605435" y="94990"/>
              <a:ext cx="7942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F20000"/>
                  </a:solidFill>
                  <a:latin typeface="Arial"/>
                  <a:ea typeface="Arial"/>
                  <a:cs typeface="Arial"/>
                </a:rPr>
                <a:t>A0A8I5Y662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65" name="Editable text 4: F1LYU3"/>
            <p:cNvSpPr/>
            <p:nvPr/>
          </p:nvSpPr>
          <p:spPr>
            <a:xfrm>
              <a:off x="524446" y="94930"/>
              <a:ext cx="5112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F20000"/>
                  </a:solidFill>
                  <a:latin typeface="Arial"/>
                  <a:ea typeface="Arial"/>
                  <a:cs typeface="Arial"/>
                </a:rPr>
                <a:t>F1LYU3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66" name="Editable text 5: F1M5J8"/>
            <p:cNvSpPr/>
            <p:nvPr/>
          </p:nvSpPr>
          <p:spPr>
            <a:xfrm>
              <a:off x="482108" y="70540"/>
              <a:ext cx="5137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F20000"/>
                  </a:solidFill>
                  <a:latin typeface="Arial"/>
                  <a:ea typeface="Arial"/>
                  <a:cs typeface="Arial"/>
                </a:rPr>
                <a:t>F1M5J8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67" name="Editable text 6: A0A8I6ALW9"/>
            <p:cNvSpPr/>
            <p:nvPr/>
          </p:nvSpPr>
          <p:spPr>
            <a:xfrm>
              <a:off x="399096" y="95020"/>
              <a:ext cx="8380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F20000"/>
                  </a:solidFill>
                  <a:latin typeface="Arial"/>
                  <a:ea typeface="Arial"/>
                  <a:cs typeface="Arial"/>
                </a:rPr>
                <a:t>A0A8I6ALW9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68" name="Editable text 7: F1LTN6"/>
            <p:cNvSpPr/>
            <p:nvPr/>
          </p:nvSpPr>
          <p:spPr>
            <a:xfrm>
              <a:off x="477587" y="119490"/>
              <a:ext cx="5033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F20000"/>
                  </a:solidFill>
                  <a:latin typeface="Arial"/>
                  <a:ea typeface="Arial"/>
                  <a:cs typeface="Arial"/>
                </a:rPr>
                <a:t>F1LTN6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69" name="Editable text 8: A0A8I6AP25"/>
            <p:cNvSpPr/>
            <p:nvPr/>
          </p:nvSpPr>
          <p:spPr>
            <a:xfrm>
              <a:off x="477896" y="145670"/>
              <a:ext cx="8097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F20000"/>
                  </a:solidFill>
                  <a:latin typeface="Arial"/>
                  <a:ea typeface="Arial"/>
                  <a:cs typeface="Arial"/>
                </a:rPr>
                <a:t>A0A8I6AP25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70" name="Editable text 9: A0A8I6A4U0"/>
            <p:cNvSpPr/>
            <p:nvPr/>
          </p:nvSpPr>
          <p:spPr>
            <a:xfrm>
              <a:off x="541835" y="119440"/>
              <a:ext cx="8174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F20000"/>
                  </a:solidFill>
                  <a:latin typeface="Arial"/>
                  <a:ea typeface="Arial"/>
                  <a:cs typeface="Arial"/>
                </a:rPr>
                <a:t>A0A8I6A4U0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71" name="Editable text 10: A0A8I6ARR5"/>
            <p:cNvSpPr/>
            <p:nvPr/>
          </p:nvSpPr>
          <p:spPr>
            <a:xfrm>
              <a:off x="597274" y="151270"/>
              <a:ext cx="8406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F20000"/>
                  </a:solidFill>
                  <a:latin typeface="Arial"/>
                  <a:ea typeface="Arial"/>
                  <a:cs typeface="Arial"/>
                </a:rPr>
                <a:t>A0A8I6ARR5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72" name="Editable text 11: A0A8I5Y1E6"/>
            <p:cNvSpPr/>
            <p:nvPr/>
          </p:nvSpPr>
          <p:spPr>
            <a:xfrm>
              <a:off x="186066" y="229010"/>
              <a:ext cx="8097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120AC4"/>
                  </a:solidFill>
                  <a:latin typeface="Arial"/>
                  <a:ea typeface="Arial"/>
                  <a:cs typeface="Arial"/>
                </a:rPr>
                <a:t>A0A8I5Y1E6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73" name="Editable text 12: G3V648"/>
            <p:cNvSpPr/>
            <p:nvPr/>
          </p:nvSpPr>
          <p:spPr>
            <a:xfrm>
              <a:off x="156267" y="253480"/>
              <a:ext cx="52172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120AC4"/>
                  </a:solidFill>
                  <a:latin typeface="Arial"/>
                  <a:ea typeface="Arial"/>
                  <a:cs typeface="Arial"/>
                </a:rPr>
                <a:t>G3V648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74" name="Editable text 13: P06686"/>
            <p:cNvSpPr/>
            <p:nvPr/>
          </p:nvSpPr>
          <p:spPr>
            <a:xfrm>
              <a:off x="104235" y="277930"/>
              <a:ext cx="4906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120AC4"/>
                  </a:solidFill>
                  <a:latin typeface="Arial"/>
                  <a:ea typeface="Arial"/>
                  <a:cs typeface="Arial"/>
                </a:rPr>
                <a:t>P06686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75" name="Editable text 14: F1LXA0"/>
            <p:cNvSpPr/>
            <p:nvPr/>
          </p:nvSpPr>
          <p:spPr>
            <a:xfrm>
              <a:off x="228948" y="253500"/>
              <a:ext cx="513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120AC4"/>
                  </a:solidFill>
                  <a:latin typeface="Arial"/>
                  <a:ea typeface="Arial"/>
                  <a:cs typeface="Arial"/>
                </a:rPr>
                <a:t>F1LXA0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76" name="Editable text 15: P52504"/>
            <p:cNvSpPr/>
            <p:nvPr/>
          </p:nvSpPr>
          <p:spPr>
            <a:xfrm>
              <a:off x="280755" y="229010"/>
              <a:ext cx="4906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120AC4"/>
                  </a:solidFill>
                  <a:latin typeface="Arial"/>
                  <a:ea typeface="Arial"/>
                  <a:cs typeface="Arial"/>
                </a:rPr>
                <a:t>P52504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77" name="Editable text 16: B5DFN3"/>
            <p:cNvSpPr/>
            <p:nvPr/>
          </p:nvSpPr>
          <p:spPr>
            <a:xfrm>
              <a:off x="273436" y="314730"/>
              <a:ext cx="5448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120AC4"/>
                  </a:solidFill>
                  <a:latin typeface="Arial"/>
                  <a:ea typeface="Arial"/>
                  <a:cs typeface="Arial"/>
                </a:rPr>
                <a:t>B5DFN3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78" name="Editable text 17: P35571"/>
            <p:cNvSpPr/>
            <p:nvPr/>
          </p:nvSpPr>
          <p:spPr>
            <a:xfrm>
              <a:off x="293655" y="265770"/>
              <a:ext cx="4906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120AC4"/>
                  </a:solidFill>
                  <a:latin typeface="Arial"/>
                  <a:ea typeface="Arial"/>
                  <a:cs typeface="Arial"/>
                </a:rPr>
                <a:t>P35571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79" name="Editable text 18: A6I691"/>
            <p:cNvSpPr/>
            <p:nvPr/>
          </p:nvSpPr>
          <p:spPr>
            <a:xfrm>
              <a:off x="246027" y="290310"/>
              <a:ext cx="45172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120AC4"/>
                  </a:solidFill>
                  <a:latin typeface="Arial"/>
                  <a:ea typeface="Arial"/>
                  <a:cs typeface="Arial"/>
                </a:rPr>
                <a:t>A6I691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80" name="Editable text 19: A6ZIQ8"/>
            <p:cNvSpPr/>
            <p:nvPr/>
          </p:nvSpPr>
          <p:spPr>
            <a:xfrm>
              <a:off x="199501" y="314820"/>
              <a:ext cx="4904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120AC4"/>
                  </a:solidFill>
                  <a:latin typeface="Arial"/>
                  <a:ea typeface="Arial"/>
                  <a:cs typeface="Arial"/>
                </a:rPr>
                <a:t>A6ZIQ8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81" name="Editable text 20: D3ZA93"/>
            <p:cNvSpPr/>
            <p:nvPr/>
          </p:nvSpPr>
          <p:spPr>
            <a:xfrm>
              <a:off x="166887" y="290140"/>
              <a:ext cx="5215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1" b="0" dirty="0">
                  <a:solidFill>
                    <a:srgbClr val="120AC4"/>
                  </a:solidFill>
                  <a:latin typeface="Arial"/>
                  <a:ea typeface="Arial"/>
                  <a:cs typeface="Arial"/>
                </a:rPr>
                <a:t>D3ZA93</a:t>
              </a:r>
              <a:endParaRPr lang="en-US" sz="541">
                <a:latin typeface="Arial"/>
                <a:ea typeface="Arial"/>
                <a:cs typeface="Arial"/>
              </a:endParaRPr>
            </a:p>
          </p:txBody>
        </p:sp>
        <p:sp>
          <p:nvSpPr>
            <p:cNvPr id="82" name="Editable text 21: 0"/>
            <p:cNvSpPr/>
            <p:nvPr/>
          </p:nvSpPr>
          <p:spPr>
            <a:xfrm>
              <a:off x="43140" y="47644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579">
                <a:latin typeface="Arial"/>
                <a:ea typeface="Arial"/>
                <a:cs typeface="Arial"/>
              </a:endParaRPr>
            </a:p>
          </p:txBody>
        </p:sp>
        <p:sp>
          <p:nvSpPr>
            <p:cNvPr id="83" name="Editable text 22: 3"/>
            <p:cNvSpPr/>
            <p:nvPr/>
          </p:nvSpPr>
          <p:spPr>
            <a:xfrm>
              <a:off x="43140" y="35708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  <a:endParaRPr lang="en-US" sz="579">
                <a:latin typeface="Arial"/>
                <a:ea typeface="Arial"/>
                <a:cs typeface="Arial"/>
              </a:endParaRPr>
            </a:p>
          </p:txBody>
        </p:sp>
        <p:sp>
          <p:nvSpPr>
            <p:cNvPr id="84" name="Editable text 23: 6"/>
            <p:cNvSpPr/>
            <p:nvPr/>
          </p:nvSpPr>
          <p:spPr>
            <a:xfrm>
              <a:off x="43140" y="23773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  <a:endParaRPr lang="en-US" sz="579">
                <a:latin typeface="Arial"/>
                <a:ea typeface="Arial"/>
                <a:cs typeface="Arial"/>
              </a:endParaRPr>
            </a:p>
          </p:txBody>
        </p:sp>
        <p:sp>
          <p:nvSpPr>
            <p:cNvPr id="85" name="Editable text 24: 9"/>
            <p:cNvSpPr/>
            <p:nvPr/>
          </p:nvSpPr>
          <p:spPr>
            <a:xfrm>
              <a:off x="43140" y="11837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9</a:t>
              </a:r>
              <a:endParaRPr lang="en-US" sz="579">
                <a:latin typeface="Arial"/>
                <a:ea typeface="Arial"/>
                <a:cs typeface="Arial"/>
              </a:endParaRPr>
            </a:p>
          </p:txBody>
        </p:sp>
        <p:sp>
          <p:nvSpPr>
            <p:cNvPr id="86" name="Editable text 25: −2"/>
            <p:cNvSpPr/>
            <p:nvPr/>
          </p:nvSpPr>
          <p:spPr>
            <a:xfrm>
              <a:off x="16582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579">
                <a:latin typeface="Arial"/>
                <a:ea typeface="Arial"/>
                <a:cs typeface="Arial"/>
              </a:endParaRPr>
            </a:p>
          </p:txBody>
        </p:sp>
        <p:sp>
          <p:nvSpPr>
            <p:cNvPr id="87" name="Editable text 26: 0"/>
            <p:cNvSpPr/>
            <p:nvPr/>
          </p:nvSpPr>
          <p:spPr>
            <a:xfrm>
              <a:off x="28590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579">
                <a:latin typeface="Arial"/>
                <a:ea typeface="Arial"/>
                <a:cs typeface="Arial"/>
              </a:endParaRPr>
            </a:p>
          </p:txBody>
        </p:sp>
        <p:sp>
          <p:nvSpPr>
            <p:cNvPr id="88" name="Editable text 27: 2"/>
            <p:cNvSpPr/>
            <p:nvPr/>
          </p:nvSpPr>
          <p:spPr>
            <a:xfrm>
              <a:off x="40599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579">
                <a:latin typeface="Arial"/>
                <a:ea typeface="Arial"/>
                <a:cs typeface="Arial"/>
              </a:endParaRPr>
            </a:p>
          </p:txBody>
        </p:sp>
        <p:sp>
          <p:nvSpPr>
            <p:cNvPr id="89" name="Editable text 28: 4"/>
            <p:cNvSpPr/>
            <p:nvPr/>
          </p:nvSpPr>
          <p:spPr>
            <a:xfrm>
              <a:off x="52607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  <a:endParaRPr lang="en-US" sz="579">
                <a:latin typeface="Arial"/>
                <a:ea typeface="Arial"/>
                <a:cs typeface="Arial"/>
              </a:endParaRPr>
            </a:p>
          </p:txBody>
        </p:sp>
        <p:sp>
          <p:nvSpPr>
            <p:cNvPr id="90" name="Editable text 29: 6"/>
            <p:cNvSpPr/>
            <p:nvPr/>
          </p:nvSpPr>
          <p:spPr>
            <a:xfrm>
              <a:off x="64616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  <a:endParaRPr lang="en-US" sz="579">
                <a:latin typeface="Arial"/>
                <a:ea typeface="Arial"/>
                <a:cs typeface="Arial"/>
              </a:endParaRPr>
            </a:p>
          </p:txBody>
        </p:sp>
        <p:sp>
          <p:nvSpPr>
            <p:cNvPr id="91" name="Editable text 30: log2 Fold Change"/>
            <p:cNvSpPr/>
            <p:nvPr/>
          </p:nvSpPr>
          <p:spPr>
            <a:xfrm>
              <a:off x="329436" y="536220"/>
              <a:ext cx="142902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9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log2 Fold Change</a:t>
              </a:r>
              <a:endParaRPr lang="en-US" sz="695">
                <a:latin typeface="Arial"/>
                <a:ea typeface="Arial"/>
                <a:cs typeface="Arial"/>
              </a:endParaRPr>
            </a:p>
          </p:txBody>
        </p:sp>
        <p:sp>
          <p:nvSpPr>
            <p:cNvPr id="92" name="Editable text 31: −log10 p−value"/>
            <p:cNvSpPr/>
            <p:nvPr/>
          </p:nvSpPr>
          <p:spPr>
            <a:xfrm rot="16200000">
              <a:off x="-42871" y="256317"/>
              <a:ext cx="122634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9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 p−value</a:t>
              </a:r>
              <a:endParaRPr lang="en-US" sz="695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1D318E9B-AF0E-32D5-1CC5-40C9669AB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16820" y="3672309"/>
            <a:ext cx="4490977" cy="3592781"/>
          </a:xfrm>
          <a:prstGeom prst="rect">
            <a:avLst/>
          </a:prstGeom>
        </p:spPr>
      </p:pic>
      <p:grpSp>
        <p:nvGrpSpPr>
          <p:cNvPr id="93" name="Editable text for image2"/>
          <p:cNvGrpSpPr/>
          <p:nvPr/>
        </p:nvGrpSpPr>
        <p:grpSpPr>
          <a:xfrm>
            <a:off x="2916820" y="3672309"/>
            <a:ext cx="4490977" cy="3592781"/>
            <a:chOff x="0" y="0"/>
            <a:chExt cx="1080000" cy="864000"/>
          </a:xfrm>
        </p:grpSpPr>
        <p:sp>
          <p:nvSpPr>
            <p:cNvPr id="94" name="Editable text 1: 82"/>
            <p:cNvSpPr/>
            <p:nvPr/>
          </p:nvSpPr>
          <p:spPr>
            <a:xfrm>
              <a:off x="74894" y="2156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82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95" name="Editable text 2: 93"/>
            <p:cNvSpPr/>
            <p:nvPr/>
          </p:nvSpPr>
          <p:spPr>
            <a:xfrm>
              <a:off x="74894" y="6506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93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96" name="Editable text 3: 92"/>
            <p:cNvSpPr/>
            <p:nvPr/>
          </p:nvSpPr>
          <p:spPr>
            <a:xfrm>
              <a:off x="74894" y="10856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92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97" name="Editable text 4: 64"/>
            <p:cNvSpPr/>
            <p:nvPr/>
          </p:nvSpPr>
          <p:spPr>
            <a:xfrm>
              <a:off x="74894" y="15206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64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98" name="Editable text 5: 64"/>
            <p:cNvSpPr/>
            <p:nvPr/>
          </p:nvSpPr>
          <p:spPr>
            <a:xfrm>
              <a:off x="74894" y="19556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64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99" name="Editable text 6: 65"/>
            <p:cNvSpPr/>
            <p:nvPr/>
          </p:nvSpPr>
          <p:spPr>
            <a:xfrm>
              <a:off x="74894" y="23906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65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00" name="Editable text 7: 37"/>
            <p:cNvSpPr/>
            <p:nvPr/>
          </p:nvSpPr>
          <p:spPr>
            <a:xfrm>
              <a:off x="74894" y="28257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37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01" name="Editable text 8: 37"/>
            <p:cNvSpPr/>
            <p:nvPr/>
          </p:nvSpPr>
          <p:spPr>
            <a:xfrm>
              <a:off x="74894" y="32607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37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02" name="Editable text 9: 40"/>
            <p:cNvSpPr/>
            <p:nvPr/>
          </p:nvSpPr>
          <p:spPr>
            <a:xfrm>
              <a:off x="74894" y="36957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03" name="Editable text 10: 70"/>
            <p:cNvSpPr/>
            <p:nvPr/>
          </p:nvSpPr>
          <p:spPr>
            <a:xfrm>
              <a:off x="74894" y="41307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70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04" name="Editable text 11: 92"/>
            <p:cNvSpPr/>
            <p:nvPr/>
          </p:nvSpPr>
          <p:spPr>
            <a:xfrm>
              <a:off x="74894" y="45657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92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05" name="Editable text 12: 92"/>
            <p:cNvSpPr/>
            <p:nvPr/>
          </p:nvSpPr>
          <p:spPr>
            <a:xfrm>
              <a:off x="74894" y="50007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92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06" name="Editable text 13: 27"/>
            <p:cNvSpPr/>
            <p:nvPr/>
          </p:nvSpPr>
          <p:spPr>
            <a:xfrm>
              <a:off x="74894" y="54357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27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07" name="Editable text 14: 59"/>
            <p:cNvSpPr/>
            <p:nvPr/>
          </p:nvSpPr>
          <p:spPr>
            <a:xfrm>
              <a:off x="74894" y="58708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59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08" name="Editable text 15: 42"/>
            <p:cNvSpPr/>
            <p:nvPr/>
          </p:nvSpPr>
          <p:spPr>
            <a:xfrm>
              <a:off x="74894" y="63058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42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09" name="Editable text 16: 53"/>
            <p:cNvSpPr/>
            <p:nvPr/>
          </p:nvSpPr>
          <p:spPr>
            <a:xfrm>
              <a:off x="74894" y="67408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53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10" name="Editable text 17: 63"/>
            <p:cNvSpPr/>
            <p:nvPr/>
          </p:nvSpPr>
          <p:spPr>
            <a:xfrm>
              <a:off x="74894" y="71758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63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11" name="Editable text 18: 98"/>
            <p:cNvSpPr/>
            <p:nvPr/>
          </p:nvSpPr>
          <p:spPr>
            <a:xfrm>
              <a:off x="74894" y="761080"/>
              <a:ext cx="168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98</a:t>
              </a:r>
              <a:endParaRPr lang="en-US" sz="458">
                <a:latin typeface="Arial"/>
                <a:ea typeface="Arial"/>
                <a:cs typeface="Arial"/>
              </a:endParaRPr>
            </a:p>
          </p:txBody>
        </p:sp>
        <p:sp>
          <p:nvSpPr>
            <p:cNvPr id="112" name="Editable text 19: 0"/>
            <p:cNvSpPr/>
            <p:nvPr/>
          </p:nvSpPr>
          <p:spPr>
            <a:xfrm>
              <a:off x="149120" y="806430"/>
              <a:ext cx="24000" cy="27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655">
                <a:latin typeface="Arial"/>
                <a:ea typeface="Arial"/>
                <a:cs typeface="Arial"/>
              </a:endParaRPr>
            </a:p>
          </p:txBody>
        </p:sp>
        <p:sp>
          <p:nvSpPr>
            <p:cNvPr id="113" name="Editable text 20: 10"/>
            <p:cNvSpPr/>
            <p:nvPr/>
          </p:nvSpPr>
          <p:spPr>
            <a:xfrm>
              <a:off x="425080" y="806430"/>
              <a:ext cx="24000" cy="27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  <a:endParaRPr lang="en-US" sz="655">
                <a:latin typeface="Arial"/>
                <a:ea typeface="Arial"/>
                <a:cs typeface="Arial"/>
              </a:endParaRPr>
            </a:p>
          </p:txBody>
        </p:sp>
        <p:sp>
          <p:nvSpPr>
            <p:cNvPr id="114" name="Editable text 21: 20"/>
            <p:cNvSpPr/>
            <p:nvPr/>
          </p:nvSpPr>
          <p:spPr>
            <a:xfrm>
              <a:off x="701050" y="806430"/>
              <a:ext cx="24000" cy="27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  <a:endParaRPr lang="en-US" sz="655">
                <a:latin typeface="Arial"/>
                <a:ea typeface="Arial"/>
                <a:cs typeface="Arial"/>
              </a:endParaRPr>
            </a:p>
          </p:txBody>
        </p:sp>
        <p:sp>
          <p:nvSpPr>
            <p:cNvPr id="115" name="Editable text 22: −Log10(Pvalue)"/>
            <p:cNvSpPr/>
            <p:nvPr/>
          </p:nvSpPr>
          <p:spPr>
            <a:xfrm>
              <a:off x="447500" y="826145"/>
              <a:ext cx="178011" cy="3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1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−Log10(Pvalue)</a:t>
              </a:r>
              <a:endParaRPr lang="en-US" sz="819">
                <a:latin typeface="Arial"/>
                <a:ea typeface="Arial"/>
                <a:cs typeface="Arial"/>
              </a:endParaRPr>
            </a:p>
          </p:txBody>
        </p:sp>
        <p:sp>
          <p:nvSpPr>
            <p:cNvPr id="116" name="Editable text 23: Count"/>
            <p:cNvSpPr/>
            <p:nvPr/>
          </p:nvSpPr>
          <p:spPr>
            <a:xfrm>
              <a:off x="927934" y="212245"/>
              <a:ext cx="67512" cy="3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1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Count</a:t>
              </a:r>
              <a:endParaRPr lang="en-US" sz="819">
                <a:latin typeface="Arial"/>
                <a:ea typeface="Arial"/>
                <a:cs typeface="Arial"/>
              </a:endParaRPr>
            </a:p>
          </p:txBody>
        </p:sp>
        <p:sp>
          <p:nvSpPr>
            <p:cNvPr id="117" name="Editable text 24: 40"/>
            <p:cNvSpPr/>
            <p:nvPr/>
          </p:nvSpPr>
          <p:spPr>
            <a:xfrm>
              <a:off x="985270" y="262680"/>
              <a:ext cx="24000" cy="27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  <a:endParaRPr lang="en-US" sz="655">
                <a:latin typeface="Arial"/>
                <a:ea typeface="Arial"/>
                <a:cs typeface="Arial"/>
              </a:endParaRPr>
            </a:p>
          </p:txBody>
        </p:sp>
        <p:sp>
          <p:nvSpPr>
            <p:cNvPr id="118" name="Editable text 25: 60"/>
            <p:cNvSpPr/>
            <p:nvPr/>
          </p:nvSpPr>
          <p:spPr>
            <a:xfrm>
              <a:off x="985270" y="308030"/>
              <a:ext cx="24000" cy="27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  <a:endParaRPr lang="en-US" sz="655">
                <a:latin typeface="Arial"/>
                <a:ea typeface="Arial"/>
                <a:cs typeface="Arial"/>
              </a:endParaRPr>
            </a:p>
          </p:txBody>
        </p:sp>
        <p:sp>
          <p:nvSpPr>
            <p:cNvPr id="119" name="Editable text 26: 80"/>
            <p:cNvSpPr/>
            <p:nvPr/>
          </p:nvSpPr>
          <p:spPr>
            <a:xfrm>
              <a:off x="985270" y="353390"/>
              <a:ext cx="24000" cy="27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  <a:endParaRPr lang="en-US" sz="655">
                <a:latin typeface="Arial"/>
                <a:ea typeface="Arial"/>
                <a:cs typeface="Arial"/>
              </a:endParaRPr>
            </a:p>
          </p:txBody>
        </p:sp>
        <p:sp>
          <p:nvSpPr>
            <p:cNvPr id="120" name="Editable text 27: ONTOLOGY"/>
            <p:cNvSpPr/>
            <p:nvPr/>
          </p:nvSpPr>
          <p:spPr>
            <a:xfrm>
              <a:off x="927672" y="406125"/>
              <a:ext cx="142036" cy="3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1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ONTOLOGY</a:t>
              </a:r>
              <a:endParaRPr lang="en-US" sz="819">
                <a:latin typeface="Arial"/>
                <a:ea typeface="Arial"/>
                <a:cs typeface="Arial"/>
              </a:endParaRPr>
            </a:p>
          </p:txBody>
        </p:sp>
        <p:sp>
          <p:nvSpPr>
            <p:cNvPr id="121" name="Editable text 28: BP"/>
            <p:cNvSpPr/>
            <p:nvPr/>
          </p:nvSpPr>
          <p:spPr>
            <a:xfrm>
              <a:off x="985750" y="456560"/>
              <a:ext cx="27480" cy="27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BP</a:t>
              </a:r>
              <a:endParaRPr lang="en-US" sz="655">
                <a:latin typeface="Arial"/>
                <a:ea typeface="Arial"/>
                <a:cs typeface="Arial"/>
              </a:endParaRPr>
            </a:p>
          </p:txBody>
        </p:sp>
        <p:sp>
          <p:nvSpPr>
            <p:cNvPr id="122" name="Editable text 29: CC"/>
            <p:cNvSpPr/>
            <p:nvPr/>
          </p:nvSpPr>
          <p:spPr>
            <a:xfrm>
              <a:off x="985747" y="501920"/>
              <a:ext cx="29687" cy="27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CC</a:t>
              </a:r>
              <a:endParaRPr lang="en-US" sz="655">
                <a:latin typeface="Arial"/>
                <a:ea typeface="Arial"/>
                <a:cs typeface="Arial"/>
              </a:endParaRPr>
            </a:p>
          </p:txBody>
        </p:sp>
        <p:sp>
          <p:nvSpPr>
            <p:cNvPr id="123" name="Editable text 30: MF"/>
            <p:cNvSpPr/>
            <p:nvPr/>
          </p:nvSpPr>
          <p:spPr>
            <a:xfrm>
              <a:off x="985751" y="547270"/>
              <a:ext cx="29677" cy="27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5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MF</a:t>
              </a:r>
              <a:endParaRPr lang="en-US" sz="655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E4995E8F-A1A8-18C1-623D-98500439D0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ns2:svgBlip xmlns:ns2="http://schemas.microsoft.com/office/drawing/2016/SVG/main" r:embed="rId10"/>
              </a:ext>
            </a:extLst>
          </a:blip>
          <a:srcRect b="5035"/>
          <a:stretch/>
        </p:blipFill>
        <p:spPr>
          <a:xfrm>
            <a:off x="4211421" y="418414"/>
            <a:ext cx="2999608" cy="2612427"/>
          </a:xfrm>
          <a:prstGeom prst="rect">
            <a:avLst/>
          </a:prstGeom>
        </p:spPr>
      </p:pic>
      <p:grpSp>
        <p:nvGrpSpPr>
          <p:cNvPr id="124" name="Editable text for image3"/>
          <p:cNvGrpSpPr/>
          <p:nvPr/>
        </p:nvGrpSpPr>
        <p:grpSpPr>
          <a:xfrm>
            <a:off x="4211421" y="418414"/>
            <a:ext cx="2999608" cy="2612427"/>
            <a:chOff x="0" y="0"/>
            <a:chExt cx="386000" cy="336176"/>
          </a:xfrm>
        </p:grpSpPr>
        <p:sp>
          <p:nvSpPr>
            <p:cNvPr id="125" name="Editable text 1: N2"/>
            <p:cNvSpPr/>
            <p:nvPr/>
          </p:nvSpPr>
          <p:spPr>
            <a:xfrm rot="5400000">
              <a:off x="71044" y="33550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N2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126" name="Editable text 2: N3"/>
            <p:cNvSpPr/>
            <p:nvPr/>
          </p:nvSpPr>
          <p:spPr>
            <a:xfrm rot="5400000">
              <a:off x="101044" y="33550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N3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127" name="Editable text 3: N4"/>
            <p:cNvSpPr/>
            <p:nvPr/>
          </p:nvSpPr>
          <p:spPr>
            <a:xfrm rot="5400000">
              <a:off x="131044" y="33550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N4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128" name="Editable text 4: N5"/>
            <p:cNvSpPr/>
            <p:nvPr/>
          </p:nvSpPr>
          <p:spPr>
            <a:xfrm rot="5400000">
              <a:off x="161044" y="33550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N5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129" name="Editable text 5: M1"/>
            <p:cNvSpPr/>
            <p:nvPr/>
          </p:nvSpPr>
          <p:spPr>
            <a:xfrm rot="5400000">
              <a:off x="190888" y="33595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130" name="Editable text 6: M2"/>
            <p:cNvSpPr/>
            <p:nvPr/>
          </p:nvSpPr>
          <p:spPr>
            <a:xfrm rot="5400000">
              <a:off x="220888" y="33595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M2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131" name="Editable text 7: M4"/>
            <p:cNvSpPr/>
            <p:nvPr/>
          </p:nvSpPr>
          <p:spPr>
            <a:xfrm rot="5400000">
              <a:off x="250888" y="33595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M4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132" name="Editable text 8: M5"/>
            <p:cNvSpPr/>
            <p:nvPr/>
          </p:nvSpPr>
          <p:spPr>
            <a:xfrm rot="5400000">
              <a:off x="280888" y="33595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M5</a:t>
              </a:r>
              <a:endParaRPr lang="en-US" sz="490">
                <a:latin typeface="Arial"/>
                <a:ea typeface="Arial"/>
                <a:cs typeface="Arial"/>
              </a:endParaRPr>
            </a:p>
          </p:txBody>
        </p:sp>
        <p:sp>
          <p:nvSpPr>
            <p:cNvPr id="133" name="Editable text 9: Group"/>
            <p:cNvSpPr/>
            <p:nvPr/>
          </p:nvSpPr>
          <p:spPr>
            <a:xfrm>
              <a:off x="304210" y="3830"/>
              <a:ext cx="29800" cy="13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12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  <a:endParaRPr lang="en-US" sz="612">
                <a:latin typeface="Arial"/>
                <a:ea typeface="Arial"/>
                <a:cs typeface="Arial"/>
              </a:endParaRPr>
            </a:p>
          </p:txBody>
        </p:sp>
        <p:sp>
          <p:nvSpPr>
            <p:cNvPr id="134" name="Editable text 10: Group"/>
            <p:cNvSpPr/>
            <p:nvPr/>
          </p:nvSpPr>
          <p:spPr>
            <a:xfrm>
              <a:off x="334950" y="15420"/>
              <a:ext cx="29800" cy="13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12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  <a:endParaRPr lang="en-US" sz="612">
                <a:latin typeface="Arial"/>
                <a:ea typeface="Arial"/>
                <a:cs typeface="Arial"/>
              </a:endParaRPr>
            </a:p>
          </p:txBody>
        </p:sp>
        <p:sp>
          <p:nvSpPr>
            <p:cNvPr id="135" name="Editable text 11: C"/>
            <p:cNvSpPr/>
            <p:nvPr/>
          </p:nvSpPr>
          <p:spPr>
            <a:xfrm>
              <a:off x="349790" y="2973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  <a:endParaRPr lang="en-US" sz="612">
                <a:latin typeface="Arial"/>
                <a:ea typeface="Arial"/>
                <a:cs typeface="Arial"/>
              </a:endParaRPr>
            </a:p>
          </p:txBody>
        </p:sp>
        <p:sp>
          <p:nvSpPr>
            <p:cNvPr id="136" name="Editable text 12: M"/>
            <p:cNvSpPr/>
            <p:nvPr/>
          </p:nvSpPr>
          <p:spPr>
            <a:xfrm>
              <a:off x="350345" y="4409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</a:t>
              </a:r>
              <a:endParaRPr lang="en-US" sz="612">
                <a:latin typeface="Arial"/>
                <a:ea typeface="Arial"/>
                <a:cs typeface="Arial"/>
              </a:endParaRPr>
            </a:p>
          </p:txBody>
        </p:sp>
        <p:sp>
          <p:nvSpPr>
            <p:cNvPr id="137" name="Editable text 13: −2"/>
            <p:cNvSpPr/>
            <p:nvPr/>
          </p:nvSpPr>
          <p:spPr>
            <a:xfrm>
              <a:off x="319809" y="148070"/>
              <a:ext cx="12201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612">
                <a:latin typeface="Arial"/>
                <a:ea typeface="Arial"/>
                <a:cs typeface="Arial"/>
              </a:endParaRPr>
            </a:p>
          </p:txBody>
        </p:sp>
        <p:sp>
          <p:nvSpPr>
            <p:cNvPr id="138" name="Editable text 14: −1"/>
            <p:cNvSpPr/>
            <p:nvPr/>
          </p:nvSpPr>
          <p:spPr>
            <a:xfrm>
              <a:off x="319809" y="117420"/>
              <a:ext cx="12201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−1</a:t>
              </a:r>
              <a:endParaRPr lang="en-US" sz="612">
                <a:latin typeface="Arial"/>
                <a:ea typeface="Arial"/>
                <a:cs typeface="Arial"/>
              </a:endParaRPr>
            </a:p>
          </p:txBody>
        </p:sp>
        <p:sp>
          <p:nvSpPr>
            <p:cNvPr id="139" name="Editable text 15: 0"/>
            <p:cNvSpPr/>
            <p:nvPr/>
          </p:nvSpPr>
          <p:spPr>
            <a:xfrm>
              <a:off x="316990" y="8678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612">
                <a:latin typeface="Arial"/>
                <a:ea typeface="Arial"/>
                <a:cs typeface="Arial"/>
              </a:endParaRPr>
            </a:p>
          </p:txBody>
        </p:sp>
        <p:sp>
          <p:nvSpPr>
            <p:cNvPr id="140" name="Editable text 16: 1"/>
            <p:cNvSpPr/>
            <p:nvPr/>
          </p:nvSpPr>
          <p:spPr>
            <a:xfrm>
              <a:off x="316990" y="5613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612">
                <a:latin typeface="Arial"/>
                <a:ea typeface="Arial"/>
                <a:cs typeface="Arial"/>
              </a:endParaRPr>
            </a:p>
          </p:txBody>
        </p:sp>
        <p:sp>
          <p:nvSpPr>
            <p:cNvPr id="141" name="Editable text 17: 2"/>
            <p:cNvSpPr/>
            <p:nvPr/>
          </p:nvSpPr>
          <p:spPr>
            <a:xfrm>
              <a:off x="316990" y="2549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612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CCE8561-3E22-46F7-E425-55CF130D8EF7}"/>
              </a:ext>
            </a:extLst>
          </p:cNvPr>
          <p:cNvSpPr txBox="1"/>
          <p:nvPr/>
        </p:nvSpPr>
        <p:spPr>
          <a:xfrm>
            <a:off x="114299" y="15498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FD37B5-F6CF-1C27-19DF-E54BB68D80B2}"/>
              </a:ext>
            </a:extLst>
          </p:cNvPr>
          <p:cNvSpPr txBox="1"/>
          <p:nvPr/>
        </p:nvSpPr>
        <p:spPr>
          <a:xfrm>
            <a:off x="3610560" y="15498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36D29C7-A286-352D-20EF-6CB31FA130E6}"/>
              </a:ext>
            </a:extLst>
          </p:cNvPr>
          <p:cNvSpPr txBox="1"/>
          <p:nvPr/>
        </p:nvSpPr>
        <p:spPr>
          <a:xfrm>
            <a:off x="143984" y="3151969"/>
            <a:ext cx="1311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08AD5A-F9B6-4A04-D494-3C8CC3EFE494}"/>
              </a:ext>
            </a:extLst>
          </p:cNvPr>
          <p:cNvSpPr txBox="1"/>
          <p:nvPr/>
        </p:nvSpPr>
        <p:spPr>
          <a:xfrm>
            <a:off x="3297345" y="3151969"/>
            <a:ext cx="617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67ECAC-9C8E-8545-BB46-90B7F69F74FD}"/>
              </a:ext>
            </a:extLst>
          </p:cNvPr>
          <p:cNvSpPr txBox="1"/>
          <p:nvPr/>
        </p:nvSpPr>
        <p:spPr>
          <a:xfrm>
            <a:off x="3552622" y="3649159"/>
            <a:ext cx="2049525" cy="3393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regulation of body fluid levels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actin filament organization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wound healing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coagulation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blood coagulation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hemostasis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stress fiber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contractile actin filament bundle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actin filament bundle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collagen-containing extracellular matrix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external encapsulating structure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extracellular matrix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collagen binding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cell adhesion molecule binding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integrin binding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glycosaminoglycan binding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actin filament binding</a:t>
            </a:r>
          </a:p>
          <a:p>
            <a:pPr algn="l">
              <a:lnSpc>
                <a:spcPct val="150000"/>
              </a:lnSpc>
            </a:pPr>
            <a:r>
              <a:rPr lang="en" altLang="zh-CN" sz="8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actin binding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87CA935-4B69-A546-E579-DE2CCEB9A6A5}"/>
              </a:ext>
            </a:extLst>
          </p:cNvPr>
          <p:cNvSpPr txBox="1"/>
          <p:nvPr/>
        </p:nvSpPr>
        <p:spPr>
          <a:xfrm>
            <a:off x="4145166" y="3649159"/>
            <a:ext cx="4583197" cy="339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                  Hbb/Thbs1/Akap11/Ano6/Inpp5k</a:t>
            </a:r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             Pdlim3/Fhod1/Sptbn1/Lcp1/Lmod1</a:t>
            </a:r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Hbb/Thbs1/Yap1/Ano6/F11/Myof/Slc4a1/Papss2</a:t>
            </a:r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Hbb/Thbs1/Ano6/F11/Slc4a1/Papss2/Kng2/Dmtn</a:t>
            </a:r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Hbb/Thbs1/Ano6/F11/Slc4a1/Papss2/Kng2</a:t>
            </a:r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Hbb/Thbs1/Ano6/F11/Slc4a1/Papss2/Kng2/Anxa7</a:t>
            </a:r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Pdlim3/Flnb/Fhod1/Lcp1/Ppp1r12c/Actn4/Tpm3</a:t>
            </a:r>
            <a:r>
              <a:rPr lang="en-US" altLang="zh-CN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lang="zh-CN" altLang="en-US" sz="800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                      Pdlim3/Flnb/Fhod1/Lcp1</a:t>
            </a:r>
            <a:r>
              <a:rPr lang="en-US" altLang="zh-CN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lang="zh-CN" altLang="en-US" sz="800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      Pdlim3/Flnb/Fhod1/Lcp1/Ppp1r12c/Actn</a:t>
            </a:r>
            <a:r>
              <a:rPr lang="en-US" altLang="zh-CN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4...</a:t>
            </a:r>
            <a:endParaRPr lang="zh-CN" altLang="en-US" sz="800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                                  Gpc6/Thbs1/Ltbp4</a:t>
            </a:r>
            <a:r>
              <a:rPr lang="en-US" altLang="zh-CN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lang="zh-CN" altLang="en-US" sz="800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                       Gpc6/Thbs1/Ltbp4/Postn</a:t>
            </a:r>
            <a:r>
              <a:rPr lang="en-US" altLang="zh-CN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     Gpc6/Thbs1/Ltbp4/Postn/Mfap5/Ogn/Igfals</a:t>
            </a:r>
            <a:r>
              <a:rPr lang="en-US" altLang="zh-CN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Crtap/Thbs1/Itgav/Abi3bp/Vwf/Tnxb</a:t>
            </a:r>
            <a:r>
              <a:rPr lang="en-US" altLang="zh-CN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                       Thbs1/Itgav/Lcp1/Postn/Itga8</a:t>
            </a:r>
            <a:r>
              <a:rPr lang="en-US" altLang="zh-CN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Thbs1/Itgav/Lcp1/Itga8/Itgb5/Anxa7/Actn1</a:t>
            </a:r>
            <a:r>
              <a:rPr lang="en-US" altLang="zh-CN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lang="zh-CN" altLang="en-US" sz="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                Thbs1/Thbs3/Mpo/Ltbp2/Itgam/Postn</a:t>
            </a:r>
            <a:r>
              <a:rPr lang="en-US" altLang="zh-CN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                Flnb/Fmnl1/Sptbn1/Lcp1/Actn4/Tpm3</a:t>
            </a:r>
            <a:r>
              <a:rPr lang="en-US" altLang="zh-CN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Pdlim3/Flnb/Fmnl1/Sptbn1/Lcp1/Lmod1/Epb41l2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DF97B14-8FFD-377E-B037-33A24A9FAAA9}"/>
              </a:ext>
            </a:extLst>
          </p:cNvPr>
          <p:cNvSpPr/>
          <p:nvPr/>
        </p:nvSpPr>
        <p:spPr>
          <a:xfrm>
            <a:off x="3383664" y="3732286"/>
            <a:ext cx="138722" cy="1045676"/>
          </a:xfrm>
          <a:prstGeom prst="roundRect">
            <a:avLst/>
          </a:prstGeom>
          <a:solidFill>
            <a:srgbClr val="A7CF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3A0239A-43E3-63E7-5797-D3937707CEFB}"/>
              </a:ext>
            </a:extLst>
          </p:cNvPr>
          <p:cNvSpPr/>
          <p:nvPr/>
        </p:nvSpPr>
        <p:spPr>
          <a:xfrm>
            <a:off x="3383663" y="4833187"/>
            <a:ext cx="138724" cy="1045676"/>
          </a:xfrm>
          <a:prstGeom prst="roundRect">
            <a:avLst/>
          </a:prstGeom>
          <a:solidFill>
            <a:srgbClr val="F0B9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09E7723-3BF9-3F40-AD4A-909E118AAE06}"/>
              </a:ext>
            </a:extLst>
          </p:cNvPr>
          <p:cNvSpPr/>
          <p:nvPr/>
        </p:nvSpPr>
        <p:spPr>
          <a:xfrm>
            <a:off x="3383662" y="5927008"/>
            <a:ext cx="138724" cy="1045676"/>
          </a:xfrm>
          <a:prstGeom prst="roundRect">
            <a:avLst/>
          </a:prstGeom>
          <a:solidFill>
            <a:srgbClr val="A2C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A1C02C-7983-EE1A-C6AE-8F6A717E9D09}"/>
              </a:ext>
            </a:extLst>
          </p:cNvPr>
          <p:cNvSpPr txBox="1"/>
          <p:nvPr/>
        </p:nvSpPr>
        <p:spPr>
          <a:xfrm>
            <a:off x="3285896" y="4094415"/>
            <a:ext cx="334255" cy="32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BP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696A01-0DAE-D6CD-A4EB-BF055EA7AE7C}"/>
              </a:ext>
            </a:extLst>
          </p:cNvPr>
          <p:cNvSpPr txBox="1"/>
          <p:nvPr/>
        </p:nvSpPr>
        <p:spPr>
          <a:xfrm>
            <a:off x="3285896" y="5201510"/>
            <a:ext cx="344223" cy="32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CC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34D20B-A44E-229D-A27C-16CC85D7D7B2}"/>
              </a:ext>
            </a:extLst>
          </p:cNvPr>
          <p:cNvSpPr txBox="1"/>
          <p:nvPr/>
        </p:nvSpPr>
        <p:spPr>
          <a:xfrm>
            <a:off x="3280912" y="6319794"/>
            <a:ext cx="344223" cy="32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MF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4065070-0A62-BE70-A935-956012BC9D96}"/>
              </a:ext>
            </a:extLst>
          </p:cNvPr>
          <p:cNvSpPr/>
          <p:nvPr/>
        </p:nvSpPr>
        <p:spPr>
          <a:xfrm>
            <a:off x="665247" y="3756037"/>
            <a:ext cx="2290520" cy="1469106"/>
          </a:xfrm>
          <a:prstGeom prst="ellipse">
            <a:avLst/>
          </a:prstGeom>
          <a:solidFill>
            <a:srgbClr val="FA85D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Arial"/>
              <a:ea typeface="Arial"/>
              <a:cs typeface="Arial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ABFC474-E778-F5E6-2AAC-C2FD9D15F403}"/>
              </a:ext>
            </a:extLst>
          </p:cNvPr>
          <p:cNvSpPr/>
          <p:nvPr/>
        </p:nvSpPr>
        <p:spPr>
          <a:xfrm>
            <a:off x="198404" y="3756037"/>
            <a:ext cx="2290520" cy="1469106"/>
          </a:xfrm>
          <a:prstGeom prst="ellipse">
            <a:avLst/>
          </a:prstGeom>
          <a:solidFill>
            <a:srgbClr val="6DD3E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Arial"/>
              <a:ea typeface="Arial"/>
              <a:cs typeface="Arial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ACD4575-995C-480C-6703-6A1E96D74C7F}"/>
              </a:ext>
            </a:extLst>
          </p:cNvPr>
          <p:cNvSpPr/>
          <p:nvPr/>
        </p:nvSpPr>
        <p:spPr>
          <a:xfrm>
            <a:off x="660263" y="5585241"/>
            <a:ext cx="2290520" cy="1469106"/>
          </a:xfrm>
          <a:prstGeom prst="ellipse">
            <a:avLst/>
          </a:prstGeom>
          <a:solidFill>
            <a:srgbClr val="FA85D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Arial"/>
              <a:ea typeface="Arial"/>
              <a:cs typeface="Arial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0C7EE8A6-BF2D-3D72-E02F-177D5A68CDB5}"/>
              </a:ext>
            </a:extLst>
          </p:cNvPr>
          <p:cNvSpPr/>
          <p:nvPr/>
        </p:nvSpPr>
        <p:spPr>
          <a:xfrm>
            <a:off x="193420" y="5585241"/>
            <a:ext cx="2290520" cy="1469106"/>
          </a:xfrm>
          <a:prstGeom prst="ellipse">
            <a:avLst/>
          </a:prstGeom>
          <a:solidFill>
            <a:srgbClr val="6DD3E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Arial"/>
              <a:ea typeface="Arial"/>
              <a:cs typeface="Arial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9037FA2-0FD2-B6EC-9DE3-794F60BB89A0}"/>
              </a:ext>
            </a:extLst>
          </p:cNvPr>
          <p:cNvSpPr txBox="1"/>
          <p:nvPr/>
        </p:nvSpPr>
        <p:spPr>
          <a:xfrm>
            <a:off x="168168" y="3602734"/>
            <a:ext cx="10086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RNA: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Up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in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Model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24A7A73-8898-AA12-118D-B770980C3167}"/>
              </a:ext>
            </a:extLst>
          </p:cNvPr>
          <p:cNvSpPr txBox="1"/>
          <p:nvPr/>
        </p:nvSpPr>
        <p:spPr>
          <a:xfrm>
            <a:off x="1812579" y="3602734"/>
            <a:ext cx="1119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Protein: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Up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in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Model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FCA1B0E-0534-2EFB-0C52-344BE5B62F5F}"/>
              </a:ext>
            </a:extLst>
          </p:cNvPr>
          <p:cNvSpPr txBox="1"/>
          <p:nvPr/>
        </p:nvSpPr>
        <p:spPr>
          <a:xfrm>
            <a:off x="168168" y="5429925"/>
            <a:ext cx="1140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RNA: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Down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in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Model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5C0C7A2-FFC2-DA53-AD6E-D6CE1D4FB310}"/>
              </a:ext>
            </a:extLst>
          </p:cNvPr>
          <p:cNvSpPr txBox="1"/>
          <p:nvPr/>
        </p:nvSpPr>
        <p:spPr>
          <a:xfrm>
            <a:off x="1812579" y="5429925"/>
            <a:ext cx="12506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Protein: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Down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in</a:t>
            </a:r>
            <a:r>
              <a:rPr kumimoji="1" lang="zh-CN" altLang="en-US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Model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30BFB04-6703-DE55-16C6-29325168E6FB}"/>
              </a:ext>
            </a:extLst>
          </p:cNvPr>
          <p:cNvSpPr txBox="1"/>
          <p:nvPr/>
        </p:nvSpPr>
        <p:spPr>
          <a:xfrm>
            <a:off x="1223788" y="3532665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050" b="1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n</a:t>
            </a:r>
            <a:r>
              <a:rPr kumimoji="1" lang="zh-CN" altLang="en-US" sz="1050" b="1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050" b="1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=</a:t>
            </a:r>
            <a:r>
              <a:rPr kumimoji="1" lang="zh-CN" altLang="en-US" sz="1050" b="1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050" b="1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158</a:t>
            </a:r>
            <a:endParaRPr kumimoji="1" lang="zh-CN" altLang="en-US" sz="1050" b="1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F14368A-6DC2-F1B5-167B-39BD4F026893}"/>
              </a:ext>
            </a:extLst>
          </p:cNvPr>
          <p:cNvSpPr txBox="1"/>
          <p:nvPr/>
        </p:nvSpPr>
        <p:spPr>
          <a:xfrm>
            <a:off x="1227708" y="5373255"/>
            <a:ext cx="6447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050" b="1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n</a:t>
            </a:r>
            <a:r>
              <a:rPr kumimoji="1" lang="zh-CN" altLang="en-US" sz="1050" b="1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050" b="1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=</a:t>
            </a:r>
            <a:r>
              <a:rPr kumimoji="1" lang="zh-CN" altLang="en-US" sz="1050" b="1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050" b="1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145</a:t>
            </a:r>
            <a:endParaRPr kumimoji="1" lang="zh-CN" altLang="en-US" sz="1050" b="1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5EFAFBE-A838-C127-0F70-1C56184AA609}"/>
              </a:ext>
            </a:extLst>
          </p:cNvPr>
          <p:cNvSpPr txBox="1"/>
          <p:nvPr/>
        </p:nvSpPr>
        <p:spPr>
          <a:xfrm>
            <a:off x="624650" y="3864344"/>
            <a:ext cx="19432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'Praf2''Thbs1''Anpep‘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'Thbs3''Lmod1''Sncg''Ltbp2''Serpine2’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'Postn''Myof''Thbs4''Cp''Mfap5''Dock6’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'Pi16''Mnda''Itga8''Stab1''Efemp2’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'Ncam1’'Plac9''Myh11''Vwf''Itih3''Cd68’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'Hmcn2''Lsp1''Tpm2''Actn1''Tsc22d1’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'Gm2a''Fn1''Ahnak2''Albfm1''Vwf’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'Serpinf2''C3''Ltbp3''Matn4''Lsp1’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'Itga2b''Zyx''Col18a1''C2’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‘Serpinf1’‘P3h3‘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80105B8-C2A4-5A54-2785-EDC075970EC7}"/>
              </a:ext>
            </a:extLst>
          </p:cNvPr>
          <p:cNvSpPr txBox="1"/>
          <p:nvPr/>
        </p:nvSpPr>
        <p:spPr>
          <a:xfrm>
            <a:off x="628203" y="5691621"/>
            <a:ext cx="18557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'Ldb3''Ckm''Ndrg2’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'Gpam''Pdha1''Ldb3''Ldb3''Them7’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'Ank2''Osbpl6''Agtpbp1''Acss3’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'Rap1gap2''Scrn3''Acacb''Ldhd’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'Slc25a15''Vwa8''Mipep''Pfkm’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'Cacna1c''Acadm''Slc27a1''Ank1’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'Prdx3''Mrps27''Ank1''Hspa9''Acsl6’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'Frmd5''Dglucy''Suclg2''Acox1''Retsat’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'L2hgdh''Timm23''Pygm’</a:t>
            </a:r>
          </a:p>
          <a:p>
            <a:pPr algn="ctr"/>
            <a:r>
              <a:rPr kumimoji="1" lang="en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'Phospho1''Tecr’</a:t>
            </a:r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...</a:t>
            </a:r>
            <a:endParaRPr kumimoji="1" lang="en" altLang="zh-CN" sz="8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96BE028E-999D-02AF-0CF1-E69C30C96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13443" y="7395413"/>
            <a:ext cx="2757557" cy="1378779"/>
          </a:xfrm>
          <a:prstGeom prst="rect">
            <a:avLst/>
          </a:prstGeom>
        </p:spPr>
      </p:pic>
      <p:grpSp>
        <p:nvGrpSpPr>
          <p:cNvPr id="142" name="Editable text for image4"/>
          <p:cNvGrpSpPr/>
          <p:nvPr/>
        </p:nvGrpSpPr>
        <p:grpSpPr>
          <a:xfrm>
            <a:off x="3913443" y="7395413"/>
            <a:ext cx="2757557" cy="1378779"/>
            <a:chOff x="0" y="0"/>
            <a:chExt cx="576000" cy="288000"/>
          </a:xfrm>
        </p:grpSpPr>
        <p:sp>
          <p:nvSpPr>
            <p:cNvPr id="143" name="Editable text 1: −0.6"/>
            <p:cNvSpPr/>
            <p:nvPr/>
          </p:nvSpPr>
          <p:spPr>
            <a:xfrm>
              <a:off x="28549" y="144550"/>
              <a:ext cx="2449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−0.6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44" name="Editable text 2: −0.4"/>
            <p:cNvSpPr/>
            <p:nvPr/>
          </p:nvSpPr>
          <p:spPr>
            <a:xfrm>
              <a:off x="28549" y="108550"/>
              <a:ext cx="2449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−0.4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45" name="Editable text 3: −0.2"/>
            <p:cNvSpPr/>
            <p:nvPr/>
          </p:nvSpPr>
          <p:spPr>
            <a:xfrm>
              <a:off x="28549" y="72560"/>
              <a:ext cx="2449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−0.2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46" name="Editable text 4: 0.0"/>
            <p:cNvSpPr/>
            <p:nvPr/>
          </p:nvSpPr>
          <p:spPr>
            <a:xfrm>
              <a:off x="35559" y="3656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0.0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47" name="Editable text 5: Running Enrichment Score"/>
            <p:cNvSpPr/>
            <p:nvPr/>
          </p:nvSpPr>
          <p:spPr>
            <a:xfrm rot="16200000">
              <a:off x="-73630" y="84625"/>
              <a:ext cx="17946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6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  <a:endParaRPr lang="en-US" sz="565">
                <a:latin typeface="Arial"/>
                <a:ea typeface="Arial"/>
                <a:cs typeface="Arial"/>
              </a:endParaRPr>
            </a:p>
          </p:txBody>
        </p:sp>
        <p:sp>
          <p:nvSpPr>
            <p:cNvPr id="148" name="Editable text 6: Integrin signaling − Rattus norvegicus (rat)"/>
            <p:cNvSpPr/>
            <p:nvPr/>
          </p:nvSpPr>
          <p:spPr>
            <a:xfrm>
              <a:off x="59042" y="4720"/>
              <a:ext cx="339471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Integrin signaling − Rattus norvegicus (rat)</a:t>
              </a:r>
              <a:endParaRPr lang="en-US" sz="679">
                <a:latin typeface="Arial"/>
                <a:ea typeface="Arial"/>
                <a:cs typeface="Arial"/>
              </a:endParaRPr>
            </a:p>
          </p:txBody>
        </p:sp>
        <p:sp>
          <p:nvSpPr>
            <p:cNvPr id="149" name="Editable text 7: −4"/>
            <p:cNvSpPr/>
            <p:nvPr/>
          </p:nvSpPr>
          <p:spPr>
            <a:xfrm>
              <a:off x="38559" y="227450"/>
              <a:ext cx="14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−4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0" name="Editable text 8: −2"/>
            <p:cNvSpPr/>
            <p:nvPr/>
          </p:nvSpPr>
          <p:spPr>
            <a:xfrm>
              <a:off x="38559" y="218600"/>
              <a:ext cx="14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1" name="Editable text 9: 02"/>
            <p:cNvSpPr/>
            <p:nvPr/>
          </p:nvSpPr>
          <p:spPr>
            <a:xfrm>
              <a:off x="42106" y="200910"/>
              <a:ext cx="14400" cy="253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02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2" name="Editable text 10: 2000"/>
            <p:cNvSpPr/>
            <p:nvPr/>
          </p:nvSpPr>
          <p:spPr>
            <a:xfrm>
              <a:off x="184956" y="243510"/>
              <a:ext cx="2749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2000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3" name="Editable text 11: 4000"/>
            <p:cNvSpPr/>
            <p:nvPr/>
          </p:nvSpPr>
          <p:spPr>
            <a:xfrm>
              <a:off x="324356" y="243510"/>
              <a:ext cx="2749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4000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4" name="Editable text 12: 6000"/>
            <p:cNvSpPr/>
            <p:nvPr/>
          </p:nvSpPr>
          <p:spPr>
            <a:xfrm>
              <a:off x="463766" y="243510"/>
              <a:ext cx="2749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6000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5" name="Editable text 13: Rank in Ordered Dataset"/>
            <p:cNvSpPr/>
            <p:nvPr/>
          </p:nvSpPr>
          <p:spPr>
            <a:xfrm>
              <a:off x="228752" y="257425"/>
              <a:ext cx="166716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6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  <a:endParaRPr lang="en-US" sz="565">
                <a:latin typeface="Arial"/>
                <a:ea typeface="Arial"/>
                <a:cs typeface="Arial"/>
              </a:endParaRPr>
            </a:p>
          </p:txBody>
        </p:sp>
        <p:sp>
          <p:nvSpPr>
            <p:cNvPr id="156" name="Editable text 14: Ranked List Metric"/>
            <p:cNvSpPr/>
            <p:nvPr/>
          </p:nvSpPr>
          <p:spPr>
            <a:xfrm rot="16200000">
              <a:off x="-45963" y="210952"/>
              <a:ext cx="124125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6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  <a:endParaRPr lang="en-US" sz="565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13852790-A88C-B352-3B41-0C83DE41E7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4:svgBlip xmlns:ns4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13443" y="8894620"/>
            <a:ext cx="2757557" cy="1378779"/>
          </a:xfrm>
          <a:prstGeom prst="rect">
            <a:avLst/>
          </a:prstGeom>
        </p:spPr>
      </p:pic>
      <p:grpSp>
        <p:nvGrpSpPr>
          <p:cNvPr id="157" name="Editable text for image5"/>
          <p:cNvGrpSpPr/>
          <p:nvPr/>
        </p:nvGrpSpPr>
        <p:grpSpPr>
          <a:xfrm>
            <a:off x="3913443" y="8894620"/>
            <a:ext cx="2757557" cy="1378779"/>
            <a:chOff x="0" y="0"/>
            <a:chExt cx="576000" cy="288000"/>
          </a:xfrm>
        </p:grpSpPr>
        <p:sp>
          <p:nvSpPr>
            <p:cNvPr id="158" name="Editable text 1: −0.6"/>
            <p:cNvSpPr/>
            <p:nvPr/>
          </p:nvSpPr>
          <p:spPr>
            <a:xfrm>
              <a:off x="28549" y="135860"/>
              <a:ext cx="2449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−0.6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9" name="Editable text 2: −0.4"/>
            <p:cNvSpPr/>
            <p:nvPr/>
          </p:nvSpPr>
          <p:spPr>
            <a:xfrm>
              <a:off x="28549" y="103380"/>
              <a:ext cx="2449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−0.4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60" name="Editable text 3: −0.2"/>
            <p:cNvSpPr/>
            <p:nvPr/>
          </p:nvSpPr>
          <p:spPr>
            <a:xfrm>
              <a:off x="28549" y="70900"/>
              <a:ext cx="24490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−0.2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61" name="Editable text 4: 0.0"/>
            <p:cNvSpPr/>
            <p:nvPr/>
          </p:nvSpPr>
          <p:spPr>
            <a:xfrm>
              <a:off x="35559" y="38430"/>
              <a:ext cx="17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0.0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62" name="Editable text 5: Running Enrichment Score"/>
            <p:cNvSpPr/>
            <p:nvPr/>
          </p:nvSpPr>
          <p:spPr>
            <a:xfrm rot="16200000">
              <a:off x="-73630" y="84625"/>
              <a:ext cx="17946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6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  <a:endParaRPr lang="en-US" sz="565">
                <a:latin typeface="Arial"/>
                <a:ea typeface="Arial"/>
                <a:cs typeface="Arial"/>
              </a:endParaRPr>
            </a:p>
          </p:txBody>
        </p:sp>
        <p:sp>
          <p:nvSpPr>
            <p:cNvPr id="163" name="Editable text 6: ECM−receptor interaction − Rattus norvegicus (ra"/>
            <p:cNvSpPr/>
            <p:nvPr/>
          </p:nvSpPr>
          <p:spPr>
            <a:xfrm>
              <a:off x="58819" y="4720"/>
              <a:ext cx="407973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ECM−receptor interaction − Rattus norvegicus (rat)</a:t>
              </a:r>
              <a:endParaRPr lang="en-US" sz="679">
                <a:latin typeface="Arial"/>
                <a:ea typeface="Arial"/>
                <a:cs typeface="Arial"/>
              </a:endParaRPr>
            </a:p>
          </p:txBody>
        </p:sp>
        <p:sp>
          <p:nvSpPr>
            <p:cNvPr id="164" name="Editable text 7: −4"/>
            <p:cNvSpPr/>
            <p:nvPr/>
          </p:nvSpPr>
          <p:spPr>
            <a:xfrm>
              <a:off x="38559" y="227450"/>
              <a:ext cx="14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−4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65" name="Editable text 8: −2"/>
            <p:cNvSpPr/>
            <p:nvPr/>
          </p:nvSpPr>
          <p:spPr>
            <a:xfrm>
              <a:off x="38559" y="218600"/>
              <a:ext cx="14482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66" name="Editable text 9: 02"/>
            <p:cNvSpPr/>
            <p:nvPr/>
          </p:nvSpPr>
          <p:spPr>
            <a:xfrm>
              <a:off x="42106" y="200910"/>
              <a:ext cx="14400" cy="253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02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67" name="Editable text 10: 2000"/>
            <p:cNvSpPr/>
            <p:nvPr/>
          </p:nvSpPr>
          <p:spPr>
            <a:xfrm>
              <a:off x="184956" y="243510"/>
              <a:ext cx="2749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2000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68" name="Editable text 11: 4000"/>
            <p:cNvSpPr/>
            <p:nvPr/>
          </p:nvSpPr>
          <p:spPr>
            <a:xfrm>
              <a:off x="324356" y="243510"/>
              <a:ext cx="2749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4000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69" name="Editable text 12: 6000"/>
            <p:cNvSpPr/>
            <p:nvPr/>
          </p:nvSpPr>
          <p:spPr>
            <a:xfrm>
              <a:off x="463766" y="243510"/>
              <a:ext cx="27496" cy="16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6000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70" name="Editable text 13: Rank in Ordered Dataset"/>
            <p:cNvSpPr/>
            <p:nvPr/>
          </p:nvSpPr>
          <p:spPr>
            <a:xfrm>
              <a:off x="228752" y="257425"/>
              <a:ext cx="166716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6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  <a:endParaRPr lang="en-US" sz="565">
                <a:latin typeface="Arial"/>
                <a:ea typeface="Arial"/>
                <a:cs typeface="Arial"/>
              </a:endParaRPr>
            </a:p>
          </p:txBody>
        </p:sp>
        <p:sp>
          <p:nvSpPr>
            <p:cNvPr id="171" name="Editable text 14: Ranked List Metric"/>
            <p:cNvSpPr/>
            <p:nvPr/>
          </p:nvSpPr>
          <p:spPr>
            <a:xfrm rot="16200000">
              <a:off x="-45963" y="210952"/>
              <a:ext cx="124125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6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  <a:endParaRPr lang="en-US" sz="565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49" name="图片 48">
            <a:extLst>
              <a:ext uri="{FF2B5EF4-FFF2-40B4-BE49-F238E27FC236}">
                <a16:creationId xmlns:a16="http://schemas.microsoft.com/office/drawing/2014/main" id="{6B90E903-3A70-C6F7-2A64-723F5A41EC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ns5:svgBlip xmlns:ns5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6142" y="7477076"/>
            <a:ext cx="3246881" cy="3246881"/>
          </a:xfrm>
          <a:prstGeom prst="rect">
            <a:avLst/>
          </a:prstGeom>
        </p:spPr>
      </p:pic>
      <p:grpSp>
        <p:nvGrpSpPr>
          <p:cNvPr id="172" name="Editable text for image6"/>
          <p:cNvGrpSpPr/>
          <p:nvPr/>
        </p:nvGrpSpPr>
        <p:grpSpPr>
          <a:xfrm>
            <a:off x="206142" y="7477076"/>
            <a:ext cx="3246881" cy="3246881"/>
            <a:chOff x="0" y="0"/>
            <a:chExt cx="720000" cy="720000"/>
          </a:xfrm>
        </p:grpSpPr>
        <p:sp>
          <p:nvSpPr>
            <p:cNvPr id="173" name="Editable text 1: Cytoskeleton in muscle cells − Rattus norvegicus"/>
            <p:cNvSpPr/>
            <p:nvPr/>
          </p:nvSpPr>
          <p:spPr>
            <a:xfrm>
              <a:off x="92161" y="196340"/>
              <a:ext cx="33421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Cytoskeleton in muscle cells − Rattus norvegicus (rat)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4" name="Editable text 2: Integrin signaling − Rattus norvegicus (rat)"/>
            <p:cNvSpPr/>
            <p:nvPr/>
          </p:nvSpPr>
          <p:spPr>
            <a:xfrm>
              <a:off x="350946" y="322180"/>
              <a:ext cx="26421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Integrin signaling − Rattus norvegicus (rat)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5" name="Editable text 3: ECM−receptor interaction − Rattus norvegicus (ra"/>
            <p:cNvSpPr/>
            <p:nvPr/>
          </p:nvSpPr>
          <p:spPr>
            <a:xfrm>
              <a:off x="318883" y="304100"/>
              <a:ext cx="31749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ECM−receptor interaction − Rattus norvegicus (rat)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6" name="Editable text 4: Regulation of actin cytoskeleton − Rattus norveg"/>
            <p:cNvSpPr/>
            <p:nvPr/>
          </p:nvSpPr>
          <p:spPr>
            <a:xfrm>
              <a:off x="19730" y="506410"/>
              <a:ext cx="3560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Regulation of actin cytoskeleton − Rattus norvegicus (rat)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7" name="Editable text 5: Focal adhesion − Rattus norvegicus (rat)"/>
            <p:cNvSpPr/>
            <p:nvPr/>
          </p:nvSpPr>
          <p:spPr>
            <a:xfrm>
              <a:off x="337463" y="381970"/>
              <a:ext cx="25331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Focal adhesion − Rattus norvegicus (rat)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8" name="Editable text 6: Pdlim3"/>
            <p:cNvSpPr/>
            <p:nvPr/>
          </p:nvSpPr>
          <p:spPr>
            <a:xfrm>
              <a:off x="124645" y="303070"/>
              <a:ext cx="4359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Pdlim3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9" name="Editable text 7: Lmna"/>
            <p:cNvSpPr/>
            <p:nvPr/>
          </p:nvSpPr>
          <p:spPr>
            <a:xfrm>
              <a:off x="12737" y="155480"/>
              <a:ext cx="3582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Lmna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0" name="Editable text 8: Thbs1"/>
            <p:cNvSpPr/>
            <p:nvPr/>
          </p:nvSpPr>
          <p:spPr>
            <a:xfrm>
              <a:off x="362508" y="270990"/>
              <a:ext cx="3971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Thbs1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1" name="Editable text 9: Itgav"/>
            <p:cNvSpPr/>
            <p:nvPr/>
          </p:nvSpPr>
          <p:spPr>
            <a:xfrm>
              <a:off x="343350" y="351560"/>
              <a:ext cx="31152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Itgav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2" name="Editable text 10: Fmnl1"/>
            <p:cNvSpPr/>
            <p:nvPr/>
          </p:nvSpPr>
          <p:spPr>
            <a:xfrm>
              <a:off x="3198" y="257800"/>
              <a:ext cx="39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Fmnl1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3" name="Editable text 11: Thbs3"/>
            <p:cNvSpPr/>
            <p:nvPr/>
          </p:nvSpPr>
          <p:spPr>
            <a:xfrm>
              <a:off x="393918" y="231470"/>
              <a:ext cx="3971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Thbs3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4" name="Editable text 12: Sptbn1"/>
            <p:cNvSpPr/>
            <p:nvPr/>
          </p:nvSpPr>
          <p:spPr>
            <a:xfrm>
              <a:off x="282597" y="20570"/>
              <a:ext cx="45172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Sptbn1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5" name="Editable text 13: Lmod1"/>
            <p:cNvSpPr/>
            <p:nvPr/>
          </p:nvSpPr>
          <p:spPr>
            <a:xfrm>
              <a:off x="226526" y="107050"/>
              <a:ext cx="4360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Lmod1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6" name="Editable text 14: Csrp3"/>
            <p:cNvSpPr/>
            <p:nvPr/>
          </p:nvSpPr>
          <p:spPr>
            <a:xfrm>
              <a:off x="99717" y="62840"/>
              <a:ext cx="3814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Csrp3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7" name="Editable text 15: Fhl1"/>
            <p:cNvSpPr/>
            <p:nvPr/>
          </p:nvSpPr>
          <p:spPr>
            <a:xfrm>
              <a:off x="211588" y="13020"/>
              <a:ext cx="2803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Fhl1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8" name="Editable text 16: Itga2b"/>
            <p:cNvSpPr/>
            <p:nvPr/>
          </p:nvSpPr>
          <p:spPr>
            <a:xfrm>
              <a:off x="296738" y="347860"/>
              <a:ext cx="3972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Itga2b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89" name="Editable text 17: Thbs4"/>
            <p:cNvSpPr/>
            <p:nvPr/>
          </p:nvSpPr>
          <p:spPr>
            <a:xfrm>
              <a:off x="381578" y="253350"/>
              <a:ext cx="3971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Thbs4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0" name="Editable text 18: Tpm3"/>
            <p:cNvSpPr/>
            <p:nvPr/>
          </p:nvSpPr>
          <p:spPr>
            <a:xfrm>
              <a:off x="229249" y="148900"/>
              <a:ext cx="36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Tpm3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1" name="Editable text 19: Col6a2"/>
            <p:cNvSpPr/>
            <p:nvPr/>
          </p:nvSpPr>
          <p:spPr>
            <a:xfrm>
              <a:off x="308823" y="21378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Col6a2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2" name="Editable text 20: Itga8"/>
            <p:cNvSpPr/>
            <p:nvPr/>
          </p:nvSpPr>
          <p:spPr>
            <a:xfrm>
              <a:off x="332019" y="330350"/>
              <a:ext cx="319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Itga8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3" name="Editable text 21: Xirp1"/>
            <p:cNvSpPr/>
            <p:nvPr/>
          </p:nvSpPr>
          <p:spPr>
            <a:xfrm>
              <a:off x="186066" y="51320"/>
              <a:ext cx="3348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Xirp1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4" name="Editable text 22: Myh10"/>
            <p:cNvSpPr/>
            <p:nvPr/>
          </p:nvSpPr>
          <p:spPr>
            <a:xfrm>
              <a:off x="167047" y="406250"/>
              <a:ext cx="4282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Myh10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5" name="Editable text 23: Itgb5"/>
            <p:cNvSpPr/>
            <p:nvPr/>
          </p:nvSpPr>
          <p:spPr>
            <a:xfrm>
              <a:off x="280919" y="328350"/>
              <a:ext cx="319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Itgb5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6" name="Editable text 24: Myh11"/>
            <p:cNvSpPr/>
            <p:nvPr/>
          </p:nvSpPr>
          <p:spPr>
            <a:xfrm>
              <a:off x="133140" y="384530"/>
              <a:ext cx="4201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Myh11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7" name="Editable text 25: Col9a1"/>
            <p:cNvSpPr/>
            <p:nvPr/>
          </p:nvSpPr>
          <p:spPr>
            <a:xfrm>
              <a:off x="360573" y="21338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Col9a1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8" name="Editable text 26: Ttn"/>
            <p:cNvSpPr/>
            <p:nvPr/>
          </p:nvSpPr>
          <p:spPr>
            <a:xfrm>
              <a:off x="98101" y="133890"/>
              <a:ext cx="2102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Ttn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199" name="Editable text 27: Tpm2"/>
            <p:cNvSpPr/>
            <p:nvPr/>
          </p:nvSpPr>
          <p:spPr>
            <a:xfrm>
              <a:off x="301569" y="104980"/>
              <a:ext cx="36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Tpm2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00" name="Editable text 28: Sun1"/>
            <p:cNvSpPr/>
            <p:nvPr/>
          </p:nvSpPr>
          <p:spPr>
            <a:xfrm>
              <a:off x="145817" y="131220"/>
              <a:ext cx="334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Sun1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01" name="Editable text 29: Fn1"/>
            <p:cNvSpPr/>
            <p:nvPr/>
          </p:nvSpPr>
          <p:spPr>
            <a:xfrm>
              <a:off x="288779" y="386690"/>
              <a:ext cx="2492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Fn1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02" name="Editable text 30: Nrap"/>
            <p:cNvSpPr/>
            <p:nvPr/>
          </p:nvSpPr>
          <p:spPr>
            <a:xfrm>
              <a:off x="332576" y="67860"/>
              <a:ext cx="3114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Nrap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03" name="Editable text 31: Fbln1"/>
            <p:cNvSpPr/>
            <p:nvPr/>
          </p:nvSpPr>
          <p:spPr>
            <a:xfrm>
              <a:off x="112307" y="261850"/>
              <a:ext cx="3582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Fbln1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04" name="Editable text 32: Tln1"/>
            <p:cNvSpPr/>
            <p:nvPr/>
          </p:nvSpPr>
          <p:spPr>
            <a:xfrm>
              <a:off x="305638" y="272810"/>
              <a:ext cx="2803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Tln1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05" name="Editable text 33: Sun2"/>
            <p:cNvSpPr/>
            <p:nvPr/>
          </p:nvSpPr>
          <p:spPr>
            <a:xfrm>
              <a:off x="151977" y="20740"/>
              <a:ext cx="334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Sun2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06" name="Editable text 34: Pdlim5"/>
            <p:cNvSpPr/>
            <p:nvPr/>
          </p:nvSpPr>
          <p:spPr>
            <a:xfrm>
              <a:off x="52055" y="100220"/>
              <a:ext cx="4359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Pdlim5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07" name="Editable text 35: Col6a3"/>
            <p:cNvSpPr/>
            <p:nvPr/>
          </p:nvSpPr>
          <p:spPr>
            <a:xfrm>
              <a:off x="414693" y="21357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Col6a3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08" name="Editable text 36: Pdlim7"/>
            <p:cNvSpPr/>
            <p:nvPr/>
          </p:nvSpPr>
          <p:spPr>
            <a:xfrm>
              <a:off x="43555" y="209920"/>
              <a:ext cx="4359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Pdlim7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09" name="Editable text 37: Col4a2"/>
            <p:cNvSpPr/>
            <p:nvPr/>
          </p:nvSpPr>
          <p:spPr>
            <a:xfrm>
              <a:off x="395853" y="17609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Col4a2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0" name="Editable text 38: Col5a2"/>
            <p:cNvSpPr/>
            <p:nvPr/>
          </p:nvSpPr>
          <p:spPr>
            <a:xfrm>
              <a:off x="50313" y="22836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Col5a2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1" name="Editable text 39: Myh9"/>
            <p:cNvSpPr/>
            <p:nvPr/>
          </p:nvSpPr>
          <p:spPr>
            <a:xfrm>
              <a:off x="182078" y="375190"/>
              <a:ext cx="3503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Myh9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2" name="Editable text 40: Tcap"/>
            <p:cNvSpPr/>
            <p:nvPr/>
          </p:nvSpPr>
          <p:spPr>
            <a:xfrm>
              <a:off x="38920" y="330790"/>
              <a:ext cx="31122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Tcap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3" name="Editable text 41: Emd"/>
            <p:cNvSpPr/>
            <p:nvPr/>
          </p:nvSpPr>
          <p:spPr>
            <a:xfrm>
              <a:off x="133949" y="86860"/>
              <a:ext cx="29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Emd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4" name="Editable text 42: Tpm1"/>
            <p:cNvSpPr/>
            <p:nvPr/>
          </p:nvSpPr>
          <p:spPr>
            <a:xfrm>
              <a:off x="157279" y="246980"/>
              <a:ext cx="36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Tpm1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5" name="Editable text 43: Zyx"/>
            <p:cNvSpPr/>
            <p:nvPr/>
          </p:nvSpPr>
          <p:spPr>
            <a:xfrm>
              <a:off x="261711" y="276020"/>
              <a:ext cx="23352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Zyx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6" name="Editable text 44: Itga3"/>
            <p:cNvSpPr/>
            <p:nvPr/>
          </p:nvSpPr>
          <p:spPr>
            <a:xfrm>
              <a:off x="261629" y="369010"/>
              <a:ext cx="319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Itga3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7" name="Editable text 45: Fbn2"/>
            <p:cNvSpPr/>
            <p:nvPr/>
          </p:nvSpPr>
          <p:spPr>
            <a:xfrm>
              <a:off x="108938" y="178270"/>
              <a:ext cx="3271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Fbn2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8" name="Editable text 46: Tmod3"/>
            <p:cNvSpPr/>
            <p:nvPr/>
          </p:nvSpPr>
          <p:spPr>
            <a:xfrm>
              <a:off x="112178" y="107920"/>
              <a:ext cx="4437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Tmod3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19" name="Editable text 47: Myl9"/>
            <p:cNvSpPr/>
            <p:nvPr/>
          </p:nvSpPr>
          <p:spPr>
            <a:xfrm>
              <a:off x="216668" y="395800"/>
              <a:ext cx="3035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Myl9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0" name="Editable text 48: Vcan"/>
            <p:cNvSpPr/>
            <p:nvPr/>
          </p:nvSpPr>
          <p:spPr>
            <a:xfrm>
              <a:off x="124738" y="329690"/>
              <a:ext cx="3271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Vcan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1" name="Editable text 49: Flnc"/>
            <p:cNvSpPr/>
            <p:nvPr/>
          </p:nvSpPr>
          <p:spPr>
            <a:xfrm>
              <a:off x="128259" y="156300"/>
              <a:ext cx="2724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Flnc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2" name="Editable text 50: Tnni1"/>
            <p:cNvSpPr/>
            <p:nvPr/>
          </p:nvSpPr>
          <p:spPr>
            <a:xfrm>
              <a:off x="101857" y="222270"/>
              <a:ext cx="3582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Tnni1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3" name="Editable text 51: Col6a6"/>
            <p:cNvSpPr/>
            <p:nvPr/>
          </p:nvSpPr>
          <p:spPr>
            <a:xfrm>
              <a:off x="344063" y="18363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Col6a6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4" name="Editable text 52: Lmnb2"/>
            <p:cNvSpPr/>
            <p:nvPr/>
          </p:nvSpPr>
          <p:spPr>
            <a:xfrm>
              <a:off x="3196" y="182260"/>
              <a:ext cx="4360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Lmnb2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5" name="Editable text 53: Sntb2"/>
            <p:cNvSpPr/>
            <p:nvPr/>
          </p:nvSpPr>
          <p:spPr>
            <a:xfrm>
              <a:off x="182918" y="112170"/>
              <a:ext cx="373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Sntb2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6" name="Editable text 54: Col6a1"/>
            <p:cNvSpPr/>
            <p:nvPr/>
          </p:nvSpPr>
          <p:spPr>
            <a:xfrm>
              <a:off x="315493" y="25321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Col6a1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7" name="Editable text 55: Xirp2"/>
            <p:cNvSpPr/>
            <p:nvPr/>
          </p:nvSpPr>
          <p:spPr>
            <a:xfrm>
              <a:off x="130577" y="45580"/>
              <a:ext cx="3348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Xirp2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8" name="Editable text 56: Dsp"/>
            <p:cNvSpPr/>
            <p:nvPr/>
          </p:nvSpPr>
          <p:spPr>
            <a:xfrm>
              <a:off x="92288" y="297360"/>
              <a:ext cx="25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Dsp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29" name="Editable text 57: Myh8"/>
            <p:cNvSpPr/>
            <p:nvPr/>
          </p:nvSpPr>
          <p:spPr>
            <a:xfrm>
              <a:off x="187938" y="160240"/>
              <a:ext cx="3503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Myh8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30" name="Editable text 58: Fbln2"/>
            <p:cNvSpPr/>
            <p:nvPr/>
          </p:nvSpPr>
          <p:spPr>
            <a:xfrm>
              <a:off x="344317" y="88120"/>
              <a:ext cx="3582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Fbln2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31" name="Editable text 59: Myh7"/>
            <p:cNvSpPr/>
            <p:nvPr/>
          </p:nvSpPr>
          <p:spPr>
            <a:xfrm>
              <a:off x="306458" y="50470"/>
              <a:ext cx="3503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Myh7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32" name="Editable text 60: Fbn1"/>
            <p:cNvSpPr/>
            <p:nvPr/>
          </p:nvSpPr>
          <p:spPr>
            <a:xfrm>
              <a:off x="377958" y="145710"/>
              <a:ext cx="3271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Fbn1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33" name="Editable text 61: Myot"/>
            <p:cNvSpPr/>
            <p:nvPr/>
          </p:nvSpPr>
          <p:spPr>
            <a:xfrm>
              <a:off x="210630" y="33820"/>
              <a:ext cx="311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Myot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34" name="Editable text 62: Col1a1"/>
            <p:cNvSpPr/>
            <p:nvPr/>
          </p:nvSpPr>
          <p:spPr>
            <a:xfrm>
              <a:off x="342293" y="23525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Col1a1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35" name="Editable text 63: Col1a2"/>
            <p:cNvSpPr/>
            <p:nvPr/>
          </p:nvSpPr>
          <p:spPr>
            <a:xfrm>
              <a:off x="306343" y="29043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Col1a2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36" name="Editable text 64: Myl1"/>
            <p:cNvSpPr/>
            <p:nvPr/>
          </p:nvSpPr>
          <p:spPr>
            <a:xfrm>
              <a:off x="42788" y="309410"/>
              <a:ext cx="3035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Myl1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37" name="Editable text 65: Eno2"/>
            <p:cNvSpPr/>
            <p:nvPr/>
          </p:nvSpPr>
          <p:spPr>
            <a:xfrm>
              <a:off x="277157" y="123710"/>
              <a:ext cx="334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Eno2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38" name="Editable text 66: Tpm4"/>
            <p:cNvSpPr/>
            <p:nvPr/>
          </p:nvSpPr>
          <p:spPr>
            <a:xfrm>
              <a:off x="148249" y="187090"/>
              <a:ext cx="36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Tpm4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39" name="Editable text 67: Col3a1"/>
            <p:cNvSpPr/>
            <p:nvPr/>
          </p:nvSpPr>
          <p:spPr>
            <a:xfrm>
              <a:off x="70203" y="8021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Col3a1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40" name="Editable text 68: Myl4"/>
            <p:cNvSpPr/>
            <p:nvPr/>
          </p:nvSpPr>
          <p:spPr>
            <a:xfrm>
              <a:off x="247828" y="37870"/>
              <a:ext cx="3035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Myl4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41" name="Editable text 69: Itga1"/>
            <p:cNvSpPr/>
            <p:nvPr/>
          </p:nvSpPr>
          <p:spPr>
            <a:xfrm>
              <a:off x="300639" y="310290"/>
              <a:ext cx="319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Itga1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42" name="Editable text 70: Vim"/>
            <p:cNvSpPr/>
            <p:nvPr/>
          </p:nvSpPr>
          <p:spPr>
            <a:xfrm>
              <a:off x="268965" y="66790"/>
              <a:ext cx="2465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Vim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43" name="Editable text 71: Bgn"/>
            <p:cNvSpPr/>
            <p:nvPr/>
          </p:nvSpPr>
          <p:spPr>
            <a:xfrm>
              <a:off x="128318" y="204610"/>
              <a:ext cx="2571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Bgn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44" name="Editable text 72: Csrp1"/>
            <p:cNvSpPr/>
            <p:nvPr/>
          </p:nvSpPr>
          <p:spPr>
            <a:xfrm>
              <a:off x="99916" y="351380"/>
              <a:ext cx="3814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Csrp1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45" name="Editable text 73: Pdlim1"/>
            <p:cNvSpPr/>
            <p:nvPr/>
          </p:nvSpPr>
          <p:spPr>
            <a:xfrm>
              <a:off x="282535" y="84390"/>
              <a:ext cx="4359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Pdlim1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46" name="Editable text 74: Actb"/>
            <p:cNvSpPr/>
            <p:nvPr/>
          </p:nvSpPr>
          <p:spPr>
            <a:xfrm>
              <a:off x="253600" y="389350"/>
              <a:ext cx="2881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Actb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47" name="Editable text 75: Dcn"/>
            <p:cNvSpPr/>
            <p:nvPr/>
          </p:nvSpPr>
          <p:spPr>
            <a:xfrm>
              <a:off x="228838" y="66610"/>
              <a:ext cx="25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Dcn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48" name="Editable text 76: Tmem43"/>
            <p:cNvSpPr/>
            <p:nvPr/>
          </p:nvSpPr>
          <p:spPr>
            <a:xfrm>
              <a:off x="3238" y="284250"/>
              <a:ext cx="5603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Tmem43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49" name="Editable text 77: Csrp2"/>
            <p:cNvSpPr/>
            <p:nvPr/>
          </p:nvSpPr>
          <p:spPr>
            <a:xfrm>
              <a:off x="21206" y="120460"/>
              <a:ext cx="3814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Csrp2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50" name="Editable text 78: Itgb4"/>
            <p:cNvSpPr/>
            <p:nvPr/>
          </p:nvSpPr>
          <p:spPr>
            <a:xfrm>
              <a:off x="255659" y="345750"/>
              <a:ext cx="319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Itgb4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51" name="Editable text 79: Pdlim2"/>
            <p:cNvSpPr/>
            <p:nvPr/>
          </p:nvSpPr>
          <p:spPr>
            <a:xfrm>
              <a:off x="49535" y="349070"/>
              <a:ext cx="4359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Pdlim2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52" name="Editable text 80: Sgce"/>
            <p:cNvSpPr/>
            <p:nvPr/>
          </p:nvSpPr>
          <p:spPr>
            <a:xfrm>
              <a:off x="77958" y="279500"/>
              <a:ext cx="3271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Sgce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53" name="Editable text 81: Itgb3"/>
            <p:cNvSpPr/>
            <p:nvPr/>
          </p:nvSpPr>
          <p:spPr>
            <a:xfrm>
              <a:off x="331709" y="369180"/>
              <a:ext cx="319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Itgb3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54" name="Editable text 82: Ankrd1"/>
            <p:cNvSpPr/>
            <p:nvPr/>
          </p:nvSpPr>
          <p:spPr>
            <a:xfrm>
              <a:off x="64447" y="151350"/>
              <a:ext cx="4515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Ankrd1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55" name="Editable text 83: Eln"/>
            <p:cNvSpPr/>
            <p:nvPr/>
          </p:nvSpPr>
          <p:spPr>
            <a:xfrm>
              <a:off x="11078" y="209880"/>
              <a:ext cx="2103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Eln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56" name="Editable text 84: Col5a1"/>
            <p:cNvSpPr/>
            <p:nvPr/>
          </p:nvSpPr>
          <p:spPr>
            <a:xfrm>
              <a:off x="3193" y="137220"/>
              <a:ext cx="4516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Col5a1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57" name="Editable text 85: Ctnnb1"/>
            <p:cNvSpPr/>
            <p:nvPr/>
          </p:nvSpPr>
          <p:spPr>
            <a:xfrm>
              <a:off x="585286" y="435660"/>
              <a:ext cx="4594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Ctnnb1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58" name="Editable text 86: Flnb"/>
            <p:cNvSpPr/>
            <p:nvPr/>
          </p:nvSpPr>
          <p:spPr>
            <a:xfrm>
              <a:off x="607628" y="384890"/>
              <a:ext cx="2803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Flnb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59" name="Editable text 87: Itgam"/>
            <p:cNvSpPr/>
            <p:nvPr/>
          </p:nvSpPr>
          <p:spPr>
            <a:xfrm>
              <a:off x="428420" y="537880"/>
              <a:ext cx="3581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Itgam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60" name="Editable text 88: Actn4"/>
            <p:cNvSpPr/>
            <p:nvPr/>
          </p:nvSpPr>
          <p:spPr>
            <a:xfrm>
              <a:off x="409699" y="510130"/>
              <a:ext cx="366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Actn4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61" name="Editable text 89: Vwf"/>
            <p:cNvSpPr/>
            <p:nvPr/>
          </p:nvSpPr>
          <p:spPr>
            <a:xfrm>
              <a:off x="611330" y="303510"/>
              <a:ext cx="241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Vwf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62" name="Editable text 90: Rac2"/>
            <p:cNvSpPr/>
            <p:nvPr/>
          </p:nvSpPr>
          <p:spPr>
            <a:xfrm>
              <a:off x="439367" y="470960"/>
              <a:ext cx="3348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Rac2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63" name="Editable text 91: Actn1"/>
            <p:cNvSpPr/>
            <p:nvPr/>
          </p:nvSpPr>
          <p:spPr>
            <a:xfrm>
              <a:off x="470869" y="491370"/>
              <a:ext cx="366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Actn1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64" name="Editable text 92: Fga"/>
            <p:cNvSpPr/>
            <p:nvPr/>
          </p:nvSpPr>
          <p:spPr>
            <a:xfrm>
              <a:off x="625579" y="361990"/>
              <a:ext cx="2492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Fga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65" name="Editable text 93: C3"/>
            <p:cNvSpPr/>
            <p:nvPr/>
          </p:nvSpPr>
          <p:spPr>
            <a:xfrm>
              <a:off x="602788" y="240150"/>
              <a:ext cx="18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66" name="Editable text 94: Flna"/>
            <p:cNvSpPr/>
            <p:nvPr/>
          </p:nvSpPr>
          <p:spPr>
            <a:xfrm>
              <a:off x="551688" y="402140"/>
              <a:ext cx="2803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Flna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67" name="Editable text 95: Fermt3"/>
            <p:cNvSpPr/>
            <p:nvPr/>
          </p:nvSpPr>
          <p:spPr>
            <a:xfrm>
              <a:off x="592525" y="218610"/>
              <a:ext cx="451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Fermt3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68" name="Editable text 96: Lama5"/>
            <p:cNvSpPr/>
            <p:nvPr/>
          </p:nvSpPr>
          <p:spPr>
            <a:xfrm>
              <a:off x="614876" y="323960"/>
              <a:ext cx="4360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Lama5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69" name="Editable text 97: Fgg"/>
            <p:cNvSpPr/>
            <p:nvPr/>
          </p:nvSpPr>
          <p:spPr>
            <a:xfrm>
              <a:off x="642659" y="291350"/>
              <a:ext cx="2492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Fgg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70" name="Editable text 98: Igf1"/>
            <p:cNvSpPr/>
            <p:nvPr/>
          </p:nvSpPr>
          <p:spPr>
            <a:xfrm>
              <a:off x="546510" y="449660"/>
              <a:ext cx="24152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Igf1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71" name="Editable text 99: Spp1"/>
            <p:cNvSpPr/>
            <p:nvPr/>
          </p:nvSpPr>
          <p:spPr>
            <a:xfrm>
              <a:off x="567477" y="376670"/>
              <a:ext cx="334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Spp1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72" name="Editable text 100: Fgb"/>
            <p:cNvSpPr/>
            <p:nvPr/>
          </p:nvSpPr>
          <p:spPr>
            <a:xfrm>
              <a:off x="633129" y="251960"/>
              <a:ext cx="2492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Fgb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73" name="Editable text 101: Icam1"/>
            <p:cNvSpPr/>
            <p:nvPr/>
          </p:nvSpPr>
          <p:spPr>
            <a:xfrm>
              <a:off x="563549" y="197670"/>
              <a:ext cx="3892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Icam1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74" name="Editable text 102: Pdgfrb"/>
            <p:cNvSpPr/>
            <p:nvPr/>
          </p:nvSpPr>
          <p:spPr>
            <a:xfrm>
              <a:off x="387008" y="482720"/>
              <a:ext cx="4204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Pdgfrb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75" name="Editable text 103: Arhgef6"/>
            <p:cNvSpPr/>
            <p:nvPr/>
          </p:nvSpPr>
          <p:spPr>
            <a:xfrm>
              <a:off x="460217" y="509140"/>
              <a:ext cx="4983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Arhgef6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76" name="Editable text 104: Vtn"/>
            <p:cNvSpPr/>
            <p:nvPr/>
          </p:nvSpPr>
          <p:spPr>
            <a:xfrm>
              <a:off x="593360" y="358810"/>
              <a:ext cx="21814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Vtn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77" name="Editable text 105: Gp5"/>
            <p:cNvSpPr/>
            <p:nvPr/>
          </p:nvSpPr>
          <p:spPr>
            <a:xfrm>
              <a:off x="559159" y="110470"/>
              <a:ext cx="27262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Gp5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78" name="Editable text 106: Cd44"/>
            <p:cNvSpPr/>
            <p:nvPr/>
          </p:nvSpPr>
          <p:spPr>
            <a:xfrm>
              <a:off x="600796" y="124390"/>
              <a:ext cx="3426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Cd44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79" name="Editable text 107: Mylk"/>
            <p:cNvSpPr/>
            <p:nvPr/>
          </p:nvSpPr>
          <p:spPr>
            <a:xfrm>
              <a:off x="404239" y="558700"/>
              <a:ext cx="2957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Mylk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80" name="Editable text 108: Ppp1r12c"/>
            <p:cNvSpPr/>
            <p:nvPr/>
          </p:nvSpPr>
          <p:spPr>
            <a:xfrm>
              <a:off x="344074" y="528580"/>
              <a:ext cx="6073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Ppp1r12c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81" name="Editable text 109: Enah"/>
            <p:cNvSpPr/>
            <p:nvPr/>
          </p:nvSpPr>
          <p:spPr>
            <a:xfrm>
              <a:off x="239777" y="645270"/>
              <a:ext cx="334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Enah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82" name="Editable text 110: Kng2"/>
            <p:cNvSpPr/>
            <p:nvPr/>
          </p:nvSpPr>
          <p:spPr>
            <a:xfrm>
              <a:off x="332737" y="665210"/>
              <a:ext cx="334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Kng2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83" name="Editable text 111: C5"/>
            <p:cNvSpPr/>
            <p:nvPr/>
          </p:nvSpPr>
          <p:spPr>
            <a:xfrm>
              <a:off x="146808" y="573100"/>
              <a:ext cx="18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C5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84" name="Editable text 112: C8g"/>
            <p:cNvSpPr/>
            <p:nvPr/>
          </p:nvSpPr>
          <p:spPr>
            <a:xfrm>
              <a:off x="179917" y="594080"/>
              <a:ext cx="2648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C8g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85" name="Editable text 113: Gsn"/>
            <p:cNvSpPr/>
            <p:nvPr/>
          </p:nvSpPr>
          <p:spPr>
            <a:xfrm>
              <a:off x="200390" y="632140"/>
              <a:ext cx="2647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Gsn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86" name="Editable text 114: C8a"/>
            <p:cNvSpPr/>
            <p:nvPr/>
          </p:nvSpPr>
          <p:spPr>
            <a:xfrm>
              <a:off x="299237" y="633540"/>
              <a:ext cx="2648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C8a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87" name="Editable text 115:  Kng1"/>
            <p:cNvSpPr/>
            <p:nvPr/>
          </p:nvSpPr>
          <p:spPr>
            <a:xfrm>
              <a:off x="325316" y="633540"/>
              <a:ext cx="41204" cy="251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 xml:space="preserve"> Kng1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88" name="Editable text 116: Kng1"/>
            <p:cNvSpPr/>
            <p:nvPr/>
          </p:nvSpPr>
          <p:spPr>
            <a:xfrm>
              <a:off x="332497" y="639820"/>
              <a:ext cx="334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Kng1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89" name="Editable text 117: C6"/>
            <p:cNvSpPr/>
            <p:nvPr/>
          </p:nvSpPr>
          <p:spPr>
            <a:xfrm>
              <a:off x="266038" y="684570"/>
              <a:ext cx="18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C6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90" name="Editable text 118: Iqgap1"/>
            <p:cNvSpPr/>
            <p:nvPr/>
          </p:nvSpPr>
          <p:spPr>
            <a:xfrm>
              <a:off x="372686" y="671350"/>
              <a:ext cx="43621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Iqgap1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91" name="Editable text 119: Arpc1b"/>
            <p:cNvSpPr/>
            <p:nvPr/>
          </p:nvSpPr>
          <p:spPr>
            <a:xfrm>
              <a:off x="199417" y="676520"/>
              <a:ext cx="45159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Arpc1b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92" name="Editable text 120: F2"/>
            <p:cNvSpPr/>
            <p:nvPr/>
          </p:nvSpPr>
          <p:spPr>
            <a:xfrm>
              <a:off x="98620" y="585010"/>
              <a:ext cx="17138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F2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93" name="Editable text 121: C8b"/>
            <p:cNvSpPr/>
            <p:nvPr/>
          </p:nvSpPr>
          <p:spPr>
            <a:xfrm>
              <a:off x="167437" y="649300"/>
              <a:ext cx="2648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C8b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94" name="Editable text 122: Arpc5"/>
            <p:cNvSpPr/>
            <p:nvPr/>
          </p:nvSpPr>
          <p:spPr>
            <a:xfrm>
              <a:off x="292688" y="687040"/>
              <a:ext cx="37373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Arpc5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95" name="Editable text 123: Wasf2"/>
            <p:cNvSpPr/>
            <p:nvPr/>
          </p:nvSpPr>
          <p:spPr>
            <a:xfrm>
              <a:off x="138440" y="629530"/>
              <a:ext cx="3995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Wasf2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96" name="Editable text 124: Actr2"/>
            <p:cNvSpPr/>
            <p:nvPr/>
          </p:nvSpPr>
          <p:spPr>
            <a:xfrm>
              <a:off x="101900" y="559620"/>
              <a:ext cx="3347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Actr2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97" name="Editable text 125: C9"/>
            <p:cNvSpPr/>
            <p:nvPr/>
          </p:nvSpPr>
          <p:spPr>
            <a:xfrm>
              <a:off x="121968" y="609520"/>
              <a:ext cx="18697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C9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98" name="Editable text 126: Pfn2"/>
            <p:cNvSpPr/>
            <p:nvPr/>
          </p:nvSpPr>
          <p:spPr>
            <a:xfrm>
              <a:off x="404329" y="638710"/>
              <a:ext cx="29600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Pfn2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299" name="Editable text 127: Prkca"/>
            <p:cNvSpPr/>
            <p:nvPr/>
          </p:nvSpPr>
          <p:spPr>
            <a:xfrm>
              <a:off x="580314" y="273570"/>
              <a:ext cx="36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Prkca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300" name="Editable text 128: Prkcb"/>
            <p:cNvSpPr/>
            <p:nvPr/>
          </p:nvSpPr>
          <p:spPr>
            <a:xfrm>
              <a:off x="569794" y="471440"/>
              <a:ext cx="36586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Prkcb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301" name="Editable text 129: Rap1b"/>
            <p:cNvSpPr/>
            <p:nvPr/>
          </p:nvSpPr>
          <p:spPr>
            <a:xfrm>
              <a:off x="524684" y="512830"/>
              <a:ext cx="42055" cy="192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97" b="0" dirty="0">
                  <a:solidFill>
                    <a:srgbClr val="000000"/>
                  </a:solidFill>
                  <a:ln w="19050">
                    <a:solidFill>
                      <a:srgbClr val="FFFFFF"/>
                    </a:solidFill>
                    <a:prstDash prst="solid"/>
                  </a:ln>
                  <a:latin typeface="Arial"/>
                  <a:ea typeface="Arial"/>
                  <a:cs typeface="Arial"/>
                </a:rPr>
                <a:t>Rap1b</a:t>
              </a:r>
              <a:endParaRPr lang="en-US" sz="497">
                <a:latin typeface="Arial"/>
                <a:ea typeface="Arial"/>
                <a:cs typeface="Arial"/>
              </a:endParaRPr>
            </a:p>
          </p:txBody>
        </p:sp>
        <p:sp>
          <p:nvSpPr>
            <p:cNvPr id="302" name="Editable text 130: size"/>
            <p:cNvSpPr/>
            <p:nvPr/>
          </p:nvSpPr>
          <p:spPr>
            <a:xfrm>
              <a:off x="683246" y="321155"/>
              <a:ext cx="20362" cy="1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39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size</a:t>
              </a:r>
              <a:endParaRPr lang="en-US" sz="391">
                <a:latin typeface="Arial"/>
                <a:ea typeface="Arial"/>
                <a:cs typeface="Arial"/>
              </a:endParaRPr>
            </a:p>
          </p:txBody>
        </p:sp>
        <p:sp>
          <p:nvSpPr>
            <p:cNvPr id="303" name="Editable text 131: 20"/>
            <p:cNvSpPr/>
            <p:nvPr/>
          </p:nvSpPr>
          <p:spPr>
            <a:xfrm>
              <a:off x="709589" y="341865"/>
              <a:ext cx="10811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32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  <a:endParaRPr lang="en-US" sz="320">
                <a:latin typeface="Arial"/>
                <a:ea typeface="Arial"/>
                <a:cs typeface="Arial"/>
              </a:endParaRPr>
            </a:p>
          </p:txBody>
        </p:sp>
        <p:sp>
          <p:nvSpPr>
            <p:cNvPr id="304" name="Editable text 132: 40"/>
            <p:cNvSpPr/>
            <p:nvPr/>
          </p:nvSpPr>
          <p:spPr>
            <a:xfrm>
              <a:off x="709589" y="359705"/>
              <a:ext cx="10811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32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  <a:endParaRPr lang="en-US" sz="320">
                <a:latin typeface="Arial"/>
                <a:ea typeface="Arial"/>
                <a:cs typeface="Arial"/>
              </a:endParaRPr>
            </a:p>
          </p:txBody>
        </p:sp>
        <p:sp>
          <p:nvSpPr>
            <p:cNvPr id="305" name="Editable text 133: 60"/>
            <p:cNvSpPr/>
            <p:nvPr/>
          </p:nvSpPr>
          <p:spPr>
            <a:xfrm>
              <a:off x="709589" y="379295"/>
              <a:ext cx="10811" cy="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32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  <a:endParaRPr lang="en-US" sz="32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57914F83-DF8C-3987-874A-B72976BD3F72}"/>
              </a:ext>
            </a:extLst>
          </p:cNvPr>
          <p:cNvSpPr txBox="1"/>
          <p:nvPr/>
        </p:nvSpPr>
        <p:spPr>
          <a:xfrm>
            <a:off x="4145166" y="8564392"/>
            <a:ext cx="624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F14DF5C-A0BE-17A1-AD9C-9963A4D743F5}"/>
              </a:ext>
            </a:extLst>
          </p:cNvPr>
          <p:cNvSpPr txBox="1"/>
          <p:nvPr/>
        </p:nvSpPr>
        <p:spPr>
          <a:xfrm>
            <a:off x="6345293" y="8564392"/>
            <a:ext cx="589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M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922B747-9DFE-6DFA-9552-92E70D816C9B}"/>
              </a:ext>
            </a:extLst>
          </p:cNvPr>
          <p:cNvSpPr txBox="1"/>
          <p:nvPr/>
        </p:nvSpPr>
        <p:spPr>
          <a:xfrm>
            <a:off x="4145166" y="10059147"/>
            <a:ext cx="624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61EC8CC-E403-AF67-B5B9-D45DAE9B1C78}"/>
              </a:ext>
            </a:extLst>
          </p:cNvPr>
          <p:cNvSpPr txBox="1"/>
          <p:nvPr/>
        </p:nvSpPr>
        <p:spPr>
          <a:xfrm>
            <a:off x="6345293" y="10059147"/>
            <a:ext cx="589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M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96EA117-6FF9-F4F6-43E6-15744F80F601}"/>
              </a:ext>
            </a:extLst>
          </p:cNvPr>
          <p:cNvSpPr txBox="1"/>
          <p:nvPr/>
        </p:nvSpPr>
        <p:spPr>
          <a:xfrm>
            <a:off x="168168" y="5081244"/>
            <a:ext cx="1311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AA4BDF1-FEEA-7FFE-B66A-E0948AF33CC6}"/>
              </a:ext>
            </a:extLst>
          </p:cNvPr>
          <p:cNvSpPr txBox="1"/>
          <p:nvPr/>
        </p:nvSpPr>
        <p:spPr>
          <a:xfrm>
            <a:off x="202195" y="7211860"/>
            <a:ext cx="1311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F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A2D7AA2-B6A6-F598-16D9-714541628A76}"/>
              </a:ext>
            </a:extLst>
          </p:cNvPr>
          <p:cNvSpPr txBox="1"/>
          <p:nvPr/>
        </p:nvSpPr>
        <p:spPr>
          <a:xfrm>
            <a:off x="3377240" y="7210747"/>
            <a:ext cx="1311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D66ABB0-C2D6-1FDE-6484-C7F61E882123}"/>
              </a:ext>
            </a:extLst>
          </p:cNvPr>
          <p:cNvSpPr txBox="1"/>
          <p:nvPr/>
        </p:nvSpPr>
        <p:spPr>
          <a:xfrm>
            <a:off x="2877173" y="308868"/>
            <a:ext cx="756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Up: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1377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DF43112-27A2-97F8-A71D-077FF559F6F0}"/>
              </a:ext>
            </a:extLst>
          </p:cNvPr>
          <p:cNvSpPr txBox="1"/>
          <p:nvPr/>
        </p:nvSpPr>
        <p:spPr>
          <a:xfrm>
            <a:off x="472739" y="308868"/>
            <a:ext cx="8354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Done: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716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0529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F41E6B0-2631-C972-F575-F71F3860FAB8}"/>
              </a:ext>
            </a:extLst>
          </p:cNvPr>
          <p:cNvSpPr txBox="1"/>
          <p:nvPr/>
        </p:nvSpPr>
        <p:spPr>
          <a:xfrm>
            <a:off x="114299" y="15498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E87722-4698-55D9-1DAC-9B1D1D30A4D9}"/>
              </a:ext>
            </a:extLst>
          </p:cNvPr>
          <p:cNvSpPr txBox="1"/>
          <p:nvPr/>
        </p:nvSpPr>
        <p:spPr>
          <a:xfrm>
            <a:off x="3610560" y="15498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BB5C68-B979-278C-9E64-134C92809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299" y="524312"/>
            <a:ext cx="3360050" cy="2688040"/>
          </a:xfrm>
          <a:prstGeom prst="rect">
            <a:avLst/>
          </a:prstGeom>
        </p:spPr>
      </p:pic>
      <p:grpSp>
        <p:nvGrpSpPr>
          <p:cNvPr id="46" name="Editable text for image7"/>
          <p:cNvGrpSpPr/>
          <p:nvPr/>
        </p:nvGrpSpPr>
        <p:grpSpPr>
          <a:xfrm>
            <a:off x="114299" y="524312"/>
            <a:ext cx="3360050" cy="2688040"/>
            <a:chOff x="0" y="0"/>
            <a:chExt cx="720000" cy="576000"/>
          </a:xfrm>
        </p:grpSpPr>
        <p:sp>
          <p:nvSpPr>
            <p:cNvPr id="47" name="Editable text 1: −5.0"/>
            <p:cNvSpPr/>
            <p:nvPr/>
          </p:nvSpPr>
          <p:spPr>
            <a:xfrm>
              <a:off x="47569" y="419735"/>
              <a:ext cx="30412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−5.0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48" name="Editable text 2: −2.5"/>
            <p:cNvSpPr/>
            <p:nvPr/>
          </p:nvSpPr>
          <p:spPr>
            <a:xfrm>
              <a:off x="47569" y="318295"/>
              <a:ext cx="30412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−2.5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49" name="Editable text 3: 0.0"/>
            <p:cNvSpPr/>
            <p:nvPr/>
          </p:nvSpPr>
          <p:spPr>
            <a:xfrm>
              <a:off x="56329" y="216845"/>
              <a:ext cx="21652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50" name="Editable text 4: 2.5"/>
            <p:cNvSpPr/>
            <p:nvPr/>
          </p:nvSpPr>
          <p:spPr>
            <a:xfrm>
              <a:off x="56329" y="115395"/>
              <a:ext cx="21652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2.5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51" name="Editable text 5: −5"/>
            <p:cNvSpPr/>
            <p:nvPr/>
          </p:nvSpPr>
          <p:spPr>
            <a:xfrm>
              <a:off x="11328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−5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52" name="Editable text 6: 0"/>
            <p:cNvSpPr/>
            <p:nvPr/>
          </p:nvSpPr>
          <p:spPr>
            <a:xfrm>
              <a:off x="27666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53" name="Editable text 7: 5"/>
            <p:cNvSpPr/>
            <p:nvPr/>
          </p:nvSpPr>
          <p:spPr>
            <a:xfrm>
              <a:off x="44004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54" name="Editable text 8: 10"/>
            <p:cNvSpPr/>
            <p:nvPr/>
          </p:nvSpPr>
          <p:spPr>
            <a:xfrm>
              <a:off x="60342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55" name="Editable text 9: M vs C"/>
            <p:cNvSpPr/>
            <p:nvPr/>
          </p:nvSpPr>
          <p:spPr>
            <a:xfrm>
              <a:off x="358681" y="536220"/>
              <a:ext cx="5679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6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 vs C</a:t>
              </a:r>
              <a:endParaRPr lang="en-US" sz="661">
                <a:latin typeface="Arial"/>
                <a:ea typeface="Arial"/>
                <a:cs typeface="Arial"/>
              </a:endParaRPr>
            </a:p>
          </p:txBody>
        </p:sp>
        <p:sp>
          <p:nvSpPr>
            <p:cNvPr id="56" name="Editable text 10: SM vs M"/>
            <p:cNvSpPr/>
            <p:nvPr/>
          </p:nvSpPr>
          <p:spPr>
            <a:xfrm rot="16200000">
              <a:off x="-16555" y="256323"/>
              <a:ext cx="70002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6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 vs M</a:t>
              </a:r>
              <a:endParaRPr lang="en-US" sz="661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8A6C47D4-752A-D3B0-7A7D-0A85F2E1C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19152" y="524312"/>
            <a:ext cx="3360050" cy="2688040"/>
          </a:xfrm>
          <a:prstGeom prst="rect">
            <a:avLst/>
          </a:prstGeom>
        </p:spPr>
      </p:pic>
      <p:grpSp>
        <p:nvGrpSpPr>
          <p:cNvPr id="57" name="Editable text for image8"/>
          <p:cNvGrpSpPr/>
          <p:nvPr/>
        </p:nvGrpSpPr>
        <p:grpSpPr>
          <a:xfrm>
            <a:off x="3819152" y="524312"/>
            <a:ext cx="3360050" cy="2688040"/>
            <a:chOff x="0" y="0"/>
            <a:chExt cx="720000" cy="576000"/>
          </a:xfrm>
        </p:grpSpPr>
        <p:sp>
          <p:nvSpPr>
            <p:cNvPr id="58" name="Editable text 1: −4"/>
            <p:cNvSpPr/>
            <p:nvPr/>
          </p:nvSpPr>
          <p:spPr>
            <a:xfrm>
              <a:off x="47520" y="49725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−4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59" name="Editable text 2: −2"/>
            <p:cNvSpPr/>
            <p:nvPr/>
          </p:nvSpPr>
          <p:spPr>
            <a:xfrm>
              <a:off x="47520" y="35831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60" name="Editable text 3: 0"/>
            <p:cNvSpPr/>
            <p:nvPr/>
          </p:nvSpPr>
          <p:spPr>
            <a:xfrm>
              <a:off x="51900" y="21936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61" name="Editable text 4: 2"/>
            <p:cNvSpPr/>
            <p:nvPr/>
          </p:nvSpPr>
          <p:spPr>
            <a:xfrm>
              <a:off x="51900" y="8041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62" name="Editable text 5: −2"/>
            <p:cNvSpPr/>
            <p:nvPr/>
          </p:nvSpPr>
          <p:spPr>
            <a:xfrm>
              <a:off x="17300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63" name="Editable text 6: 0"/>
            <p:cNvSpPr/>
            <p:nvPr/>
          </p:nvSpPr>
          <p:spPr>
            <a:xfrm>
              <a:off x="29142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64" name="Editable text 7: 2"/>
            <p:cNvSpPr/>
            <p:nvPr/>
          </p:nvSpPr>
          <p:spPr>
            <a:xfrm>
              <a:off x="40983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65" name="Editable text 8: 4"/>
            <p:cNvSpPr/>
            <p:nvPr/>
          </p:nvSpPr>
          <p:spPr>
            <a:xfrm>
              <a:off x="52825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66" name="Editable text 9: 6"/>
            <p:cNvSpPr/>
            <p:nvPr/>
          </p:nvSpPr>
          <p:spPr>
            <a:xfrm>
              <a:off x="646670" y="50860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5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  <a:endParaRPr lang="en-US" sz="551">
                <a:latin typeface="Arial"/>
                <a:ea typeface="Arial"/>
                <a:cs typeface="Arial"/>
              </a:endParaRPr>
            </a:p>
          </p:txBody>
        </p:sp>
        <p:sp>
          <p:nvSpPr>
            <p:cNvPr id="67" name="Editable text 10: M vs C"/>
            <p:cNvSpPr/>
            <p:nvPr/>
          </p:nvSpPr>
          <p:spPr>
            <a:xfrm>
              <a:off x="352431" y="536220"/>
              <a:ext cx="5679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6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 vs C</a:t>
              </a:r>
              <a:endParaRPr lang="en-US" sz="661">
                <a:latin typeface="Arial"/>
                <a:ea typeface="Arial"/>
                <a:cs typeface="Arial"/>
              </a:endParaRPr>
            </a:p>
          </p:txBody>
        </p:sp>
        <p:sp>
          <p:nvSpPr>
            <p:cNvPr id="68" name="Editable text 11: SM vs M"/>
            <p:cNvSpPr/>
            <p:nvPr/>
          </p:nvSpPr>
          <p:spPr>
            <a:xfrm rot="16200000">
              <a:off x="-16555" y="256323"/>
              <a:ext cx="70002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66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 vs M</a:t>
              </a:r>
              <a:endParaRPr lang="en-US" sz="661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550541CA-57E8-2E15-5BC7-9CE223D2B77C}"/>
              </a:ext>
            </a:extLst>
          </p:cNvPr>
          <p:cNvSpPr txBox="1"/>
          <p:nvPr/>
        </p:nvSpPr>
        <p:spPr>
          <a:xfrm>
            <a:off x="2643287" y="2611120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n</a:t>
            </a:r>
            <a:r>
              <a: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=</a:t>
            </a:r>
            <a:r>
              <a: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128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E4FEEB-4865-8A46-A7B0-9B55D81B92A9}"/>
              </a:ext>
            </a:extLst>
          </p:cNvPr>
          <p:cNvSpPr txBox="1"/>
          <p:nvPr/>
        </p:nvSpPr>
        <p:spPr>
          <a:xfrm>
            <a:off x="498418" y="657285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n</a:t>
            </a:r>
            <a:r>
              <a: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=</a:t>
            </a:r>
            <a:r>
              <a: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24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62F7EB-25A7-DC39-091C-714DF24E3624}"/>
              </a:ext>
            </a:extLst>
          </p:cNvPr>
          <p:cNvSpPr txBox="1"/>
          <p:nvPr/>
        </p:nvSpPr>
        <p:spPr>
          <a:xfrm>
            <a:off x="6341527" y="2611120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n</a:t>
            </a:r>
            <a:r>
              <a: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=</a:t>
            </a:r>
            <a:r>
              <a: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381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A4AB0C-DD53-D899-BEBA-1BC0E2F3E635}"/>
              </a:ext>
            </a:extLst>
          </p:cNvPr>
          <p:cNvSpPr txBox="1"/>
          <p:nvPr/>
        </p:nvSpPr>
        <p:spPr>
          <a:xfrm>
            <a:off x="4156018" y="657285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n</a:t>
            </a:r>
            <a:r>
              <a: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=</a:t>
            </a:r>
            <a:r>
              <a:rPr kumimoji="1" lang="zh-CN" altLang="en-US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95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AAF2AD-92E5-275A-84C8-6627FE5E646E}"/>
              </a:ext>
            </a:extLst>
          </p:cNvPr>
          <p:cNvSpPr txBox="1"/>
          <p:nvPr/>
        </p:nvSpPr>
        <p:spPr>
          <a:xfrm>
            <a:off x="112015" y="3527411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CA20A9D-16A4-C8E4-9586-B3EAD0B6A05C}"/>
              </a:ext>
            </a:extLst>
          </p:cNvPr>
          <p:cNvSpPr/>
          <p:nvPr/>
        </p:nvSpPr>
        <p:spPr>
          <a:xfrm>
            <a:off x="688758" y="4293257"/>
            <a:ext cx="1265153" cy="1212203"/>
          </a:xfrm>
          <a:prstGeom prst="ellipse">
            <a:avLst/>
          </a:prstGeom>
          <a:solidFill>
            <a:schemeClr val="accent5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Arial"/>
              <a:ea typeface="Arial"/>
              <a:cs typeface="Arial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D50059C-4D74-B88A-6A26-331052E1339E}"/>
              </a:ext>
            </a:extLst>
          </p:cNvPr>
          <p:cNvSpPr/>
          <p:nvPr/>
        </p:nvSpPr>
        <p:spPr>
          <a:xfrm>
            <a:off x="221915" y="4293257"/>
            <a:ext cx="1265153" cy="1212203"/>
          </a:xfrm>
          <a:prstGeom prst="ellipse">
            <a:avLst/>
          </a:prstGeom>
          <a:solidFill>
            <a:schemeClr val="accent2">
              <a:lumMod val="60000"/>
              <a:lumOff val="4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Arial"/>
              <a:ea typeface="Arial"/>
              <a:cs typeface="Arial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D4A071-030A-3A37-40C2-AF82A6057058}"/>
              </a:ext>
            </a:extLst>
          </p:cNvPr>
          <p:cNvSpPr txBox="1"/>
          <p:nvPr/>
        </p:nvSpPr>
        <p:spPr>
          <a:xfrm>
            <a:off x="544425" y="3872418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Up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to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Down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12722A0-DE97-4DBE-BBC4-DEC8337FFCC9}"/>
              </a:ext>
            </a:extLst>
          </p:cNvPr>
          <p:cNvSpPr txBox="1"/>
          <p:nvPr/>
        </p:nvSpPr>
        <p:spPr>
          <a:xfrm>
            <a:off x="95307" y="4309151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RNA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2A404A-6C66-9BD9-16A8-C89F3417938C}"/>
              </a:ext>
            </a:extLst>
          </p:cNvPr>
          <p:cNvSpPr txBox="1"/>
          <p:nvPr/>
        </p:nvSpPr>
        <p:spPr>
          <a:xfrm>
            <a:off x="1515941" y="4309151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PRO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A9B2A2D-96DF-2FEA-C53A-FAE156A0F223}"/>
              </a:ext>
            </a:extLst>
          </p:cNvPr>
          <p:cNvSpPr/>
          <p:nvPr/>
        </p:nvSpPr>
        <p:spPr>
          <a:xfrm>
            <a:off x="2618038" y="4293257"/>
            <a:ext cx="1265153" cy="1212203"/>
          </a:xfrm>
          <a:prstGeom prst="ellipse">
            <a:avLst/>
          </a:prstGeom>
          <a:solidFill>
            <a:schemeClr val="accent5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Arial"/>
              <a:ea typeface="Arial"/>
              <a:cs typeface="Arial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98B75A1-77E5-8480-1BB0-E8B6CC2958B8}"/>
              </a:ext>
            </a:extLst>
          </p:cNvPr>
          <p:cNvSpPr/>
          <p:nvPr/>
        </p:nvSpPr>
        <p:spPr>
          <a:xfrm>
            <a:off x="2151195" y="4293257"/>
            <a:ext cx="1265153" cy="1212203"/>
          </a:xfrm>
          <a:prstGeom prst="ellipse">
            <a:avLst/>
          </a:prstGeom>
          <a:solidFill>
            <a:schemeClr val="accent2">
              <a:lumMod val="60000"/>
              <a:lumOff val="4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Arial"/>
              <a:ea typeface="Arial"/>
              <a:cs typeface="Arial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EB99C02-D867-DF29-69F6-F1E31EAD978B}"/>
              </a:ext>
            </a:extLst>
          </p:cNvPr>
          <p:cNvSpPr txBox="1"/>
          <p:nvPr/>
        </p:nvSpPr>
        <p:spPr>
          <a:xfrm>
            <a:off x="2473705" y="3872418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Down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to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Up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D68175-4991-779B-4FBC-5BE04ACF5D55}"/>
              </a:ext>
            </a:extLst>
          </p:cNvPr>
          <p:cNvSpPr txBox="1"/>
          <p:nvPr/>
        </p:nvSpPr>
        <p:spPr>
          <a:xfrm>
            <a:off x="2024587" y="4309151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RNA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F0E82C1-39ED-F87C-A45B-91E300E3E7BA}"/>
              </a:ext>
            </a:extLst>
          </p:cNvPr>
          <p:cNvSpPr txBox="1"/>
          <p:nvPr/>
        </p:nvSpPr>
        <p:spPr>
          <a:xfrm>
            <a:off x="3445221" y="4309151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PRO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8AE217-40EF-03BB-7559-25F212C72BF4}"/>
              </a:ext>
            </a:extLst>
          </p:cNvPr>
          <p:cNvSpPr txBox="1"/>
          <p:nvPr/>
        </p:nvSpPr>
        <p:spPr>
          <a:xfrm>
            <a:off x="712088" y="4463039"/>
            <a:ext cx="7104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altLang="zh-CN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Fbn1</a:t>
            </a:r>
          </a:p>
          <a:p>
            <a:pPr algn="ctr"/>
            <a:r>
              <a:rPr lang="en" altLang="zh-CN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Thy1</a:t>
            </a:r>
          </a:p>
          <a:p>
            <a:pPr algn="ctr"/>
            <a:r>
              <a:rPr lang="en" altLang="zh-CN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Eln</a:t>
            </a:r>
            <a:endParaRPr lang="en" altLang="zh-CN" b="0" i="0" dirty="0">
              <a:effectLst/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E09257A-F76E-0A45-E34D-E34A80D12EDC}"/>
              </a:ext>
            </a:extLst>
          </p:cNvPr>
          <p:cNvSpPr txBox="1"/>
          <p:nvPr/>
        </p:nvSpPr>
        <p:spPr>
          <a:xfrm>
            <a:off x="2621182" y="4463039"/>
            <a:ext cx="8258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" altLang="zh-CN" b="0" i="0" dirty="0">
              <a:effectLst/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 algn="ctr"/>
            <a:r>
              <a:rPr lang="en" altLang="zh-CN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Acacb</a:t>
            </a:r>
            <a:endParaRPr lang="en" altLang="zh-CN" b="0" i="0" dirty="0">
              <a:effectLst/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  <a:p>
            <a:pPr algn="ctr"/>
            <a:endParaRPr lang="en" altLang="zh-CN" b="0" i="0" dirty="0">
              <a:effectLst/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0FF5810-F775-8038-B4CD-C315E9B6A194}"/>
              </a:ext>
            </a:extLst>
          </p:cNvPr>
          <p:cNvSpPr txBox="1"/>
          <p:nvPr/>
        </p:nvSpPr>
        <p:spPr>
          <a:xfrm>
            <a:off x="1979228" y="3527411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39C8E8D-63C1-6269-1299-6B455E25E3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16376" y="5091649"/>
            <a:ext cx="3429000" cy="1079500"/>
          </a:xfrm>
          <a:prstGeom prst="rect">
            <a:avLst/>
          </a:prstGeom>
        </p:spPr>
      </p:pic>
      <p:grpSp>
        <p:nvGrpSpPr>
          <p:cNvPr id="69" name="Editable text for image9"/>
          <p:cNvGrpSpPr/>
          <p:nvPr/>
        </p:nvGrpSpPr>
        <p:grpSpPr>
          <a:xfrm>
            <a:off x="4016376" y="5091649"/>
            <a:ext cx="3429000" cy="1079500"/>
            <a:chOff x="0" y="0"/>
            <a:chExt cx="270000" cy="85000"/>
          </a:xfrm>
        </p:grpSpPr>
        <p:sp>
          <p:nvSpPr>
            <p:cNvPr id="70" name="Editable text 1: N2"/>
            <p:cNvSpPr/>
            <p:nvPr/>
          </p:nvSpPr>
          <p:spPr>
            <a:xfrm rot="5400000">
              <a:off x="11044" y="6116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N2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71" name="Editable text 2: N3"/>
            <p:cNvSpPr/>
            <p:nvPr/>
          </p:nvSpPr>
          <p:spPr>
            <a:xfrm rot="5400000">
              <a:off x="21044" y="6116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N3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72" name="Editable text 3: N4"/>
            <p:cNvSpPr/>
            <p:nvPr/>
          </p:nvSpPr>
          <p:spPr>
            <a:xfrm rot="5400000">
              <a:off x="31044" y="6116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N4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73" name="Editable text 4: N5"/>
            <p:cNvSpPr/>
            <p:nvPr/>
          </p:nvSpPr>
          <p:spPr>
            <a:xfrm rot="5400000">
              <a:off x="41044" y="6116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N5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74" name="Editable text 5: M1"/>
            <p:cNvSpPr/>
            <p:nvPr/>
          </p:nvSpPr>
          <p:spPr>
            <a:xfrm rot="5400000">
              <a:off x="50888" y="6161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75" name="Editable text 6: M2"/>
            <p:cNvSpPr/>
            <p:nvPr/>
          </p:nvSpPr>
          <p:spPr>
            <a:xfrm rot="5400000">
              <a:off x="60888" y="6161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M2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76" name="Editable text 7: M4"/>
            <p:cNvSpPr/>
            <p:nvPr/>
          </p:nvSpPr>
          <p:spPr>
            <a:xfrm rot="5400000">
              <a:off x="70888" y="6161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M4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77" name="Editable text 8: M5"/>
            <p:cNvSpPr/>
            <p:nvPr/>
          </p:nvSpPr>
          <p:spPr>
            <a:xfrm rot="5400000">
              <a:off x="80888" y="6161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M5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78" name="Editable text 9: SM1"/>
            <p:cNvSpPr/>
            <p:nvPr/>
          </p:nvSpPr>
          <p:spPr>
            <a:xfrm rot="5400000">
              <a:off x="88220" y="64278"/>
              <a:ext cx="16448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SM1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79" name="Editable text 10: SM3"/>
            <p:cNvSpPr/>
            <p:nvPr/>
          </p:nvSpPr>
          <p:spPr>
            <a:xfrm rot="5400000">
              <a:off x="98220" y="64278"/>
              <a:ext cx="16448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SM3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80" name="Editable text 11: SM4"/>
            <p:cNvSpPr/>
            <p:nvPr/>
          </p:nvSpPr>
          <p:spPr>
            <a:xfrm rot="5400000">
              <a:off x="108220" y="64278"/>
              <a:ext cx="16448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SM4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81" name="Editable text 12: SM5"/>
            <p:cNvSpPr/>
            <p:nvPr/>
          </p:nvSpPr>
          <p:spPr>
            <a:xfrm rot="5400000">
              <a:off x="118220" y="64278"/>
              <a:ext cx="16448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SM5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82" name="Editable text 13: G3V9M6"/>
            <p:cNvSpPr/>
            <p:nvPr/>
          </p:nvSpPr>
          <p:spPr>
            <a:xfrm>
              <a:off x="133809" y="17820"/>
              <a:ext cx="3237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G3V9M6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83" name="Editable text 14: P01830"/>
            <p:cNvSpPr/>
            <p:nvPr/>
          </p:nvSpPr>
          <p:spPr>
            <a:xfrm>
              <a:off x="133807" y="27820"/>
              <a:ext cx="2838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P01830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84" name="Editable text 15: Q99372"/>
            <p:cNvSpPr/>
            <p:nvPr/>
          </p:nvSpPr>
          <p:spPr>
            <a:xfrm>
              <a:off x="133808" y="37820"/>
              <a:ext cx="29269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Q99372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85" name="Editable text 16: A0A0G2K1F2"/>
            <p:cNvSpPr/>
            <p:nvPr/>
          </p:nvSpPr>
          <p:spPr>
            <a:xfrm>
              <a:off x="133808" y="47820"/>
              <a:ext cx="50164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A0A0G2K1F2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86" name="Editable text 17: Group"/>
            <p:cNvSpPr/>
            <p:nvPr/>
          </p:nvSpPr>
          <p:spPr>
            <a:xfrm>
              <a:off x="134210" y="3440"/>
              <a:ext cx="29800" cy="13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87" name="Editable text 18: Group"/>
            <p:cNvSpPr/>
            <p:nvPr/>
          </p:nvSpPr>
          <p:spPr>
            <a:xfrm>
              <a:off x="219310" y="1030"/>
              <a:ext cx="29800" cy="13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88" name="Editable text 19: C"/>
            <p:cNvSpPr/>
            <p:nvPr/>
          </p:nvSpPr>
          <p:spPr>
            <a:xfrm>
              <a:off x="234150" y="1534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89" name="Editable text 20: M"/>
            <p:cNvSpPr/>
            <p:nvPr/>
          </p:nvSpPr>
          <p:spPr>
            <a:xfrm>
              <a:off x="234705" y="2970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90" name="Editable text 21: SM"/>
            <p:cNvSpPr/>
            <p:nvPr/>
          </p:nvSpPr>
          <p:spPr>
            <a:xfrm>
              <a:off x="236140" y="44060"/>
              <a:ext cx="158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91" name="Editable text 22: −2"/>
            <p:cNvSpPr/>
            <p:nvPr/>
          </p:nvSpPr>
          <p:spPr>
            <a:xfrm>
              <a:off x="204169" y="71840"/>
              <a:ext cx="12201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92" name="Editable text 23: −1"/>
            <p:cNvSpPr/>
            <p:nvPr/>
          </p:nvSpPr>
          <p:spPr>
            <a:xfrm>
              <a:off x="204169" y="54730"/>
              <a:ext cx="12201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−1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93" name="Editable text 24: 0"/>
            <p:cNvSpPr/>
            <p:nvPr/>
          </p:nvSpPr>
          <p:spPr>
            <a:xfrm>
              <a:off x="201350" y="3762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94" name="Editable text 25: 1"/>
            <p:cNvSpPr/>
            <p:nvPr/>
          </p:nvSpPr>
          <p:spPr>
            <a:xfrm>
              <a:off x="201350" y="2050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95" name="Editable text 26: 2"/>
            <p:cNvSpPr/>
            <p:nvPr/>
          </p:nvSpPr>
          <p:spPr>
            <a:xfrm>
              <a:off x="201350" y="339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F9D8E4D4-F773-FD4B-2E98-2E5DA8FEE8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16376" y="3676770"/>
            <a:ext cx="3162300" cy="1079500"/>
          </a:xfrm>
          <a:prstGeom prst="rect">
            <a:avLst/>
          </a:prstGeom>
        </p:spPr>
      </p:pic>
      <p:grpSp>
        <p:nvGrpSpPr>
          <p:cNvPr id="96" name="Editable text for image10"/>
          <p:cNvGrpSpPr/>
          <p:nvPr/>
        </p:nvGrpSpPr>
        <p:grpSpPr>
          <a:xfrm>
            <a:off x="4016376" y="3676770"/>
            <a:ext cx="3162300" cy="1079500"/>
            <a:chOff x="0" y="0"/>
            <a:chExt cx="249000" cy="85000"/>
          </a:xfrm>
        </p:grpSpPr>
        <p:sp>
          <p:nvSpPr>
            <p:cNvPr id="97" name="Editable text 1: C2"/>
            <p:cNvSpPr/>
            <p:nvPr/>
          </p:nvSpPr>
          <p:spPr>
            <a:xfrm rot="5400000">
              <a:off x="11044" y="6116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C2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98" name="Editable text 2: C3"/>
            <p:cNvSpPr/>
            <p:nvPr/>
          </p:nvSpPr>
          <p:spPr>
            <a:xfrm rot="5400000">
              <a:off x="21044" y="6116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C3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99" name="Editable text 3: C4"/>
            <p:cNvSpPr/>
            <p:nvPr/>
          </p:nvSpPr>
          <p:spPr>
            <a:xfrm rot="5400000">
              <a:off x="31044" y="6116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C4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0" name="Editable text 4: C5"/>
            <p:cNvSpPr/>
            <p:nvPr/>
          </p:nvSpPr>
          <p:spPr>
            <a:xfrm rot="5400000">
              <a:off x="41044" y="61166"/>
              <a:ext cx="10800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C5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1" name="Editable text 5: M1"/>
            <p:cNvSpPr/>
            <p:nvPr/>
          </p:nvSpPr>
          <p:spPr>
            <a:xfrm rot="5400000">
              <a:off x="50888" y="6161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2" name="Editable text 6: M2"/>
            <p:cNvSpPr/>
            <p:nvPr/>
          </p:nvSpPr>
          <p:spPr>
            <a:xfrm rot="5400000">
              <a:off x="60888" y="6161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M2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3" name="Editable text 7: M4"/>
            <p:cNvSpPr/>
            <p:nvPr/>
          </p:nvSpPr>
          <p:spPr>
            <a:xfrm rot="5400000">
              <a:off x="70888" y="6161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M4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4" name="Editable text 8: M5"/>
            <p:cNvSpPr/>
            <p:nvPr/>
          </p:nvSpPr>
          <p:spPr>
            <a:xfrm rot="5400000">
              <a:off x="80888" y="61610"/>
              <a:ext cx="11112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M5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5" name="Editable text 9: SM1"/>
            <p:cNvSpPr/>
            <p:nvPr/>
          </p:nvSpPr>
          <p:spPr>
            <a:xfrm rot="5400000">
              <a:off x="88220" y="64278"/>
              <a:ext cx="16448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SM1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6" name="Editable text 10: SM3"/>
            <p:cNvSpPr/>
            <p:nvPr/>
          </p:nvSpPr>
          <p:spPr>
            <a:xfrm rot="5400000">
              <a:off x="98220" y="64278"/>
              <a:ext cx="16448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SM3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7" name="Editable text 11: SM4"/>
            <p:cNvSpPr/>
            <p:nvPr/>
          </p:nvSpPr>
          <p:spPr>
            <a:xfrm rot="5400000">
              <a:off x="108220" y="64278"/>
              <a:ext cx="16448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SM4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8" name="Editable text 12: SM5"/>
            <p:cNvSpPr/>
            <p:nvPr/>
          </p:nvSpPr>
          <p:spPr>
            <a:xfrm rot="5400000">
              <a:off x="118220" y="64278"/>
              <a:ext cx="16448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SM5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9" name="Editable text 13: Fbn1"/>
            <p:cNvSpPr/>
            <p:nvPr/>
          </p:nvSpPr>
          <p:spPr>
            <a:xfrm>
              <a:off x="133809" y="17820"/>
              <a:ext cx="19034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Fbn1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0" name="Editable text 14: Thy1"/>
            <p:cNvSpPr/>
            <p:nvPr/>
          </p:nvSpPr>
          <p:spPr>
            <a:xfrm>
              <a:off x="133689" y="27820"/>
              <a:ext cx="18585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Thy1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1" name="Editable text 15: Eln"/>
            <p:cNvSpPr/>
            <p:nvPr/>
          </p:nvSpPr>
          <p:spPr>
            <a:xfrm>
              <a:off x="133809" y="37820"/>
              <a:ext cx="12363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Eln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2" name="Editable text 16: Acacb"/>
            <p:cNvSpPr/>
            <p:nvPr/>
          </p:nvSpPr>
          <p:spPr>
            <a:xfrm>
              <a:off x="133809" y="47820"/>
              <a:ext cx="23034" cy="1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8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Acacb</a:t>
              </a:r>
              <a:endParaRPr lang="en-US" sz="8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3" name="Editable text 17: Group"/>
            <p:cNvSpPr/>
            <p:nvPr/>
          </p:nvSpPr>
          <p:spPr>
            <a:xfrm>
              <a:off x="134210" y="3440"/>
              <a:ext cx="29800" cy="13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4" name="Editable text 18: Group"/>
            <p:cNvSpPr/>
            <p:nvPr/>
          </p:nvSpPr>
          <p:spPr>
            <a:xfrm>
              <a:off x="197740" y="1030"/>
              <a:ext cx="29800" cy="13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5" name="Editable text 19: C"/>
            <p:cNvSpPr/>
            <p:nvPr/>
          </p:nvSpPr>
          <p:spPr>
            <a:xfrm>
              <a:off x="212580" y="1534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6" name="Editable text 20: M"/>
            <p:cNvSpPr/>
            <p:nvPr/>
          </p:nvSpPr>
          <p:spPr>
            <a:xfrm>
              <a:off x="213135" y="2970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7" name="Editable text 21: SM"/>
            <p:cNvSpPr/>
            <p:nvPr/>
          </p:nvSpPr>
          <p:spPr>
            <a:xfrm>
              <a:off x="214570" y="44060"/>
              <a:ext cx="158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SM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8" name="Editable text 22: −2"/>
            <p:cNvSpPr/>
            <p:nvPr/>
          </p:nvSpPr>
          <p:spPr>
            <a:xfrm>
              <a:off x="182599" y="66730"/>
              <a:ext cx="12201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9" name="Editable text 23: −1"/>
            <p:cNvSpPr/>
            <p:nvPr/>
          </p:nvSpPr>
          <p:spPr>
            <a:xfrm>
              <a:off x="182599" y="52180"/>
              <a:ext cx="12201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−1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20" name="Editable text 24: 0"/>
            <p:cNvSpPr/>
            <p:nvPr/>
          </p:nvSpPr>
          <p:spPr>
            <a:xfrm>
              <a:off x="179780" y="3762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21" name="Editable text 25: 1"/>
            <p:cNvSpPr/>
            <p:nvPr/>
          </p:nvSpPr>
          <p:spPr>
            <a:xfrm>
              <a:off x="179780" y="2306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  <p:sp>
          <p:nvSpPr>
            <p:cNvPr id="122" name="Editable text 26: 2"/>
            <p:cNvSpPr/>
            <p:nvPr/>
          </p:nvSpPr>
          <p:spPr>
            <a:xfrm>
              <a:off x="179780" y="8500"/>
              <a:ext cx="12000" cy="1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10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100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0E2F67D2-AD6B-1C58-431A-FF09DF7206C5}"/>
              </a:ext>
            </a:extLst>
          </p:cNvPr>
          <p:cNvSpPr txBox="1"/>
          <p:nvPr/>
        </p:nvSpPr>
        <p:spPr>
          <a:xfrm>
            <a:off x="4065838" y="334532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EA7C0C4-2E8E-042B-AE03-5CD2DF2317F4}"/>
              </a:ext>
            </a:extLst>
          </p:cNvPr>
          <p:cNvSpPr txBox="1"/>
          <p:nvPr/>
        </p:nvSpPr>
        <p:spPr>
          <a:xfrm>
            <a:off x="4065838" y="4722317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F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B1BBA2C-486D-0B81-2F46-730258853B1C}"/>
              </a:ext>
            </a:extLst>
          </p:cNvPr>
          <p:cNvSpPr/>
          <p:nvPr/>
        </p:nvSpPr>
        <p:spPr>
          <a:xfrm>
            <a:off x="4156018" y="4440702"/>
            <a:ext cx="1574858" cy="281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40C44A2-6C82-8F10-3688-40A8CB5E8EAA}"/>
              </a:ext>
            </a:extLst>
          </p:cNvPr>
          <p:cNvSpPr/>
          <p:nvPr/>
        </p:nvSpPr>
        <p:spPr>
          <a:xfrm>
            <a:off x="4153554" y="5878987"/>
            <a:ext cx="1574858" cy="281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/>
              <a:ea typeface="Arial"/>
              <a:cs typeface="Arial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2296308-AA92-0781-0FCC-2E2224D61B64}"/>
              </a:ext>
            </a:extLst>
          </p:cNvPr>
          <p:cNvSpPr txBox="1"/>
          <p:nvPr/>
        </p:nvSpPr>
        <p:spPr>
          <a:xfrm>
            <a:off x="185119" y="627604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E87872B6-6810-EECF-C142-5C5ADB9E2D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4:svgBlip xmlns:ns4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5676" y="6215451"/>
            <a:ext cx="2468921" cy="1975137"/>
          </a:xfrm>
          <a:prstGeom prst="rect">
            <a:avLst/>
          </a:prstGeom>
        </p:spPr>
      </p:pic>
      <p:grpSp>
        <p:nvGrpSpPr>
          <p:cNvPr id="123" name="Editable text for image11"/>
          <p:cNvGrpSpPr/>
          <p:nvPr/>
        </p:nvGrpSpPr>
        <p:grpSpPr>
          <a:xfrm>
            <a:off x="855676" y="6215451"/>
            <a:ext cx="2468921" cy="1975137"/>
            <a:chOff x="0" y="0"/>
            <a:chExt cx="720000" cy="576000"/>
          </a:xfrm>
        </p:grpSpPr>
        <p:sp>
          <p:nvSpPr>
            <p:cNvPr id="124" name="Editable text 1: myofibril"/>
            <p:cNvSpPr/>
            <p:nvPr/>
          </p:nvSpPr>
          <p:spPr>
            <a:xfrm>
              <a:off x="176515" y="470235"/>
              <a:ext cx="5664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myofibril</a:t>
              </a:r>
              <a:endParaRPr lang="en-US" sz="405">
                <a:latin typeface="Arial"/>
                <a:ea typeface="Arial"/>
                <a:cs typeface="Arial"/>
              </a:endParaRPr>
            </a:p>
          </p:txBody>
        </p:sp>
        <p:sp>
          <p:nvSpPr>
            <p:cNvPr id="125" name="Editable text 2: extracellular matrix"/>
            <p:cNvSpPr/>
            <p:nvPr/>
          </p:nvSpPr>
          <p:spPr>
            <a:xfrm>
              <a:off x="106534" y="390775"/>
              <a:ext cx="126668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extracellular matrix</a:t>
              </a:r>
              <a:endParaRPr lang="en-US" sz="405">
                <a:latin typeface="Arial"/>
                <a:ea typeface="Arial"/>
                <a:cs typeface="Arial"/>
              </a:endParaRPr>
            </a:p>
          </p:txBody>
        </p:sp>
        <p:sp>
          <p:nvSpPr>
            <p:cNvPr id="126" name="Editable text 3: muscle cell differentiation"/>
            <p:cNvSpPr/>
            <p:nvPr/>
          </p:nvSpPr>
          <p:spPr>
            <a:xfrm>
              <a:off x="64234" y="311315"/>
              <a:ext cx="168943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muscle cell differentiation</a:t>
              </a:r>
              <a:endParaRPr lang="en-US" sz="405">
                <a:latin typeface="Arial"/>
                <a:ea typeface="Arial"/>
                <a:cs typeface="Arial"/>
              </a:endParaRPr>
            </a:p>
          </p:txBody>
        </p:sp>
        <p:sp>
          <p:nvSpPr>
            <p:cNvPr id="127" name="Editable text 4: cell adhesion molecule binding"/>
            <p:cNvSpPr/>
            <p:nvPr/>
          </p:nvSpPr>
          <p:spPr>
            <a:xfrm>
              <a:off x="27926" y="231855"/>
              <a:ext cx="205103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cell adhesion molecule binding</a:t>
              </a:r>
              <a:endParaRPr lang="en-US" sz="405">
                <a:latin typeface="Arial"/>
                <a:ea typeface="Arial"/>
                <a:cs typeface="Arial"/>
              </a:endParaRPr>
            </a:p>
          </p:txBody>
        </p:sp>
        <p:sp>
          <p:nvSpPr>
            <p:cNvPr id="128" name="Editable text 5: muscle tissue development"/>
            <p:cNvSpPr/>
            <p:nvPr/>
          </p:nvSpPr>
          <p:spPr>
            <a:xfrm>
              <a:off x="51781" y="152395"/>
              <a:ext cx="181724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muscle tissue development</a:t>
              </a:r>
              <a:endParaRPr lang="en-US" sz="405">
                <a:latin typeface="Arial"/>
                <a:ea typeface="Arial"/>
                <a:cs typeface="Arial"/>
              </a:endParaRPr>
            </a:p>
          </p:txBody>
        </p:sp>
        <p:sp>
          <p:nvSpPr>
            <p:cNvPr id="129" name="Editable text 6: −6"/>
            <p:cNvSpPr/>
            <p:nvPr/>
          </p:nvSpPr>
          <p:spPr>
            <a:xfrm>
              <a:off x="28617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−6</a:t>
              </a:r>
              <a:endParaRPr lang="en-US" sz="405">
                <a:latin typeface="Arial"/>
                <a:ea typeface="Arial"/>
                <a:cs typeface="Arial"/>
              </a:endParaRPr>
            </a:p>
          </p:txBody>
        </p:sp>
        <p:sp>
          <p:nvSpPr>
            <p:cNvPr id="130" name="Editable text 7: −4"/>
            <p:cNvSpPr/>
            <p:nvPr/>
          </p:nvSpPr>
          <p:spPr>
            <a:xfrm>
              <a:off x="37538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−4</a:t>
              </a:r>
              <a:endParaRPr lang="en-US" sz="405">
                <a:latin typeface="Arial"/>
                <a:ea typeface="Arial"/>
                <a:cs typeface="Arial"/>
              </a:endParaRPr>
            </a:p>
          </p:txBody>
        </p:sp>
        <p:sp>
          <p:nvSpPr>
            <p:cNvPr id="131" name="Editable text 8: −2"/>
            <p:cNvSpPr/>
            <p:nvPr/>
          </p:nvSpPr>
          <p:spPr>
            <a:xfrm>
              <a:off x="46460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405">
                <a:latin typeface="Arial"/>
                <a:ea typeface="Arial"/>
                <a:cs typeface="Arial"/>
              </a:endParaRPr>
            </a:p>
          </p:txBody>
        </p:sp>
        <p:sp>
          <p:nvSpPr>
            <p:cNvPr id="132" name="Editable text 9: 0"/>
            <p:cNvSpPr/>
            <p:nvPr/>
          </p:nvSpPr>
          <p:spPr>
            <a:xfrm>
              <a:off x="55381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05">
                <a:latin typeface="Arial"/>
                <a:ea typeface="Arial"/>
                <a:cs typeface="Arial"/>
              </a:endParaRPr>
            </a:p>
          </p:txBody>
        </p:sp>
        <p:sp>
          <p:nvSpPr>
            <p:cNvPr id="133" name="Editable text 10: 6e−11"/>
            <p:cNvSpPr/>
            <p:nvPr/>
          </p:nvSpPr>
          <p:spPr>
            <a:xfrm>
              <a:off x="635630" y="305280"/>
              <a:ext cx="50544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6e−11</a:t>
              </a:r>
              <a:endParaRPr lang="en-US" sz="486">
                <a:latin typeface="Arial"/>
                <a:ea typeface="Arial"/>
                <a:cs typeface="Arial"/>
              </a:endParaRPr>
            </a:p>
          </p:txBody>
        </p:sp>
        <p:sp>
          <p:nvSpPr>
            <p:cNvPr id="134" name="Editable text 11: 4e−11"/>
            <p:cNvSpPr/>
            <p:nvPr/>
          </p:nvSpPr>
          <p:spPr>
            <a:xfrm>
              <a:off x="635630" y="274130"/>
              <a:ext cx="50544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4e−11</a:t>
              </a:r>
              <a:endParaRPr lang="en-US" sz="486">
                <a:latin typeface="Arial"/>
                <a:ea typeface="Arial"/>
                <a:cs typeface="Arial"/>
              </a:endParaRPr>
            </a:p>
          </p:txBody>
        </p:sp>
        <p:sp>
          <p:nvSpPr>
            <p:cNvPr id="135" name="Editable text 12: 2e−11"/>
            <p:cNvSpPr/>
            <p:nvPr/>
          </p:nvSpPr>
          <p:spPr>
            <a:xfrm>
              <a:off x="635630" y="242990"/>
              <a:ext cx="50544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2e−11</a:t>
              </a:r>
              <a:endParaRPr lang="en-US" sz="486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38" name="图片 37">
            <a:extLst>
              <a:ext uri="{FF2B5EF4-FFF2-40B4-BE49-F238E27FC236}">
                <a16:creationId xmlns:a16="http://schemas.microsoft.com/office/drawing/2014/main" id="{D626D252-9100-9336-7E44-C567C321E8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ns5:svgBlip xmlns:ns5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1480" y="8190588"/>
            <a:ext cx="2932807" cy="2346245"/>
          </a:xfrm>
          <a:prstGeom prst="rect">
            <a:avLst/>
          </a:prstGeom>
        </p:spPr>
      </p:pic>
      <p:grpSp>
        <p:nvGrpSpPr>
          <p:cNvPr id="136" name="Editable text for image12"/>
          <p:cNvGrpSpPr/>
          <p:nvPr/>
        </p:nvGrpSpPr>
        <p:grpSpPr>
          <a:xfrm>
            <a:off x="511480" y="8190588"/>
            <a:ext cx="2932807" cy="2346245"/>
            <a:chOff x="0" y="0"/>
            <a:chExt cx="720000" cy="576000"/>
          </a:xfrm>
        </p:grpSpPr>
        <p:sp>
          <p:nvSpPr>
            <p:cNvPr id="137" name="Editable text 1: Cytoskeleton in muscle cells"/>
            <p:cNvSpPr/>
            <p:nvPr/>
          </p:nvSpPr>
          <p:spPr>
            <a:xfrm>
              <a:off x="94313" y="469715"/>
              <a:ext cx="189209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Cytoskeleton in muscle cells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38" name="Editable text 2: Cadherin signaling"/>
            <p:cNvSpPr/>
            <p:nvPr/>
          </p:nvSpPr>
          <p:spPr>
            <a:xfrm>
              <a:off x="158135" y="389375"/>
              <a:ext cx="125049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Cadherin signaling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39" name="Editable text 3: Cytokine−cytokine receptor interaction"/>
            <p:cNvSpPr/>
            <p:nvPr/>
          </p:nvSpPr>
          <p:spPr>
            <a:xfrm>
              <a:off x="27860" y="309045"/>
              <a:ext cx="255515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Cytokine−cytokine receptor interaction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40" name="Editable text 4: Integrin signaling"/>
            <p:cNvSpPr/>
            <p:nvPr/>
          </p:nvSpPr>
          <p:spPr>
            <a:xfrm>
              <a:off x="168971" y="228705"/>
              <a:ext cx="114209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Integrin signaling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41" name="Editable text 5: ECM−receptor interaction"/>
            <p:cNvSpPr/>
            <p:nvPr/>
          </p:nvSpPr>
          <p:spPr>
            <a:xfrm>
              <a:off x="112075" y="148375"/>
              <a:ext cx="171294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ECM−receptor interaction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42" name="Editable text 6: −6"/>
            <p:cNvSpPr/>
            <p:nvPr/>
          </p:nvSpPr>
          <p:spPr>
            <a:xfrm>
              <a:off x="33082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−6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43" name="Editable text 7: −4"/>
            <p:cNvSpPr/>
            <p:nvPr/>
          </p:nvSpPr>
          <p:spPr>
            <a:xfrm>
              <a:off x="40625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−4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44" name="Editable text 8: −2"/>
            <p:cNvSpPr/>
            <p:nvPr/>
          </p:nvSpPr>
          <p:spPr>
            <a:xfrm>
              <a:off x="48169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−2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45" name="Editable text 9: 0"/>
            <p:cNvSpPr/>
            <p:nvPr/>
          </p:nvSpPr>
          <p:spPr>
            <a:xfrm>
              <a:off x="55712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46" name="Editable text 10: 6e−04"/>
            <p:cNvSpPr/>
            <p:nvPr/>
          </p:nvSpPr>
          <p:spPr>
            <a:xfrm>
              <a:off x="635225" y="316670"/>
              <a:ext cx="513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6e−04</a:t>
              </a:r>
              <a:endParaRPr lang="en-US" sz="577">
                <a:latin typeface="Arial"/>
                <a:ea typeface="Arial"/>
                <a:cs typeface="Arial"/>
              </a:endParaRPr>
            </a:p>
          </p:txBody>
        </p:sp>
        <p:sp>
          <p:nvSpPr>
            <p:cNvPr id="147" name="Editable text 11: 4e−04"/>
            <p:cNvSpPr/>
            <p:nvPr/>
          </p:nvSpPr>
          <p:spPr>
            <a:xfrm>
              <a:off x="635225" y="281730"/>
              <a:ext cx="513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4e−04</a:t>
              </a:r>
              <a:endParaRPr lang="en-US" sz="577">
                <a:latin typeface="Arial"/>
                <a:ea typeface="Arial"/>
                <a:cs typeface="Arial"/>
              </a:endParaRPr>
            </a:p>
          </p:txBody>
        </p:sp>
        <p:sp>
          <p:nvSpPr>
            <p:cNvPr id="148" name="Editable text 12: 2e−04"/>
            <p:cNvSpPr/>
            <p:nvPr/>
          </p:nvSpPr>
          <p:spPr>
            <a:xfrm>
              <a:off x="635225" y="246790"/>
              <a:ext cx="513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2e−04</a:t>
              </a:r>
              <a:endParaRPr lang="en-US" sz="577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9CB06575-5BF4-2056-3CF2-43528C519D65}"/>
              </a:ext>
            </a:extLst>
          </p:cNvPr>
          <p:cNvSpPr txBox="1"/>
          <p:nvPr/>
        </p:nvSpPr>
        <p:spPr>
          <a:xfrm>
            <a:off x="208985" y="7929949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H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941014FF-CCC6-417B-34B7-0E6BCCED88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6:svgBlip xmlns:ns6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708718" y="6137841"/>
            <a:ext cx="2753474" cy="2202779"/>
          </a:xfrm>
          <a:prstGeom prst="rect">
            <a:avLst/>
          </a:prstGeom>
        </p:spPr>
      </p:pic>
      <p:grpSp>
        <p:nvGrpSpPr>
          <p:cNvPr id="149" name="Editable text for image13"/>
          <p:cNvGrpSpPr/>
          <p:nvPr/>
        </p:nvGrpSpPr>
        <p:grpSpPr>
          <a:xfrm>
            <a:off x="3708718" y="6137841"/>
            <a:ext cx="2753474" cy="2202779"/>
            <a:chOff x="0" y="0"/>
            <a:chExt cx="720000" cy="576000"/>
          </a:xfrm>
        </p:grpSpPr>
        <p:sp>
          <p:nvSpPr>
            <p:cNvPr id="150" name="Editable text 1: actin binding"/>
            <p:cNvSpPr/>
            <p:nvPr/>
          </p:nvSpPr>
          <p:spPr>
            <a:xfrm>
              <a:off x="172600" y="468135"/>
              <a:ext cx="85029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actin binding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1" name="Editable text 2: extracellular matrix organization"/>
            <p:cNvSpPr/>
            <p:nvPr/>
          </p:nvSpPr>
          <p:spPr>
            <a:xfrm>
              <a:off x="45265" y="385185"/>
              <a:ext cx="212559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extracellular matrix organization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2" name="Editable text 3: extracellular structure organization"/>
            <p:cNvSpPr/>
            <p:nvPr/>
          </p:nvSpPr>
          <p:spPr>
            <a:xfrm>
              <a:off x="27746" y="302225"/>
              <a:ext cx="230079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extracellular structure organization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3" name="Editable text 4: external encapsulating structure"/>
            <p:cNvSpPr/>
            <p:nvPr/>
          </p:nvSpPr>
          <p:spPr>
            <a:xfrm>
              <a:off x="44131" y="219275"/>
              <a:ext cx="213423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external encapsulating structure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4" name="Editable text 5: extracellular matrix"/>
            <p:cNvSpPr/>
            <p:nvPr/>
          </p:nvSpPr>
          <p:spPr>
            <a:xfrm>
              <a:off x="131144" y="136315"/>
              <a:ext cx="126668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extracellular matrix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5" name="Editable text 6: 0"/>
            <p:cNvSpPr/>
            <p:nvPr/>
          </p:nvSpPr>
          <p:spPr>
            <a:xfrm>
              <a:off x="27732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6" name="Editable text 7: 1"/>
            <p:cNvSpPr/>
            <p:nvPr/>
          </p:nvSpPr>
          <p:spPr>
            <a:xfrm>
              <a:off x="38019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7" name="Editable text 8: 2"/>
            <p:cNvSpPr/>
            <p:nvPr/>
          </p:nvSpPr>
          <p:spPr>
            <a:xfrm>
              <a:off x="48306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45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8" name="Editable text 9: 3e−12"/>
            <p:cNvSpPr/>
            <p:nvPr/>
          </p:nvSpPr>
          <p:spPr>
            <a:xfrm>
              <a:off x="635225" y="317580"/>
              <a:ext cx="513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3e−12</a:t>
              </a:r>
              <a:endParaRPr lang="en-US" sz="542">
                <a:latin typeface="Arial"/>
                <a:ea typeface="Arial"/>
                <a:cs typeface="Arial"/>
              </a:endParaRPr>
            </a:p>
          </p:txBody>
        </p:sp>
        <p:sp>
          <p:nvSpPr>
            <p:cNvPr id="159" name="Editable text 10: 2e−12"/>
            <p:cNvSpPr/>
            <p:nvPr/>
          </p:nvSpPr>
          <p:spPr>
            <a:xfrm>
              <a:off x="635225" y="281460"/>
              <a:ext cx="513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2e−12</a:t>
              </a:r>
              <a:endParaRPr lang="en-US" sz="542">
                <a:latin typeface="Arial"/>
                <a:ea typeface="Arial"/>
                <a:cs typeface="Arial"/>
              </a:endParaRPr>
            </a:p>
          </p:txBody>
        </p:sp>
        <p:sp>
          <p:nvSpPr>
            <p:cNvPr id="160" name="Editable text 11: 1e−12"/>
            <p:cNvSpPr/>
            <p:nvPr/>
          </p:nvSpPr>
          <p:spPr>
            <a:xfrm>
              <a:off x="635225" y="245330"/>
              <a:ext cx="513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4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1e−12</a:t>
              </a:r>
              <a:endParaRPr lang="en-US" sz="542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id="{B4772A08-EB16-3492-999F-C90CE26285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ns7:svgBlip xmlns:ns7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9028" y="8190587"/>
            <a:ext cx="2932807" cy="2346245"/>
          </a:xfrm>
          <a:prstGeom prst="rect">
            <a:avLst/>
          </a:prstGeom>
        </p:spPr>
      </p:pic>
      <p:grpSp>
        <p:nvGrpSpPr>
          <p:cNvPr id="161" name="Editable text for image14"/>
          <p:cNvGrpSpPr/>
          <p:nvPr/>
        </p:nvGrpSpPr>
        <p:grpSpPr>
          <a:xfrm>
            <a:off x="3589028" y="8190587"/>
            <a:ext cx="2932807" cy="2346245"/>
            <a:chOff x="0" y="0"/>
            <a:chExt cx="720000" cy="576000"/>
          </a:xfrm>
        </p:grpSpPr>
        <p:sp>
          <p:nvSpPr>
            <p:cNvPr id="162" name="Editable text 1: Cytokine−cytokine receptor interaction"/>
            <p:cNvSpPr/>
            <p:nvPr/>
          </p:nvSpPr>
          <p:spPr>
            <a:xfrm>
              <a:off x="27860" y="469505"/>
              <a:ext cx="255515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Cytokine−cytokine receptor interaction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3" name="Editable text 2: ECM−receptor interaction"/>
            <p:cNvSpPr/>
            <p:nvPr/>
          </p:nvSpPr>
          <p:spPr>
            <a:xfrm>
              <a:off x="112075" y="388825"/>
              <a:ext cx="171294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ECM−receptor interaction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4" name="Editable text 3: Focal adhesion"/>
            <p:cNvSpPr/>
            <p:nvPr/>
          </p:nvSpPr>
          <p:spPr>
            <a:xfrm>
              <a:off x="180985" y="308145"/>
              <a:ext cx="102534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Focal adhesion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5" name="Editable text 4: Integrin signaling"/>
            <p:cNvSpPr/>
            <p:nvPr/>
          </p:nvSpPr>
          <p:spPr>
            <a:xfrm>
              <a:off x="168971" y="227465"/>
              <a:ext cx="114209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Integrin signaling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6" name="Editable text 5: Cytoskeleton in muscle cells"/>
            <p:cNvSpPr/>
            <p:nvPr/>
          </p:nvSpPr>
          <p:spPr>
            <a:xfrm>
              <a:off x="94313" y="146785"/>
              <a:ext cx="189209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Cytoskeleton in muscle cells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7" name="Editable text 6: 0"/>
            <p:cNvSpPr/>
            <p:nvPr/>
          </p:nvSpPr>
          <p:spPr>
            <a:xfrm>
              <a:off x="30282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8" name="Editable text 7: 1"/>
            <p:cNvSpPr/>
            <p:nvPr/>
          </p:nvSpPr>
          <p:spPr>
            <a:xfrm>
              <a:off x="38099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69" name="Editable text 8: 2"/>
            <p:cNvSpPr/>
            <p:nvPr/>
          </p:nvSpPr>
          <p:spPr>
            <a:xfrm>
              <a:off x="45917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70" name="Editable text 9: 3"/>
            <p:cNvSpPr/>
            <p:nvPr/>
          </p:nvSpPr>
          <p:spPr>
            <a:xfrm>
              <a:off x="537340" y="528225"/>
              <a:ext cx="18000" cy="20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48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  <a:endParaRPr lang="en-US" sz="481">
                <a:latin typeface="Arial"/>
                <a:ea typeface="Arial"/>
                <a:cs typeface="Arial"/>
              </a:endParaRPr>
            </a:p>
          </p:txBody>
        </p:sp>
        <p:sp>
          <p:nvSpPr>
            <p:cNvPr id="171" name="Editable text 10: 0.0125"/>
            <p:cNvSpPr/>
            <p:nvPr/>
          </p:nvSpPr>
          <p:spPr>
            <a:xfrm>
              <a:off x="630725" y="319260"/>
              <a:ext cx="558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0.0125</a:t>
              </a:r>
              <a:endParaRPr lang="en-US" sz="57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2" name="Editable text 11: 0.0100"/>
            <p:cNvSpPr/>
            <p:nvPr/>
          </p:nvSpPr>
          <p:spPr>
            <a:xfrm>
              <a:off x="630725" y="297780"/>
              <a:ext cx="558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0.0100</a:t>
              </a:r>
              <a:endParaRPr lang="en-US" sz="57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3" name="Editable text 12: 0.0075"/>
            <p:cNvSpPr/>
            <p:nvPr/>
          </p:nvSpPr>
          <p:spPr>
            <a:xfrm>
              <a:off x="630725" y="276290"/>
              <a:ext cx="558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0.0075</a:t>
              </a:r>
              <a:endParaRPr lang="en-US" sz="57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4" name="Editable text 13: 0.0050"/>
            <p:cNvSpPr/>
            <p:nvPr/>
          </p:nvSpPr>
          <p:spPr>
            <a:xfrm>
              <a:off x="630725" y="254810"/>
              <a:ext cx="558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0.0050</a:t>
              </a:r>
              <a:endParaRPr lang="en-US" sz="577">
                <a:latin typeface="Arial"/>
                <a:ea typeface="Arial"/>
                <a:cs typeface="Arial"/>
              </a:endParaRPr>
            </a:p>
          </p:txBody>
        </p:sp>
        <p:sp>
          <p:nvSpPr>
            <p:cNvPr id="175" name="Editable text 14: 0.0025"/>
            <p:cNvSpPr/>
            <p:nvPr/>
          </p:nvSpPr>
          <p:spPr>
            <a:xfrm>
              <a:off x="630725" y="233330"/>
              <a:ext cx="55855" cy="24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/>
            <a:lstStyle/>
            <a:p>
              <a:pPr algn="ctr"/>
              <a:r>
                <a:rPr lang="en-US" sz="5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0.0025</a:t>
              </a:r>
              <a:endParaRPr lang="en-US" sz="577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B0CA9385-175B-22A2-29B5-D8720ABFF57B}"/>
              </a:ext>
            </a:extLst>
          </p:cNvPr>
          <p:cNvSpPr txBox="1"/>
          <p:nvPr/>
        </p:nvSpPr>
        <p:spPr>
          <a:xfrm>
            <a:off x="3352983" y="6208364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I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47FA541-5982-DC5D-80C0-08162D0F3673}"/>
              </a:ext>
            </a:extLst>
          </p:cNvPr>
          <p:cNvSpPr txBox="1"/>
          <p:nvPr/>
        </p:nvSpPr>
        <p:spPr>
          <a:xfrm>
            <a:off x="3376849" y="7862268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J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9957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Arial" panose="020F03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 panose="020F05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1799</TotalTime>
  <Words>532</Words>
  <Application>Microsoft Macintosh PowerPoint</Application>
  <PresentationFormat>自定义</PresentationFormat>
  <Paragraphs>103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鑫业 张</dc:creator>
  <cp:lastModifiedBy>鑫业 张</cp:lastModifiedBy>
  <cp:revision>32</cp:revision>
  <dcterms:created xsi:type="dcterms:W3CDTF">2025-12-11T01:24:21Z</dcterms:created>
  <dcterms:modified xsi:type="dcterms:W3CDTF">2026-10-22T12:21:24Z</dcterms:modified>
</cp:coreProperties>
</file>