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2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5DA"/>
    <a:srgbClr val="6DD3EE"/>
    <a:srgbClr val="E37832"/>
    <a:srgbClr val="A2C4E2"/>
    <a:srgbClr val="F0B993"/>
    <a:srgbClr val="A7CF8C"/>
    <a:srgbClr val="6DA646"/>
    <a:srgbClr val="5593C9"/>
    <a:srgbClr val="78AB40"/>
    <a:srgbClr val="D85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133"/>
    <p:restoredTop sz="95728"/>
  </p:normalViewPr>
  <p:slideViewPr>
    <p:cSldViewPr snapToGrid="0">
      <p:cViewPr varScale="1">
        <p:scale>
          <a:sx n="14" d="100"/>
          <a:sy n="14" d="100"/>
        </p:scale>
        <p:origin x="176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23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4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4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16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925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6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190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2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5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82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97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Arial"/>
          <a:ea typeface="Arial"/>
          <a:cs typeface="Arial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Arial"/>
          <a:ea typeface="Arial"/>
          <a:cs typeface="Arial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Arial"/>
          <a:ea typeface="Arial"/>
          <a:cs typeface="Arial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图片 68 — editable">
            <a:extLst>
              <a:ext uri="{FF2B5EF4-FFF2-40B4-BE49-F238E27FC236}">
                <a16:creationId xmlns:a16="http://schemas.microsoft.com/office/drawing/2014/main" id="{E3E21358-3234-51CC-E430-F9FB35B0930C}"/>
              </a:ext>
            </a:extLst>
          </p:cNvPr>
          <p:cNvGrpSpPr/>
          <p:nvPr/>
        </p:nvGrpSpPr>
        <p:grpSpPr>
          <a:xfrm>
            <a:off x="155032" y="4797483"/>
            <a:ext cx="2581185" cy="1720790"/>
            <a:chOff x="0" y="0"/>
            <a:chExt cx="2581185" cy="1720790"/>
          </a:xfrm>
        </p:grpSpPr>
        <p:sp>
          <p:nvSpPr>
            <p:cNvPr id="1000" name="Panel background"/>
            <p:cNvSpPr/>
            <p:nvPr/>
          </p:nvSpPr>
          <p:spPr>
            <a:xfrm>
              <a:off x="0" y="0"/>
              <a:ext cx="2581185" cy="17207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1" name="Vector layer BFBFBF"/>
            <p:cNvSpPr/>
            <p:nvPr/>
          </p:nvSpPr>
          <p:spPr>
            <a:xfrm>
              <a:off x="0" y="0"/>
              <a:ext cx="2581185" cy="1720790"/>
            </a:xfrm>
            <a:custGeom>
              <a:avLst/>
              <a:gdLst/>
              <a:ahLst/>
              <a:cxnLst/>
              <a:rect l="0" t="0" r="r" b="b"/>
              <a:pathLst>
                <a:path w="2581185" h="1720790" stroke="0" extrusionOk="0">
                  <a:moveTo>
                    <a:pt x="2518611" y="1583059"/>
                  </a:moveTo>
                  <a:lnTo>
                    <a:pt x="2521331" y="1583059"/>
                  </a:lnTo>
                  <a:lnTo>
                    <a:pt x="2521331" y="1579658"/>
                  </a:lnTo>
                  <a:lnTo>
                    <a:pt x="2518611" y="1579658"/>
                  </a:lnTo>
                  <a:lnTo>
                    <a:pt x="2518611" y="1583059"/>
                  </a:lnTo>
                  <a:close/>
                  <a:moveTo>
                    <a:pt x="1784044" y="1586460"/>
                  </a:moveTo>
                  <a:lnTo>
                    <a:pt x="1786765" y="1586460"/>
                  </a:lnTo>
                  <a:lnTo>
                    <a:pt x="1786765" y="1579658"/>
                  </a:lnTo>
                  <a:lnTo>
                    <a:pt x="1784044" y="1579658"/>
                  </a:lnTo>
                  <a:lnTo>
                    <a:pt x="1784044" y="1586460"/>
                  </a:lnTo>
                  <a:close/>
                  <a:moveTo>
                    <a:pt x="1052879" y="1583059"/>
                  </a:moveTo>
                  <a:lnTo>
                    <a:pt x="1055599" y="1583059"/>
                  </a:lnTo>
                  <a:lnTo>
                    <a:pt x="1055599" y="1579658"/>
                  </a:lnTo>
                  <a:lnTo>
                    <a:pt x="1052879" y="1579658"/>
                  </a:lnTo>
                  <a:lnTo>
                    <a:pt x="1052879" y="1583059"/>
                  </a:lnTo>
                  <a:close/>
                  <a:moveTo>
                    <a:pt x="981122" y="1293653"/>
                  </a:moveTo>
                  <a:lnTo>
                    <a:pt x="981122" y="1290933"/>
                  </a:lnTo>
                  <a:lnTo>
                    <a:pt x="979422" y="1290933"/>
                  </a:lnTo>
                  <a:lnTo>
                    <a:pt x="979422" y="1293653"/>
                  </a:lnTo>
                  <a:lnTo>
                    <a:pt x="981122" y="1293653"/>
                  </a:lnTo>
                  <a:close/>
                  <a:moveTo>
                    <a:pt x="981122" y="1183128"/>
                  </a:moveTo>
                  <a:lnTo>
                    <a:pt x="981122" y="1180408"/>
                  </a:lnTo>
                  <a:lnTo>
                    <a:pt x="979422" y="1180408"/>
                  </a:lnTo>
                  <a:lnTo>
                    <a:pt x="979422" y="1183128"/>
                  </a:lnTo>
                  <a:lnTo>
                    <a:pt x="981122" y="1183128"/>
                  </a:lnTo>
                  <a:close/>
                  <a:moveTo>
                    <a:pt x="981122" y="958677"/>
                  </a:moveTo>
                  <a:lnTo>
                    <a:pt x="981122" y="955957"/>
                  </a:lnTo>
                  <a:lnTo>
                    <a:pt x="979422" y="955957"/>
                  </a:lnTo>
                  <a:lnTo>
                    <a:pt x="979422" y="958677"/>
                  </a:lnTo>
                  <a:lnTo>
                    <a:pt x="981122" y="958677"/>
                  </a:lnTo>
                  <a:close/>
                  <a:moveTo>
                    <a:pt x="981122" y="848152"/>
                  </a:moveTo>
                  <a:lnTo>
                    <a:pt x="981122" y="845432"/>
                  </a:lnTo>
                  <a:lnTo>
                    <a:pt x="979422" y="845432"/>
                  </a:lnTo>
                  <a:lnTo>
                    <a:pt x="979422" y="848152"/>
                  </a:lnTo>
                  <a:lnTo>
                    <a:pt x="981122" y="848152"/>
                  </a:lnTo>
                  <a:close/>
                  <a:moveTo>
                    <a:pt x="981122" y="411153"/>
                  </a:moveTo>
                  <a:lnTo>
                    <a:pt x="981122" y="408433"/>
                  </a:lnTo>
                  <a:lnTo>
                    <a:pt x="979422" y="408433"/>
                  </a:lnTo>
                  <a:lnTo>
                    <a:pt x="979422" y="411153"/>
                  </a:lnTo>
                  <a:lnTo>
                    <a:pt x="981122" y="411153"/>
                  </a:lnTo>
                  <a:close/>
                  <a:moveTo>
                    <a:pt x="981122" y="300628"/>
                  </a:moveTo>
                  <a:lnTo>
                    <a:pt x="981122" y="297908"/>
                  </a:lnTo>
                  <a:lnTo>
                    <a:pt x="979422" y="297908"/>
                  </a:lnTo>
                  <a:lnTo>
                    <a:pt x="979422" y="300628"/>
                  </a:lnTo>
                  <a:lnTo>
                    <a:pt x="981122" y="300628"/>
                  </a:lnTo>
                  <a:close/>
                  <a:moveTo>
                    <a:pt x="981122" y="76177"/>
                  </a:moveTo>
                  <a:lnTo>
                    <a:pt x="981122" y="73457"/>
                  </a:lnTo>
                  <a:lnTo>
                    <a:pt x="979422" y="73457"/>
                  </a:lnTo>
                  <a:lnTo>
                    <a:pt x="979422" y="76177"/>
                  </a:lnTo>
                  <a:lnTo>
                    <a:pt x="981122" y="7617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2" name="Vector layer 9F9F9F"/>
            <p:cNvSpPr/>
            <p:nvPr/>
          </p:nvSpPr>
          <p:spPr>
            <a:xfrm>
              <a:off x="0" y="0"/>
              <a:ext cx="2581185" cy="1720790"/>
            </a:xfrm>
            <a:custGeom>
              <a:avLst/>
              <a:gdLst/>
              <a:ahLst/>
              <a:cxnLst/>
              <a:rect l="0" t="0" r="r" b="b"/>
              <a:pathLst>
                <a:path w="2581185" h="1720790" stroke="0" extrusionOk="0">
                  <a:moveTo>
                    <a:pt x="2573023" y="1577958"/>
                  </a:moveTo>
                  <a:lnTo>
                    <a:pt x="2575744" y="1577958"/>
                  </a:lnTo>
                  <a:lnTo>
                    <a:pt x="2575744" y="1576257"/>
                  </a:lnTo>
                  <a:lnTo>
                    <a:pt x="2573023" y="1576257"/>
                  </a:lnTo>
                  <a:lnTo>
                    <a:pt x="2573023" y="1577958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</p:sp>
        <p:sp>
          <p:nvSpPr>
            <p:cNvPr id="1003" name="Vector layer 7F7F7F"/>
            <p:cNvSpPr/>
            <p:nvPr/>
          </p:nvSpPr>
          <p:spPr>
            <a:xfrm>
              <a:off x="0" y="0"/>
              <a:ext cx="2581185" cy="1720790"/>
            </a:xfrm>
            <a:custGeom>
              <a:avLst/>
              <a:gdLst/>
              <a:ahLst/>
              <a:cxnLst/>
              <a:rect l="0" t="0" r="r" b="b"/>
              <a:pathLst>
                <a:path w="2581185" h="1720790" stroke="0" extrusionOk="0">
                  <a:moveTo>
                    <a:pt x="2515210" y="1583059"/>
                  </a:moveTo>
                  <a:lnTo>
                    <a:pt x="2517931" y="1583059"/>
                  </a:lnTo>
                  <a:lnTo>
                    <a:pt x="2517931" y="1579658"/>
                  </a:lnTo>
                  <a:lnTo>
                    <a:pt x="2515210" y="1579658"/>
                  </a:lnTo>
                  <a:lnTo>
                    <a:pt x="2515210" y="1583059"/>
                  </a:lnTo>
                  <a:close/>
                  <a:moveTo>
                    <a:pt x="2153028" y="1583059"/>
                  </a:moveTo>
                  <a:lnTo>
                    <a:pt x="2155749" y="1583059"/>
                  </a:lnTo>
                  <a:lnTo>
                    <a:pt x="2155749" y="1579658"/>
                  </a:lnTo>
                  <a:lnTo>
                    <a:pt x="2153028" y="1579658"/>
                  </a:lnTo>
                  <a:lnTo>
                    <a:pt x="2153028" y="1583059"/>
                  </a:lnTo>
                  <a:close/>
                  <a:moveTo>
                    <a:pt x="2149627" y="1583059"/>
                  </a:moveTo>
                  <a:lnTo>
                    <a:pt x="2152348" y="1583059"/>
                  </a:lnTo>
                  <a:lnTo>
                    <a:pt x="2152348" y="1579658"/>
                  </a:lnTo>
                  <a:lnTo>
                    <a:pt x="2149627" y="1579658"/>
                  </a:lnTo>
                  <a:lnTo>
                    <a:pt x="2149627" y="1583059"/>
                  </a:lnTo>
                  <a:close/>
                  <a:moveTo>
                    <a:pt x="1787445" y="1586460"/>
                  </a:moveTo>
                  <a:lnTo>
                    <a:pt x="1790166" y="1586460"/>
                  </a:lnTo>
                  <a:lnTo>
                    <a:pt x="1790166" y="1579658"/>
                  </a:lnTo>
                  <a:lnTo>
                    <a:pt x="1787445" y="1579658"/>
                  </a:lnTo>
                  <a:lnTo>
                    <a:pt x="1787445" y="1586460"/>
                  </a:lnTo>
                  <a:close/>
                  <a:moveTo>
                    <a:pt x="1056279" y="1583059"/>
                  </a:moveTo>
                  <a:lnTo>
                    <a:pt x="1059000" y="1583059"/>
                  </a:lnTo>
                  <a:lnTo>
                    <a:pt x="1059000" y="1579658"/>
                  </a:lnTo>
                  <a:lnTo>
                    <a:pt x="1056279" y="1579658"/>
                  </a:lnTo>
                  <a:lnTo>
                    <a:pt x="1056279" y="1583059"/>
                  </a:lnTo>
                  <a:close/>
                  <a:moveTo>
                    <a:pt x="981462" y="1576257"/>
                  </a:moveTo>
                  <a:lnTo>
                    <a:pt x="984183" y="1576257"/>
                  </a:lnTo>
                  <a:lnTo>
                    <a:pt x="984183" y="1513343"/>
                  </a:lnTo>
                  <a:lnTo>
                    <a:pt x="981462" y="1513343"/>
                  </a:lnTo>
                  <a:lnTo>
                    <a:pt x="981462" y="1576257"/>
                  </a:lnTo>
                  <a:close/>
                  <a:moveTo>
                    <a:pt x="981462" y="1508242"/>
                  </a:moveTo>
                  <a:lnTo>
                    <a:pt x="984183" y="1508242"/>
                  </a:lnTo>
                  <a:lnTo>
                    <a:pt x="984183" y="1402818"/>
                  </a:lnTo>
                  <a:lnTo>
                    <a:pt x="981462" y="1402818"/>
                  </a:lnTo>
                  <a:lnTo>
                    <a:pt x="981462" y="1508242"/>
                  </a:lnTo>
                  <a:close/>
                  <a:moveTo>
                    <a:pt x="981462" y="1397717"/>
                  </a:moveTo>
                  <a:lnTo>
                    <a:pt x="984183" y="1397717"/>
                  </a:lnTo>
                  <a:lnTo>
                    <a:pt x="984183" y="1293993"/>
                  </a:lnTo>
                  <a:lnTo>
                    <a:pt x="981462" y="1293993"/>
                  </a:lnTo>
                  <a:lnTo>
                    <a:pt x="981462" y="1397717"/>
                  </a:lnTo>
                  <a:close/>
                  <a:moveTo>
                    <a:pt x="981462" y="1287192"/>
                  </a:moveTo>
                  <a:lnTo>
                    <a:pt x="984183" y="1287192"/>
                  </a:lnTo>
                  <a:lnTo>
                    <a:pt x="984183" y="1183468"/>
                  </a:lnTo>
                  <a:lnTo>
                    <a:pt x="981462" y="1183468"/>
                  </a:lnTo>
                  <a:lnTo>
                    <a:pt x="981462" y="1287192"/>
                  </a:lnTo>
                  <a:close/>
                  <a:moveTo>
                    <a:pt x="979422" y="1177007"/>
                  </a:moveTo>
                  <a:lnTo>
                    <a:pt x="979422" y="1179727"/>
                  </a:lnTo>
                  <a:lnTo>
                    <a:pt x="981686" y="1179727"/>
                  </a:lnTo>
                  <a:lnTo>
                    <a:pt x="984183" y="1177230"/>
                  </a:lnTo>
                  <a:lnTo>
                    <a:pt x="984183" y="1072380"/>
                  </a:lnTo>
                  <a:lnTo>
                    <a:pt x="981686" y="1069882"/>
                  </a:lnTo>
                  <a:lnTo>
                    <a:pt x="979422" y="1069882"/>
                  </a:lnTo>
                  <a:lnTo>
                    <a:pt x="979422" y="1072603"/>
                  </a:lnTo>
                  <a:lnTo>
                    <a:pt x="980559" y="1072603"/>
                  </a:lnTo>
                  <a:lnTo>
                    <a:pt x="981462" y="1073507"/>
                  </a:lnTo>
                  <a:lnTo>
                    <a:pt x="981462" y="1176103"/>
                  </a:lnTo>
                  <a:lnTo>
                    <a:pt x="980559" y="1177007"/>
                  </a:lnTo>
                  <a:lnTo>
                    <a:pt x="979422" y="1177007"/>
                  </a:lnTo>
                  <a:close/>
                  <a:moveTo>
                    <a:pt x="979422" y="1066482"/>
                  </a:moveTo>
                  <a:lnTo>
                    <a:pt x="979422" y="1069202"/>
                  </a:lnTo>
                  <a:lnTo>
                    <a:pt x="981686" y="1069202"/>
                  </a:lnTo>
                  <a:lnTo>
                    <a:pt x="984183" y="1066705"/>
                  </a:lnTo>
                  <a:lnTo>
                    <a:pt x="984183" y="961855"/>
                  </a:lnTo>
                  <a:lnTo>
                    <a:pt x="981686" y="959357"/>
                  </a:lnTo>
                  <a:lnTo>
                    <a:pt x="979422" y="959357"/>
                  </a:lnTo>
                  <a:lnTo>
                    <a:pt x="979422" y="962078"/>
                  </a:lnTo>
                  <a:lnTo>
                    <a:pt x="980559" y="962078"/>
                  </a:lnTo>
                  <a:lnTo>
                    <a:pt x="981462" y="962982"/>
                  </a:lnTo>
                  <a:lnTo>
                    <a:pt x="981462" y="1065578"/>
                  </a:lnTo>
                  <a:lnTo>
                    <a:pt x="980559" y="1066482"/>
                  </a:lnTo>
                  <a:lnTo>
                    <a:pt x="979422" y="1066482"/>
                  </a:lnTo>
                  <a:close/>
                  <a:moveTo>
                    <a:pt x="981462" y="955617"/>
                  </a:moveTo>
                  <a:lnTo>
                    <a:pt x="984183" y="955617"/>
                  </a:lnTo>
                  <a:lnTo>
                    <a:pt x="984183" y="851893"/>
                  </a:lnTo>
                  <a:lnTo>
                    <a:pt x="981462" y="851893"/>
                  </a:lnTo>
                  <a:lnTo>
                    <a:pt x="981462" y="955617"/>
                  </a:lnTo>
                  <a:close/>
                  <a:moveTo>
                    <a:pt x="981462" y="845092"/>
                  </a:moveTo>
                  <a:lnTo>
                    <a:pt x="984183" y="845092"/>
                  </a:lnTo>
                  <a:lnTo>
                    <a:pt x="984183" y="741368"/>
                  </a:lnTo>
                  <a:lnTo>
                    <a:pt x="981462" y="741368"/>
                  </a:lnTo>
                  <a:lnTo>
                    <a:pt x="981462" y="845092"/>
                  </a:lnTo>
                  <a:close/>
                  <a:moveTo>
                    <a:pt x="981462" y="736267"/>
                  </a:moveTo>
                  <a:lnTo>
                    <a:pt x="984183" y="736267"/>
                  </a:lnTo>
                  <a:lnTo>
                    <a:pt x="984183" y="630843"/>
                  </a:lnTo>
                  <a:lnTo>
                    <a:pt x="981462" y="630843"/>
                  </a:lnTo>
                  <a:lnTo>
                    <a:pt x="981462" y="736267"/>
                  </a:lnTo>
                  <a:close/>
                  <a:moveTo>
                    <a:pt x="981462" y="625742"/>
                  </a:moveTo>
                  <a:lnTo>
                    <a:pt x="984183" y="625742"/>
                  </a:lnTo>
                  <a:lnTo>
                    <a:pt x="984183" y="520318"/>
                  </a:lnTo>
                  <a:lnTo>
                    <a:pt x="981462" y="520318"/>
                  </a:lnTo>
                  <a:lnTo>
                    <a:pt x="981462" y="625742"/>
                  </a:lnTo>
                  <a:close/>
                  <a:moveTo>
                    <a:pt x="981462" y="515217"/>
                  </a:moveTo>
                  <a:lnTo>
                    <a:pt x="984183" y="515217"/>
                  </a:lnTo>
                  <a:lnTo>
                    <a:pt x="984183" y="411493"/>
                  </a:lnTo>
                  <a:lnTo>
                    <a:pt x="981462" y="411493"/>
                  </a:lnTo>
                  <a:lnTo>
                    <a:pt x="981462" y="515217"/>
                  </a:lnTo>
                  <a:close/>
                  <a:moveTo>
                    <a:pt x="981462" y="404692"/>
                  </a:moveTo>
                  <a:lnTo>
                    <a:pt x="984183" y="404692"/>
                  </a:lnTo>
                  <a:lnTo>
                    <a:pt x="984183" y="300968"/>
                  </a:lnTo>
                  <a:lnTo>
                    <a:pt x="981462" y="300968"/>
                  </a:lnTo>
                  <a:lnTo>
                    <a:pt x="981462" y="404692"/>
                  </a:lnTo>
                  <a:close/>
                  <a:moveTo>
                    <a:pt x="979422" y="294507"/>
                  </a:moveTo>
                  <a:lnTo>
                    <a:pt x="979422" y="297227"/>
                  </a:lnTo>
                  <a:lnTo>
                    <a:pt x="981686" y="297227"/>
                  </a:lnTo>
                  <a:lnTo>
                    <a:pt x="984183" y="294730"/>
                  </a:lnTo>
                  <a:lnTo>
                    <a:pt x="984183" y="189880"/>
                  </a:lnTo>
                  <a:lnTo>
                    <a:pt x="981686" y="187382"/>
                  </a:lnTo>
                  <a:lnTo>
                    <a:pt x="979422" y="187382"/>
                  </a:lnTo>
                  <a:lnTo>
                    <a:pt x="979422" y="190103"/>
                  </a:lnTo>
                  <a:lnTo>
                    <a:pt x="980559" y="190103"/>
                  </a:lnTo>
                  <a:lnTo>
                    <a:pt x="981462" y="191007"/>
                  </a:lnTo>
                  <a:lnTo>
                    <a:pt x="981462" y="293603"/>
                  </a:lnTo>
                  <a:lnTo>
                    <a:pt x="980559" y="294507"/>
                  </a:lnTo>
                  <a:lnTo>
                    <a:pt x="979422" y="294507"/>
                  </a:lnTo>
                  <a:close/>
                  <a:moveTo>
                    <a:pt x="979422" y="183982"/>
                  </a:moveTo>
                  <a:lnTo>
                    <a:pt x="979422" y="186702"/>
                  </a:lnTo>
                  <a:lnTo>
                    <a:pt x="981686" y="186702"/>
                  </a:lnTo>
                  <a:lnTo>
                    <a:pt x="984183" y="184205"/>
                  </a:lnTo>
                  <a:lnTo>
                    <a:pt x="984183" y="79355"/>
                  </a:lnTo>
                  <a:lnTo>
                    <a:pt x="981686" y="76857"/>
                  </a:lnTo>
                  <a:lnTo>
                    <a:pt x="979422" y="76857"/>
                  </a:lnTo>
                  <a:lnTo>
                    <a:pt x="979422" y="79578"/>
                  </a:lnTo>
                  <a:lnTo>
                    <a:pt x="980559" y="79578"/>
                  </a:lnTo>
                  <a:lnTo>
                    <a:pt x="981462" y="80482"/>
                  </a:lnTo>
                  <a:lnTo>
                    <a:pt x="981462" y="183078"/>
                  </a:lnTo>
                  <a:lnTo>
                    <a:pt x="980559" y="183982"/>
                  </a:lnTo>
                  <a:lnTo>
                    <a:pt x="979422" y="183982"/>
                  </a:lnTo>
                  <a:close/>
                  <a:moveTo>
                    <a:pt x="981462" y="11339"/>
                  </a:moveTo>
                  <a:lnTo>
                    <a:pt x="981462" y="73117"/>
                  </a:lnTo>
                  <a:lnTo>
                    <a:pt x="984183" y="73117"/>
                  </a:lnTo>
                  <a:lnTo>
                    <a:pt x="984183" y="12466"/>
                  </a:lnTo>
                  <a:lnTo>
                    <a:pt x="985485" y="11164"/>
                  </a:lnTo>
                  <a:lnTo>
                    <a:pt x="983561" y="9240"/>
                  </a:lnTo>
                  <a:lnTo>
                    <a:pt x="981462" y="11339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04" name="Vector layer 155B9C"/>
            <p:cNvSpPr/>
            <p:nvPr/>
          </p:nvSpPr>
          <p:spPr>
            <a:xfrm>
              <a:off x="0" y="0"/>
              <a:ext cx="2581185" cy="1720790"/>
            </a:xfrm>
            <a:custGeom>
              <a:avLst/>
              <a:gdLst/>
              <a:ahLst/>
              <a:cxnLst/>
              <a:rect l="0" t="0" r="r" b="b"/>
              <a:pathLst>
                <a:path w="2581185" h="1720790" stroke="0" extrusionOk="0">
                  <a:moveTo>
                    <a:pt x="1054579" y="1459271"/>
                  </a:moveTo>
                  <a:lnTo>
                    <a:pt x="1054579" y="1560614"/>
                  </a:lnTo>
                  <a:lnTo>
                    <a:pt x="1298754" y="1560614"/>
                  </a:lnTo>
                  <a:lnTo>
                    <a:pt x="1298754" y="1459271"/>
                  </a:lnTo>
                  <a:lnTo>
                    <a:pt x="1054579" y="1459271"/>
                  </a:lnTo>
                  <a:close/>
                  <a:moveTo>
                    <a:pt x="1054579" y="1348746"/>
                  </a:moveTo>
                  <a:lnTo>
                    <a:pt x="1054579" y="1450089"/>
                  </a:lnTo>
                  <a:lnTo>
                    <a:pt x="1305556" y="1450089"/>
                  </a:lnTo>
                  <a:lnTo>
                    <a:pt x="1305556" y="1348746"/>
                  </a:lnTo>
                  <a:lnTo>
                    <a:pt x="1054579" y="1348746"/>
                  </a:lnTo>
                  <a:close/>
                  <a:moveTo>
                    <a:pt x="1054579" y="1239921"/>
                  </a:moveTo>
                  <a:lnTo>
                    <a:pt x="1054579" y="1341264"/>
                  </a:lnTo>
                  <a:lnTo>
                    <a:pt x="1315758" y="1341264"/>
                  </a:lnTo>
                  <a:lnTo>
                    <a:pt x="1315758" y="1239921"/>
                  </a:lnTo>
                  <a:lnTo>
                    <a:pt x="1054579" y="1239921"/>
                  </a:lnTo>
                  <a:close/>
                  <a:moveTo>
                    <a:pt x="1054579" y="1129396"/>
                  </a:moveTo>
                  <a:lnTo>
                    <a:pt x="1054579" y="1230739"/>
                  </a:lnTo>
                  <a:lnTo>
                    <a:pt x="1356567" y="1230739"/>
                  </a:lnTo>
                  <a:lnTo>
                    <a:pt x="1356567" y="1129396"/>
                  </a:lnTo>
                  <a:lnTo>
                    <a:pt x="1054579" y="1129396"/>
                  </a:lnTo>
                  <a:close/>
                  <a:moveTo>
                    <a:pt x="1054579" y="1018871"/>
                  </a:moveTo>
                  <a:lnTo>
                    <a:pt x="1054579" y="1120214"/>
                  </a:lnTo>
                  <a:lnTo>
                    <a:pt x="1363369" y="1120214"/>
                  </a:lnTo>
                  <a:lnTo>
                    <a:pt x="1363369" y="1018871"/>
                  </a:lnTo>
                  <a:lnTo>
                    <a:pt x="1054579" y="1018871"/>
                  </a:lnTo>
                  <a:close/>
                  <a:moveTo>
                    <a:pt x="1054579" y="908346"/>
                  </a:moveTo>
                  <a:lnTo>
                    <a:pt x="1054579" y="1009689"/>
                  </a:lnTo>
                  <a:lnTo>
                    <a:pt x="1363369" y="1009689"/>
                  </a:lnTo>
                  <a:lnTo>
                    <a:pt x="1363369" y="908346"/>
                  </a:lnTo>
                  <a:lnTo>
                    <a:pt x="1054579" y="908346"/>
                  </a:lnTo>
                  <a:close/>
                  <a:moveTo>
                    <a:pt x="1054579" y="797821"/>
                  </a:moveTo>
                  <a:lnTo>
                    <a:pt x="1054579" y="899164"/>
                  </a:lnTo>
                  <a:lnTo>
                    <a:pt x="1439886" y="899164"/>
                  </a:lnTo>
                  <a:lnTo>
                    <a:pt x="1439886" y="797821"/>
                  </a:lnTo>
                  <a:lnTo>
                    <a:pt x="1054579" y="797821"/>
                  </a:lnTo>
                  <a:close/>
                  <a:moveTo>
                    <a:pt x="1054579" y="687296"/>
                  </a:moveTo>
                  <a:lnTo>
                    <a:pt x="1054579" y="788639"/>
                  </a:lnTo>
                  <a:lnTo>
                    <a:pt x="1463692" y="788639"/>
                  </a:lnTo>
                  <a:lnTo>
                    <a:pt x="1463692" y="687296"/>
                  </a:lnTo>
                  <a:lnTo>
                    <a:pt x="1054579" y="687296"/>
                  </a:lnTo>
                  <a:close/>
                  <a:moveTo>
                    <a:pt x="1054579" y="576771"/>
                  </a:moveTo>
                  <a:lnTo>
                    <a:pt x="1054579" y="678114"/>
                  </a:lnTo>
                  <a:lnTo>
                    <a:pt x="1504501" y="678114"/>
                  </a:lnTo>
                  <a:lnTo>
                    <a:pt x="1504501" y="576771"/>
                  </a:lnTo>
                  <a:lnTo>
                    <a:pt x="1054579" y="576771"/>
                  </a:lnTo>
                  <a:close/>
                  <a:moveTo>
                    <a:pt x="1054579" y="466246"/>
                  </a:moveTo>
                  <a:lnTo>
                    <a:pt x="1054579" y="567589"/>
                  </a:lnTo>
                  <a:lnTo>
                    <a:pt x="1545310" y="567589"/>
                  </a:lnTo>
                  <a:lnTo>
                    <a:pt x="1545310" y="466246"/>
                  </a:lnTo>
                  <a:lnTo>
                    <a:pt x="1054579" y="466246"/>
                  </a:lnTo>
                  <a:close/>
                  <a:moveTo>
                    <a:pt x="1054579" y="357421"/>
                  </a:moveTo>
                  <a:lnTo>
                    <a:pt x="1054579" y="458764"/>
                  </a:lnTo>
                  <a:lnTo>
                    <a:pt x="1552112" y="458764"/>
                  </a:lnTo>
                  <a:lnTo>
                    <a:pt x="1552112" y="357421"/>
                  </a:lnTo>
                  <a:lnTo>
                    <a:pt x="1054579" y="357421"/>
                  </a:lnTo>
                  <a:close/>
                  <a:moveTo>
                    <a:pt x="1054579" y="246896"/>
                  </a:moveTo>
                  <a:lnTo>
                    <a:pt x="1054579" y="348239"/>
                  </a:lnTo>
                  <a:lnTo>
                    <a:pt x="1620127" y="348239"/>
                  </a:lnTo>
                  <a:lnTo>
                    <a:pt x="1620127" y="246896"/>
                  </a:lnTo>
                  <a:lnTo>
                    <a:pt x="1054579" y="246896"/>
                  </a:lnTo>
                  <a:close/>
                  <a:moveTo>
                    <a:pt x="1054579" y="136371"/>
                  </a:moveTo>
                  <a:lnTo>
                    <a:pt x="1054579" y="237714"/>
                  </a:lnTo>
                  <a:lnTo>
                    <a:pt x="1752757" y="237714"/>
                  </a:lnTo>
                  <a:lnTo>
                    <a:pt x="1752757" y="136371"/>
                  </a:lnTo>
                  <a:lnTo>
                    <a:pt x="1054579" y="136371"/>
                  </a:lnTo>
                  <a:close/>
                  <a:moveTo>
                    <a:pt x="1054579" y="25846"/>
                  </a:moveTo>
                  <a:lnTo>
                    <a:pt x="1054579" y="127189"/>
                  </a:lnTo>
                  <a:lnTo>
                    <a:pt x="2502627" y="127189"/>
                  </a:lnTo>
                  <a:lnTo>
                    <a:pt x="2502627" y="25846"/>
                  </a:lnTo>
                  <a:lnTo>
                    <a:pt x="1054579" y="25846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05" name="Vector layer 3F3F3F"/>
            <p:cNvSpPr/>
            <p:nvPr/>
          </p:nvSpPr>
          <p:spPr>
            <a:xfrm>
              <a:off x="0" y="0"/>
              <a:ext cx="2581185" cy="1720790"/>
            </a:xfrm>
            <a:custGeom>
              <a:avLst/>
              <a:gdLst/>
              <a:ahLst/>
              <a:cxnLst/>
              <a:rect l="0" t="0" r="r" b="b"/>
              <a:pathLst>
                <a:path w="2581185" h="1720790" stroke="0" extrusionOk="0">
                  <a:moveTo>
                    <a:pt x="2520311" y="1574897"/>
                  </a:moveTo>
                  <a:lnTo>
                    <a:pt x="2520311" y="1579318"/>
                  </a:lnTo>
                  <a:lnTo>
                    <a:pt x="2574043" y="1579318"/>
                  </a:lnTo>
                  <a:lnTo>
                    <a:pt x="2574043" y="1574897"/>
                  </a:lnTo>
                  <a:lnTo>
                    <a:pt x="2520311" y="1574897"/>
                  </a:lnTo>
                  <a:close/>
                  <a:moveTo>
                    <a:pt x="2154728" y="1574897"/>
                  </a:moveTo>
                  <a:lnTo>
                    <a:pt x="2154728" y="1579318"/>
                  </a:lnTo>
                  <a:lnTo>
                    <a:pt x="2516230" y="1579318"/>
                  </a:lnTo>
                  <a:lnTo>
                    <a:pt x="2516230" y="1574897"/>
                  </a:lnTo>
                  <a:lnTo>
                    <a:pt x="2154728" y="1574897"/>
                  </a:lnTo>
                  <a:close/>
                  <a:moveTo>
                    <a:pt x="1789145" y="1574897"/>
                  </a:moveTo>
                  <a:lnTo>
                    <a:pt x="1789145" y="1579318"/>
                  </a:lnTo>
                  <a:lnTo>
                    <a:pt x="2150647" y="1579318"/>
                  </a:lnTo>
                  <a:lnTo>
                    <a:pt x="2150647" y="1574897"/>
                  </a:lnTo>
                  <a:lnTo>
                    <a:pt x="1789145" y="1574897"/>
                  </a:lnTo>
                  <a:close/>
                  <a:moveTo>
                    <a:pt x="1423563" y="1574897"/>
                  </a:moveTo>
                  <a:lnTo>
                    <a:pt x="1423563" y="1579318"/>
                  </a:lnTo>
                  <a:lnTo>
                    <a:pt x="1785065" y="1579318"/>
                  </a:lnTo>
                  <a:lnTo>
                    <a:pt x="1785065" y="1574897"/>
                  </a:lnTo>
                  <a:lnTo>
                    <a:pt x="1423563" y="1574897"/>
                  </a:lnTo>
                  <a:close/>
                  <a:moveTo>
                    <a:pt x="1057980" y="1574897"/>
                  </a:moveTo>
                  <a:lnTo>
                    <a:pt x="1057980" y="1579318"/>
                  </a:lnTo>
                  <a:lnTo>
                    <a:pt x="1419482" y="1579318"/>
                  </a:lnTo>
                  <a:lnTo>
                    <a:pt x="1419482" y="1574897"/>
                  </a:lnTo>
                  <a:lnTo>
                    <a:pt x="1057980" y="1574897"/>
                  </a:lnTo>
                  <a:close/>
                  <a:moveTo>
                    <a:pt x="985660" y="1574897"/>
                  </a:moveTo>
                  <a:lnTo>
                    <a:pt x="981239" y="1579318"/>
                  </a:lnTo>
                  <a:lnTo>
                    <a:pt x="1053899" y="1579318"/>
                  </a:lnTo>
                  <a:lnTo>
                    <a:pt x="1053899" y="1574897"/>
                  </a:lnTo>
                  <a:lnTo>
                    <a:pt x="985660" y="1574897"/>
                  </a:lnTo>
                  <a:close/>
                  <a:moveTo>
                    <a:pt x="978859" y="1513003"/>
                  </a:moveTo>
                  <a:lnTo>
                    <a:pt x="981122" y="1513003"/>
                  </a:lnTo>
                  <a:lnTo>
                    <a:pt x="981122" y="1510282"/>
                  </a:lnTo>
                  <a:lnTo>
                    <a:pt x="979985" y="1510282"/>
                  </a:lnTo>
                  <a:lnTo>
                    <a:pt x="978683" y="1508980"/>
                  </a:lnTo>
                  <a:lnTo>
                    <a:pt x="976760" y="1510904"/>
                  </a:lnTo>
                  <a:lnTo>
                    <a:pt x="978859" y="1513003"/>
                  </a:lnTo>
                  <a:close/>
                  <a:moveTo>
                    <a:pt x="976760" y="1400156"/>
                  </a:moveTo>
                  <a:lnTo>
                    <a:pt x="978683" y="1402079"/>
                  </a:lnTo>
                  <a:lnTo>
                    <a:pt x="979985" y="1400777"/>
                  </a:lnTo>
                  <a:lnTo>
                    <a:pt x="981122" y="1400777"/>
                  </a:lnTo>
                  <a:lnTo>
                    <a:pt x="981122" y="1398057"/>
                  </a:lnTo>
                  <a:lnTo>
                    <a:pt x="978859" y="1398057"/>
                  </a:lnTo>
                  <a:lnTo>
                    <a:pt x="976760" y="1400156"/>
                  </a:lnTo>
                  <a:close/>
                  <a:moveTo>
                    <a:pt x="976760" y="1289631"/>
                  </a:moveTo>
                  <a:lnTo>
                    <a:pt x="978683" y="1291554"/>
                  </a:lnTo>
                  <a:lnTo>
                    <a:pt x="979985" y="1290252"/>
                  </a:lnTo>
                  <a:lnTo>
                    <a:pt x="981122" y="1290252"/>
                  </a:lnTo>
                  <a:lnTo>
                    <a:pt x="981122" y="1287532"/>
                  </a:lnTo>
                  <a:lnTo>
                    <a:pt x="978859" y="1287532"/>
                  </a:lnTo>
                  <a:lnTo>
                    <a:pt x="976760" y="1289631"/>
                  </a:lnTo>
                  <a:close/>
                  <a:moveTo>
                    <a:pt x="978859" y="851553"/>
                  </a:moveTo>
                  <a:lnTo>
                    <a:pt x="981122" y="851553"/>
                  </a:lnTo>
                  <a:lnTo>
                    <a:pt x="981122" y="848832"/>
                  </a:lnTo>
                  <a:lnTo>
                    <a:pt x="979985" y="848832"/>
                  </a:lnTo>
                  <a:lnTo>
                    <a:pt x="978683" y="847530"/>
                  </a:lnTo>
                  <a:lnTo>
                    <a:pt x="976760" y="849454"/>
                  </a:lnTo>
                  <a:lnTo>
                    <a:pt x="978859" y="851553"/>
                  </a:lnTo>
                  <a:close/>
                  <a:moveTo>
                    <a:pt x="978859" y="741028"/>
                  </a:moveTo>
                  <a:lnTo>
                    <a:pt x="981122" y="741028"/>
                  </a:lnTo>
                  <a:lnTo>
                    <a:pt x="981122" y="738307"/>
                  </a:lnTo>
                  <a:lnTo>
                    <a:pt x="979985" y="738307"/>
                  </a:lnTo>
                  <a:lnTo>
                    <a:pt x="978683" y="737005"/>
                  </a:lnTo>
                  <a:lnTo>
                    <a:pt x="976760" y="738929"/>
                  </a:lnTo>
                  <a:lnTo>
                    <a:pt x="978859" y="741028"/>
                  </a:lnTo>
                  <a:close/>
                  <a:moveTo>
                    <a:pt x="976361" y="629143"/>
                  </a:moveTo>
                  <a:lnTo>
                    <a:pt x="979082" y="629143"/>
                  </a:lnTo>
                  <a:lnTo>
                    <a:pt x="979082" y="627442"/>
                  </a:lnTo>
                  <a:lnTo>
                    <a:pt x="976361" y="627442"/>
                  </a:lnTo>
                  <a:lnTo>
                    <a:pt x="976361" y="629143"/>
                  </a:lnTo>
                  <a:close/>
                  <a:moveTo>
                    <a:pt x="976760" y="517656"/>
                  </a:moveTo>
                  <a:lnTo>
                    <a:pt x="978683" y="519579"/>
                  </a:lnTo>
                  <a:lnTo>
                    <a:pt x="979985" y="518277"/>
                  </a:lnTo>
                  <a:lnTo>
                    <a:pt x="981122" y="518277"/>
                  </a:lnTo>
                  <a:lnTo>
                    <a:pt x="981122" y="515557"/>
                  </a:lnTo>
                  <a:lnTo>
                    <a:pt x="978859" y="515557"/>
                  </a:lnTo>
                  <a:lnTo>
                    <a:pt x="976760" y="517656"/>
                  </a:lnTo>
                  <a:close/>
                  <a:moveTo>
                    <a:pt x="976760" y="407131"/>
                  </a:moveTo>
                  <a:lnTo>
                    <a:pt x="978683" y="409054"/>
                  </a:lnTo>
                  <a:lnTo>
                    <a:pt x="979985" y="407752"/>
                  </a:lnTo>
                  <a:lnTo>
                    <a:pt x="981122" y="407752"/>
                  </a:lnTo>
                  <a:lnTo>
                    <a:pt x="981122" y="405032"/>
                  </a:lnTo>
                  <a:lnTo>
                    <a:pt x="978859" y="405032"/>
                  </a:lnTo>
                  <a:lnTo>
                    <a:pt x="976760" y="40713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06" name="Vector layer 2F2F2F"/>
            <p:cNvSpPr/>
            <p:nvPr/>
          </p:nvSpPr>
          <p:spPr>
            <a:xfrm>
              <a:off x="0" y="0"/>
              <a:ext cx="2581185" cy="1720790"/>
            </a:xfrm>
            <a:custGeom>
              <a:avLst/>
              <a:gdLst/>
              <a:ahLst/>
              <a:cxnLst/>
              <a:rect l="0" t="0" r="r" b="b"/>
              <a:pathLst>
                <a:path w="2581185" h="1720790" stroke="0" extrusionOk="0">
                  <a:moveTo>
                    <a:pt x="2519009" y="1578920"/>
                  </a:moveTo>
                  <a:lnTo>
                    <a:pt x="2520933" y="1576996"/>
                  </a:lnTo>
                  <a:lnTo>
                    <a:pt x="2519233" y="1575295"/>
                  </a:lnTo>
                  <a:lnTo>
                    <a:pt x="2517309" y="1577219"/>
                  </a:lnTo>
                  <a:lnTo>
                    <a:pt x="2519009" y="1578920"/>
                  </a:lnTo>
                  <a:close/>
                  <a:moveTo>
                    <a:pt x="1784443" y="1576996"/>
                  </a:moveTo>
                  <a:lnTo>
                    <a:pt x="1786367" y="1578920"/>
                  </a:lnTo>
                  <a:lnTo>
                    <a:pt x="1788067" y="1577219"/>
                  </a:lnTo>
                  <a:lnTo>
                    <a:pt x="1786143" y="1575295"/>
                  </a:lnTo>
                  <a:lnTo>
                    <a:pt x="1784443" y="1576996"/>
                  </a:lnTo>
                  <a:close/>
                  <a:moveTo>
                    <a:pt x="1418860" y="1576996"/>
                  </a:moveTo>
                  <a:lnTo>
                    <a:pt x="1420784" y="1578920"/>
                  </a:lnTo>
                  <a:lnTo>
                    <a:pt x="1422484" y="1577219"/>
                  </a:lnTo>
                  <a:lnTo>
                    <a:pt x="1420560" y="1575295"/>
                  </a:lnTo>
                  <a:lnTo>
                    <a:pt x="1418860" y="1576996"/>
                  </a:lnTo>
                  <a:close/>
                  <a:moveTo>
                    <a:pt x="1053277" y="1576996"/>
                  </a:moveTo>
                  <a:lnTo>
                    <a:pt x="1055201" y="1578920"/>
                  </a:lnTo>
                  <a:lnTo>
                    <a:pt x="1056901" y="1577219"/>
                  </a:lnTo>
                  <a:lnTo>
                    <a:pt x="1054977" y="1575295"/>
                  </a:lnTo>
                  <a:lnTo>
                    <a:pt x="1053277" y="157699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007" name="Vector layer 000000"/>
            <p:cNvSpPr/>
            <p:nvPr/>
          </p:nvSpPr>
          <p:spPr>
            <a:xfrm>
              <a:off x="0" y="0"/>
              <a:ext cx="2581185" cy="1720790"/>
            </a:xfrm>
            <a:custGeom>
              <a:avLst/>
              <a:gdLst/>
              <a:ahLst/>
              <a:cxnLst/>
              <a:rect l="0" t="0" r="r" b="b"/>
              <a:pathLst>
                <a:path w="2581185" h="1720790" stroke="0" extrusionOk="0">
                  <a:moveTo>
                    <a:pt x="2516910" y="1583059"/>
                  </a:moveTo>
                  <a:lnTo>
                    <a:pt x="2519631" y="1583059"/>
                  </a:lnTo>
                  <a:lnTo>
                    <a:pt x="2519631" y="1577958"/>
                  </a:lnTo>
                  <a:lnTo>
                    <a:pt x="2516910" y="1577958"/>
                  </a:lnTo>
                  <a:lnTo>
                    <a:pt x="2516910" y="1583059"/>
                  </a:lnTo>
                  <a:close/>
                  <a:moveTo>
                    <a:pt x="2151328" y="1583059"/>
                  </a:moveTo>
                  <a:lnTo>
                    <a:pt x="2154048" y="1583059"/>
                  </a:lnTo>
                  <a:lnTo>
                    <a:pt x="2154048" y="1577958"/>
                  </a:lnTo>
                  <a:lnTo>
                    <a:pt x="2151328" y="1577958"/>
                  </a:lnTo>
                  <a:lnTo>
                    <a:pt x="2151328" y="1583059"/>
                  </a:lnTo>
                  <a:close/>
                  <a:moveTo>
                    <a:pt x="1785745" y="1586460"/>
                  </a:moveTo>
                  <a:lnTo>
                    <a:pt x="1788465" y="1586460"/>
                  </a:lnTo>
                  <a:lnTo>
                    <a:pt x="1788465" y="1577958"/>
                  </a:lnTo>
                  <a:lnTo>
                    <a:pt x="1785745" y="1577958"/>
                  </a:lnTo>
                  <a:lnTo>
                    <a:pt x="1785745" y="1586460"/>
                  </a:lnTo>
                  <a:close/>
                  <a:moveTo>
                    <a:pt x="1420162" y="1579658"/>
                  </a:moveTo>
                  <a:lnTo>
                    <a:pt x="1422882" y="1579658"/>
                  </a:lnTo>
                  <a:lnTo>
                    <a:pt x="1422882" y="1577958"/>
                  </a:lnTo>
                  <a:lnTo>
                    <a:pt x="1420162" y="1577958"/>
                  </a:lnTo>
                  <a:lnTo>
                    <a:pt x="1420162" y="1579658"/>
                  </a:lnTo>
                  <a:close/>
                  <a:moveTo>
                    <a:pt x="1054579" y="1583059"/>
                  </a:moveTo>
                  <a:lnTo>
                    <a:pt x="1057300" y="1583059"/>
                  </a:lnTo>
                  <a:lnTo>
                    <a:pt x="1057300" y="1577958"/>
                  </a:lnTo>
                  <a:lnTo>
                    <a:pt x="1054579" y="1577958"/>
                  </a:lnTo>
                  <a:lnTo>
                    <a:pt x="1054579" y="1583059"/>
                  </a:lnTo>
                  <a:close/>
                  <a:moveTo>
                    <a:pt x="983163" y="11903"/>
                  </a:moveTo>
                  <a:lnTo>
                    <a:pt x="983163" y="74253"/>
                  </a:lnTo>
                  <a:lnTo>
                    <a:pt x="982259" y="75157"/>
                  </a:lnTo>
                  <a:lnTo>
                    <a:pt x="979422" y="75157"/>
                  </a:lnTo>
                  <a:lnTo>
                    <a:pt x="979422" y="77878"/>
                  </a:lnTo>
                  <a:lnTo>
                    <a:pt x="982259" y="77878"/>
                  </a:lnTo>
                  <a:lnTo>
                    <a:pt x="983163" y="78781"/>
                  </a:lnTo>
                  <a:lnTo>
                    <a:pt x="983163" y="184779"/>
                  </a:lnTo>
                  <a:lnTo>
                    <a:pt x="982259" y="185682"/>
                  </a:lnTo>
                  <a:lnTo>
                    <a:pt x="979422" y="185682"/>
                  </a:lnTo>
                  <a:lnTo>
                    <a:pt x="979422" y="188403"/>
                  </a:lnTo>
                  <a:lnTo>
                    <a:pt x="982259" y="188403"/>
                  </a:lnTo>
                  <a:lnTo>
                    <a:pt x="983163" y="189306"/>
                  </a:lnTo>
                  <a:lnTo>
                    <a:pt x="983163" y="295304"/>
                  </a:lnTo>
                  <a:lnTo>
                    <a:pt x="982259" y="296207"/>
                  </a:lnTo>
                  <a:lnTo>
                    <a:pt x="979422" y="296207"/>
                  </a:lnTo>
                  <a:lnTo>
                    <a:pt x="979422" y="298928"/>
                  </a:lnTo>
                  <a:lnTo>
                    <a:pt x="982259" y="298928"/>
                  </a:lnTo>
                  <a:lnTo>
                    <a:pt x="983163" y="299831"/>
                  </a:lnTo>
                  <a:lnTo>
                    <a:pt x="983163" y="405829"/>
                  </a:lnTo>
                  <a:lnTo>
                    <a:pt x="982259" y="406732"/>
                  </a:lnTo>
                  <a:lnTo>
                    <a:pt x="979422" y="406732"/>
                  </a:lnTo>
                  <a:lnTo>
                    <a:pt x="979422" y="409453"/>
                  </a:lnTo>
                  <a:lnTo>
                    <a:pt x="982259" y="409453"/>
                  </a:lnTo>
                  <a:lnTo>
                    <a:pt x="983163" y="410356"/>
                  </a:lnTo>
                  <a:lnTo>
                    <a:pt x="983163" y="516354"/>
                  </a:lnTo>
                  <a:lnTo>
                    <a:pt x="982259" y="517257"/>
                  </a:lnTo>
                  <a:lnTo>
                    <a:pt x="979422" y="517257"/>
                  </a:lnTo>
                  <a:lnTo>
                    <a:pt x="979422" y="519978"/>
                  </a:lnTo>
                  <a:lnTo>
                    <a:pt x="982259" y="519978"/>
                  </a:lnTo>
                  <a:lnTo>
                    <a:pt x="983163" y="520881"/>
                  </a:lnTo>
                  <a:lnTo>
                    <a:pt x="983163" y="625178"/>
                  </a:lnTo>
                  <a:lnTo>
                    <a:pt x="982259" y="626082"/>
                  </a:lnTo>
                  <a:lnTo>
                    <a:pt x="978062" y="626082"/>
                  </a:lnTo>
                  <a:lnTo>
                    <a:pt x="978062" y="630503"/>
                  </a:lnTo>
                  <a:lnTo>
                    <a:pt x="982259" y="630503"/>
                  </a:lnTo>
                  <a:lnTo>
                    <a:pt x="983163" y="631406"/>
                  </a:lnTo>
                  <a:lnTo>
                    <a:pt x="983163" y="735703"/>
                  </a:lnTo>
                  <a:lnTo>
                    <a:pt x="982259" y="736607"/>
                  </a:lnTo>
                  <a:lnTo>
                    <a:pt x="979422" y="736607"/>
                  </a:lnTo>
                  <a:lnTo>
                    <a:pt x="979422" y="739328"/>
                  </a:lnTo>
                  <a:lnTo>
                    <a:pt x="982259" y="739328"/>
                  </a:lnTo>
                  <a:lnTo>
                    <a:pt x="983163" y="740231"/>
                  </a:lnTo>
                  <a:lnTo>
                    <a:pt x="983163" y="846228"/>
                  </a:lnTo>
                  <a:lnTo>
                    <a:pt x="982259" y="847132"/>
                  </a:lnTo>
                  <a:lnTo>
                    <a:pt x="979422" y="847132"/>
                  </a:lnTo>
                  <a:lnTo>
                    <a:pt x="979422" y="849853"/>
                  </a:lnTo>
                  <a:lnTo>
                    <a:pt x="982259" y="849853"/>
                  </a:lnTo>
                  <a:lnTo>
                    <a:pt x="983163" y="850756"/>
                  </a:lnTo>
                  <a:lnTo>
                    <a:pt x="983163" y="956754"/>
                  </a:lnTo>
                  <a:lnTo>
                    <a:pt x="982259" y="957657"/>
                  </a:lnTo>
                  <a:lnTo>
                    <a:pt x="979422" y="957657"/>
                  </a:lnTo>
                  <a:lnTo>
                    <a:pt x="979422" y="960378"/>
                  </a:lnTo>
                  <a:lnTo>
                    <a:pt x="982259" y="960378"/>
                  </a:lnTo>
                  <a:lnTo>
                    <a:pt x="983163" y="961281"/>
                  </a:lnTo>
                  <a:lnTo>
                    <a:pt x="983163" y="1067279"/>
                  </a:lnTo>
                  <a:lnTo>
                    <a:pt x="982259" y="1068182"/>
                  </a:lnTo>
                  <a:lnTo>
                    <a:pt x="979422" y="1068182"/>
                  </a:lnTo>
                  <a:lnTo>
                    <a:pt x="979422" y="1070903"/>
                  </a:lnTo>
                  <a:lnTo>
                    <a:pt x="982259" y="1070903"/>
                  </a:lnTo>
                  <a:lnTo>
                    <a:pt x="983163" y="1071806"/>
                  </a:lnTo>
                  <a:lnTo>
                    <a:pt x="983163" y="1177804"/>
                  </a:lnTo>
                  <a:lnTo>
                    <a:pt x="982259" y="1178707"/>
                  </a:lnTo>
                  <a:lnTo>
                    <a:pt x="979422" y="1178707"/>
                  </a:lnTo>
                  <a:lnTo>
                    <a:pt x="979422" y="1181428"/>
                  </a:lnTo>
                  <a:lnTo>
                    <a:pt x="982259" y="1181428"/>
                  </a:lnTo>
                  <a:lnTo>
                    <a:pt x="983163" y="1182331"/>
                  </a:lnTo>
                  <a:lnTo>
                    <a:pt x="983163" y="1288329"/>
                  </a:lnTo>
                  <a:lnTo>
                    <a:pt x="982259" y="1289232"/>
                  </a:lnTo>
                  <a:lnTo>
                    <a:pt x="979422" y="1289232"/>
                  </a:lnTo>
                  <a:lnTo>
                    <a:pt x="979422" y="1291953"/>
                  </a:lnTo>
                  <a:lnTo>
                    <a:pt x="982259" y="1291953"/>
                  </a:lnTo>
                  <a:lnTo>
                    <a:pt x="983163" y="1292856"/>
                  </a:lnTo>
                  <a:lnTo>
                    <a:pt x="983163" y="1398854"/>
                  </a:lnTo>
                  <a:lnTo>
                    <a:pt x="982259" y="1399757"/>
                  </a:lnTo>
                  <a:lnTo>
                    <a:pt x="979422" y="1399757"/>
                  </a:lnTo>
                  <a:lnTo>
                    <a:pt x="979422" y="1402478"/>
                  </a:lnTo>
                  <a:lnTo>
                    <a:pt x="982259" y="1402478"/>
                  </a:lnTo>
                  <a:lnTo>
                    <a:pt x="983163" y="1403381"/>
                  </a:lnTo>
                  <a:lnTo>
                    <a:pt x="983163" y="1507678"/>
                  </a:lnTo>
                  <a:lnTo>
                    <a:pt x="982259" y="1508582"/>
                  </a:lnTo>
                  <a:lnTo>
                    <a:pt x="979422" y="1508582"/>
                  </a:lnTo>
                  <a:lnTo>
                    <a:pt x="979422" y="1511303"/>
                  </a:lnTo>
                  <a:lnTo>
                    <a:pt x="982259" y="1511303"/>
                  </a:lnTo>
                  <a:lnTo>
                    <a:pt x="983163" y="1512206"/>
                  </a:lnTo>
                  <a:lnTo>
                    <a:pt x="983163" y="1576257"/>
                  </a:lnTo>
                  <a:lnTo>
                    <a:pt x="985883" y="1576257"/>
                  </a:lnTo>
                  <a:lnTo>
                    <a:pt x="983163" y="119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08" name="Text: Bile secretion"/>
            <p:cNvSpPr/>
            <p:nvPr/>
          </p:nvSpPr>
          <p:spPr>
            <a:xfrm>
              <a:off x="681855" y="54108"/>
              <a:ext cx="294353" cy="63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009" name="Text: Cholesterol metabolism"/>
            <p:cNvSpPr/>
            <p:nvPr/>
          </p:nvSpPr>
          <p:spPr>
            <a:xfrm>
              <a:off x="467606" y="165050"/>
              <a:ext cx="506077" cy="6414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1010" name="Text: Steroid hormone biosynthesis"/>
            <p:cNvSpPr/>
            <p:nvPr/>
          </p:nvSpPr>
          <p:spPr>
            <a:xfrm>
              <a:off x="336676" y="275563"/>
              <a:ext cx="635944" cy="642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1011" name="Text: Serotonin receptor agonists/antagonists"/>
            <p:cNvSpPr/>
            <p:nvPr/>
          </p:nvSpPr>
          <p:spPr>
            <a:xfrm>
              <a:off x="124128" y="384622"/>
              <a:ext cx="848492" cy="643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1012" name="Text: Secondary bile acid biosynthesis"/>
            <p:cNvSpPr/>
            <p:nvPr/>
          </p:nvSpPr>
          <p:spPr>
            <a:xfrm>
              <a:off x="272062" y="494905"/>
              <a:ext cx="700559" cy="6438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013" name="Text: Primary bile acid biosynthesis"/>
            <p:cNvSpPr/>
            <p:nvPr/>
          </p:nvSpPr>
          <p:spPr>
            <a:xfrm>
              <a:off x="336676" y="604960"/>
              <a:ext cx="635944" cy="64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014" name="Text: Pentose and glucuronate interconversions"/>
            <p:cNvSpPr/>
            <p:nvPr/>
          </p:nvSpPr>
          <p:spPr>
            <a:xfrm>
              <a:off x="79918" y="715520"/>
              <a:ext cx="898043" cy="639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1015" name="Text: Arginine and proline metabolism"/>
            <p:cNvSpPr/>
            <p:nvPr/>
          </p:nvSpPr>
          <p:spPr>
            <a:xfrm>
              <a:off x="284202" y="826015"/>
              <a:ext cx="688815" cy="642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1016" name="Text: Gap junction"/>
            <p:cNvSpPr/>
            <p:nvPr/>
          </p:nvSpPr>
          <p:spPr>
            <a:xfrm>
              <a:off x="698858" y="937053"/>
              <a:ext cx="275888" cy="6377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1017" name="Text: Choline metabolism in cancer"/>
            <p:cNvSpPr/>
            <p:nvPr/>
          </p:nvSpPr>
          <p:spPr>
            <a:xfrm>
              <a:off x="340077" y="1047536"/>
              <a:ext cx="634244" cy="643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1018" name="Text: Synaptic vesicle cycle"/>
            <p:cNvSpPr/>
            <p:nvPr/>
          </p:nvSpPr>
          <p:spPr>
            <a:xfrm>
              <a:off x="505014" y="1156406"/>
              <a:ext cx="471618" cy="63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1019" name="Text: Folate transport and metabolism"/>
            <p:cNvSpPr/>
            <p:nvPr/>
          </p:nvSpPr>
          <p:spPr>
            <a:xfrm>
              <a:off x="283964" y="1266434"/>
              <a:ext cx="691446" cy="6403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1020" name="Text: Thermogenesis"/>
            <p:cNvSpPr/>
            <p:nvPr/>
          </p:nvSpPr>
          <p:spPr>
            <a:xfrm>
              <a:off x="635944" y="1376936"/>
              <a:ext cx="336729" cy="643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1021" name="Text: cAMP signaling pathway"/>
            <p:cNvSpPr/>
            <p:nvPr/>
          </p:nvSpPr>
          <p:spPr>
            <a:xfrm>
              <a:off x="447201" y="1487454"/>
              <a:ext cx="527119" cy="643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1022" name="Text: 2"/>
            <p:cNvSpPr/>
            <p:nvPr/>
          </p:nvSpPr>
          <p:spPr>
            <a:xfrm>
              <a:off x="1413020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23" name="Text: 0"/>
            <p:cNvSpPr/>
            <p:nvPr/>
          </p:nvSpPr>
          <p:spPr>
            <a:xfrm>
              <a:off x="1045737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24" name="Text: 6"/>
            <p:cNvSpPr/>
            <p:nvPr/>
          </p:nvSpPr>
          <p:spPr>
            <a:xfrm>
              <a:off x="2142486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25" name="Text: 8"/>
            <p:cNvSpPr/>
            <p:nvPr/>
          </p:nvSpPr>
          <p:spPr>
            <a:xfrm>
              <a:off x="2508068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1026" name="Text: 4"/>
            <p:cNvSpPr/>
            <p:nvPr/>
          </p:nvSpPr>
          <p:spPr>
            <a:xfrm>
              <a:off x="1776903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27" name="Text: −Log10(p-value)"/>
            <p:cNvSpPr/>
            <p:nvPr/>
          </p:nvSpPr>
          <p:spPr>
            <a:xfrm>
              <a:off x="1594961" y="1647215"/>
              <a:ext cx="418773" cy="7505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3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grpSp>
        <p:nvGrpSpPr>
          <p:cNvPr id="76" name="图片 75 — editable">
            <a:extLst>
              <a:ext uri="{FF2B5EF4-FFF2-40B4-BE49-F238E27FC236}">
                <a16:creationId xmlns:a16="http://schemas.microsoft.com/office/drawing/2014/main" id="{A8F19248-9521-D0AB-E19E-CDC837B21685}"/>
              </a:ext>
            </a:extLst>
          </p:cNvPr>
          <p:cNvGrpSpPr/>
          <p:nvPr/>
        </p:nvGrpSpPr>
        <p:grpSpPr>
          <a:xfrm>
            <a:off x="5126863" y="2586294"/>
            <a:ext cx="2017346" cy="1992396"/>
            <a:chOff x="0" y="0"/>
            <a:chExt cx="2017346" cy="1992396"/>
          </a:xfrm>
        </p:grpSpPr>
        <p:sp>
          <p:nvSpPr>
            <p:cNvPr id="1028" name="Panel background"/>
            <p:cNvSpPr/>
            <p:nvPr/>
          </p:nvSpPr>
          <p:spPr>
            <a:xfrm>
              <a:off x="0" y="0"/>
              <a:ext cx="2017346" cy="19923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9" name="Vector layer F5F5F5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427825" y="1848046"/>
                  </a:moveTo>
                  <a:lnTo>
                    <a:pt x="1430676" y="1848046"/>
                  </a:lnTo>
                  <a:lnTo>
                    <a:pt x="1430676" y="1710823"/>
                  </a:lnTo>
                  <a:lnTo>
                    <a:pt x="1427825" y="1710823"/>
                  </a:lnTo>
                  <a:lnTo>
                    <a:pt x="1427825" y="1848046"/>
                  </a:lnTo>
                  <a:close/>
                  <a:moveTo>
                    <a:pt x="1253178" y="1848046"/>
                  </a:moveTo>
                  <a:lnTo>
                    <a:pt x="1256030" y="1848046"/>
                  </a:lnTo>
                  <a:lnTo>
                    <a:pt x="1256030" y="1709041"/>
                  </a:lnTo>
                  <a:lnTo>
                    <a:pt x="1253178" y="1709041"/>
                  </a:lnTo>
                  <a:lnTo>
                    <a:pt x="1253178" y="1848046"/>
                  </a:lnTo>
                  <a:close/>
                  <a:moveTo>
                    <a:pt x="1434953" y="1709041"/>
                  </a:moveTo>
                  <a:lnTo>
                    <a:pt x="1437805" y="1709041"/>
                  </a:lnTo>
                  <a:lnTo>
                    <a:pt x="1437805" y="1707259"/>
                  </a:lnTo>
                  <a:lnTo>
                    <a:pt x="1434953" y="1707259"/>
                  </a:lnTo>
                  <a:lnTo>
                    <a:pt x="1434953" y="1709041"/>
                  </a:lnTo>
                  <a:close/>
                  <a:moveTo>
                    <a:pt x="1970421" y="1512653"/>
                  </a:moveTo>
                  <a:lnTo>
                    <a:pt x="1971368" y="1513600"/>
                  </a:lnTo>
                  <a:lnTo>
                    <a:pt x="1971368" y="1848046"/>
                  </a:lnTo>
                  <a:lnTo>
                    <a:pt x="1974219" y="1848046"/>
                  </a:lnTo>
                  <a:lnTo>
                    <a:pt x="1974219" y="1512419"/>
                  </a:lnTo>
                  <a:lnTo>
                    <a:pt x="1971602" y="1509802"/>
                  </a:lnTo>
                  <a:lnTo>
                    <a:pt x="1969229" y="1509802"/>
                  </a:lnTo>
                  <a:lnTo>
                    <a:pt x="1969229" y="1512653"/>
                  </a:lnTo>
                  <a:lnTo>
                    <a:pt x="1970421" y="1512653"/>
                  </a:lnTo>
                  <a:close/>
                  <a:moveTo>
                    <a:pt x="1791018" y="1512653"/>
                  </a:moveTo>
                  <a:lnTo>
                    <a:pt x="1791018" y="1509802"/>
                  </a:lnTo>
                  <a:lnTo>
                    <a:pt x="1789236" y="1509802"/>
                  </a:lnTo>
                  <a:lnTo>
                    <a:pt x="1789236" y="1512653"/>
                  </a:lnTo>
                  <a:lnTo>
                    <a:pt x="1791018" y="1512653"/>
                  </a:lnTo>
                  <a:close/>
                  <a:moveTo>
                    <a:pt x="1612808" y="1512653"/>
                  </a:moveTo>
                  <a:lnTo>
                    <a:pt x="1612808" y="1509802"/>
                  </a:lnTo>
                  <a:lnTo>
                    <a:pt x="1611025" y="1509802"/>
                  </a:lnTo>
                  <a:lnTo>
                    <a:pt x="1611025" y="1512653"/>
                  </a:lnTo>
                  <a:lnTo>
                    <a:pt x="1612808" y="1512653"/>
                  </a:lnTo>
                  <a:close/>
                  <a:moveTo>
                    <a:pt x="1427825" y="1512419"/>
                  </a:moveTo>
                  <a:lnTo>
                    <a:pt x="1427825" y="1705477"/>
                  </a:lnTo>
                  <a:lnTo>
                    <a:pt x="1430676" y="1705477"/>
                  </a:lnTo>
                  <a:lnTo>
                    <a:pt x="1430676" y="1513600"/>
                  </a:lnTo>
                  <a:lnTo>
                    <a:pt x="1431623" y="1512653"/>
                  </a:lnTo>
                  <a:lnTo>
                    <a:pt x="1432815" y="1512653"/>
                  </a:lnTo>
                  <a:lnTo>
                    <a:pt x="1432815" y="1509802"/>
                  </a:lnTo>
                  <a:lnTo>
                    <a:pt x="1430442" y="1509802"/>
                  </a:lnTo>
                  <a:lnTo>
                    <a:pt x="1427825" y="1512419"/>
                  </a:lnTo>
                  <a:close/>
                  <a:moveTo>
                    <a:pt x="1252231" y="1512653"/>
                  </a:moveTo>
                  <a:lnTo>
                    <a:pt x="1253178" y="1513600"/>
                  </a:lnTo>
                  <a:lnTo>
                    <a:pt x="1253178" y="1703695"/>
                  </a:lnTo>
                  <a:lnTo>
                    <a:pt x="1256030" y="1703695"/>
                  </a:lnTo>
                  <a:lnTo>
                    <a:pt x="1256030" y="1512419"/>
                  </a:lnTo>
                  <a:lnTo>
                    <a:pt x="1253412" y="1509802"/>
                  </a:lnTo>
                  <a:lnTo>
                    <a:pt x="1251040" y="1509802"/>
                  </a:lnTo>
                  <a:lnTo>
                    <a:pt x="1251040" y="1512653"/>
                  </a:lnTo>
                  <a:lnTo>
                    <a:pt x="1252231" y="1512653"/>
                  </a:lnTo>
                  <a:close/>
                  <a:moveTo>
                    <a:pt x="1074611" y="1512653"/>
                  </a:moveTo>
                  <a:lnTo>
                    <a:pt x="1074611" y="1509802"/>
                  </a:lnTo>
                  <a:lnTo>
                    <a:pt x="1071047" y="1509802"/>
                  </a:lnTo>
                  <a:lnTo>
                    <a:pt x="1071047" y="1512653"/>
                  </a:lnTo>
                  <a:lnTo>
                    <a:pt x="1074611" y="1512653"/>
                  </a:lnTo>
                  <a:close/>
                  <a:moveTo>
                    <a:pt x="894618" y="1512653"/>
                  </a:moveTo>
                  <a:lnTo>
                    <a:pt x="894618" y="1509802"/>
                  </a:lnTo>
                  <a:lnTo>
                    <a:pt x="892836" y="1509802"/>
                  </a:lnTo>
                  <a:lnTo>
                    <a:pt x="892836" y="1512653"/>
                  </a:lnTo>
                  <a:lnTo>
                    <a:pt x="894618" y="1512653"/>
                  </a:lnTo>
                  <a:close/>
                  <a:moveTo>
                    <a:pt x="709635" y="1512419"/>
                  </a:moveTo>
                  <a:lnTo>
                    <a:pt x="709635" y="1848046"/>
                  </a:lnTo>
                  <a:lnTo>
                    <a:pt x="712487" y="1848046"/>
                  </a:lnTo>
                  <a:lnTo>
                    <a:pt x="712487" y="1513600"/>
                  </a:lnTo>
                  <a:lnTo>
                    <a:pt x="713434" y="1512653"/>
                  </a:lnTo>
                  <a:lnTo>
                    <a:pt x="714982" y="1513600"/>
                  </a:lnTo>
                  <a:lnTo>
                    <a:pt x="714982" y="1848046"/>
                  </a:lnTo>
                  <a:lnTo>
                    <a:pt x="717833" y="1848046"/>
                  </a:lnTo>
                  <a:lnTo>
                    <a:pt x="717833" y="1512419"/>
                  </a:lnTo>
                  <a:lnTo>
                    <a:pt x="715216" y="1509802"/>
                  </a:lnTo>
                  <a:lnTo>
                    <a:pt x="712253" y="1509802"/>
                  </a:lnTo>
                  <a:lnTo>
                    <a:pt x="709635" y="1512419"/>
                  </a:lnTo>
                  <a:close/>
                  <a:moveTo>
                    <a:pt x="534632" y="1512653"/>
                  </a:moveTo>
                  <a:lnTo>
                    <a:pt x="534632" y="1509802"/>
                  </a:lnTo>
                  <a:lnTo>
                    <a:pt x="532850" y="1509802"/>
                  </a:lnTo>
                  <a:lnTo>
                    <a:pt x="532850" y="1512653"/>
                  </a:lnTo>
                  <a:lnTo>
                    <a:pt x="534632" y="1512653"/>
                  </a:lnTo>
                  <a:close/>
                  <a:moveTo>
                    <a:pt x="356422" y="1512653"/>
                  </a:moveTo>
                  <a:lnTo>
                    <a:pt x="356422" y="1509802"/>
                  </a:lnTo>
                  <a:lnTo>
                    <a:pt x="354639" y="1509802"/>
                  </a:lnTo>
                  <a:lnTo>
                    <a:pt x="354639" y="1512653"/>
                  </a:lnTo>
                  <a:lnTo>
                    <a:pt x="356422" y="1512653"/>
                  </a:lnTo>
                  <a:close/>
                  <a:moveTo>
                    <a:pt x="1971368" y="1144113"/>
                  </a:moveTo>
                  <a:lnTo>
                    <a:pt x="1974219" y="1144113"/>
                  </a:lnTo>
                  <a:lnTo>
                    <a:pt x="1974219" y="1022930"/>
                  </a:lnTo>
                  <a:lnTo>
                    <a:pt x="1971368" y="1022930"/>
                  </a:lnTo>
                  <a:lnTo>
                    <a:pt x="1971368" y="1144113"/>
                  </a:lnTo>
                  <a:close/>
                  <a:moveTo>
                    <a:pt x="1427825" y="1144113"/>
                  </a:moveTo>
                  <a:lnTo>
                    <a:pt x="1430676" y="1144113"/>
                  </a:lnTo>
                  <a:lnTo>
                    <a:pt x="1430676" y="716407"/>
                  </a:lnTo>
                  <a:lnTo>
                    <a:pt x="1427825" y="716407"/>
                  </a:lnTo>
                  <a:lnTo>
                    <a:pt x="1427825" y="1144113"/>
                  </a:lnTo>
                  <a:close/>
                  <a:moveTo>
                    <a:pt x="1253178" y="1144113"/>
                  </a:moveTo>
                  <a:lnTo>
                    <a:pt x="1256030" y="1144113"/>
                  </a:lnTo>
                  <a:lnTo>
                    <a:pt x="1256030" y="684329"/>
                  </a:lnTo>
                  <a:lnTo>
                    <a:pt x="1253178" y="684329"/>
                  </a:lnTo>
                  <a:lnTo>
                    <a:pt x="1253178" y="1144113"/>
                  </a:lnTo>
                  <a:close/>
                  <a:moveTo>
                    <a:pt x="714982" y="1144113"/>
                  </a:moveTo>
                  <a:lnTo>
                    <a:pt x="717833" y="1144113"/>
                  </a:lnTo>
                  <a:lnTo>
                    <a:pt x="717833" y="384935"/>
                  </a:lnTo>
                  <a:lnTo>
                    <a:pt x="714982" y="384935"/>
                  </a:lnTo>
                  <a:lnTo>
                    <a:pt x="714982" y="1144113"/>
                  </a:lnTo>
                  <a:close/>
                  <a:moveTo>
                    <a:pt x="709635" y="1144113"/>
                  </a:moveTo>
                  <a:lnTo>
                    <a:pt x="712487" y="1144113"/>
                  </a:lnTo>
                  <a:lnTo>
                    <a:pt x="712487" y="383153"/>
                  </a:lnTo>
                  <a:lnTo>
                    <a:pt x="709635" y="383153"/>
                  </a:lnTo>
                  <a:lnTo>
                    <a:pt x="709635" y="1144113"/>
                  </a:lnTo>
                  <a:close/>
                  <a:moveTo>
                    <a:pt x="1971368" y="999762"/>
                  </a:moveTo>
                  <a:lnTo>
                    <a:pt x="1974219" y="999762"/>
                  </a:lnTo>
                  <a:lnTo>
                    <a:pt x="1974219" y="124748"/>
                  </a:lnTo>
                  <a:lnTo>
                    <a:pt x="1971368" y="124748"/>
                  </a:lnTo>
                  <a:lnTo>
                    <a:pt x="1971368" y="999762"/>
                  </a:lnTo>
                  <a:close/>
                  <a:moveTo>
                    <a:pt x="1427825" y="693240"/>
                  </a:moveTo>
                  <a:lnTo>
                    <a:pt x="1430676" y="693240"/>
                  </a:lnTo>
                  <a:lnTo>
                    <a:pt x="1430676" y="124748"/>
                  </a:lnTo>
                  <a:lnTo>
                    <a:pt x="1427825" y="124748"/>
                  </a:lnTo>
                  <a:lnTo>
                    <a:pt x="1427825" y="693240"/>
                  </a:lnTo>
                  <a:close/>
                  <a:moveTo>
                    <a:pt x="1253178" y="632648"/>
                  </a:moveTo>
                  <a:lnTo>
                    <a:pt x="1256030" y="632648"/>
                  </a:lnTo>
                  <a:lnTo>
                    <a:pt x="1256030" y="124748"/>
                  </a:lnTo>
                  <a:lnTo>
                    <a:pt x="1253178" y="124748"/>
                  </a:lnTo>
                  <a:lnTo>
                    <a:pt x="1253178" y="632648"/>
                  </a:lnTo>
                  <a:close/>
                  <a:moveTo>
                    <a:pt x="714982" y="361768"/>
                  </a:moveTo>
                  <a:lnTo>
                    <a:pt x="717833" y="361768"/>
                  </a:lnTo>
                  <a:lnTo>
                    <a:pt x="717833" y="124748"/>
                  </a:lnTo>
                  <a:lnTo>
                    <a:pt x="714982" y="124748"/>
                  </a:lnTo>
                  <a:lnTo>
                    <a:pt x="714982" y="361768"/>
                  </a:lnTo>
                  <a:close/>
                  <a:moveTo>
                    <a:pt x="709635" y="358204"/>
                  </a:moveTo>
                  <a:lnTo>
                    <a:pt x="712487" y="358204"/>
                  </a:lnTo>
                  <a:lnTo>
                    <a:pt x="712487" y="124748"/>
                  </a:lnTo>
                  <a:lnTo>
                    <a:pt x="709635" y="124748"/>
                  </a:lnTo>
                  <a:lnTo>
                    <a:pt x="709635" y="35820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30" name="Vector layer F0F0F0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791375" y="1848046"/>
                  </a:moveTo>
                  <a:lnTo>
                    <a:pt x="1794226" y="1848046"/>
                  </a:lnTo>
                  <a:lnTo>
                    <a:pt x="1794226" y="1728645"/>
                  </a:lnTo>
                  <a:lnTo>
                    <a:pt x="1791375" y="1728645"/>
                  </a:lnTo>
                  <a:lnTo>
                    <a:pt x="1791375" y="1848046"/>
                  </a:lnTo>
                  <a:close/>
                  <a:moveTo>
                    <a:pt x="1607818" y="1848046"/>
                  </a:moveTo>
                  <a:lnTo>
                    <a:pt x="1610669" y="1848046"/>
                  </a:lnTo>
                  <a:lnTo>
                    <a:pt x="1610669" y="1716170"/>
                  </a:lnTo>
                  <a:lnTo>
                    <a:pt x="1607818" y="1716170"/>
                  </a:lnTo>
                  <a:lnTo>
                    <a:pt x="1607818" y="1848046"/>
                  </a:lnTo>
                  <a:close/>
                  <a:moveTo>
                    <a:pt x="889628" y="1848046"/>
                  </a:moveTo>
                  <a:lnTo>
                    <a:pt x="892480" y="1848046"/>
                  </a:lnTo>
                  <a:lnTo>
                    <a:pt x="892480" y="1709041"/>
                  </a:lnTo>
                  <a:lnTo>
                    <a:pt x="889628" y="1709041"/>
                  </a:lnTo>
                  <a:lnTo>
                    <a:pt x="889628" y="1848046"/>
                  </a:lnTo>
                  <a:close/>
                  <a:moveTo>
                    <a:pt x="534989" y="1848046"/>
                  </a:moveTo>
                  <a:lnTo>
                    <a:pt x="537840" y="1848046"/>
                  </a:lnTo>
                  <a:lnTo>
                    <a:pt x="537840" y="1709041"/>
                  </a:lnTo>
                  <a:lnTo>
                    <a:pt x="534989" y="1709041"/>
                  </a:lnTo>
                  <a:lnTo>
                    <a:pt x="534989" y="1848046"/>
                  </a:lnTo>
                  <a:close/>
                  <a:moveTo>
                    <a:pt x="351432" y="1848046"/>
                  </a:moveTo>
                  <a:lnTo>
                    <a:pt x="354283" y="1848046"/>
                  </a:lnTo>
                  <a:lnTo>
                    <a:pt x="354283" y="1709041"/>
                  </a:lnTo>
                  <a:lnTo>
                    <a:pt x="351432" y="1709041"/>
                  </a:lnTo>
                  <a:lnTo>
                    <a:pt x="351432" y="1848046"/>
                  </a:lnTo>
                  <a:close/>
                  <a:moveTo>
                    <a:pt x="1791375" y="1705477"/>
                  </a:moveTo>
                  <a:lnTo>
                    <a:pt x="1794226" y="1705477"/>
                  </a:lnTo>
                  <a:lnTo>
                    <a:pt x="1794226" y="1513010"/>
                  </a:lnTo>
                  <a:lnTo>
                    <a:pt x="1791375" y="1513010"/>
                  </a:lnTo>
                  <a:lnTo>
                    <a:pt x="1791375" y="1705477"/>
                  </a:lnTo>
                  <a:close/>
                  <a:moveTo>
                    <a:pt x="1607818" y="1705477"/>
                  </a:moveTo>
                  <a:lnTo>
                    <a:pt x="1610669" y="1705477"/>
                  </a:lnTo>
                  <a:lnTo>
                    <a:pt x="1610669" y="1513010"/>
                  </a:lnTo>
                  <a:lnTo>
                    <a:pt x="1607818" y="1513010"/>
                  </a:lnTo>
                  <a:lnTo>
                    <a:pt x="1607818" y="1705477"/>
                  </a:lnTo>
                  <a:close/>
                  <a:moveTo>
                    <a:pt x="889628" y="1696567"/>
                  </a:moveTo>
                  <a:lnTo>
                    <a:pt x="892480" y="1696567"/>
                  </a:lnTo>
                  <a:lnTo>
                    <a:pt x="892480" y="1513010"/>
                  </a:lnTo>
                  <a:lnTo>
                    <a:pt x="889628" y="1513010"/>
                  </a:lnTo>
                  <a:lnTo>
                    <a:pt x="889628" y="1696567"/>
                  </a:lnTo>
                  <a:close/>
                  <a:moveTo>
                    <a:pt x="534989" y="1689438"/>
                  </a:moveTo>
                  <a:lnTo>
                    <a:pt x="537840" y="1689438"/>
                  </a:lnTo>
                  <a:lnTo>
                    <a:pt x="537840" y="1513010"/>
                  </a:lnTo>
                  <a:lnTo>
                    <a:pt x="534989" y="1513010"/>
                  </a:lnTo>
                  <a:lnTo>
                    <a:pt x="534989" y="1689438"/>
                  </a:lnTo>
                  <a:close/>
                  <a:moveTo>
                    <a:pt x="351432" y="1682310"/>
                  </a:moveTo>
                  <a:lnTo>
                    <a:pt x="354283" y="1682310"/>
                  </a:lnTo>
                  <a:lnTo>
                    <a:pt x="354283" y="1513010"/>
                  </a:lnTo>
                  <a:lnTo>
                    <a:pt x="351432" y="1513010"/>
                  </a:lnTo>
                  <a:lnTo>
                    <a:pt x="351432" y="1682310"/>
                  </a:lnTo>
                  <a:close/>
                  <a:moveTo>
                    <a:pt x="1791375" y="1144113"/>
                  </a:moveTo>
                  <a:lnTo>
                    <a:pt x="1794226" y="1144113"/>
                  </a:lnTo>
                  <a:lnTo>
                    <a:pt x="1794226" y="921350"/>
                  </a:lnTo>
                  <a:lnTo>
                    <a:pt x="1791375" y="921350"/>
                  </a:lnTo>
                  <a:lnTo>
                    <a:pt x="1791375" y="1144113"/>
                  </a:lnTo>
                  <a:close/>
                  <a:moveTo>
                    <a:pt x="1607818" y="1144113"/>
                  </a:moveTo>
                  <a:lnTo>
                    <a:pt x="1610669" y="1144113"/>
                  </a:lnTo>
                  <a:lnTo>
                    <a:pt x="1610669" y="817987"/>
                  </a:lnTo>
                  <a:lnTo>
                    <a:pt x="1607818" y="817987"/>
                  </a:lnTo>
                  <a:lnTo>
                    <a:pt x="1607818" y="1144113"/>
                  </a:lnTo>
                  <a:close/>
                  <a:moveTo>
                    <a:pt x="351432" y="1144113"/>
                  </a:moveTo>
                  <a:lnTo>
                    <a:pt x="354283" y="1144113"/>
                  </a:lnTo>
                  <a:lnTo>
                    <a:pt x="354283" y="629084"/>
                  </a:lnTo>
                  <a:lnTo>
                    <a:pt x="351432" y="629084"/>
                  </a:lnTo>
                  <a:lnTo>
                    <a:pt x="351432" y="1144113"/>
                  </a:lnTo>
                  <a:close/>
                  <a:moveTo>
                    <a:pt x="889628" y="1144113"/>
                  </a:moveTo>
                  <a:lnTo>
                    <a:pt x="892480" y="1144113"/>
                  </a:lnTo>
                  <a:lnTo>
                    <a:pt x="892480" y="482951"/>
                  </a:lnTo>
                  <a:lnTo>
                    <a:pt x="889628" y="482951"/>
                  </a:lnTo>
                  <a:lnTo>
                    <a:pt x="889628" y="1144113"/>
                  </a:lnTo>
                  <a:close/>
                  <a:moveTo>
                    <a:pt x="534989" y="1144113"/>
                  </a:moveTo>
                  <a:lnTo>
                    <a:pt x="537840" y="1144113"/>
                  </a:lnTo>
                  <a:lnTo>
                    <a:pt x="537840" y="283355"/>
                  </a:lnTo>
                  <a:lnTo>
                    <a:pt x="534989" y="283355"/>
                  </a:lnTo>
                  <a:lnTo>
                    <a:pt x="534989" y="1144113"/>
                  </a:lnTo>
                  <a:close/>
                  <a:moveTo>
                    <a:pt x="1791375" y="898182"/>
                  </a:moveTo>
                  <a:lnTo>
                    <a:pt x="1794226" y="898182"/>
                  </a:lnTo>
                  <a:lnTo>
                    <a:pt x="1794226" y="124748"/>
                  </a:lnTo>
                  <a:lnTo>
                    <a:pt x="1791375" y="124748"/>
                  </a:lnTo>
                  <a:lnTo>
                    <a:pt x="1791375" y="898182"/>
                  </a:lnTo>
                  <a:close/>
                  <a:moveTo>
                    <a:pt x="1607818" y="794820"/>
                  </a:moveTo>
                  <a:lnTo>
                    <a:pt x="1610669" y="794820"/>
                  </a:lnTo>
                  <a:lnTo>
                    <a:pt x="1610669" y="124748"/>
                  </a:lnTo>
                  <a:lnTo>
                    <a:pt x="1607818" y="124748"/>
                  </a:lnTo>
                  <a:lnTo>
                    <a:pt x="1607818" y="794820"/>
                  </a:lnTo>
                  <a:close/>
                  <a:moveTo>
                    <a:pt x="889628" y="459784"/>
                  </a:moveTo>
                  <a:lnTo>
                    <a:pt x="892480" y="459784"/>
                  </a:lnTo>
                  <a:lnTo>
                    <a:pt x="892480" y="124748"/>
                  </a:lnTo>
                  <a:lnTo>
                    <a:pt x="889628" y="124748"/>
                  </a:lnTo>
                  <a:lnTo>
                    <a:pt x="889628" y="459784"/>
                  </a:lnTo>
                  <a:close/>
                  <a:moveTo>
                    <a:pt x="534989" y="260188"/>
                  </a:moveTo>
                  <a:lnTo>
                    <a:pt x="537840" y="260188"/>
                  </a:lnTo>
                  <a:lnTo>
                    <a:pt x="537840" y="124748"/>
                  </a:lnTo>
                  <a:lnTo>
                    <a:pt x="534989" y="124748"/>
                  </a:lnTo>
                  <a:lnTo>
                    <a:pt x="534989" y="260188"/>
                  </a:lnTo>
                  <a:close/>
                  <a:moveTo>
                    <a:pt x="351432" y="160390"/>
                  </a:moveTo>
                  <a:lnTo>
                    <a:pt x="354283" y="160390"/>
                  </a:lnTo>
                  <a:lnTo>
                    <a:pt x="354283" y="124748"/>
                  </a:lnTo>
                  <a:lnTo>
                    <a:pt x="351432" y="124748"/>
                  </a:lnTo>
                  <a:lnTo>
                    <a:pt x="351432" y="16039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031" name="Vector layer EEEEEE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978140" y="1838779"/>
                  </a:moveTo>
                  <a:lnTo>
                    <a:pt x="1978140" y="1835927"/>
                  </a:lnTo>
                  <a:lnTo>
                    <a:pt x="1976358" y="1835927"/>
                  </a:lnTo>
                  <a:lnTo>
                    <a:pt x="1976358" y="1838779"/>
                  </a:lnTo>
                  <a:lnTo>
                    <a:pt x="1978140" y="1838779"/>
                  </a:lnTo>
                  <a:close/>
                  <a:moveTo>
                    <a:pt x="1698349" y="1721160"/>
                  </a:moveTo>
                  <a:lnTo>
                    <a:pt x="1698349" y="1718308"/>
                  </a:lnTo>
                  <a:lnTo>
                    <a:pt x="1696567" y="1718308"/>
                  </a:lnTo>
                  <a:lnTo>
                    <a:pt x="1696567" y="1721160"/>
                  </a:lnTo>
                  <a:lnTo>
                    <a:pt x="1698349" y="1721160"/>
                  </a:lnTo>
                  <a:close/>
                  <a:moveTo>
                    <a:pt x="1691220" y="1721160"/>
                  </a:moveTo>
                  <a:lnTo>
                    <a:pt x="1691220" y="1718308"/>
                  </a:lnTo>
                  <a:lnTo>
                    <a:pt x="1689438" y="1718308"/>
                  </a:lnTo>
                  <a:lnTo>
                    <a:pt x="1689438" y="1721160"/>
                  </a:lnTo>
                  <a:lnTo>
                    <a:pt x="1691220" y="1721160"/>
                  </a:lnTo>
                  <a:close/>
                  <a:moveTo>
                    <a:pt x="1930379" y="1759531"/>
                  </a:moveTo>
                  <a:lnTo>
                    <a:pt x="1932996" y="1762148"/>
                  </a:lnTo>
                  <a:lnTo>
                    <a:pt x="1935369" y="1762148"/>
                  </a:lnTo>
                  <a:lnTo>
                    <a:pt x="1935369" y="1759297"/>
                  </a:lnTo>
                  <a:lnTo>
                    <a:pt x="1934177" y="1759297"/>
                  </a:lnTo>
                  <a:lnTo>
                    <a:pt x="1933231" y="1758350"/>
                  </a:lnTo>
                  <a:lnTo>
                    <a:pt x="1933231" y="1709041"/>
                  </a:lnTo>
                  <a:lnTo>
                    <a:pt x="1930379" y="1709041"/>
                  </a:lnTo>
                  <a:lnTo>
                    <a:pt x="1930379" y="1759531"/>
                  </a:lnTo>
                  <a:close/>
                  <a:moveTo>
                    <a:pt x="1923251" y="1758940"/>
                  </a:moveTo>
                  <a:lnTo>
                    <a:pt x="1926102" y="1758940"/>
                  </a:lnTo>
                  <a:lnTo>
                    <a:pt x="1926102" y="1709041"/>
                  </a:lnTo>
                  <a:lnTo>
                    <a:pt x="1923251" y="1709041"/>
                  </a:lnTo>
                  <a:lnTo>
                    <a:pt x="1923251" y="1758940"/>
                  </a:lnTo>
                  <a:close/>
                  <a:moveTo>
                    <a:pt x="1916122" y="1755376"/>
                  </a:moveTo>
                  <a:lnTo>
                    <a:pt x="1918974" y="1755376"/>
                  </a:lnTo>
                  <a:lnTo>
                    <a:pt x="1918974" y="1709041"/>
                  </a:lnTo>
                  <a:lnTo>
                    <a:pt x="1916122" y="1709041"/>
                  </a:lnTo>
                  <a:lnTo>
                    <a:pt x="1916122" y="1755376"/>
                  </a:lnTo>
                  <a:close/>
                  <a:moveTo>
                    <a:pt x="1908994" y="1753594"/>
                  </a:moveTo>
                  <a:lnTo>
                    <a:pt x="1911845" y="1753594"/>
                  </a:lnTo>
                  <a:lnTo>
                    <a:pt x="1911845" y="1709041"/>
                  </a:lnTo>
                  <a:lnTo>
                    <a:pt x="1908994" y="1709041"/>
                  </a:lnTo>
                  <a:lnTo>
                    <a:pt x="1908994" y="1753594"/>
                  </a:lnTo>
                  <a:close/>
                  <a:moveTo>
                    <a:pt x="1901865" y="1751812"/>
                  </a:moveTo>
                  <a:lnTo>
                    <a:pt x="1904717" y="1751812"/>
                  </a:lnTo>
                  <a:lnTo>
                    <a:pt x="1904717" y="1709041"/>
                  </a:lnTo>
                  <a:lnTo>
                    <a:pt x="1901865" y="1709041"/>
                  </a:lnTo>
                  <a:lnTo>
                    <a:pt x="1901865" y="1751812"/>
                  </a:lnTo>
                  <a:close/>
                  <a:moveTo>
                    <a:pt x="1894737" y="1751812"/>
                  </a:moveTo>
                  <a:lnTo>
                    <a:pt x="1897588" y="1751812"/>
                  </a:lnTo>
                  <a:lnTo>
                    <a:pt x="1897588" y="1709041"/>
                  </a:lnTo>
                  <a:lnTo>
                    <a:pt x="1894737" y="1709041"/>
                  </a:lnTo>
                  <a:lnTo>
                    <a:pt x="1894737" y="1751812"/>
                  </a:lnTo>
                  <a:close/>
                  <a:moveTo>
                    <a:pt x="1887609" y="1748838"/>
                  </a:moveTo>
                  <a:lnTo>
                    <a:pt x="1889808" y="1751038"/>
                  </a:lnTo>
                  <a:lnTo>
                    <a:pt x="1891824" y="1749022"/>
                  </a:lnTo>
                  <a:lnTo>
                    <a:pt x="1890460" y="1747657"/>
                  </a:lnTo>
                  <a:lnTo>
                    <a:pt x="1890460" y="1709041"/>
                  </a:lnTo>
                  <a:lnTo>
                    <a:pt x="1887609" y="1709041"/>
                  </a:lnTo>
                  <a:lnTo>
                    <a:pt x="1887609" y="1748838"/>
                  </a:lnTo>
                  <a:close/>
                  <a:moveTo>
                    <a:pt x="1880480" y="1746466"/>
                  </a:moveTo>
                  <a:lnTo>
                    <a:pt x="1883331" y="1746466"/>
                  </a:lnTo>
                  <a:lnTo>
                    <a:pt x="1883331" y="1709041"/>
                  </a:lnTo>
                  <a:lnTo>
                    <a:pt x="1880480" y="1709041"/>
                  </a:lnTo>
                  <a:lnTo>
                    <a:pt x="1880480" y="1746466"/>
                  </a:lnTo>
                  <a:close/>
                  <a:moveTo>
                    <a:pt x="1873352" y="1744684"/>
                  </a:moveTo>
                  <a:lnTo>
                    <a:pt x="1876203" y="1744684"/>
                  </a:lnTo>
                  <a:lnTo>
                    <a:pt x="1876203" y="1709041"/>
                  </a:lnTo>
                  <a:lnTo>
                    <a:pt x="1873352" y="1709041"/>
                  </a:lnTo>
                  <a:lnTo>
                    <a:pt x="1873352" y="1744684"/>
                  </a:lnTo>
                  <a:close/>
                  <a:moveTo>
                    <a:pt x="1784246" y="1725080"/>
                  </a:moveTo>
                  <a:lnTo>
                    <a:pt x="1787098" y="1725080"/>
                  </a:lnTo>
                  <a:lnTo>
                    <a:pt x="1787098" y="1709041"/>
                  </a:lnTo>
                  <a:lnTo>
                    <a:pt x="1784246" y="1709041"/>
                  </a:lnTo>
                  <a:lnTo>
                    <a:pt x="1784246" y="1725080"/>
                  </a:lnTo>
                  <a:close/>
                  <a:moveTo>
                    <a:pt x="1775753" y="1724072"/>
                  </a:moveTo>
                  <a:lnTo>
                    <a:pt x="1777770" y="1726088"/>
                  </a:lnTo>
                  <a:lnTo>
                    <a:pt x="1779969" y="1723889"/>
                  </a:lnTo>
                  <a:lnTo>
                    <a:pt x="1779969" y="1709041"/>
                  </a:lnTo>
                  <a:lnTo>
                    <a:pt x="1777118" y="1709041"/>
                  </a:lnTo>
                  <a:lnTo>
                    <a:pt x="1777118" y="1722708"/>
                  </a:lnTo>
                  <a:lnTo>
                    <a:pt x="1775753" y="1724072"/>
                  </a:lnTo>
                  <a:close/>
                  <a:moveTo>
                    <a:pt x="1769989" y="1721516"/>
                  </a:moveTo>
                  <a:lnTo>
                    <a:pt x="1772841" y="1721516"/>
                  </a:lnTo>
                  <a:lnTo>
                    <a:pt x="1772841" y="1709041"/>
                  </a:lnTo>
                  <a:lnTo>
                    <a:pt x="1769989" y="1709041"/>
                  </a:lnTo>
                  <a:lnTo>
                    <a:pt x="1769989" y="1721516"/>
                  </a:lnTo>
                  <a:close/>
                  <a:moveTo>
                    <a:pt x="1762861" y="1721516"/>
                  </a:moveTo>
                  <a:lnTo>
                    <a:pt x="1765712" y="1721516"/>
                  </a:lnTo>
                  <a:lnTo>
                    <a:pt x="1765712" y="1709041"/>
                  </a:lnTo>
                  <a:lnTo>
                    <a:pt x="1762861" y="1709041"/>
                  </a:lnTo>
                  <a:lnTo>
                    <a:pt x="1762861" y="1721516"/>
                  </a:lnTo>
                  <a:close/>
                  <a:moveTo>
                    <a:pt x="1755733" y="1721516"/>
                  </a:moveTo>
                  <a:lnTo>
                    <a:pt x="1758584" y="1721516"/>
                  </a:lnTo>
                  <a:lnTo>
                    <a:pt x="1758584" y="1709041"/>
                  </a:lnTo>
                  <a:lnTo>
                    <a:pt x="1755733" y="1709041"/>
                  </a:lnTo>
                  <a:lnTo>
                    <a:pt x="1755733" y="1721516"/>
                  </a:lnTo>
                  <a:close/>
                  <a:moveTo>
                    <a:pt x="1748604" y="1721516"/>
                  </a:moveTo>
                  <a:lnTo>
                    <a:pt x="1751456" y="1721516"/>
                  </a:lnTo>
                  <a:lnTo>
                    <a:pt x="1751456" y="1709041"/>
                  </a:lnTo>
                  <a:lnTo>
                    <a:pt x="1748604" y="1709041"/>
                  </a:lnTo>
                  <a:lnTo>
                    <a:pt x="1748604" y="1721516"/>
                  </a:lnTo>
                  <a:close/>
                  <a:moveTo>
                    <a:pt x="1741476" y="1721516"/>
                  </a:moveTo>
                  <a:lnTo>
                    <a:pt x="1744327" y="1721516"/>
                  </a:lnTo>
                  <a:lnTo>
                    <a:pt x="1744327" y="1709041"/>
                  </a:lnTo>
                  <a:lnTo>
                    <a:pt x="1741476" y="1709041"/>
                  </a:lnTo>
                  <a:lnTo>
                    <a:pt x="1741476" y="1721516"/>
                  </a:lnTo>
                  <a:close/>
                  <a:moveTo>
                    <a:pt x="1734347" y="1719734"/>
                  </a:moveTo>
                  <a:lnTo>
                    <a:pt x="1737199" y="1719734"/>
                  </a:lnTo>
                  <a:lnTo>
                    <a:pt x="1737199" y="1709041"/>
                  </a:lnTo>
                  <a:lnTo>
                    <a:pt x="1734347" y="1709041"/>
                  </a:lnTo>
                  <a:lnTo>
                    <a:pt x="1734347" y="1719734"/>
                  </a:lnTo>
                  <a:close/>
                  <a:moveTo>
                    <a:pt x="1727219" y="1719734"/>
                  </a:moveTo>
                  <a:lnTo>
                    <a:pt x="1730070" y="1719734"/>
                  </a:lnTo>
                  <a:lnTo>
                    <a:pt x="1730070" y="1709041"/>
                  </a:lnTo>
                  <a:lnTo>
                    <a:pt x="1727219" y="1709041"/>
                  </a:lnTo>
                  <a:lnTo>
                    <a:pt x="1727219" y="1719734"/>
                  </a:lnTo>
                  <a:close/>
                  <a:moveTo>
                    <a:pt x="1679102" y="1716170"/>
                  </a:moveTo>
                  <a:lnTo>
                    <a:pt x="1681953" y="1716170"/>
                  </a:lnTo>
                  <a:lnTo>
                    <a:pt x="1681953" y="1709041"/>
                  </a:lnTo>
                  <a:lnTo>
                    <a:pt x="1679102" y="1709041"/>
                  </a:lnTo>
                  <a:lnTo>
                    <a:pt x="1679102" y="1716170"/>
                  </a:lnTo>
                  <a:close/>
                  <a:moveTo>
                    <a:pt x="1671974" y="1716170"/>
                  </a:moveTo>
                  <a:lnTo>
                    <a:pt x="1674825" y="1716170"/>
                  </a:lnTo>
                  <a:lnTo>
                    <a:pt x="1674825" y="1709041"/>
                  </a:lnTo>
                  <a:lnTo>
                    <a:pt x="1671974" y="1709041"/>
                  </a:lnTo>
                  <a:lnTo>
                    <a:pt x="1671974" y="1716170"/>
                  </a:lnTo>
                  <a:close/>
                  <a:moveTo>
                    <a:pt x="1664845" y="1716760"/>
                  </a:moveTo>
                  <a:lnTo>
                    <a:pt x="1667462" y="1719378"/>
                  </a:lnTo>
                  <a:lnTo>
                    <a:pt x="1669835" y="1719378"/>
                  </a:lnTo>
                  <a:lnTo>
                    <a:pt x="1669835" y="1716526"/>
                  </a:lnTo>
                  <a:lnTo>
                    <a:pt x="1668643" y="1716526"/>
                  </a:lnTo>
                  <a:lnTo>
                    <a:pt x="1667696" y="1715579"/>
                  </a:lnTo>
                  <a:lnTo>
                    <a:pt x="1667696" y="1709041"/>
                  </a:lnTo>
                  <a:lnTo>
                    <a:pt x="1664845" y="1709041"/>
                  </a:lnTo>
                  <a:lnTo>
                    <a:pt x="1664845" y="1716760"/>
                  </a:lnTo>
                  <a:close/>
                  <a:moveTo>
                    <a:pt x="1657717" y="1716760"/>
                  </a:moveTo>
                  <a:lnTo>
                    <a:pt x="1659916" y="1718960"/>
                  </a:lnTo>
                  <a:lnTo>
                    <a:pt x="1661933" y="1716944"/>
                  </a:lnTo>
                  <a:lnTo>
                    <a:pt x="1660568" y="1715579"/>
                  </a:lnTo>
                  <a:lnTo>
                    <a:pt x="1660568" y="1709041"/>
                  </a:lnTo>
                  <a:lnTo>
                    <a:pt x="1657717" y="1709041"/>
                  </a:lnTo>
                  <a:lnTo>
                    <a:pt x="1657717" y="1716760"/>
                  </a:lnTo>
                  <a:close/>
                  <a:moveTo>
                    <a:pt x="1650588" y="1716760"/>
                  </a:moveTo>
                  <a:lnTo>
                    <a:pt x="1652788" y="1718960"/>
                  </a:lnTo>
                  <a:lnTo>
                    <a:pt x="1654804" y="1716944"/>
                  </a:lnTo>
                  <a:lnTo>
                    <a:pt x="1653440" y="1715579"/>
                  </a:lnTo>
                  <a:lnTo>
                    <a:pt x="1653440" y="1709041"/>
                  </a:lnTo>
                  <a:lnTo>
                    <a:pt x="1650588" y="1709041"/>
                  </a:lnTo>
                  <a:lnTo>
                    <a:pt x="1650588" y="1716760"/>
                  </a:lnTo>
                  <a:close/>
                  <a:moveTo>
                    <a:pt x="1643460" y="1714388"/>
                  </a:moveTo>
                  <a:lnTo>
                    <a:pt x="1646311" y="1714388"/>
                  </a:lnTo>
                  <a:lnTo>
                    <a:pt x="1646311" y="1709041"/>
                  </a:lnTo>
                  <a:lnTo>
                    <a:pt x="1643460" y="1709041"/>
                  </a:lnTo>
                  <a:lnTo>
                    <a:pt x="1643460" y="1714388"/>
                  </a:lnTo>
                  <a:close/>
                  <a:moveTo>
                    <a:pt x="1636331" y="1714388"/>
                  </a:moveTo>
                  <a:lnTo>
                    <a:pt x="1639183" y="1714388"/>
                  </a:lnTo>
                  <a:lnTo>
                    <a:pt x="1639183" y="1709041"/>
                  </a:lnTo>
                  <a:lnTo>
                    <a:pt x="1636331" y="1709041"/>
                  </a:lnTo>
                  <a:lnTo>
                    <a:pt x="1636331" y="1714388"/>
                  </a:lnTo>
                  <a:close/>
                  <a:moveTo>
                    <a:pt x="1629203" y="1712606"/>
                  </a:moveTo>
                  <a:lnTo>
                    <a:pt x="1632054" y="1712606"/>
                  </a:lnTo>
                  <a:lnTo>
                    <a:pt x="1632054" y="1709041"/>
                  </a:lnTo>
                  <a:lnTo>
                    <a:pt x="1629203" y="1709041"/>
                  </a:lnTo>
                  <a:lnTo>
                    <a:pt x="1629203" y="1712606"/>
                  </a:lnTo>
                  <a:close/>
                  <a:moveTo>
                    <a:pt x="1532969" y="1710823"/>
                  </a:moveTo>
                  <a:lnTo>
                    <a:pt x="1535820" y="1710823"/>
                  </a:lnTo>
                  <a:lnTo>
                    <a:pt x="1535820" y="1709041"/>
                  </a:lnTo>
                  <a:lnTo>
                    <a:pt x="1532969" y="1709041"/>
                  </a:lnTo>
                  <a:lnTo>
                    <a:pt x="1532969" y="1710823"/>
                  </a:lnTo>
                  <a:close/>
                  <a:moveTo>
                    <a:pt x="1525841" y="1710823"/>
                  </a:moveTo>
                  <a:lnTo>
                    <a:pt x="1528692" y="1710823"/>
                  </a:lnTo>
                  <a:lnTo>
                    <a:pt x="1528692" y="1709041"/>
                  </a:lnTo>
                  <a:lnTo>
                    <a:pt x="1525841" y="1709041"/>
                  </a:lnTo>
                  <a:lnTo>
                    <a:pt x="1525841" y="1710823"/>
                  </a:lnTo>
                  <a:close/>
                  <a:moveTo>
                    <a:pt x="1425686" y="1710467"/>
                  </a:moveTo>
                  <a:lnTo>
                    <a:pt x="1425686" y="1707616"/>
                  </a:lnTo>
                  <a:lnTo>
                    <a:pt x="1423904" y="1707616"/>
                  </a:lnTo>
                  <a:lnTo>
                    <a:pt x="1423904" y="1710467"/>
                  </a:lnTo>
                  <a:lnTo>
                    <a:pt x="1425686" y="1710467"/>
                  </a:lnTo>
                  <a:close/>
                  <a:moveTo>
                    <a:pt x="1418558" y="1710467"/>
                  </a:moveTo>
                  <a:lnTo>
                    <a:pt x="1418558" y="1707616"/>
                  </a:lnTo>
                  <a:lnTo>
                    <a:pt x="1416776" y="1707616"/>
                  </a:lnTo>
                  <a:lnTo>
                    <a:pt x="1416776" y="1710467"/>
                  </a:lnTo>
                  <a:lnTo>
                    <a:pt x="1418558" y="1710467"/>
                  </a:lnTo>
                  <a:close/>
                  <a:moveTo>
                    <a:pt x="1314187" y="1706251"/>
                  </a:moveTo>
                  <a:lnTo>
                    <a:pt x="1316204" y="1708267"/>
                  </a:lnTo>
                  <a:lnTo>
                    <a:pt x="1316978" y="1707493"/>
                  </a:lnTo>
                  <a:lnTo>
                    <a:pt x="1317752" y="1708267"/>
                  </a:lnTo>
                  <a:lnTo>
                    <a:pt x="1319768" y="1706251"/>
                  </a:lnTo>
                  <a:lnTo>
                    <a:pt x="1316978" y="1703461"/>
                  </a:lnTo>
                  <a:lnTo>
                    <a:pt x="1314187" y="1706251"/>
                  </a:lnTo>
                  <a:close/>
                  <a:moveTo>
                    <a:pt x="1310623" y="1708267"/>
                  </a:moveTo>
                  <a:lnTo>
                    <a:pt x="1312639" y="1706251"/>
                  </a:lnTo>
                  <a:lnTo>
                    <a:pt x="1310857" y="1704469"/>
                  </a:lnTo>
                  <a:lnTo>
                    <a:pt x="1308841" y="1706485"/>
                  </a:lnTo>
                  <a:lnTo>
                    <a:pt x="1310623" y="1708267"/>
                  </a:lnTo>
                  <a:close/>
                  <a:moveTo>
                    <a:pt x="1303495" y="1708267"/>
                  </a:moveTo>
                  <a:lnTo>
                    <a:pt x="1305511" y="1706251"/>
                  </a:lnTo>
                  <a:lnTo>
                    <a:pt x="1303729" y="1704469"/>
                  </a:lnTo>
                  <a:lnTo>
                    <a:pt x="1301713" y="1706485"/>
                  </a:lnTo>
                  <a:lnTo>
                    <a:pt x="1303495" y="1708267"/>
                  </a:lnTo>
                  <a:close/>
                  <a:moveTo>
                    <a:pt x="1295949" y="1707259"/>
                  </a:moveTo>
                  <a:lnTo>
                    <a:pt x="1298800" y="1707259"/>
                  </a:lnTo>
                  <a:lnTo>
                    <a:pt x="1298800" y="1705477"/>
                  </a:lnTo>
                  <a:lnTo>
                    <a:pt x="1295949" y="1705477"/>
                  </a:lnTo>
                  <a:lnTo>
                    <a:pt x="1295949" y="1707259"/>
                  </a:lnTo>
                  <a:close/>
                  <a:moveTo>
                    <a:pt x="1217180" y="1705121"/>
                  </a:moveTo>
                  <a:lnTo>
                    <a:pt x="1217180" y="1702269"/>
                  </a:lnTo>
                  <a:lnTo>
                    <a:pt x="1215398" y="1702269"/>
                  </a:lnTo>
                  <a:lnTo>
                    <a:pt x="1215398" y="1705121"/>
                  </a:lnTo>
                  <a:lnTo>
                    <a:pt x="1217180" y="1705121"/>
                  </a:lnTo>
                  <a:close/>
                  <a:moveTo>
                    <a:pt x="1210051" y="1705121"/>
                  </a:moveTo>
                  <a:lnTo>
                    <a:pt x="1210051" y="1702269"/>
                  </a:lnTo>
                  <a:lnTo>
                    <a:pt x="1208269" y="1702269"/>
                  </a:lnTo>
                  <a:lnTo>
                    <a:pt x="1208269" y="1705121"/>
                  </a:lnTo>
                  <a:lnTo>
                    <a:pt x="1210051" y="1705121"/>
                  </a:lnTo>
                  <a:close/>
                  <a:moveTo>
                    <a:pt x="1202923" y="1705121"/>
                  </a:moveTo>
                  <a:lnTo>
                    <a:pt x="1202923" y="1702269"/>
                  </a:lnTo>
                  <a:lnTo>
                    <a:pt x="1201141" y="1702269"/>
                  </a:lnTo>
                  <a:lnTo>
                    <a:pt x="1201141" y="1705121"/>
                  </a:lnTo>
                  <a:lnTo>
                    <a:pt x="1202923" y="1705121"/>
                  </a:lnTo>
                  <a:close/>
                  <a:moveTo>
                    <a:pt x="1195794" y="1705121"/>
                  </a:moveTo>
                  <a:lnTo>
                    <a:pt x="1195794" y="1702269"/>
                  </a:lnTo>
                  <a:lnTo>
                    <a:pt x="1194012" y="1702269"/>
                  </a:lnTo>
                  <a:lnTo>
                    <a:pt x="1194012" y="1705121"/>
                  </a:lnTo>
                  <a:lnTo>
                    <a:pt x="1195794" y="1705121"/>
                  </a:lnTo>
                  <a:close/>
                  <a:moveTo>
                    <a:pt x="1184094" y="1704469"/>
                  </a:moveTo>
                  <a:lnTo>
                    <a:pt x="1186110" y="1706485"/>
                  </a:lnTo>
                  <a:lnTo>
                    <a:pt x="1187474" y="1705121"/>
                  </a:lnTo>
                  <a:lnTo>
                    <a:pt x="1188666" y="1705121"/>
                  </a:lnTo>
                  <a:lnTo>
                    <a:pt x="1188666" y="1702269"/>
                  </a:lnTo>
                  <a:lnTo>
                    <a:pt x="1186293" y="1702269"/>
                  </a:lnTo>
                  <a:lnTo>
                    <a:pt x="1184094" y="1704469"/>
                  </a:lnTo>
                  <a:close/>
                  <a:moveTo>
                    <a:pt x="1176965" y="1704469"/>
                  </a:moveTo>
                  <a:lnTo>
                    <a:pt x="1178981" y="1706485"/>
                  </a:lnTo>
                  <a:lnTo>
                    <a:pt x="1180346" y="1705121"/>
                  </a:lnTo>
                  <a:lnTo>
                    <a:pt x="1181537" y="1705121"/>
                  </a:lnTo>
                  <a:lnTo>
                    <a:pt x="1181537" y="1702269"/>
                  </a:lnTo>
                  <a:lnTo>
                    <a:pt x="1179165" y="1702269"/>
                  </a:lnTo>
                  <a:lnTo>
                    <a:pt x="1176965" y="1704469"/>
                  </a:lnTo>
                  <a:close/>
                  <a:moveTo>
                    <a:pt x="1119520" y="1705477"/>
                  </a:moveTo>
                  <a:lnTo>
                    <a:pt x="1122371" y="1705477"/>
                  </a:lnTo>
                  <a:lnTo>
                    <a:pt x="1122371" y="1703695"/>
                  </a:lnTo>
                  <a:lnTo>
                    <a:pt x="1119520" y="1703695"/>
                  </a:lnTo>
                  <a:lnTo>
                    <a:pt x="1119520" y="1705477"/>
                  </a:lnTo>
                  <a:close/>
                  <a:moveTo>
                    <a:pt x="1030415" y="1705477"/>
                  </a:moveTo>
                  <a:lnTo>
                    <a:pt x="1033266" y="1705477"/>
                  </a:lnTo>
                  <a:lnTo>
                    <a:pt x="1033266" y="1701913"/>
                  </a:lnTo>
                  <a:lnTo>
                    <a:pt x="1030415" y="1701913"/>
                  </a:lnTo>
                  <a:lnTo>
                    <a:pt x="1030415" y="1705477"/>
                  </a:lnTo>
                  <a:close/>
                  <a:moveTo>
                    <a:pt x="1001901" y="1705477"/>
                  </a:moveTo>
                  <a:lnTo>
                    <a:pt x="1004752" y="1705477"/>
                  </a:lnTo>
                  <a:lnTo>
                    <a:pt x="1004752" y="1701913"/>
                  </a:lnTo>
                  <a:lnTo>
                    <a:pt x="1001901" y="1701913"/>
                  </a:lnTo>
                  <a:lnTo>
                    <a:pt x="1001901" y="1705477"/>
                  </a:lnTo>
                  <a:close/>
                  <a:moveTo>
                    <a:pt x="994773" y="1705477"/>
                  </a:moveTo>
                  <a:lnTo>
                    <a:pt x="997624" y="1705477"/>
                  </a:lnTo>
                  <a:lnTo>
                    <a:pt x="997624" y="1701913"/>
                  </a:lnTo>
                  <a:lnTo>
                    <a:pt x="994773" y="1701913"/>
                  </a:lnTo>
                  <a:lnTo>
                    <a:pt x="994773" y="1705477"/>
                  </a:lnTo>
                  <a:close/>
                  <a:moveTo>
                    <a:pt x="987644" y="1705477"/>
                  </a:moveTo>
                  <a:lnTo>
                    <a:pt x="990496" y="1705477"/>
                  </a:lnTo>
                  <a:lnTo>
                    <a:pt x="990496" y="1701913"/>
                  </a:lnTo>
                  <a:lnTo>
                    <a:pt x="987644" y="1701913"/>
                  </a:lnTo>
                  <a:lnTo>
                    <a:pt x="987644" y="1705477"/>
                  </a:lnTo>
                  <a:close/>
                  <a:moveTo>
                    <a:pt x="980516" y="1705477"/>
                  </a:moveTo>
                  <a:lnTo>
                    <a:pt x="983367" y="1705477"/>
                  </a:lnTo>
                  <a:lnTo>
                    <a:pt x="983367" y="1701913"/>
                  </a:lnTo>
                  <a:lnTo>
                    <a:pt x="980516" y="1701913"/>
                  </a:lnTo>
                  <a:lnTo>
                    <a:pt x="980516" y="1705477"/>
                  </a:lnTo>
                  <a:close/>
                  <a:moveTo>
                    <a:pt x="1023286" y="1702503"/>
                  </a:moveTo>
                  <a:lnTo>
                    <a:pt x="1023286" y="1705477"/>
                  </a:lnTo>
                  <a:lnTo>
                    <a:pt x="1026138" y="1705477"/>
                  </a:lnTo>
                  <a:lnTo>
                    <a:pt x="1026138" y="1701322"/>
                  </a:lnTo>
                  <a:lnTo>
                    <a:pt x="1023938" y="1699123"/>
                  </a:lnTo>
                  <a:lnTo>
                    <a:pt x="1021922" y="1701139"/>
                  </a:lnTo>
                  <a:lnTo>
                    <a:pt x="1023286" y="1702503"/>
                  </a:lnTo>
                  <a:close/>
                  <a:moveTo>
                    <a:pt x="1016158" y="1702503"/>
                  </a:moveTo>
                  <a:lnTo>
                    <a:pt x="1016158" y="1705477"/>
                  </a:lnTo>
                  <a:lnTo>
                    <a:pt x="1019009" y="1705477"/>
                  </a:lnTo>
                  <a:lnTo>
                    <a:pt x="1019009" y="1701322"/>
                  </a:lnTo>
                  <a:lnTo>
                    <a:pt x="1016810" y="1699123"/>
                  </a:lnTo>
                  <a:lnTo>
                    <a:pt x="1014793" y="1701139"/>
                  </a:lnTo>
                  <a:lnTo>
                    <a:pt x="1016158" y="1702503"/>
                  </a:lnTo>
                  <a:close/>
                  <a:moveTo>
                    <a:pt x="1009029" y="1702503"/>
                  </a:moveTo>
                  <a:lnTo>
                    <a:pt x="1009029" y="1705477"/>
                  </a:lnTo>
                  <a:lnTo>
                    <a:pt x="1011881" y="1705477"/>
                  </a:lnTo>
                  <a:lnTo>
                    <a:pt x="1011881" y="1701322"/>
                  </a:lnTo>
                  <a:lnTo>
                    <a:pt x="1009681" y="1699123"/>
                  </a:lnTo>
                  <a:lnTo>
                    <a:pt x="1007665" y="1701139"/>
                  </a:lnTo>
                  <a:lnTo>
                    <a:pt x="1009029" y="1702503"/>
                  </a:lnTo>
                  <a:close/>
                  <a:moveTo>
                    <a:pt x="925270" y="1705477"/>
                  </a:moveTo>
                  <a:lnTo>
                    <a:pt x="928122" y="1705477"/>
                  </a:lnTo>
                  <a:lnTo>
                    <a:pt x="928122" y="1700131"/>
                  </a:lnTo>
                  <a:lnTo>
                    <a:pt x="925270" y="1700131"/>
                  </a:lnTo>
                  <a:lnTo>
                    <a:pt x="925270" y="1705477"/>
                  </a:lnTo>
                  <a:close/>
                  <a:moveTo>
                    <a:pt x="918142" y="1705477"/>
                  </a:moveTo>
                  <a:lnTo>
                    <a:pt x="920993" y="1705477"/>
                  </a:lnTo>
                  <a:lnTo>
                    <a:pt x="920993" y="1700131"/>
                  </a:lnTo>
                  <a:lnTo>
                    <a:pt x="918142" y="1700131"/>
                  </a:lnTo>
                  <a:lnTo>
                    <a:pt x="918142" y="1705477"/>
                  </a:lnTo>
                  <a:close/>
                  <a:moveTo>
                    <a:pt x="896757" y="1705477"/>
                  </a:moveTo>
                  <a:lnTo>
                    <a:pt x="899608" y="1705477"/>
                  </a:lnTo>
                  <a:lnTo>
                    <a:pt x="899608" y="1700131"/>
                  </a:lnTo>
                  <a:lnTo>
                    <a:pt x="896757" y="1700131"/>
                  </a:lnTo>
                  <a:lnTo>
                    <a:pt x="896757" y="1705477"/>
                  </a:lnTo>
                  <a:close/>
                  <a:moveTo>
                    <a:pt x="882500" y="1705477"/>
                  </a:moveTo>
                  <a:lnTo>
                    <a:pt x="885351" y="1705477"/>
                  </a:lnTo>
                  <a:lnTo>
                    <a:pt x="885351" y="1700131"/>
                  </a:lnTo>
                  <a:lnTo>
                    <a:pt x="882500" y="1700131"/>
                  </a:lnTo>
                  <a:lnTo>
                    <a:pt x="882500" y="1705477"/>
                  </a:lnTo>
                  <a:close/>
                  <a:moveTo>
                    <a:pt x="875371" y="1705477"/>
                  </a:moveTo>
                  <a:lnTo>
                    <a:pt x="878223" y="1705477"/>
                  </a:lnTo>
                  <a:lnTo>
                    <a:pt x="878223" y="1700131"/>
                  </a:lnTo>
                  <a:lnTo>
                    <a:pt x="875371" y="1700131"/>
                  </a:lnTo>
                  <a:lnTo>
                    <a:pt x="875371" y="1705477"/>
                  </a:lnTo>
                  <a:close/>
                  <a:moveTo>
                    <a:pt x="911013" y="1699540"/>
                  </a:moveTo>
                  <a:lnTo>
                    <a:pt x="911013" y="1705477"/>
                  </a:lnTo>
                  <a:lnTo>
                    <a:pt x="913865" y="1705477"/>
                  </a:lnTo>
                  <a:lnTo>
                    <a:pt x="913865" y="1700721"/>
                  </a:lnTo>
                  <a:lnTo>
                    <a:pt x="914812" y="1699774"/>
                  </a:lnTo>
                  <a:lnTo>
                    <a:pt x="916003" y="1699774"/>
                  </a:lnTo>
                  <a:lnTo>
                    <a:pt x="916003" y="1696923"/>
                  </a:lnTo>
                  <a:lnTo>
                    <a:pt x="913631" y="1696923"/>
                  </a:lnTo>
                  <a:lnTo>
                    <a:pt x="911013" y="1699540"/>
                  </a:lnTo>
                  <a:close/>
                  <a:moveTo>
                    <a:pt x="903885" y="1699540"/>
                  </a:moveTo>
                  <a:lnTo>
                    <a:pt x="903885" y="1705477"/>
                  </a:lnTo>
                  <a:lnTo>
                    <a:pt x="906736" y="1705477"/>
                  </a:lnTo>
                  <a:lnTo>
                    <a:pt x="906736" y="1700721"/>
                  </a:lnTo>
                  <a:lnTo>
                    <a:pt x="908101" y="1699357"/>
                  </a:lnTo>
                  <a:lnTo>
                    <a:pt x="906085" y="1697341"/>
                  </a:lnTo>
                  <a:lnTo>
                    <a:pt x="903885" y="1699540"/>
                  </a:lnTo>
                  <a:close/>
                  <a:moveTo>
                    <a:pt x="786266" y="1705477"/>
                  </a:moveTo>
                  <a:lnTo>
                    <a:pt x="789117" y="1705477"/>
                  </a:lnTo>
                  <a:lnTo>
                    <a:pt x="789117" y="1698349"/>
                  </a:lnTo>
                  <a:lnTo>
                    <a:pt x="786266" y="1698349"/>
                  </a:lnTo>
                  <a:lnTo>
                    <a:pt x="786266" y="1705477"/>
                  </a:lnTo>
                  <a:close/>
                  <a:moveTo>
                    <a:pt x="779138" y="1705477"/>
                  </a:moveTo>
                  <a:lnTo>
                    <a:pt x="781989" y="1705477"/>
                  </a:lnTo>
                  <a:lnTo>
                    <a:pt x="781989" y="1698349"/>
                  </a:lnTo>
                  <a:lnTo>
                    <a:pt x="779138" y="1698349"/>
                  </a:lnTo>
                  <a:lnTo>
                    <a:pt x="779138" y="1705477"/>
                  </a:lnTo>
                  <a:close/>
                  <a:moveTo>
                    <a:pt x="772009" y="1705477"/>
                  </a:moveTo>
                  <a:lnTo>
                    <a:pt x="774860" y="1705477"/>
                  </a:lnTo>
                  <a:lnTo>
                    <a:pt x="774860" y="1698349"/>
                  </a:lnTo>
                  <a:lnTo>
                    <a:pt x="772009" y="1698349"/>
                  </a:lnTo>
                  <a:lnTo>
                    <a:pt x="772009" y="1705477"/>
                  </a:lnTo>
                  <a:close/>
                  <a:moveTo>
                    <a:pt x="764881" y="1705477"/>
                  </a:moveTo>
                  <a:lnTo>
                    <a:pt x="767732" y="1705477"/>
                  </a:lnTo>
                  <a:lnTo>
                    <a:pt x="767732" y="1698349"/>
                  </a:lnTo>
                  <a:lnTo>
                    <a:pt x="764881" y="1698349"/>
                  </a:lnTo>
                  <a:lnTo>
                    <a:pt x="764881" y="1705477"/>
                  </a:lnTo>
                  <a:close/>
                  <a:moveTo>
                    <a:pt x="757752" y="1705477"/>
                  </a:moveTo>
                  <a:lnTo>
                    <a:pt x="760604" y="1705477"/>
                  </a:lnTo>
                  <a:lnTo>
                    <a:pt x="760604" y="1698349"/>
                  </a:lnTo>
                  <a:lnTo>
                    <a:pt x="757752" y="1698349"/>
                  </a:lnTo>
                  <a:lnTo>
                    <a:pt x="757752" y="1705477"/>
                  </a:lnTo>
                  <a:close/>
                  <a:moveTo>
                    <a:pt x="750624" y="1705477"/>
                  </a:moveTo>
                  <a:lnTo>
                    <a:pt x="753475" y="1705477"/>
                  </a:lnTo>
                  <a:lnTo>
                    <a:pt x="753475" y="1698349"/>
                  </a:lnTo>
                  <a:lnTo>
                    <a:pt x="750624" y="1698349"/>
                  </a:lnTo>
                  <a:lnTo>
                    <a:pt x="750624" y="1705477"/>
                  </a:lnTo>
                  <a:close/>
                  <a:moveTo>
                    <a:pt x="743495" y="1705477"/>
                  </a:moveTo>
                  <a:lnTo>
                    <a:pt x="746347" y="1705477"/>
                  </a:lnTo>
                  <a:lnTo>
                    <a:pt x="746347" y="1698349"/>
                  </a:lnTo>
                  <a:lnTo>
                    <a:pt x="743495" y="1698349"/>
                  </a:lnTo>
                  <a:lnTo>
                    <a:pt x="743495" y="1705477"/>
                  </a:lnTo>
                  <a:close/>
                  <a:moveTo>
                    <a:pt x="736367" y="1705477"/>
                  </a:moveTo>
                  <a:lnTo>
                    <a:pt x="739218" y="1705477"/>
                  </a:lnTo>
                  <a:lnTo>
                    <a:pt x="739218" y="1696567"/>
                  </a:lnTo>
                  <a:lnTo>
                    <a:pt x="736367" y="1696567"/>
                  </a:lnTo>
                  <a:lnTo>
                    <a:pt x="736367" y="1705477"/>
                  </a:lnTo>
                  <a:close/>
                  <a:moveTo>
                    <a:pt x="681122" y="1705477"/>
                  </a:moveTo>
                  <a:lnTo>
                    <a:pt x="683973" y="1705477"/>
                  </a:lnTo>
                  <a:lnTo>
                    <a:pt x="683973" y="1696567"/>
                  </a:lnTo>
                  <a:lnTo>
                    <a:pt x="681122" y="1696567"/>
                  </a:lnTo>
                  <a:lnTo>
                    <a:pt x="681122" y="1705477"/>
                  </a:lnTo>
                  <a:close/>
                  <a:moveTo>
                    <a:pt x="728292" y="1696210"/>
                  </a:moveTo>
                  <a:lnTo>
                    <a:pt x="729239" y="1697157"/>
                  </a:lnTo>
                  <a:lnTo>
                    <a:pt x="729239" y="1705477"/>
                  </a:lnTo>
                  <a:lnTo>
                    <a:pt x="732090" y="1705477"/>
                  </a:lnTo>
                  <a:lnTo>
                    <a:pt x="732090" y="1695976"/>
                  </a:lnTo>
                  <a:lnTo>
                    <a:pt x="729473" y="1693359"/>
                  </a:lnTo>
                  <a:lnTo>
                    <a:pt x="727100" y="1693359"/>
                  </a:lnTo>
                  <a:lnTo>
                    <a:pt x="727100" y="1696210"/>
                  </a:lnTo>
                  <a:lnTo>
                    <a:pt x="728292" y="1696210"/>
                  </a:lnTo>
                  <a:close/>
                  <a:moveTo>
                    <a:pt x="673993" y="1705477"/>
                  </a:moveTo>
                  <a:lnTo>
                    <a:pt x="676845" y="1705477"/>
                  </a:lnTo>
                  <a:lnTo>
                    <a:pt x="676845" y="1694784"/>
                  </a:lnTo>
                  <a:lnTo>
                    <a:pt x="673993" y="1694784"/>
                  </a:lnTo>
                  <a:lnTo>
                    <a:pt x="673993" y="1705477"/>
                  </a:lnTo>
                  <a:close/>
                  <a:moveTo>
                    <a:pt x="666865" y="1705477"/>
                  </a:moveTo>
                  <a:lnTo>
                    <a:pt x="669716" y="1705477"/>
                  </a:lnTo>
                  <a:lnTo>
                    <a:pt x="669716" y="1694784"/>
                  </a:lnTo>
                  <a:lnTo>
                    <a:pt x="666865" y="1694784"/>
                  </a:lnTo>
                  <a:lnTo>
                    <a:pt x="666865" y="1705477"/>
                  </a:lnTo>
                  <a:close/>
                  <a:moveTo>
                    <a:pt x="659736" y="1705477"/>
                  </a:moveTo>
                  <a:lnTo>
                    <a:pt x="662588" y="1705477"/>
                  </a:lnTo>
                  <a:lnTo>
                    <a:pt x="662588" y="1694784"/>
                  </a:lnTo>
                  <a:lnTo>
                    <a:pt x="659736" y="1694784"/>
                  </a:lnTo>
                  <a:lnTo>
                    <a:pt x="659736" y="1705477"/>
                  </a:lnTo>
                  <a:close/>
                  <a:moveTo>
                    <a:pt x="652608" y="1705477"/>
                  </a:moveTo>
                  <a:lnTo>
                    <a:pt x="655459" y="1705477"/>
                  </a:lnTo>
                  <a:lnTo>
                    <a:pt x="655459" y="1694784"/>
                  </a:lnTo>
                  <a:lnTo>
                    <a:pt x="652608" y="1694784"/>
                  </a:lnTo>
                  <a:lnTo>
                    <a:pt x="652608" y="1705477"/>
                  </a:lnTo>
                  <a:close/>
                  <a:moveTo>
                    <a:pt x="645479" y="1705477"/>
                  </a:moveTo>
                  <a:lnTo>
                    <a:pt x="648331" y="1705477"/>
                  </a:lnTo>
                  <a:lnTo>
                    <a:pt x="648331" y="1694784"/>
                  </a:lnTo>
                  <a:lnTo>
                    <a:pt x="645479" y="1694784"/>
                  </a:lnTo>
                  <a:lnTo>
                    <a:pt x="645479" y="1705477"/>
                  </a:lnTo>
                  <a:close/>
                  <a:moveTo>
                    <a:pt x="638351" y="1705477"/>
                  </a:moveTo>
                  <a:lnTo>
                    <a:pt x="641202" y="1705477"/>
                  </a:lnTo>
                  <a:lnTo>
                    <a:pt x="641202" y="1694784"/>
                  </a:lnTo>
                  <a:lnTo>
                    <a:pt x="638351" y="1694784"/>
                  </a:lnTo>
                  <a:lnTo>
                    <a:pt x="638351" y="1705477"/>
                  </a:lnTo>
                  <a:close/>
                  <a:moveTo>
                    <a:pt x="624094" y="1705477"/>
                  </a:moveTo>
                  <a:lnTo>
                    <a:pt x="626946" y="1705477"/>
                  </a:lnTo>
                  <a:lnTo>
                    <a:pt x="626946" y="1694784"/>
                  </a:lnTo>
                  <a:lnTo>
                    <a:pt x="624094" y="1694784"/>
                  </a:lnTo>
                  <a:lnTo>
                    <a:pt x="624094" y="1705477"/>
                  </a:lnTo>
                  <a:close/>
                  <a:moveTo>
                    <a:pt x="631223" y="1694194"/>
                  </a:moveTo>
                  <a:lnTo>
                    <a:pt x="631223" y="1705477"/>
                  </a:lnTo>
                  <a:lnTo>
                    <a:pt x="634074" y="1705477"/>
                  </a:lnTo>
                  <a:lnTo>
                    <a:pt x="634074" y="1695375"/>
                  </a:lnTo>
                  <a:lnTo>
                    <a:pt x="635438" y="1694010"/>
                  </a:lnTo>
                  <a:lnTo>
                    <a:pt x="633422" y="1691994"/>
                  </a:lnTo>
                  <a:lnTo>
                    <a:pt x="631223" y="1694194"/>
                  </a:lnTo>
                  <a:close/>
                  <a:moveTo>
                    <a:pt x="527860" y="1705477"/>
                  </a:moveTo>
                  <a:lnTo>
                    <a:pt x="530712" y="1705477"/>
                  </a:lnTo>
                  <a:lnTo>
                    <a:pt x="530712" y="1693002"/>
                  </a:lnTo>
                  <a:lnTo>
                    <a:pt x="527860" y="1693002"/>
                  </a:lnTo>
                  <a:lnTo>
                    <a:pt x="527860" y="1705477"/>
                  </a:lnTo>
                  <a:close/>
                  <a:moveTo>
                    <a:pt x="520732" y="1705477"/>
                  </a:moveTo>
                  <a:lnTo>
                    <a:pt x="523583" y="1705477"/>
                  </a:lnTo>
                  <a:lnTo>
                    <a:pt x="523583" y="1693002"/>
                  </a:lnTo>
                  <a:lnTo>
                    <a:pt x="520732" y="1693002"/>
                  </a:lnTo>
                  <a:lnTo>
                    <a:pt x="520732" y="1705477"/>
                  </a:lnTo>
                  <a:close/>
                  <a:moveTo>
                    <a:pt x="513603" y="1705477"/>
                  </a:moveTo>
                  <a:lnTo>
                    <a:pt x="516455" y="1705477"/>
                  </a:lnTo>
                  <a:lnTo>
                    <a:pt x="516455" y="1693002"/>
                  </a:lnTo>
                  <a:lnTo>
                    <a:pt x="513603" y="1693002"/>
                  </a:lnTo>
                  <a:lnTo>
                    <a:pt x="513603" y="1705477"/>
                  </a:lnTo>
                  <a:close/>
                  <a:moveTo>
                    <a:pt x="506475" y="1705477"/>
                  </a:moveTo>
                  <a:lnTo>
                    <a:pt x="509326" y="1705477"/>
                  </a:lnTo>
                  <a:lnTo>
                    <a:pt x="509326" y="1691220"/>
                  </a:lnTo>
                  <a:lnTo>
                    <a:pt x="506475" y="1691220"/>
                  </a:lnTo>
                  <a:lnTo>
                    <a:pt x="506475" y="1705477"/>
                  </a:lnTo>
                  <a:close/>
                  <a:moveTo>
                    <a:pt x="499347" y="1705477"/>
                  </a:moveTo>
                  <a:lnTo>
                    <a:pt x="502198" y="1705477"/>
                  </a:lnTo>
                  <a:lnTo>
                    <a:pt x="502198" y="1691220"/>
                  </a:lnTo>
                  <a:lnTo>
                    <a:pt x="499347" y="1691220"/>
                  </a:lnTo>
                  <a:lnTo>
                    <a:pt x="499347" y="1705477"/>
                  </a:lnTo>
                  <a:close/>
                  <a:moveTo>
                    <a:pt x="492218" y="1705477"/>
                  </a:moveTo>
                  <a:lnTo>
                    <a:pt x="495070" y="1705477"/>
                  </a:lnTo>
                  <a:lnTo>
                    <a:pt x="495070" y="1691220"/>
                  </a:lnTo>
                  <a:lnTo>
                    <a:pt x="492218" y="1691220"/>
                  </a:lnTo>
                  <a:lnTo>
                    <a:pt x="492218" y="1705477"/>
                  </a:lnTo>
                  <a:close/>
                  <a:moveTo>
                    <a:pt x="484143" y="1690864"/>
                  </a:moveTo>
                  <a:lnTo>
                    <a:pt x="485090" y="1691811"/>
                  </a:lnTo>
                  <a:lnTo>
                    <a:pt x="485090" y="1705477"/>
                  </a:lnTo>
                  <a:lnTo>
                    <a:pt x="487941" y="1705477"/>
                  </a:lnTo>
                  <a:lnTo>
                    <a:pt x="487941" y="1690630"/>
                  </a:lnTo>
                  <a:lnTo>
                    <a:pt x="485324" y="1688012"/>
                  </a:lnTo>
                  <a:lnTo>
                    <a:pt x="482951" y="1688012"/>
                  </a:lnTo>
                  <a:lnTo>
                    <a:pt x="482951" y="1690864"/>
                  </a:lnTo>
                  <a:lnTo>
                    <a:pt x="484143" y="1690864"/>
                  </a:lnTo>
                  <a:close/>
                  <a:moveTo>
                    <a:pt x="477014" y="1690864"/>
                  </a:moveTo>
                  <a:lnTo>
                    <a:pt x="477961" y="1691811"/>
                  </a:lnTo>
                  <a:lnTo>
                    <a:pt x="477961" y="1705477"/>
                  </a:lnTo>
                  <a:lnTo>
                    <a:pt x="480813" y="1705477"/>
                  </a:lnTo>
                  <a:lnTo>
                    <a:pt x="480813" y="1690630"/>
                  </a:lnTo>
                  <a:lnTo>
                    <a:pt x="478195" y="1688012"/>
                  </a:lnTo>
                  <a:lnTo>
                    <a:pt x="475823" y="1688012"/>
                  </a:lnTo>
                  <a:lnTo>
                    <a:pt x="475823" y="1690864"/>
                  </a:lnTo>
                  <a:lnTo>
                    <a:pt x="477014" y="1690864"/>
                  </a:lnTo>
                  <a:close/>
                  <a:moveTo>
                    <a:pt x="456220" y="1689082"/>
                  </a:moveTo>
                  <a:lnTo>
                    <a:pt x="456220" y="1686230"/>
                  </a:lnTo>
                  <a:lnTo>
                    <a:pt x="454437" y="1686230"/>
                  </a:lnTo>
                  <a:lnTo>
                    <a:pt x="454437" y="1689082"/>
                  </a:lnTo>
                  <a:lnTo>
                    <a:pt x="456220" y="1689082"/>
                  </a:lnTo>
                  <a:close/>
                  <a:moveTo>
                    <a:pt x="429844" y="1705477"/>
                  </a:moveTo>
                  <a:lnTo>
                    <a:pt x="432696" y="1705477"/>
                  </a:lnTo>
                  <a:lnTo>
                    <a:pt x="432696" y="1687656"/>
                  </a:lnTo>
                  <a:lnTo>
                    <a:pt x="429844" y="1687656"/>
                  </a:lnTo>
                  <a:lnTo>
                    <a:pt x="429844" y="1705477"/>
                  </a:lnTo>
                  <a:close/>
                  <a:moveTo>
                    <a:pt x="422716" y="1705477"/>
                  </a:moveTo>
                  <a:lnTo>
                    <a:pt x="425567" y="1705477"/>
                  </a:lnTo>
                  <a:lnTo>
                    <a:pt x="425567" y="1687656"/>
                  </a:lnTo>
                  <a:lnTo>
                    <a:pt x="422716" y="1687656"/>
                  </a:lnTo>
                  <a:lnTo>
                    <a:pt x="422716" y="1705477"/>
                  </a:lnTo>
                  <a:close/>
                  <a:moveTo>
                    <a:pt x="415588" y="1705477"/>
                  </a:moveTo>
                  <a:lnTo>
                    <a:pt x="418439" y="1705477"/>
                  </a:lnTo>
                  <a:lnTo>
                    <a:pt x="418439" y="1687656"/>
                  </a:lnTo>
                  <a:lnTo>
                    <a:pt x="415588" y="1687656"/>
                  </a:lnTo>
                  <a:lnTo>
                    <a:pt x="415588" y="1705477"/>
                  </a:lnTo>
                  <a:close/>
                  <a:moveTo>
                    <a:pt x="408459" y="1705477"/>
                  </a:moveTo>
                  <a:lnTo>
                    <a:pt x="411310" y="1705477"/>
                  </a:lnTo>
                  <a:lnTo>
                    <a:pt x="411310" y="1687656"/>
                  </a:lnTo>
                  <a:lnTo>
                    <a:pt x="408459" y="1687656"/>
                  </a:lnTo>
                  <a:lnTo>
                    <a:pt x="408459" y="1705477"/>
                  </a:lnTo>
                  <a:close/>
                  <a:moveTo>
                    <a:pt x="401331" y="1705477"/>
                  </a:moveTo>
                  <a:lnTo>
                    <a:pt x="404182" y="1705477"/>
                  </a:lnTo>
                  <a:lnTo>
                    <a:pt x="404182" y="1687656"/>
                  </a:lnTo>
                  <a:lnTo>
                    <a:pt x="401331" y="1687656"/>
                  </a:lnTo>
                  <a:lnTo>
                    <a:pt x="401331" y="1705477"/>
                  </a:lnTo>
                  <a:close/>
                  <a:moveTo>
                    <a:pt x="441963" y="1687300"/>
                  </a:moveTo>
                  <a:lnTo>
                    <a:pt x="441963" y="1684448"/>
                  </a:lnTo>
                  <a:lnTo>
                    <a:pt x="440181" y="1684448"/>
                  </a:lnTo>
                  <a:lnTo>
                    <a:pt x="440181" y="1687300"/>
                  </a:lnTo>
                  <a:lnTo>
                    <a:pt x="441963" y="1687300"/>
                  </a:lnTo>
                  <a:close/>
                  <a:moveTo>
                    <a:pt x="394202" y="1705477"/>
                  </a:moveTo>
                  <a:lnTo>
                    <a:pt x="397054" y="1705477"/>
                  </a:lnTo>
                  <a:lnTo>
                    <a:pt x="397054" y="1685874"/>
                  </a:lnTo>
                  <a:lnTo>
                    <a:pt x="394202" y="1685874"/>
                  </a:lnTo>
                  <a:lnTo>
                    <a:pt x="394202" y="1705477"/>
                  </a:lnTo>
                  <a:close/>
                  <a:moveTo>
                    <a:pt x="387074" y="1705477"/>
                  </a:moveTo>
                  <a:lnTo>
                    <a:pt x="389925" y="1705477"/>
                  </a:lnTo>
                  <a:lnTo>
                    <a:pt x="389925" y="1685874"/>
                  </a:lnTo>
                  <a:lnTo>
                    <a:pt x="387074" y="1685874"/>
                  </a:lnTo>
                  <a:lnTo>
                    <a:pt x="387074" y="1705477"/>
                  </a:lnTo>
                  <a:close/>
                  <a:moveTo>
                    <a:pt x="379945" y="1685283"/>
                  </a:moveTo>
                  <a:lnTo>
                    <a:pt x="379945" y="1705477"/>
                  </a:lnTo>
                  <a:lnTo>
                    <a:pt x="382797" y="1705477"/>
                  </a:lnTo>
                  <a:lnTo>
                    <a:pt x="382797" y="1686464"/>
                  </a:lnTo>
                  <a:lnTo>
                    <a:pt x="384161" y="1685100"/>
                  </a:lnTo>
                  <a:lnTo>
                    <a:pt x="382145" y="1683084"/>
                  </a:lnTo>
                  <a:lnTo>
                    <a:pt x="379945" y="1685283"/>
                  </a:lnTo>
                  <a:close/>
                  <a:moveTo>
                    <a:pt x="372817" y="1685283"/>
                  </a:moveTo>
                  <a:lnTo>
                    <a:pt x="372817" y="1705477"/>
                  </a:lnTo>
                  <a:lnTo>
                    <a:pt x="375668" y="1705477"/>
                  </a:lnTo>
                  <a:lnTo>
                    <a:pt x="375668" y="1686464"/>
                  </a:lnTo>
                  <a:lnTo>
                    <a:pt x="377033" y="1685100"/>
                  </a:lnTo>
                  <a:lnTo>
                    <a:pt x="375017" y="1683084"/>
                  </a:lnTo>
                  <a:lnTo>
                    <a:pt x="372817" y="1685283"/>
                  </a:lnTo>
                  <a:close/>
                  <a:moveTo>
                    <a:pt x="283712" y="1675772"/>
                  </a:moveTo>
                  <a:lnTo>
                    <a:pt x="283712" y="1705477"/>
                  </a:lnTo>
                  <a:lnTo>
                    <a:pt x="286563" y="1705477"/>
                  </a:lnTo>
                  <a:lnTo>
                    <a:pt x="286563" y="1674591"/>
                  </a:lnTo>
                  <a:lnTo>
                    <a:pt x="284363" y="1672391"/>
                  </a:lnTo>
                  <a:lnTo>
                    <a:pt x="282347" y="1674407"/>
                  </a:lnTo>
                  <a:lnTo>
                    <a:pt x="283712" y="1675772"/>
                  </a:lnTo>
                  <a:close/>
                  <a:moveTo>
                    <a:pt x="276583" y="1705477"/>
                  </a:moveTo>
                  <a:lnTo>
                    <a:pt x="279434" y="1705477"/>
                  </a:lnTo>
                  <a:lnTo>
                    <a:pt x="279434" y="1673399"/>
                  </a:lnTo>
                  <a:lnTo>
                    <a:pt x="276583" y="1673399"/>
                  </a:lnTo>
                  <a:lnTo>
                    <a:pt x="276583" y="1705477"/>
                  </a:lnTo>
                  <a:close/>
                  <a:moveTo>
                    <a:pt x="262326" y="1705477"/>
                  </a:moveTo>
                  <a:lnTo>
                    <a:pt x="265178" y="1705477"/>
                  </a:lnTo>
                  <a:lnTo>
                    <a:pt x="265178" y="1673399"/>
                  </a:lnTo>
                  <a:lnTo>
                    <a:pt x="262326" y="1673399"/>
                  </a:lnTo>
                  <a:lnTo>
                    <a:pt x="262326" y="1705477"/>
                  </a:lnTo>
                  <a:close/>
                  <a:moveTo>
                    <a:pt x="269455" y="1673990"/>
                  </a:moveTo>
                  <a:lnTo>
                    <a:pt x="269455" y="1705477"/>
                  </a:lnTo>
                  <a:lnTo>
                    <a:pt x="272306" y="1705477"/>
                  </a:lnTo>
                  <a:lnTo>
                    <a:pt x="272306" y="1672809"/>
                  </a:lnTo>
                  <a:lnTo>
                    <a:pt x="270106" y="1670609"/>
                  </a:lnTo>
                  <a:lnTo>
                    <a:pt x="268090" y="1672625"/>
                  </a:lnTo>
                  <a:lnTo>
                    <a:pt x="269455" y="1673990"/>
                  </a:lnTo>
                  <a:close/>
                  <a:moveTo>
                    <a:pt x="255198" y="1705477"/>
                  </a:moveTo>
                  <a:lnTo>
                    <a:pt x="258049" y="1705477"/>
                  </a:lnTo>
                  <a:lnTo>
                    <a:pt x="258049" y="1669835"/>
                  </a:lnTo>
                  <a:lnTo>
                    <a:pt x="255198" y="1669835"/>
                  </a:lnTo>
                  <a:lnTo>
                    <a:pt x="255198" y="1705477"/>
                  </a:lnTo>
                  <a:close/>
                  <a:moveTo>
                    <a:pt x="226684" y="1705477"/>
                  </a:moveTo>
                  <a:lnTo>
                    <a:pt x="229535" y="1705477"/>
                  </a:lnTo>
                  <a:lnTo>
                    <a:pt x="229535" y="1664489"/>
                  </a:lnTo>
                  <a:lnTo>
                    <a:pt x="226684" y="1664489"/>
                  </a:lnTo>
                  <a:lnTo>
                    <a:pt x="226684" y="1705477"/>
                  </a:lnTo>
                  <a:close/>
                  <a:moveTo>
                    <a:pt x="247122" y="1664132"/>
                  </a:moveTo>
                  <a:lnTo>
                    <a:pt x="248069" y="1665079"/>
                  </a:lnTo>
                  <a:lnTo>
                    <a:pt x="248069" y="1705477"/>
                  </a:lnTo>
                  <a:lnTo>
                    <a:pt x="250921" y="1705477"/>
                  </a:lnTo>
                  <a:lnTo>
                    <a:pt x="250921" y="1663898"/>
                  </a:lnTo>
                  <a:lnTo>
                    <a:pt x="248304" y="1661281"/>
                  </a:lnTo>
                  <a:lnTo>
                    <a:pt x="245931" y="1661281"/>
                  </a:lnTo>
                  <a:lnTo>
                    <a:pt x="245931" y="1664132"/>
                  </a:lnTo>
                  <a:lnTo>
                    <a:pt x="247122" y="1664132"/>
                  </a:lnTo>
                  <a:close/>
                  <a:moveTo>
                    <a:pt x="239994" y="1664132"/>
                  </a:moveTo>
                  <a:lnTo>
                    <a:pt x="240941" y="1665079"/>
                  </a:lnTo>
                  <a:lnTo>
                    <a:pt x="240941" y="1705477"/>
                  </a:lnTo>
                  <a:lnTo>
                    <a:pt x="243792" y="1705477"/>
                  </a:lnTo>
                  <a:lnTo>
                    <a:pt x="243792" y="1663898"/>
                  </a:lnTo>
                  <a:lnTo>
                    <a:pt x="241175" y="1661281"/>
                  </a:lnTo>
                  <a:lnTo>
                    <a:pt x="238802" y="1661281"/>
                  </a:lnTo>
                  <a:lnTo>
                    <a:pt x="238802" y="1664132"/>
                  </a:lnTo>
                  <a:lnTo>
                    <a:pt x="239994" y="1664132"/>
                  </a:lnTo>
                  <a:close/>
                  <a:moveTo>
                    <a:pt x="232866" y="1664132"/>
                  </a:moveTo>
                  <a:lnTo>
                    <a:pt x="233813" y="1665079"/>
                  </a:lnTo>
                  <a:lnTo>
                    <a:pt x="233813" y="1705477"/>
                  </a:lnTo>
                  <a:lnTo>
                    <a:pt x="236664" y="1705477"/>
                  </a:lnTo>
                  <a:lnTo>
                    <a:pt x="236664" y="1663898"/>
                  </a:lnTo>
                  <a:lnTo>
                    <a:pt x="234047" y="1661281"/>
                  </a:lnTo>
                  <a:lnTo>
                    <a:pt x="231674" y="1661281"/>
                  </a:lnTo>
                  <a:lnTo>
                    <a:pt x="231674" y="1664132"/>
                  </a:lnTo>
                  <a:lnTo>
                    <a:pt x="232866" y="166413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032" name="Vector layer EBEBEB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967803" y="1819888"/>
                  </a:moveTo>
                  <a:lnTo>
                    <a:pt x="1967803" y="1849471"/>
                  </a:lnTo>
                  <a:lnTo>
                    <a:pt x="1972437" y="1849471"/>
                  </a:lnTo>
                  <a:lnTo>
                    <a:pt x="1972437" y="1819888"/>
                  </a:lnTo>
                  <a:lnTo>
                    <a:pt x="1967803" y="1819888"/>
                  </a:lnTo>
                  <a:close/>
                  <a:moveTo>
                    <a:pt x="1791792" y="1725854"/>
                  </a:moveTo>
                  <a:lnTo>
                    <a:pt x="1790428" y="1727219"/>
                  </a:lnTo>
                  <a:lnTo>
                    <a:pt x="1787811" y="1727219"/>
                  </a:lnTo>
                  <a:lnTo>
                    <a:pt x="1787811" y="1849471"/>
                  </a:lnTo>
                  <a:lnTo>
                    <a:pt x="1792444" y="1849471"/>
                  </a:lnTo>
                  <a:lnTo>
                    <a:pt x="1792444" y="1729235"/>
                  </a:lnTo>
                  <a:lnTo>
                    <a:pt x="1791792" y="1725854"/>
                  </a:lnTo>
                  <a:close/>
                  <a:moveTo>
                    <a:pt x="1608235" y="1715396"/>
                  </a:moveTo>
                  <a:lnTo>
                    <a:pt x="1609600" y="1716760"/>
                  </a:lnTo>
                  <a:lnTo>
                    <a:pt x="1609600" y="1849471"/>
                  </a:lnTo>
                  <a:lnTo>
                    <a:pt x="1614233" y="1849471"/>
                  </a:lnTo>
                  <a:lnTo>
                    <a:pt x="1614233" y="1714744"/>
                  </a:lnTo>
                  <a:lnTo>
                    <a:pt x="1608235" y="1715396"/>
                  </a:lnTo>
                  <a:close/>
                  <a:moveTo>
                    <a:pt x="1429607" y="1709398"/>
                  </a:moveTo>
                  <a:lnTo>
                    <a:pt x="1429607" y="1849471"/>
                  </a:lnTo>
                  <a:lnTo>
                    <a:pt x="1434240" y="1849471"/>
                  </a:lnTo>
                  <a:lnTo>
                    <a:pt x="1434240" y="1709398"/>
                  </a:lnTo>
                  <a:lnTo>
                    <a:pt x="1429607" y="1709398"/>
                  </a:lnTo>
                  <a:close/>
                  <a:moveTo>
                    <a:pt x="1249614" y="1707616"/>
                  </a:moveTo>
                  <a:lnTo>
                    <a:pt x="1249614" y="1849471"/>
                  </a:lnTo>
                  <a:lnTo>
                    <a:pt x="1254247" y="1849471"/>
                  </a:lnTo>
                  <a:lnTo>
                    <a:pt x="1254247" y="1707616"/>
                  </a:lnTo>
                  <a:lnTo>
                    <a:pt x="1249614" y="1707616"/>
                  </a:lnTo>
                  <a:close/>
                  <a:moveTo>
                    <a:pt x="1069621" y="1707616"/>
                  </a:moveTo>
                  <a:lnTo>
                    <a:pt x="1069621" y="1849471"/>
                  </a:lnTo>
                  <a:lnTo>
                    <a:pt x="1076037" y="1849471"/>
                  </a:lnTo>
                  <a:lnTo>
                    <a:pt x="1076037" y="1707616"/>
                  </a:lnTo>
                  <a:lnTo>
                    <a:pt x="1069621" y="1707616"/>
                  </a:lnTo>
                  <a:close/>
                  <a:moveTo>
                    <a:pt x="711417" y="1707616"/>
                  </a:moveTo>
                  <a:lnTo>
                    <a:pt x="711417" y="1849471"/>
                  </a:lnTo>
                  <a:lnTo>
                    <a:pt x="716051" y="1849471"/>
                  </a:lnTo>
                  <a:lnTo>
                    <a:pt x="716051" y="1707616"/>
                  </a:lnTo>
                  <a:lnTo>
                    <a:pt x="711417" y="1707616"/>
                  </a:lnTo>
                  <a:close/>
                  <a:moveTo>
                    <a:pt x="353214" y="1707616"/>
                  </a:moveTo>
                  <a:lnTo>
                    <a:pt x="353214" y="1849471"/>
                  </a:lnTo>
                  <a:lnTo>
                    <a:pt x="357847" y="1849471"/>
                  </a:lnTo>
                  <a:lnTo>
                    <a:pt x="357847" y="1707616"/>
                  </a:lnTo>
                  <a:lnTo>
                    <a:pt x="353214" y="1707616"/>
                  </a:lnTo>
                  <a:close/>
                  <a:moveTo>
                    <a:pt x="890046" y="1708267"/>
                  </a:moveTo>
                  <a:lnTo>
                    <a:pt x="891410" y="1709632"/>
                  </a:lnTo>
                  <a:lnTo>
                    <a:pt x="891410" y="1849471"/>
                  </a:lnTo>
                  <a:lnTo>
                    <a:pt x="896044" y="1849471"/>
                  </a:lnTo>
                  <a:lnTo>
                    <a:pt x="896044" y="1707616"/>
                  </a:lnTo>
                  <a:lnTo>
                    <a:pt x="890046" y="1708267"/>
                  </a:lnTo>
                  <a:close/>
                  <a:moveTo>
                    <a:pt x="535406" y="1706251"/>
                  </a:moveTo>
                  <a:lnTo>
                    <a:pt x="534042" y="1707616"/>
                  </a:lnTo>
                  <a:lnTo>
                    <a:pt x="531425" y="1707616"/>
                  </a:lnTo>
                  <a:lnTo>
                    <a:pt x="531425" y="1849471"/>
                  </a:lnTo>
                  <a:lnTo>
                    <a:pt x="536058" y="1849471"/>
                  </a:lnTo>
                  <a:lnTo>
                    <a:pt x="536058" y="1709632"/>
                  </a:lnTo>
                  <a:lnTo>
                    <a:pt x="535406" y="1706251"/>
                  </a:lnTo>
                  <a:close/>
                  <a:moveTo>
                    <a:pt x="1292385" y="1707259"/>
                  </a:moveTo>
                  <a:lnTo>
                    <a:pt x="1295236" y="1707259"/>
                  </a:lnTo>
                  <a:lnTo>
                    <a:pt x="1295236" y="1705477"/>
                  </a:lnTo>
                  <a:lnTo>
                    <a:pt x="1292385" y="1705477"/>
                  </a:lnTo>
                  <a:lnTo>
                    <a:pt x="1292385" y="1707259"/>
                  </a:lnTo>
                  <a:close/>
                  <a:moveTo>
                    <a:pt x="1285256" y="1707259"/>
                  </a:moveTo>
                  <a:lnTo>
                    <a:pt x="1288107" y="1707259"/>
                  </a:lnTo>
                  <a:lnTo>
                    <a:pt x="1288107" y="1705477"/>
                  </a:lnTo>
                  <a:lnTo>
                    <a:pt x="1285256" y="1705477"/>
                  </a:lnTo>
                  <a:lnTo>
                    <a:pt x="1285256" y="1707259"/>
                  </a:lnTo>
                  <a:close/>
                  <a:moveTo>
                    <a:pt x="1278128" y="1707259"/>
                  </a:moveTo>
                  <a:lnTo>
                    <a:pt x="1280979" y="1707259"/>
                  </a:lnTo>
                  <a:lnTo>
                    <a:pt x="1280979" y="1705477"/>
                  </a:lnTo>
                  <a:lnTo>
                    <a:pt x="1278128" y="1705477"/>
                  </a:lnTo>
                  <a:lnTo>
                    <a:pt x="1278128" y="1707259"/>
                  </a:lnTo>
                  <a:close/>
                  <a:moveTo>
                    <a:pt x="1270999" y="1707259"/>
                  </a:moveTo>
                  <a:lnTo>
                    <a:pt x="1273851" y="1707259"/>
                  </a:lnTo>
                  <a:lnTo>
                    <a:pt x="1273851" y="1705477"/>
                  </a:lnTo>
                  <a:lnTo>
                    <a:pt x="1270999" y="1705477"/>
                  </a:lnTo>
                  <a:lnTo>
                    <a:pt x="1270999" y="1707259"/>
                  </a:lnTo>
                  <a:close/>
                  <a:moveTo>
                    <a:pt x="1263871" y="1707259"/>
                  </a:moveTo>
                  <a:lnTo>
                    <a:pt x="1266722" y="1707259"/>
                  </a:lnTo>
                  <a:lnTo>
                    <a:pt x="1266722" y="1705477"/>
                  </a:lnTo>
                  <a:lnTo>
                    <a:pt x="1263871" y="1705477"/>
                  </a:lnTo>
                  <a:lnTo>
                    <a:pt x="1263871" y="1707259"/>
                  </a:lnTo>
                  <a:close/>
                  <a:moveTo>
                    <a:pt x="1256742" y="1707259"/>
                  </a:moveTo>
                  <a:lnTo>
                    <a:pt x="1259594" y="1707259"/>
                  </a:lnTo>
                  <a:lnTo>
                    <a:pt x="1259594" y="1705477"/>
                  </a:lnTo>
                  <a:lnTo>
                    <a:pt x="1256742" y="1705477"/>
                  </a:lnTo>
                  <a:lnTo>
                    <a:pt x="1256742" y="1707259"/>
                  </a:lnTo>
                  <a:close/>
                  <a:moveTo>
                    <a:pt x="1967803" y="1511584"/>
                  </a:moveTo>
                  <a:lnTo>
                    <a:pt x="1967803" y="1706903"/>
                  </a:lnTo>
                  <a:lnTo>
                    <a:pt x="1972437" y="1706903"/>
                  </a:lnTo>
                  <a:lnTo>
                    <a:pt x="1972437" y="1511584"/>
                  </a:lnTo>
                  <a:lnTo>
                    <a:pt x="1967803" y="1511584"/>
                  </a:lnTo>
                  <a:close/>
                  <a:moveTo>
                    <a:pt x="1787811" y="1511584"/>
                  </a:moveTo>
                  <a:lnTo>
                    <a:pt x="1787811" y="1706903"/>
                  </a:lnTo>
                  <a:lnTo>
                    <a:pt x="1792444" y="1706903"/>
                  </a:lnTo>
                  <a:lnTo>
                    <a:pt x="1792444" y="1511584"/>
                  </a:lnTo>
                  <a:lnTo>
                    <a:pt x="1787811" y="1511584"/>
                  </a:lnTo>
                  <a:close/>
                  <a:moveTo>
                    <a:pt x="1609600" y="1511584"/>
                  </a:moveTo>
                  <a:lnTo>
                    <a:pt x="1609600" y="1706903"/>
                  </a:lnTo>
                  <a:lnTo>
                    <a:pt x="1614233" y="1706903"/>
                  </a:lnTo>
                  <a:lnTo>
                    <a:pt x="1614233" y="1511584"/>
                  </a:lnTo>
                  <a:lnTo>
                    <a:pt x="1609600" y="1511584"/>
                  </a:lnTo>
                  <a:close/>
                  <a:moveTo>
                    <a:pt x="1429607" y="1511584"/>
                  </a:moveTo>
                  <a:lnTo>
                    <a:pt x="1429607" y="1704887"/>
                  </a:lnTo>
                  <a:lnTo>
                    <a:pt x="1428242" y="1706251"/>
                  </a:lnTo>
                  <a:lnTo>
                    <a:pt x="1430259" y="1708267"/>
                  </a:lnTo>
                  <a:lnTo>
                    <a:pt x="1431623" y="1706903"/>
                  </a:lnTo>
                  <a:lnTo>
                    <a:pt x="1434240" y="1706903"/>
                  </a:lnTo>
                  <a:lnTo>
                    <a:pt x="1434240" y="1511584"/>
                  </a:lnTo>
                  <a:lnTo>
                    <a:pt x="1429607" y="1511584"/>
                  </a:lnTo>
                  <a:close/>
                  <a:moveTo>
                    <a:pt x="1249614" y="1511584"/>
                  </a:moveTo>
                  <a:lnTo>
                    <a:pt x="1249614" y="1705121"/>
                  </a:lnTo>
                  <a:lnTo>
                    <a:pt x="1252231" y="1705121"/>
                  </a:lnTo>
                  <a:lnTo>
                    <a:pt x="1253596" y="1706485"/>
                  </a:lnTo>
                  <a:lnTo>
                    <a:pt x="1255612" y="1704469"/>
                  </a:lnTo>
                  <a:lnTo>
                    <a:pt x="1254247" y="1703104"/>
                  </a:lnTo>
                  <a:lnTo>
                    <a:pt x="1254247" y="1511584"/>
                  </a:lnTo>
                  <a:lnTo>
                    <a:pt x="1249614" y="1511584"/>
                  </a:lnTo>
                  <a:close/>
                  <a:moveTo>
                    <a:pt x="1069621" y="1511584"/>
                  </a:moveTo>
                  <a:lnTo>
                    <a:pt x="1069621" y="1701557"/>
                  </a:lnTo>
                  <a:lnTo>
                    <a:pt x="1076037" y="1701557"/>
                  </a:lnTo>
                  <a:lnTo>
                    <a:pt x="1076037" y="1511584"/>
                  </a:lnTo>
                  <a:lnTo>
                    <a:pt x="1069621" y="1511584"/>
                  </a:lnTo>
                  <a:close/>
                  <a:moveTo>
                    <a:pt x="891410" y="1511584"/>
                  </a:moveTo>
                  <a:lnTo>
                    <a:pt x="891410" y="1695976"/>
                  </a:lnTo>
                  <a:lnTo>
                    <a:pt x="890046" y="1697341"/>
                  </a:lnTo>
                  <a:lnTo>
                    <a:pt x="892062" y="1699357"/>
                  </a:lnTo>
                  <a:lnTo>
                    <a:pt x="893427" y="1697992"/>
                  </a:lnTo>
                  <a:lnTo>
                    <a:pt x="896044" y="1697992"/>
                  </a:lnTo>
                  <a:lnTo>
                    <a:pt x="896044" y="1511584"/>
                  </a:lnTo>
                  <a:lnTo>
                    <a:pt x="891410" y="1511584"/>
                  </a:lnTo>
                  <a:close/>
                  <a:moveTo>
                    <a:pt x="711417" y="1511584"/>
                  </a:moveTo>
                  <a:lnTo>
                    <a:pt x="711417" y="1694428"/>
                  </a:lnTo>
                  <a:lnTo>
                    <a:pt x="716051" y="1694428"/>
                  </a:lnTo>
                  <a:lnTo>
                    <a:pt x="716051" y="1511584"/>
                  </a:lnTo>
                  <a:lnTo>
                    <a:pt x="711417" y="1511584"/>
                  </a:lnTo>
                  <a:close/>
                  <a:moveTo>
                    <a:pt x="531425" y="1511584"/>
                  </a:moveTo>
                  <a:lnTo>
                    <a:pt x="531425" y="1690864"/>
                  </a:lnTo>
                  <a:lnTo>
                    <a:pt x="536058" y="1690864"/>
                  </a:lnTo>
                  <a:lnTo>
                    <a:pt x="536058" y="1511584"/>
                  </a:lnTo>
                  <a:lnTo>
                    <a:pt x="531425" y="1511584"/>
                  </a:lnTo>
                  <a:close/>
                  <a:moveTo>
                    <a:pt x="353214" y="1511584"/>
                  </a:moveTo>
                  <a:lnTo>
                    <a:pt x="353214" y="1683735"/>
                  </a:lnTo>
                  <a:lnTo>
                    <a:pt x="357847" y="1683735"/>
                  </a:lnTo>
                  <a:lnTo>
                    <a:pt x="357847" y="1511584"/>
                  </a:lnTo>
                  <a:lnTo>
                    <a:pt x="353214" y="1511584"/>
                  </a:lnTo>
                  <a:close/>
                  <a:moveTo>
                    <a:pt x="1967803" y="1019722"/>
                  </a:moveTo>
                  <a:lnTo>
                    <a:pt x="1967803" y="1145539"/>
                  </a:lnTo>
                  <a:lnTo>
                    <a:pt x="1972437" y="1145539"/>
                  </a:lnTo>
                  <a:lnTo>
                    <a:pt x="1972437" y="1019722"/>
                  </a:lnTo>
                  <a:lnTo>
                    <a:pt x="1967803" y="1019722"/>
                  </a:lnTo>
                  <a:close/>
                  <a:moveTo>
                    <a:pt x="1787811" y="916126"/>
                  </a:moveTo>
                  <a:lnTo>
                    <a:pt x="1787811" y="1145539"/>
                  </a:lnTo>
                  <a:lnTo>
                    <a:pt x="1792444" y="1145539"/>
                  </a:lnTo>
                  <a:lnTo>
                    <a:pt x="1792444" y="920759"/>
                  </a:lnTo>
                  <a:lnTo>
                    <a:pt x="1787811" y="916126"/>
                  </a:lnTo>
                  <a:close/>
                  <a:moveTo>
                    <a:pt x="1609600" y="818344"/>
                  </a:moveTo>
                  <a:lnTo>
                    <a:pt x="1609600" y="1145539"/>
                  </a:lnTo>
                  <a:lnTo>
                    <a:pt x="1614233" y="1145539"/>
                  </a:lnTo>
                  <a:lnTo>
                    <a:pt x="1614233" y="818344"/>
                  </a:lnTo>
                  <a:lnTo>
                    <a:pt x="1609600" y="818344"/>
                  </a:lnTo>
                  <a:close/>
                  <a:moveTo>
                    <a:pt x="1429607" y="716764"/>
                  </a:moveTo>
                  <a:lnTo>
                    <a:pt x="1429607" y="1145539"/>
                  </a:lnTo>
                  <a:lnTo>
                    <a:pt x="1434240" y="1145539"/>
                  </a:lnTo>
                  <a:lnTo>
                    <a:pt x="1434240" y="716764"/>
                  </a:lnTo>
                  <a:lnTo>
                    <a:pt x="1429607" y="716764"/>
                  </a:lnTo>
                  <a:close/>
                  <a:moveTo>
                    <a:pt x="1249614" y="684686"/>
                  </a:moveTo>
                  <a:lnTo>
                    <a:pt x="1249614" y="1145539"/>
                  </a:lnTo>
                  <a:lnTo>
                    <a:pt x="1254247" y="1145539"/>
                  </a:lnTo>
                  <a:lnTo>
                    <a:pt x="1254247" y="684686"/>
                  </a:lnTo>
                  <a:lnTo>
                    <a:pt x="1249614" y="684686"/>
                  </a:lnTo>
                  <a:close/>
                  <a:moveTo>
                    <a:pt x="354996" y="623738"/>
                  </a:moveTo>
                  <a:lnTo>
                    <a:pt x="354996" y="624929"/>
                  </a:lnTo>
                  <a:lnTo>
                    <a:pt x="353214" y="626711"/>
                  </a:lnTo>
                  <a:lnTo>
                    <a:pt x="353214" y="1145539"/>
                  </a:lnTo>
                  <a:lnTo>
                    <a:pt x="357847" y="1145539"/>
                  </a:lnTo>
                  <a:lnTo>
                    <a:pt x="354996" y="623738"/>
                  </a:lnTo>
                  <a:close/>
                  <a:moveTo>
                    <a:pt x="1069621" y="581089"/>
                  </a:moveTo>
                  <a:lnTo>
                    <a:pt x="1069621" y="1145539"/>
                  </a:lnTo>
                  <a:lnTo>
                    <a:pt x="1076037" y="1145539"/>
                  </a:lnTo>
                  <a:lnTo>
                    <a:pt x="1076037" y="584888"/>
                  </a:lnTo>
                  <a:lnTo>
                    <a:pt x="1073419" y="584888"/>
                  </a:lnTo>
                  <a:lnTo>
                    <a:pt x="1069621" y="581089"/>
                  </a:lnTo>
                  <a:close/>
                  <a:moveTo>
                    <a:pt x="891410" y="483308"/>
                  </a:moveTo>
                  <a:lnTo>
                    <a:pt x="891410" y="1145539"/>
                  </a:lnTo>
                  <a:lnTo>
                    <a:pt x="896044" y="1145539"/>
                  </a:lnTo>
                  <a:lnTo>
                    <a:pt x="896044" y="483308"/>
                  </a:lnTo>
                  <a:lnTo>
                    <a:pt x="891410" y="483308"/>
                  </a:lnTo>
                  <a:close/>
                  <a:moveTo>
                    <a:pt x="711417" y="379711"/>
                  </a:moveTo>
                  <a:lnTo>
                    <a:pt x="711417" y="1145539"/>
                  </a:lnTo>
                  <a:lnTo>
                    <a:pt x="716051" y="1145539"/>
                  </a:lnTo>
                  <a:lnTo>
                    <a:pt x="716051" y="384345"/>
                  </a:lnTo>
                  <a:lnTo>
                    <a:pt x="711417" y="379711"/>
                  </a:lnTo>
                  <a:close/>
                  <a:moveTo>
                    <a:pt x="531425" y="278131"/>
                  </a:moveTo>
                  <a:lnTo>
                    <a:pt x="531425" y="1145539"/>
                  </a:lnTo>
                  <a:lnTo>
                    <a:pt x="536058" y="1145539"/>
                  </a:lnTo>
                  <a:lnTo>
                    <a:pt x="536058" y="282765"/>
                  </a:lnTo>
                  <a:lnTo>
                    <a:pt x="531425" y="278131"/>
                  </a:lnTo>
                  <a:close/>
                  <a:moveTo>
                    <a:pt x="1967803" y="123322"/>
                  </a:moveTo>
                  <a:lnTo>
                    <a:pt x="1967803" y="999406"/>
                  </a:lnTo>
                  <a:lnTo>
                    <a:pt x="1972437" y="999406"/>
                  </a:lnTo>
                  <a:lnTo>
                    <a:pt x="1972437" y="123322"/>
                  </a:lnTo>
                  <a:lnTo>
                    <a:pt x="1967803" y="123322"/>
                  </a:lnTo>
                  <a:close/>
                  <a:moveTo>
                    <a:pt x="1787811" y="123322"/>
                  </a:moveTo>
                  <a:lnTo>
                    <a:pt x="1787811" y="897826"/>
                  </a:lnTo>
                  <a:lnTo>
                    <a:pt x="1792444" y="897826"/>
                  </a:lnTo>
                  <a:lnTo>
                    <a:pt x="1792444" y="123322"/>
                  </a:lnTo>
                  <a:lnTo>
                    <a:pt x="1787811" y="123322"/>
                  </a:lnTo>
                  <a:close/>
                  <a:moveTo>
                    <a:pt x="1609600" y="123322"/>
                  </a:moveTo>
                  <a:lnTo>
                    <a:pt x="1609600" y="795411"/>
                  </a:lnTo>
                  <a:lnTo>
                    <a:pt x="1614233" y="800044"/>
                  </a:lnTo>
                  <a:lnTo>
                    <a:pt x="1614233" y="123322"/>
                  </a:lnTo>
                  <a:lnTo>
                    <a:pt x="1609600" y="123322"/>
                  </a:lnTo>
                  <a:close/>
                  <a:moveTo>
                    <a:pt x="1429607" y="123322"/>
                  </a:moveTo>
                  <a:lnTo>
                    <a:pt x="1429607" y="696448"/>
                  </a:lnTo>
                  <a:lnTo>
                    <a:pt x="1434240" y="696448"/>
                  </a:lnTo>
                  <a:lnTo>
                    <a:pt x="1434240" y="123322"/>
                  </a:lnTo>
                  <a:lnTo>
                    <a:pt x="1429607" y="123322"/>
                  </a:lnTo>
                  <a:close/>
                  <a:moveTo>
                    <a:pt x="1249614" y="123322"/>
                  </a:moveTo>
                  <a:lnTo>
                    <a:pt x="1249614" y="637995"/>
                  </a:lnTo>
                  <a:lnTo>
                    <a:pt x="1252465" y="637995"/>
                  </a:lnTo>
                  <a:lnTo>
                    <a:pt x="1252465" y="636803"/>
                  </a:lnTo>
                  <a:lnTo>
                    <a:pt x="1253412" y="635856"/>
                  </a:lnTo>
                  <a:lnTo>
                    <a:pt x="1258046" y="635856"/>
                  </a:lnTo>
                  <a:lnTo>
                    <a:pt x="1254247" y="632058"/>
                  </a:lnTo>
                  <a:lnTo>
                    <a:pt x="1254247" y="123322"/>
                  </a:lnTo>
                  <a:lnTo>
                    <a:pt x="1249614" y="123322"/>
                  </a:lnTo>
                  <a:close/>
                  <a:moveTo>
                    <a:pt x="1069621" y="123322"/>
                  </a:moveTo>
                  <a:lnTo>
                    <a:pt x="1069621" y="562790"/>
                  </a:lnTo>
                  <a:lnTo>
                    <a:pt x="1072238" y="562790"/>
                  </a:lnTo>
                  <a:lnTo>
                    <a:pt x="1076037" y="566588"/>
                  </a:lnTo>
                  <a:lnTo>
                    <a:pt x="1076037" y="123322"/>
                  </a:lnTo>
                  <a:lnTo>
                    <a:pt x="1069621" y="123322"/>
                  </a:lnTo>
                  <a:close/>
                  <a:moveTo>
                    <a:pt x="891410" y="123322"/>
                  </a:moveTo>
                  <a:lnTo>
                    <a:pt x="891410" y="462992"/>
                  </a:lnTo>
                  <a:lnTo>
                    <a:pt x="896044" y="462992"/>
                  </a:lnTo>
                  <a:lnTo>
                    <a:pt x="896044" y="123322"/>
                  </a:lnTo>
                  <a:lnTo>
                    <a:pt x="891410" y="123322"/>
                  </a:lnTo>
                  <a:close/>
                  <a:moveTo>
                    <a:pt x="711417" y="123322"/>
                  </a:moveTo>
                  <a:lnTo>
                    <a:pt x="711417" y="361411"/>
                  </a:lnTo>
                  <a:lnTo>
                    <a:pt x="716051" y="361411"/>
                  </a:lnTo>
                  <a:lnTo>
                    <a:pt x="716051" y="123322"/>
                  </a:lnTo>
                  <a:lnTo>
                    <a:pt x="711417" y="123322"/>
                  </a:lnTo>
                  <a:close/>
                  <a:moveTo>
                    <a:pt x="531425" y="123322"/>
                  </a:moveTo>
                  <a:lnTo>
                    <a:pt x="531425" y="259831"/>
                  </a:lnTo>
                  <a:lnTo>
                    <a:pt x="536058" y="259831"/>
                  </a:lnTo>
                  <a:lnTo>
                    <a:pt x="536058" y="123322"/>
                  </a:lnTo>
                  <a:lnTo>
                    <a:pt x="531425" y="123322"/>
                  </a:lnTo>
                  <a:close/>
                  <a:moveTo>
                    <a:pt x="353214" y="123322"/>
                  </a:moveTo>
                  <a:lnTo>
                    <a:pt x="353214" y="161815"/>
                  </a:lnTo>
                  <a:lnTo>
                    <a:pt x="357847" y="161815"/>
                  </a:lnTo>
                  <a:lnTo>
                    <a:pt x="357847" y="123322"/>
                  </a:lnTo>
                  <a:lnTo>
                    <a:pt x="353214" y="12332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033" name="Vector layer E1DFDF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963883" y="1781751"/>
                  </a:moveTo>
                  <a:lnTo>
                    <a:pt x="1963883" y="1778900"/>
                  </a:lnTo>
                  <a:lnTo>
                    <a:pt x="1962101" y="1778900"/>
                  </a:lnTo>
                  <a:lnTo>
                    <a:pt x="1962101" y="1781751"/>
                  </a:lnTo>
                  <a:lnTo>
                    <a:pt x="1963883" y="1781751"/>
                  </a:lnTo>
                  <a:close/>
                  <a:moveTo>
                    <a:pt x="1956754" y="1772841"/>
                  </a:moveTo>
                  <a:lnTo>
                    <a:pt x="1956754" y="1769989"/>
                  </a:lnTo>
                  <a:lnTo>
                    <a:pt x="1954972" y="1769989"/>
                  </a:lnTo>
                  <a:lnTo>
                    <a:pt x="1954972" y="1772841"/>
                  </a:lnTo>
                  <a:lnTo>
                    <a:pt x="1956754" y="1772841"/>
                  </a:lnTo>
                  <a:close/>
                  <a:moveTo>
                    <a:pt x="1913984" y="1756802"/>
                  </a:moveTo>
                  <a:lnTo>
                    <a:pt x="1913984" y="1753950"/>
                  </a:lnTo>
                  <a:lnTo>
                    <a:pt x="1912202" y="1753950"/>
                  </a:lnTo>
                  <a:lnTo>
                    <a:pt x="1912202" y="1756802"/>
                  </a:lnTo>
                  <a:lnTo>
                    <a:pt x="1913984" y="1756802"/>
                  </a:lnTo>
                  <a:close/>
                  <a:moveTo>
                    <a:pt x="1791018" y="1728288"/>
                  </a:moveTo>
                  <a:lnTo>
                    <a:pt x="1791018" y="1725437"/>
                  </a:lnTo>
                  <a:lnTo>
                    <a:pt x="1789236" y="1725437"/>
                  </a:lnTo>
                  <a:lnTo>
                    <a:pt x="1789236" y="1728288"/>
                  </a:lnTo>
                  <a:lnTo>
                    <a:pt x="1791018" y="1728288"/>
                  </a:lnTo>
                  <a:close/>
                  <a:moveTo>
                    <a:pt x="1705477" y="1721160"/>
                  </a:moveTo>
                  <a:lnTo>
                    <a:pt x="1705477" y="1718308"/>
                  </a:lnTo>
                  <a:lnTo>
                    <a:pt x="1703695" y="1718308"/>
                  </a:lnTo>
                  <a:lnTo>
                    <a:pt x="1703695" y="1721160"/>
                  </a:lnTo>
                  <a:lnTo>
                    <a:pt x="1705477" y="1721160"/>
                  </a:lnTo>
                  <a:close/>
                  <a:moveTo>
                    <a:pt x="1612808" y="1715813"/>
                  </a:moveTo>
                  <a:lnTo>
                    <a:pt x="1612808" y="1712962"/>
                  </a:lnTo>
                  <a:lnTo>
                    <a:pt x="1611025" y="1712962"/>
                  </a:lnTo>
                  <a:lnTo>
                    <a:pt x="1611025" y="1715813"/>
                  </a:lnTo>
                  <a:lnTo>
                    <a:pt x="1612808" y="1715813"/>
                  </a:lnTo>
                  <a:close/>
                  <a:moveTo>
                    <a:pt x="1496971" y="1712249"/>
                  </a:moveTo>
                  <a:lnTo>
                    <a:pt x="1496971" y="1709398"/>
                  </a:lnTo>
                  <a:lnTo>
                    <a:pt x="1495188" y="1709398"/>
                  </a:lnTo>
                  <a:lnTo>
                    <a:pt x="1495188" y="1712249"/>
                  </a:lnTo>
                  <a:lnTo>
                    <a:pt x="1496971" y="1712249"/>
                  </a:lnTo>
                  <a:close/>
                  <a:moveTo>
                    <a:pt x="1489842" y="1712249"/>
                  </a:moveTo>
                  <a:lnTo>
                    <a:pt x="1489842" y="1709398"/>
                  </a:lnTo>
                  <a:lnTo>
                    <a:pt x="1488060" y="1709398"/>
                  </a:lnTo>
                  <a:lnTo>
                    <a:pt x="1488060" y="1712249"/>
                  </a:lnTo>
                  <a:lnTo>
                    <a:pt x="1489842" y="1712249"/>
                  </a:lnTo>
                  <a:close/>
                  <a:moveTo>
                    <a:pt x="1482714" y="1712249"/>
                  </a:moveTo>
                  <a:lnTo>
                    <a:pt x="1482714" y="1709398"/>
                  </a:lnTo>
                  <a:lnTo>
                    <a:pt x="1480932" y="1709398"/>
                  </a:lnTo>
                  <a:lnTo>
                    <a:pt x="1480932" y="1712249"/>
                  </a:lnTo>
                  <a:lnTo>
                    <a:pt x="1482714" y="1712249"/>
                  </a:lnTo>
                  <a:close/>
                  <a:moveTo>
                    <a:pt x="1475585" y="1712249"/>
                  </a:moveTo>
                  <a:lnTo>
                    <a:pt x="1475585" y="1709398"/>
                  </a:lnTo>
                  <a:lnTo>
                    <a:pt x="1473803" y="1709398"/>
                  </a:lnTo>
                  <a:lnTo>
                    <a:pt x="1473803" y="1712249"/>
                  </a:lnTo>
                  <a:lnTo>
                    <a:pt x="1475585" y="1712249"/>
                  </a:lnTo>
                  <a:close/>
                  <a:moveTo>
                    <a:pt x="1866223" y="1744684"/>
                  </a:moveTo>
                  <a:lnTo>
                    <a:pt x="1869075" y="1744684"/>
                  </a:lnTo>
                  <a:lnTo>
                    <a:pt x="1869075" y="1709041"/>
                  </a:lnTo>
                  <a:lnTo>
                    <a:pt x="1866223" y="1709041"/>
                  </a:lnTo>
                  <a:lnTo>
                    <a:pt x="1866223" y="1744684"/>
                  </a:lnTo>
                  <a:close/>
                  <a:moveTo>
                    <a:pt x="1859095" y="1742901"/>
                  </a:moveTo>
                  <a:lnTo>
                    <a:pt x="1861946" y="1742901"/>
                  </a:lnTo>
                  <a:lnTo>
                    <a:pt x="1861946" y="1709041"/>
                  </a:lnTo>
                  <a:lnTo>
                    <a:pt x="1859095" y="1709041"/>
                  </a:lnTo>
                  <a:lnTo>
                    <a:pt x="1859095" y="1742901"/>
                  </a:lnTo>
                  <a:close/>
                  <a:moveTo>
                    <a:pt x="1851966" y="1741119"/>
                  </a:moveTo>
                  <a:lnTo>
                    <a:pt x="1854818" y="1741119"/>
                  </a:lnTo>
                  <a:lnTo>
                    <a:pt x="1854818" y="1709041"/>
                  </a:lnTo>
                  <a:lnTo>
                    <a:pt x="1851966" y="1709041"/>
                  </a:lnTo>
                  <a:lnTo>
                    <a:pt x="1851966" y="1741119"/>
                  </a:lnTo>
                  <a:close/>
                  <a:moveTo>
                    <a:pt x="1848402" y="1739337"/>
                  </a:moveTo>
                  <a:lnTo>
                    <a:pt x="1851254" y="1739337"/>
                  </a:lnTo>
                  <a:lnTo>
                    <a:pt x="1851254" y="1709041"/>
                  </a:lnTo>
                  <a:lnTo>
                    <a:pt x="1848402" y="1709041"/>
                  </a:lnTo>
                  <a:lnTo>
                    <a:pt x="1848402" y="1739337"/>
                  </a:lnTo>
                  <a:close/>
                  <a:moveTo>
                    <a:pt x="1844838" y="1739337"/>
                  </a:moveTo>
                  <a:lnTo>
                    <a:pt x="1847689" y="1739337"/>
                  </a:lnTo>
                  <a:lnTo>
                    <a:pt x="1847689" y="1709041"/>
                  </a:lnTo>
                  <a:lnTo>
                    <a:pt x="1844838" y="1709041"/>
                  </a:lnTo>
                  <a:lnTo>
                    <a:pt x="1844838" y="1739337"/>
                  </a:lnTo>
                  <a:close/>
                  <a:moveTo>
                    <a:pt x="1841274" y="1737555"/>
                  </a:moveTo>
                  <a:lnTo>
                    <a:pt x="1844125" y="1737555"/>
                  </a:lnTo>
                  <a:lnTo>
                    <a:pt x="1844125" y="1709041"/>
                  </a:lnTo>
                  <a:lnTo>
                    <a:pt x="1841274" y="1709041"/>
                  </a:lnTo>
                  <a:lnTo>
                    <a:pt x="1841274" y="1737555"/>
                  </a:lnTo>
                  <a:close/>
                  <a:moveTo>
                    <a:pt x="1837710" y="1737555"/>
                  </a:moveTo>
                  <a:lnTo>
                    <a:pt x="1840561" y="1737555"/>
                  </a:lnTo>
                  <a:lnTo>
                    <a:pt x="1840561" y="1709041"/>
                  </a:lnTo>
                  <a:lnTo>
                    <a:pt x="1837710" y="1709041"/>
                  </a:lnTo>
                  <a:lnTo>
                    <a:pt x="1837710" y="1737555"/>
                  </a:lnTo>
                  <a:close/>
                  <a:moveTo>
                    <a:pt x="1834145" y="1735773"/>
                  </a:moveTo>
                  <a:lnTo>
                    <a:pt x="1836997" y="1735773"/>
                  </a:lnTo>
                  <a:lnTo>
                    <a:pt x="1836997" y="1709041"/>
                  </a:lnTo>
                  <a:lnTo>
                    <a:pt x="1834145" y="1709041"/>
                  </a:lnTo>
                  <a:lnTo>
                    <a:pt x="1834145" y="1735773"/>
                  </a:lnTo>
                  <a:close/>
                  <a:moveTo>
                    <a:pt x="1830581" y="1735773"/>
                  </a:moveTo>
                  <a:lnTo>
                    <a:pt x="1833432" y="1735773"/>
                  </a:lnTo>
                  <a:lnTo>
                    <a:pt x="1833432" y="1709041"/>
                  </a:lnTo>
                  <a:lnTo>
                    <a:pt x="1830581" y="1709041"/>
                  </a:lnTo>
                  <a:lnTo>
                    <a:pt x="1830581" y="1735773"/>
                  </a:lnTo>
                  <a:close/>
                  <a:moveTo>
                    <a:pt x="1827017" y="1735773"/>
                  </a:moveTo>
                  <a:lnTo>
                    <a:pt x="1829868" y="1735773"/>
                  </a:lnTo>
                  <a:lnTo>
                    <a:pt x="1829868" y="1709041"/>
                  </a:lnTo>
                  <a:lnTo>
                    <a:pt x="1827017" y="1709041"/>
                  </a:lnTo>
                  <a:lnTo>
                    <a:pt x="1827017" y="1735773"/>
                  </a:lnTo>
                  <a:close/>
                  <a:moveTo>
                    <a:pt x="1823453" y="1735773"/>
                  </a:moveTo>
                  <a:lnTo>
                    <a:pt x="1826304" y="1735773"/>
                  </a:lnTo>
                  <a:lnTo>
                    <a:pt x="1826304" y="1709041"/>
                  </a:lnTo>
                  <a:lnTo>
                    <a:pt x="1823453" y="1709041"/>
                  </a:lnTo>
                  <a:lnTo>
                    <a:pt x="1823453" y="1735773"/>
                  </a:lnTo>
                  <a:close/>
                  <a:moveTo>
                    <a:pt x="1819888" y="1730427"/>
                  </a:moveTo>
                  <a:lnTo>
                    <a:pt x="1822740" y="1730427"/>
                  </a:lnTo>
                  <a:lnTo>
                    <a:pt x="1822740" y="1709041"/>
                  </a:lnTo>
                  <a:lnTo>
                    <a:pt x="1819888" y="1709041"/>
                  </a:lnTo>
                  <a:lnTo>
                    <a:pt x="1819888" y="1730427"/>
                  </a:lnTo>
                  <a:close/>
                  <a:moveTo>
                    <a:pt x="1816324" y="1730427"/>
                  </a:moveTo>
                  <a:lnTo>
                    <a:pt x="1819176" y="1730427"/>
                  </a:lnTo>
                  <a:lnTo>
                    <a:pt x="1819176" y="1709041"/>
                  </a:lnTo>
                  <a:lnTo>
                    <a:pt x="1816324" y="1709041"/>
                  </a:lnTo>
                  <a:lnTo>
                    <a:pt x="1816324" y="1730427"/>
                  </a:lnTo>
                  <a:close/>
                  <a:moveTo>
                    <a:pt x="1812760" y="1726862"/>
                  </a:moveTo>
                  <a:lnTo>
                    <a:pt x="1815611" y="1726862"/>
                  </a:lnTo>
                  <a:lnTo>
                    <a:pt x="1815611" y="1709041"/>
                  </a:lnTo>
                  <a:lnTo>
                    <a:pt x="1812760" y="1709041"/>
                  </a:lnTo>
                  <a:lnTo>
                    <a:pt x="1812760" y="1726862"/>
                  </a:lnTo>
                  <a:close/>
                  <a:moveTo>
                    <a:pt x="1804267" y="1727636"/>
                  </a:moveTo>
                  <a:lnTo>
                    <a:pt x="1806283" y="1729653"/>
                  </a:lnTo>
                  <a:lnTo>
                    <a:pt x="1808483" y="1727453"/>
                  </a:lnTo>
                  <a:lnTo>
                    <a:pt x="1808483" y="1709041"/>
                  </a:lnTo>
                  <a:lnTo>
                    <a:pt x="1805632" y="1709041"/>
                  </a:lnTo>
                  <a:lnTo>
                    <a:pt x="1805632" y="1726272"/>
                  </a:lnTo>
                  <a:lnTo>
                    <a:pt x="1804267" y="1727636"/>
                  </a:lnTo>
                  <a:close/>
                  <a:moveTo>
                    <a:pt x="1798503" y="1726862"/>
                  </a:moveTo>
                  <a:lnTo>
                    <a:pt x="1801355" y="1726862"/>
                  </a:lnTo>
                  <a:lnTo>
                    <a:pt x="1801355" y="1709041"/>
                  </a:lnTo>
                  <a:lnTo>
                    <a:pt x="1798503" y="1709041"/>
                  </a:lnTo>
                  <a:lnTo>
                    <a:pt x="1798503" y="1726862"/>
                  </a:lnTo>
                  <a:close/>
                  <a:moveTo>
                    <a:pt x="1622074" y="1713196"/>
                  </a:moveTo>
                  <a:lnTo>
                    <a:pt x="1624274" y="1715396"/>
                  </a:lnTo>
                  <a:lnTo>
                    <a:pt x="1626290" y="1713380"/>
                  </a:lnTo>
                  <a:lnTo>
                    <a:pt x="1624926" y="1712015"/>
                  </a:lnTo>
                  <a:lnTo>
                    <a:pt x="1624926" y="1709041"/>
                  </a:lnTo>
                  <a:lnTo>
                    <a:pt x="1622074" y="1709041"/>
                  </a:lnTo>
                  <a:lnTo>
                    <a:pt x="1622074" y="1713196"/>
                  </a:lnTo>
                  <a:close/>
                  <a:moveTo>
                    <a:pt x="1614946" y="1712606"/>
                  </a:moveTo>
                  <a:lnTo>
                    <a:pt x="1617797" y="1712606"/>
                  </a:lnTo>
                  <a:lnTo>
                    <a:pt x="1617797" y="1709041"/>
                  </a:lnTo>
                  <a:lnTo>
                    <a:pt x="1614946" y="1709041"/>
                  </a:lnTo>
                  <a:lnTo>
                    <a:pt x="1614946" y="1712606"/>
                  </a:lnTo>
                  <a:close/>
                  <a:moveTo>
                    <a:pt x="1600689" y="1710823"/>
                  </a:moveTo>
                  <a:lnTo>
                    <a:pt x="1603541" y="1710823"/>
                  </a:lnTo>
                  <a:lnTo>
                    <a:pt x="1603541" y="1709041"/>
                  </a:lnTo>
                  <a:lnTo>
                    <a:pt x="1600689" y="1709041"/>
                  </a:lnTo>
                  <a:lnTo>
                    <a:pt x="1600689" y="1710823"/>
                  </a:lnTo>
                  <a:close/>
                  <a:moveTo>
                    <a:pt x="1593561" y="1711414"/>
                  </a:moveTo>
                  <a:lnTo>
                    <a:pt x="1596769" y="1714622"/>
                  </a:lnTo>
                  <a:lnTo>
                    <a:pt x="1599976" y="1711414"/>
                  </a:lnTo>
                  <a:lnTo>
                    <a:pt x="1599976" y="1709041"/>
                  </a:lnTo>
                  <a:lnTo>
                    <a:pt x="1597125" y="1709041"/>
                  </a:lnTo>
                  <a:lnTo>
                    <a:pt x="1596769" y="1710589"/>
                  </a:lnTo>
                  <a:lnTo>
                    <a:pt x="1596412" y="1709041"/>
                  </a:lnTo>
                  <a:lnTo>
                    <a:pt x="1593561" y="1709041"/>
                  </a:lnTo>
                  <a:lnTo>
                    <a:pt x="1593561" y="1711414"/>
                  </a:lnTo>
                  <a:close/>
                  <a:moveTo>
                    <a:pt x="1586432" y="1711414"/>
                  </a:moveTo>
                  <a:lnTo>
                    <a:pt x="1589640" y="1714622"/>
                  </a:lnTo>
                  <a:lnTo>
                    <a:pt x="1592848" y="1711414"/>
                  </a:lnTo>
                  <a:lnTo>
                    <a:pt x="1592848" y="1709041"/>
                  </a:lnTo>
                  <a:lnTo>
                    <a:pt x="1589997" y="1709041"/>
                  </a:lnTo>
                  <a:lnTo>
                    <a:pt x="1589640" y="1710589"/>
                  </a:lnTo>
                  <a:lnTo>
                    <a:pt x="1589284" y="1709041"/>
                  </a:lnTo>
                  <a:lnTo>
                    <a:pt x="1586432" y="1709041"/>
                  </a:lnTo>
                  <a:lnTo>
                    <a:pt x="1586432" y="1711414"/>
                  </a:lnTo>
                  <a:close/>
                  <a:moveTo>
                    <a:pt x="1579304" y="1711414"/>
                  </a:moveTo>
                  <a:lnTo>
                    <a:pt x="1582512" y="1714622"/>
                  </a:lnTo>
                  <a:lnTo>
                    <a:pt x="1585719" y="1711414"/>
                  </a:lnTo>
                  <a:lnTo>
                    <a:pt x="1585719" y="1709041"/>
                  </a:lnTo>
                  <a:lnTo>
                    <a:pt x="1582868" y="1709041"/>
                  </a:lnTo>
                  <a:lnTo>
                    <a:pt x="1582512" y="1710589"/>
                  </a:lnTo>
                  <a:lnTo>
                    <a:pt x="1582155" y="1709041"/>
                  </a:lnTo>
                  <a:lnTo>
                    <a:pt x="1579304" y="1709041"/>
                  </a:lnTo>
                  <a:lnTo>
                    <a:pt x="1579304" y="1711414"/>
                  </a:lnTo>
                  <a:close/>
                  <a:moveTo>
                    <a:pt x="1572175" y="1711414"/>
                  </a:moveTo>
                  <a:lnTo>
                    <a:pt x="1575383" y="1714622"/>
                  </a:lnTo>
                  <a:lnTo>
                    <a:pt x="1578591" y="1711414"/>
                  </a:lnTo>
                  <a:lnTo>
                    <a:pt x="1578591" y="1709041"/>
                  </a:lnTo>
                  <a:lnTo>
                    <a:pt x="1575740" y="1709041"/>
                  </a:lnTo>
                  <a:lnTo>
                    <a:pt x="1575383" y="1710589"/>
                  </a:lnTo>
                  <a:lnTo>
                    <a:pt x="1575027" y="1709041"/>
                  </a:lnTo>
                  <a:lnTo>
                    <a:pt x="1572175" y="1709041"/>
                  </a:lnTo>
                  <a:lnTo>
                    <a:pt x="1572175" y="1711414"/>
                  </a:lnTo>
                  <a:close/>
                  <a:moveTo>
                    <a:pt x="1565047" y="1711414"/>
                  </a:moveTo>
                  <a:lnTo>
                    <a:pt x="1568255" y="1714622"/>
                  </a:lnTo>
                  <a:lnTo>
                    <a:pt x="1571463" y="1711414"/>
                  </a:lnTo>
                  <a:lnTo>
                    <a:pt x="1571463" y="1709041"/>
                  </a:lnTo>
                  <a:lnTo>
                    <a:pt x="1568611" y="1709041"/>
                  </a:lnTo>
                  <a:lnTo>
                    <a:pt x="1568255" y="1710589"/>
                  </a:lnTo>
                  <a:lnTo>
                    <a:pt x="1567898" y="1709041"/>
                  </a:lnTo>
                  <a:lnTo>
                    <a:pt x="1565047" y="1709041"/>
                  </a:lnTo>
                  <a:lnTo>
                    <a:pt x="1565047" y="1711414"/>
                  </a:lnTo>
                  <a:close/>
                  <a:moveTo>
                    <a:pt x="1560118" y="1711597"/>
                  </a:moveTo>
                  <a:lnTo>
                    <a:pt x="1562135" y="1713614"/>
                  </a:lnTo>
                  <a:lnTo>
                    <a:pt x="1564334" y="1711414"/>
                  </a:lnTo>
                  <a:lnTo>
                    <a:pt x="1564334" y="1709041"/>
                  </a:lnTo>
                  <a:lnTo>
                    <a:pt x="1561483" y="1709041"/>
                  </a:lnTo>
                  <a:lnTo>
                    <a:pt x="1561483" y="1710233"/>
                  </a:lnTo>
                  <a:lnTo>
                    <a:pt x="1560118" y="1711597"/>
                  </a:lnTo>
                  <a:close/>
                  <a:moveTo>
                    <a:pt x="1554354" y="1710823"/>
                  </a:moveTo>
                  <a:lnTo>
                    <a:pt x="1557206" y="1710823"/>
                  </a:lnTo>
                  <a:lnTo>
                    <a:pt x="1557206" y="1709041"/>
                  </a:lnTo>
                  <a:lnTo>
                    <a:pt x="1554354" y="1709041"/>
                  </a:lnTo>
                  <a:lnTo>
                    <a:pt x="1554354" y="1710823"/>
                  </a:lnTo>
                  <a:close/>
                  <a:moveTo>
                    <a:pt x="1547226" y="1710823"/>
                  </a:moveTo>
                  <a:lnTo>
                    <a:pt x="1550077" y="1710823"/>
                  </a:lnTo>
                  <a:lnTo>
                    <a:pt x="1550077" y="1709041"/>
                  </a:lnTo>
                  <a:lnTo>
                    <a:pt x="1547226" y="1709041"/>
                  </a:lnTo>
                  <a:lnTo>
                    <a:pt x="1547226" y="1710823"/>
                  </a:lnTo>
                  <a:close/>
                  <a:moveTo>
                    <a:pt x="1540098" y="1710823"/>
                  </a:moveTo>
                  <a:lnTo>
                    <a:pt x="1542949" y="1710823"/>
                  </a:lnTo>
                  <a:lnTo>
                    <a:pt x="1542949" y="1709041"/>
                  </a:lnTo>
                  <a:lnTo>
                    <a:pt x="1540098" y="1709041"/>
                  </a:lnTo>
                  <a:lnTo>
                    <a:pt x="1540098" y="1710823"/>
                  </a:lnTo>
                  <a:close/>
                  <a:moveTo>
                    <a:pt x="1935369" y="1708685"/>
                  </a:moveTo>
                  <a:lnTo>
                    <a:pt x="1935369" y="1705834"/>
                  </a:lnTo>
                  <a:lnTo>
                    <a:pt x="1933587" y="1705834"/>
                  </a:lnTo>
                  <a:lnTo>
                    <a:pt x="1933587" y="1708685"/>
                  </a:lnTo>
                  <a:lnTo>
                    <a:pt x="1935369" y="1708685"/>
                  </a:lnTo>
                  <a:close/>
                  <a:moveTo>
                    <a:pt x="1726862" y="1708685"/>
                  </a:moveTo>
                  <a:lnTo>
                    <a:pt x="1726862" y="1705834"/>
                  </a:lnTo>
                  <a:lnTo>
                    <a:pt x="1725080" y="1705834"/>
                  </a:lnTo>
                  <a:lnTo>
                    <a:pt x="1725080" y="1708685"/>
                  </a:lnTo>
                  <a:lnTo>
                    <a:pt x="1726862" y="1708685"/>
                  </a:lnTo>
                  <a:close/>
                  <a:moveTo>
                    <a:pt x="1669835" y="1708685"/>
                  </a:moveTo>
                  <a:lnTo>
                    <a:pt x="1669835" y="1705834"/>
                  </a:lnTo>
                  <a:lnTo>
                    <a:pt x="1668053" y="1705834"/>
                  </a:lnTo>
                  <a:lnTo>
                    <a:pt x="1668053" y="1708685"/>
                  </a:lnTo>
                  <a:lnTo>
                    <a:pt x="1669835" y="1708685"/>
                  </a:lnTo>
                  <a:close/>
                  <a:moveTo>
                    <a:pt x="1245693" y="1708685"/>
                  </a:moveTo>
                  <a:lnTo>
                    <a:pt x="1245693" y="1705834"/>
                  </a:lnTo>
                  <a:lnTo>
                    <a:pt x="1243911" y="1705834"/>
                  </a:lnTo>
                  <a:lnTo>
                    <a:pt x="1243911" y="1708685"/>
                  </a:lnTo>
                  <a:lnTo>
                    <a:pt x="1245693" y="1708685"/>
                  </a:lnTo>
                  <a:close/>
                  <a:moveTo>
                    <a:pt x="1238565" y="1708685"/>
                  </a:moveTo>
                  <a:lnTo>
                    <a:pt x="1238565" y="1705834"/>
                  </a:lnTo>
                  <a:lnTo>
                    <a:pt x="1236783" y="1705834"/>
                  </a:lnTo>
                  <a:lnTo>
                    <a:pt x="1236783" y="1708685"/>
                  </a:lnTo>
                  <a:lnTo>
                    <a:pt x="1238565" y="1708685"/>
                  </a:lnTo>
                  <a:close/>
                  <a:moveTo>
                    <a:pt x="1231436" y="1708685"/>
                  </a:moveTo>
                  <a:lnTo>
                    <a:pt x="1231436" y="1705834"/>
                  </a:lnTo>
                  <a:lnTo>
                    <a:pt x="1229654" y="1705834"/>
                  </a:lnTo>
                  <a:lnTo>
                    <a:pt x="1229654" y="1708685"/>
                  </a:lnTo>
                  <a:lnTo>
                    <a:pt x="1231436" y="1708685"/>
                  </a:lnTo>
                  <a:close/>
                  <a:moveTo>
                    <a:pt x="1224308" y="1708685"/>
                  </a:moveTo>
                  <a:lnTo>
                    <a:pt x="1224308" y="1705834"/>
                  </a:lnTo>
                  <a:lnTo>
                    <a:pt x="1222526" y="1705834"/>
                  </a:lnTo>
                  <a:lnTo>
                    <a:pt x="1222526" y="1708685"/>
                  </a:lnTo>
                  <a:lnTo>
                    <a:pt x="1224308" y="1708685"/>
                  </a:lnTo>
                  <a:close/>
                  <a:moveTo>
                    <a:pt x="1217180" y="1708685"/>
                  </a:moveTo>
                  <a:lnTo>
                    <a:pt x="1217180" y="1705834"/>
                  </a:lnTo>
                  <a:lnTo>
                    <a:pt x="1215398" y="1705834"/>
                  </a:lnTo>
                  <a:lnTo>
                    <a:pt x="1215398" y="1708685"/>
                  </a:lnTo>
                  <a:lnTo>
                    <a:pt x="1217180" y="1708685"/>
                  </a:lnTo>
                  <a:close/>
                  <a:moveTo>
                    <a:pt x="1210051" y="1708685"/>
                  </a:moveTo>
                  <a:lnTo>
                    <a:pt x="1210051" y="1705834"/>
                  </a:lnTo>
                  <a:lnTo>
                    <a:pt x="1208269" y="1705834"/>
                  </a:lnTo>
                  <a:lnTo>
                    <a:pt x="1208269" y="1708685"/>
                  </a:lnTo>
                  <a:lnTo>
                    <a:pt x="1210051" y="1708685"/>
                  </a:lnTo>
                  <a:close/>
                  <a:moveTo>
                    <a:pt x="1202923" y="1708685"/>
                  </a:moveTo>
                  <a:lnTo>
                    <a:pt x="1202923" y="1705834"/>
                  </a:lnTo>
                  <a:lnTo>
                    <a:pt x="1201141" y="1705834"/>
                  </a:lnTo>
                  <a:lnTo>
                    <a:pt x="1201141" y="1708685"/>
                  </a:lnTo>
                  <a:lnTo>
                    <a:pt x="1202923" y="1708685"/>
                  </a:lnTo>
                  <a:close/>
                  <a:moveTo>
                    <a:pt x="1195794" y="1708685"/>
                  </a:moveTo>
                  <a:lnTo>
                    <a:pt x="1195794" y="1705834"/>
                  </a:lnTo>
                  <a:lnTo>
                    <a:pt x="1194012" y="1705834"/>
                  </a:lnTo>
                  <a:lnTo>
                    <a:pt x="1194012" y="1708685"/>
                  </a:lnTo>
                  <a:lnTo>
                    <a:pt x="1195794" y="1708685"/>
                  </a:lnTo>
                  <a:close/>
                  <a:moveTo>
                    <a:pt x="1188666" y="1708685"/>
                  </a:moveTo>
                  <a:lnTo>
                    <a:pt x="1188666" y="1705834"/>
                  </a:lnTo>
                  <a:lnTo>
                    <a:pt x="1186884" y="1705834"/>
                  </a:lnTo>
                  <a:lnTo>
                    <a:pt x="1186884" y="1708685"/>
                  </a:lnTo>
                  <a:lnTo>
                    <a:pt x="1188666" y="1708685"/>
                  </a:lnTo>
                  <a:close/>
                  <a:moveTo>
                    <a:pt x="1181537" y="1708685"/>
                  </a:moveTo>
                  <a:lnTo>
                    <a:pt x="1181537" y="1705834"/>
                  </a:lnTo>
                  <a:lnTo>
                    <a:pt x="1179755" y="1705834"/>
                  </a:lnTo>
                  <a:lnTo>
                    <a:pt x="1179755" y="1708685"/>
                  </a:lnTo>
                  <a:lnTo>
                    <a:pt x="1181537" y="1708685"/>
                  </a:lnTo>
                  <a:close/>
                  <a:moveTo>
                    <a:pt x="1174409" y="1708685"/>
                  </a:moveTo>
                  <a:lnTo>
                    <a:pt x="1174409" y="1705834"/>
                  </a:lnTo>
                  <a:lnTo>
                    <a:pt x="1172627" y="1705834"/>
                  </a:lnTo>
                  <a:lnTo>
                    <a:pt x="1172627" y="1708685"/>
                  </a:lnTo>
                  <a:lnTo>
                    <a:pt x="1174409" y="1708685"/>
                  </a:lnTo>
                  <a:close/>
                  <a:moveTo>
                    <a:pt x="1167281" y="1708685"/>
                  </a:moveTo>
                  <a:lnTo>
                    <a:pt x="1167281" y="1705834"/>
                  </a:lnTo>
                  <a:lnTo>
                    <a:pt x="1165498" y="1705834"/>
                  </a:lnTo>
                  <a:lnTo>
                    <a:pt x="1165498" y="1708685"/>
                  </a:lnTo>
                  <a:lnTo>
                    <a:pt x="1167281" y="1708685"/>
                  </a:lnTo>
                  <a:close/>
                  <a:moveTo>
                    <a:pt x="994416" y="1708685"/>
                  </a:moveTo>
                  <a:lnTo>
                    <a:pt x="994416" y="1705834"/>
                  </a:lnTo>
                  <a:lnTo>
                    <a:pt x="992634" y="1705834"/>
                  </a:lnTo>
                  <a:lnTo>
                    <a:pt x="992634" y="1708685"/>
                  </a:lnTo>
                  <a:lnTo>
                    <a:pt x="994416" y="1708685"/>
                  </a:lnTo>
                  <a:close/>
                  <a:moveTo>
                    <a:pt x="987288" y="1708685"/>
                  </a:moveTo>
                  <a:lnTo>
                    <a:pt x="987288" y="1705834"/>
                  </a:lnTo>
                  <a:lnTo>
                    <a:pt x="985506" y="1705834"/>
                  </a:lnTo>
                  <a:lnTo>
                    <a:pt x="985506" y="1708685"/>
                  </a:lnTo>
                  <a:lnTo>
                    <a:pt x="987288" y="1708685"/>
                  </a:lnTo>
                  <a:close/>
                  <a:moveTo>
                    <a:pt x="980159" y="1708685"/>
                  </a:moveTo>
                  <a:lnTo>
                    <a:pt x="980159" y="1705834"/>
                  </a:lnTo>
                  <a:lnTo>
                    <a:pt x="978377" y="1705834"/>
                  </a:lnTo>
                  <a:lnTo>
                    <a:pt x="978377" y="1708685"/>
                  </a:lnTo>
                  <a:lnTo>
                    <a:pt x="980159" y="1708685"/>
                  </a:lnTo>
                  <a:close/>
                  <a:moveTo>
                    <a:pt x="973031" y="1708685"/>
                  </a:moveTo>
                  <a:lnTo>
                    <a:pt x="973031" y="1705834"/>
                  </a:lnTo>
                  <a:lnTo>
                    <a:pt x="971249" y="1705834"/>
                  </a:lnTo>
                  <a:lnTo>
                    <a:pt x="971249" y="1708685"/>
                  </a:lnTo>
                  <a:lnTo>
                    <a:pt x="973031" y="1708685"/>
                  </a:lnTo>
                  <a:close/>
                  <a:moveTo>
                    <a:pt x="965902" y="1708685"/>
                  </a:moveTo>
                  <a:lnTo>
                    <a:pt x="965902" y="1705834"/>
                  </a:lnTo>
                  <a:lnTo>
                    <a:pt x="964120" y="1705834"/>
                  </a:lnTo>
                  <a:lnTo>
                    <a:pt x="964120" y="1708685"/>
                  </a:lnTo>
                  <a:lnTo>
                    <a:pt x="965902" y="1708685"/>
                  </a:lnTo>
                  <a:close/>
                  <a:moveTo>
                    <a:pt x="958774" y="1708685"/>
                  </a:moveTo>
                  <a:lnTo>
                    <a:pt x="958774" y="1705834"/>
                  </a:lnTo>
                  <a:lnTo>
                    <a:pt x="956992" y="1705834"/>
                  </a:lnTo>
                  <a:lnTo>
                    <a:pt x="956992" y="1708685"/>
                  </a:lnTo>
                  <a:lnTo>
                    <a:pt x="958774" y="1708685"/>
                  </a:lnTo>
                  <a:close/>
                  <a:moveTo>
                    <a:pt x="951646" y="1708685"/>
                  </a:moveTo>
                  <a:lnTo>
                    <a:pt x="951646" y="1705834"/>
                  </a:lnTo>
                  <a:lnTo>
                    <a:pt x="949863" y="1705834"/>
                  </a:lnTo>
                  <a:lnTo>
                    <a:pt x="949863" y="1708685"/>
                  </a:lnTo>
                  <a:lnTo>
                    <a:pt x="951646" y="1708685"/>
                  </a:lnTo>
                  <a:close/>
                  <a:moveTo>
                    <a:pt x="944517" y="1708685"/>
                  </a:moveTo>
                  <a:lnTo>
                    <a:pt x="944517" y="1705834"/>
                  </a:lnTo>
                  <a:lnTo>
                    <a:pt x="942735" y="1705834"/>
                  </a:lnTo>
                  <a:lnTo>
                    <a:pt x="942735" y="1708685"/>
                  </a:lnTo>
                  <a:lnTo>
                    <a:pt x="944517" y="1708685"/>
                  </a:lnTo>
                  <a:close/>
                  <a:moveTo>
                    <a:pt x="937389" y="1708685"/>
                  </a:moveTo>
                  <a:lnTo>
                    <a:pt x="937389" y="1705834"/>
                  </a:lnTo>
                  <a:lnTo>
                    <a:pt x="935607" y="1705834"/>
                  </a:lnTo>
                  <a:lnTo>
                    <a:pt x="935607" y="1708685"/>
                  </a:lnTo>
                  <a:lnTo>
                    <a:pt x="937389" y="1708685"/>
                  </a:lnTo>
                  <a:close/>
                  <a:moveTo>
                    <a:pt x="930260" y="1708685"/>
                  </a:moveTo>
                  <a:lnTo>
                    <a:pt x="930260" y="1705834"/>
                  </a:lnTo>
                  <a:lnTo>
                    <a:pt x="928478" y="1705834"/>
                  </a:lnTo>
                  <a:lnTo>
                    <a:pt x="928478" y="1708685"/>
                  </a:lnTo>
                  <a:lnTo>
                    <a:pt x="930260" y="1708685"/>
                  </a:lnTo>
                  <a:close/>
                  <a:moveTo>
                    <a:pt x="923132" y="1708685"/>
                  </a:moveTo>
                  <a:lnTo>
                    <a:pt x="923132" y="1705834"/>
                  </a:lnTo>
                  <a:lnTo>
                    <a:pt x="921350" y="1705834"/>
                  </a:lnTo>
                  <a:lnTo>
                    <a:pt x="921350" y="1708685"/>
                  </a:lnTo>
                  <a:lnTo>
                    <a:pt x="923132" y="1708685"/>
                  </a:lnTo>
                  <a:close/>
                  <a:moveTo>
                    <a:pt x="916003" y="1708685"/>
                  </a:moveTo>
                  <a:lnTo>
                    <a:pt x="916003" y="1705834"/>
                  </a:lnTo>
                  <a:lnTo>
                    <a:pt x="914221" y="1705834"/>
                  </a:lnTo>
                  <a:lnTo>
                    <a:pt x="914221" y="1708685"/>
                  </a:lnTo>
                  <a:lnTo>
                    <a:pt x="916003" y="1708685"/>
                  </a:lnTo>
                  <a:close/>
                  <a:moveTo>
                    <a:pt x="743139" y="1708685"/>
                  </a:moveTo>
                  <a:lnTo>
                    <a:pt x="743139" y="1705834"/>
                  </a:lnTo>
                  <a:lnTo>
                    <a:pt x="741357" y="1705834"/>
                  </a:lnTo>
                  <a:lnTo>
                    <a:pt x="741357" y="1708685"/>
                  </a:lnTo>
                  <a:lnTo>
                    <a:pt x="743139" y="1708685"/>
                  </a:lnTo>
                  <a:close/>
                  <a:moveTo>
                    <a:pt x="736011" y="1708685"/>
                  </a:moveTo>
                  <a:lnTo>
                    <a:pt x="736011" y="1705834"/>
                  </a:lnTo>
                  <a:lnTo>
                    <a:pt x="734228" y="1705834"/>
                  </a:lnTo>
                  <a:lnTo>
                    <a:pt x="734228" y="1708685"/>
                  </a:lnTo>
                  <a:lnTo>
                    <a:pt x="736011" y="1708685"/>
                  </a:lnTo>
                  <a:close/>
                  <a:moveTo>
                    <a:pt x="728882" y="1708685"/>
                  </a:moveTo>
                  <a:lnTo>
                    <a:pt x="728882" y="1705834"/>
                  </a:lnTo>
                  <a:lnTo>
                    <a:pt x="727100" y="1705834"/>
                  </a:lnTo>
                  <a:lnTo>
                    <a:pt x="727100" y="1708685"/>
                  </a:lnTo>
                  <a:lnTo>
                    <a:pt x="728882" y="1708685"/>
                  </a:lnTo>
                  <a:close/>
                  <a:moveTo>
                    <a:pt x="721754" y="1708685"/>
                  </a:moveTo>
                  <a:lnTo>
                    <a:pt x="721754" y="1705834"/>
                  </a:lnTo>
                  <a:lnTo>
                    <a:pt x="719972" y="1705834"/>
                  </a:lnTo>
                  <a:lnTo>
                    <a:pt x="719972" y="1708685"/>
                  </a:lnTo>
                  <a:lnTo>
                    <a:pt x="721754" y="1708685"/>
                  </a:lnTo>
                  <a:close/>
                  <a:moveTo>
                    <a:pt x="707497" y="1708685"/>
                  </a:moveTo>
                  <a:lnTo>
                    <a:pt x="707497" y="1705834"/>
                  </a:lnTo>
                  <a:lnTo>
                    <a:pt x="705715" y="1705834"/>
                  </a:lnTo>
                  <a:lnTo>
                    <a:pt x="705715" y="1708685"/>
                  </a:lnTo>
                  <a:lnTo>
                    <a:pt x="707497" y="1708685"/>
                  </a:lnTo>
                  <a:close/>
                  <a:moveTo>
                    <a:pt x="700368" y="1708685"/>
                  </a:moveTo>
                  <a:lnTo>
                    <a:pt x="700368" y="1705834"/>
                  </a:lnTo>
                  <a:lnTo>
                    <a:pt x="698586" y="1705834"/>
                  </a:lnTo>
                  <a:lnTo>
                    <a:pt x="698586" y="1708685"/>
                  </a:lnTo>
                  <a:lnTo>
                    <a:pt x="700368" y="1708685"/>
                  </a:lnTo>
                  <a:close/>
                  <a:moveTo>
                    <a:pt x="693240" y="1708685"/>
                  </a:moveTo>
                  <a:lnTo>
                    <a:pt x="693240" y="1705834"/>
                  </a:lnTo>
                  <a:lnTo>
                    <a:pt x="691458" y="1705834"/>
                  </a:lnTo>
                  <a:lnTo>
                    <a:pt x="691458" y="1708685"/>
                  </a:lnTo>
                  <a:lnTo>
                    <a:pt x="693240" y="1708685"/>
                  </a:lnTo>
                  <a:close/>
                  <a:moveTo>
                    <a:pt x="686111" y="1708685"/>
                  </a:moveTo>
                  <a:lnTo>
                    <a:pt x="686111" y="1705834"/>
                  </a:lnTo>
                  <a:lnTo>
                    <a:pt x="684329" y="1705834"/>
                  </a:lnTo>
                  <a:lnTo>
                    <a:pt x="684329" y="1708685"/>
                  </a:lnTo>
                  <a:lnTo>
                    <a:pt x="686111" y="1708685"/>
                  </a:lnTo>
                  <a:close/>
                  <a:moveTo>
                    <a:pt x="678983" y="1708685"/>
                  </a:moveTo>
                  <a:lnTo>
                    <a:pt x="678983" y="1705834"/>
                  </a:lnTo>
                  <a:lnTo>
                    <a:pt x="677201" y="1705834"/>
                  </a:lnTo>
                  <a:lnTo>
                    <a:pt x="677201" y="1708685"/>
                  </a:lnTo>
                  <a:lnTo>
                    <a:pt x="678983" y="1708685"/>
                  </a:lnTo>
                  <a:close/>
                  <a:moveTo>
                    <a:pt x="671855" y="1708685"/>
                  </a:moveTo>
                  <a:lnTo>
                    <a:pt x="671855" y="1705834"/>
                  </a:lnTo>
                  <a:lnTo>
                    <a:pt x="670073" y="1705834"/>
                  </a:lnTo>
                  <a:lnTo>
                    <a:pt x="670073" y="1708685"/>
                  </a:lnTo>
                  <a:lnTo>
                    <a:pt x="671855" y="1708685"/>
                  </a:lnTo>
                  <a:close/>
                  <a:moveTo>
                    <a:pt x="664726" y="1708685"/>
                  </a:moveTo>
                  <a:lnTo>
                    <a:pt x="664726" y="1705834"/>
                  </a:lnTo>
                  <a:lnTo>
                    <a:pt x="662944" y="1705834"/>
                  </a:lnTo>
                  <a:lnTo>
                    <a:pt x="662944" y="1708685"/>
                  </a:lnTo>
                  <a:lnTo>
                    <a:pt x="664726" y="1708685"/>
                  </a:lnTo>
                  <a:close/>
                  <a:moveTo>
                    <a:pt x="498990" y="1708685"/>
                  </a:moveTo>
                  <a:lnTo>
                    <a:pt x="498990" y="1705834"/>
                  </a:lnTo>
                  <a:lnTo>
                    <a:pt x="497208" y="1705834"/>
                  </a:lnTo>
                  <a:lnTo>
                    <a:pt x="497208" y="1708685"/>
                  </a:lnTo>
                  <a:lnTo>
                    <a:pt x="498990" y="1708685"/>
                  </a:lnTo>
                  <a:close/>
                  <a:moveTo>
                    <a:pt x="491862" y="1708685"/>
                  </a:moveTo>
                  <a:lnTo>
                    <a:pt x="491862" y="1705834"/>
                  </a:lnTo>
                  <a:lnTo>
                    <a:pt x="490080" y="1705834"/>
                  </a:lnTo>
                  <a:lnTo>
                    <a:pt x="490080" y="1708685"/>
                  </a:lnTo>
                  <a:lnTo>
                    <a:pt x="491862" y="1708685"/>
                  </a:lnTo>
                  <a:close/>
                  <a:moveTo>
                    <a:pt x="484733" y="1708685"/>
                  </a:moveTo>
                  <a:lnTo>
                    <a:pt x="484733" y="1705834"/>
                  </a:lnTo>
                  <a:lnTo>
                    <a:pt x="482951" y="1705834"/>
                  </a:lnTo>
                  <a:lnTo>
                    <a:pt x="482951" y="1708685"/>
                  </a:lnTo>
                  <a:lnTo>
                    <a:pt x="484733" y="1708685"/>
                  </a:lnTo>
                  <a:close/>
                  <a:moveTo>
                    <a:pt x="477605" y="1708685"/>
                  </a:moveTo>
                  <a:lnTo>
                    <a:pt x="477605" y="1705834"/>
                  </a:lnTo>
                  <a:lnTo>
                    <a:pt x="475823" y="1705834"/>
                  </a:lnTo>
                  <a:lnTo>
                    <a:pt x="475823" y="1708685"/>
                  </a:lnTo>
                  <a:lnTo>
                    <a:pt x="477605" y="1708685"/>
                  </a:lnTo>
                  <a:close/>
                  <a:moveTo>
                    <a:pt x="470476" y="1708685"/>
                  </a:moveTo>
                  <a:lnTo>
                    <a:pt x="470476" y="1705834"/>
                  </a:lnTo>
                  <a:lnTo>
                    <a:pt x="468694" y="1705834"/>
                  </a:lnTo>
                  <a:lnTo>
                    <a:pt x="468694" y="1708685"/>
                  </a:lnTo>
                  <a:lnTo>
                    <a:pt x="470476" y="1708685"/>
                  </a:lnTo>
                  <a:close/>
                  <a:moveTo>
                    <a:pt x="463348" y="1708685"/>
                  </a:moveTo>
                  <a:lnTo>
                    <a:pt x="463348" y="1705834"/>
                  </a:lnTo>
                  <a:lnTo>
                    <a:pt x="461566" y="1705834"/>
                  </a:lnTo>
                  <a:lnTo>
                    <a:pt x="461566" y="1708685"/>
                  </a:lnTo>
                  <a:lnTo>
                    <a:pt x="463348" y="1708685"/>
                  </a:lnTo>
                  <a:close/>
                  <a:moveTo>
                    <a:pt x="456220" y="1708685"/>
                  </a:moveTo>
                  <a:lnTo>
                    <a:pt x="456220" y="1705834"/>
                  </a:lnTo>
                  <a:lnTo>
                    <a:pt x="454437" y="1705834"/>
                  </a:lnTo>
                  <a:lnTo>
                    <a:pt x="454437" y="1708685"/>
                  </a:lnTo>
                  <a:lnTo>
                    <a:pt x="456220" y="1708685"/>
                  </a:lnTo>
                  <a:close/>
                  <a:moveTo>
                    <a:pt x="449091" y="1708685"/>
                  </a:moveTo>
                  <a:lnTo>
                    <a:pt x="449091" y="1705834"/>
                  </a:lnTo>
                  <a:lnTo>
                    <a:pt x="447309" y="1705834"/>
                  </a:lnTo>
                  <a:lnTo>
                    <a:pt x="447309" y="1708685"/>
                  </a:lnTo>
                  <a:lnTo>
                    <a:pt x="449091" y="1708685"/>
                  </a:lnTo>
                  <a:close/>
                  <a:moveTo>
                    <a:pt x="441963" y="1708685"/>
                  </a:moveTo>
                  <a:lnTo>
                    <a:pt x="441963" y="1705834"/>
                  </a:lnTo>
                  <a:lnTo>
                    <a:pt x="440181" y="1705834"/>
                  </a:lnTo>
                  <a:lnTo>
                    <a:pt x="440181" y="1708685"/>
                  </a:lnTo>
                  <a:lnTo>
                    <a:pt x="441963" y="1708685"/>
                  </a:lnTo>
                  <a:close/>
                  <a:moveTo>
                    <a:pt x="434834" y="1708685"/>
                  </a:moveTo>
                  <a:lnTo>
                    <a:pt x="434834" y="1705834"/>
                  </a:lnTo>
                  <a:lnTo>
                    <a:pt x="433052" y="1705834"/>
                  </a:lnTo>
                  <a:lnTo>
                    <a:pt x="433052" y="1708685"/>
                  </a:lnTo>
                  <a:lnTo>
                    <a:pt x="434834" y="1708685"/>
                  </a:lnTo>
                  <a:close/>
                  <a:moveTo>
                    <a:pt x="427706" y="1708685"/>
                  </a:moveTo>
                  <a:lnTo>
                    <a:pt x="427706" y="1705834"/>
                  </a:lnTo>
                  <a:lnTo>
                    <a:pt x="425924" y="1705834"/>
                  </a:lnTo>
                  <a:lnTo>
                    <a:pt x="425924" y="1708685"/>
                  </a:lnTo>
                  <a:lnTo>
                    <a:pt x="427706" y="1708685"/>
                  </a:lnTo>
                  <a:close/>
                  <a:moveTo>
                    <a:pt x="420577" y="1708685"/>
                  </a:moveTo>
                  <a:lnTo>
                    <a:pt x="420577" y="1705834"/>
                  </a:lnTo>
                  <a:lnTo>
                    <a:pt x="418795" y="1705834"/>
                  </a:lnTo>
                  <a:lnTo>
                    <a:pt x="418795" y="1708685"/>
                  </a:lnTo>
                  <a:lnTo>
                    <a:pt x="420577" y="1708685"/>
                  </a:lnTo>
                  <a:close/>
                  <a:moveTo>
                    <a:pt x="413449" y="1708685"/>
                  </a:moveTo>
                  <a:lnTo>
                    <a:pt x="413449" y="1705834"/>
                  </a:lnTo>
                  <a:lnTo>
                    <a:pt x="411667" y="1705834"/>
                  </a:lnTo>
                  <a:lnTo>
                    <a:pt x="411667" y="1708685"/>
                  </a:lnTo>
                  <a:lnTo>
                    <a:pt x="413449" y="1708685"/>
                  </a:lnTo>
                  <a:close/>
                  <a:moveTo>
                    <a:pt x="247713" y="1708685"/>
                  </a:moveTo>
                  <a:lnTo>
                    <a:pt x="247713" y="1705834"/>
                  </a:lnTo>
                  <a:lnTo>
                    <a:pt x="245931" y="1705834"/>
                  </a:lnTo>
                  <a:lnTo>
                    <a:pt x="245931" y="1708685"/>
                  </a:lnTo>
                  <a:lnTo>
                    <a:pt x="247713" y="1708685"/>
                  </a:lnTo>
                  <a:close/>
                  <a:moveTo>
                    <a:pt x="240585" y="1708685"/>
                  </a:moveTo>
                  <a:lnTo>
                    <a:pt x="240585" y="1705834"/>
                  </a:lnTo>
                  <a:lnTo>
                    <a:pt x="238802" y="1705834"/>
                  </a:lnTo>
                  <a:lnTo>
                    <a:pt x="238802" y="1708685"/>
                  </a:lnTo>
                  <a:lnTo>
                    <a:pt x="240585" y="1708685"/>
                  </a:lnTo>
                  <a:close/>
                  <a:moveTo>
                    <a:pt x="233456" y="1708685"/>
                  </a:moveTo>
                  <a:lnTo>
                    <a:pt x="233456" y="1705834"/>
                  </a:lnTo>
                  <a:lnTo>
                    <a:pt x="231674" y="1705834"/>
                  </a:lnTo>
                  <a:lnTo>
                    <a:pt x="231674" y="1708685"/>
                  </a:lnTo>
                  <a:lnTo>
                    <a:pt x="233456" y="1708685"/>
                  </a:lnTo>
                  <a:close/>
                  <a:moveTo>
                    <a:pt x="226328" y="1708685"/>
                  </a:moveTo>
                  <a:lnTo>
                    <a:pt x="226328" y="1705834"/>
                  </a:lnTo>
                  <a:lnTo>
                    <a:pt x="224546" y="1705834"/>
                  </a:lnTo>
                  <a:lnTo>
                    <a:pt x="224546" y="1708685"/>
                  </a:lnTo>
                  <a:lnTo>
                    <a:pt x="226328" y="1708685"/>
                  </a:lnTo>
                  <a:close/>
                  <a:moveTo>
                    <a:pt x="219199" y="1708685"/>
                  </a:moveTo>
                  <a:lnTo>
                    <a:pt x="219199" y="1705834"/>
                  </a:lnTo>
                  <a:lnTo>
                    <a:pt x="217417" y="1705834"/>
                  </a:lnTo>
                  <a:lnTo>
                    <a:pt x="217417" y="1708685"/>
                  </a:lnTo>
                  <a:lnTo>
                    <a:pt x="219199" y="1708685"/>
                  </a:lnTo>
                  <a:close/>
                  <a:moveTo>
                    <a:pt x="212071" y="1708685"/>
                  </a:moveTo>
                  <a:lnTo>
                    <a:pt x="212071" y="1705834"/>
                  </a:lnTo>
                  <a:lnTo>
                    <a:pt x="210289" y="1705834"/>
                  </a:lnTo>
                  <a:lnTo>
                    <a:pt x="210289" y="1708685"/>
                  </a:lnTo>
                  <a:lnTo>
                    <a:pt x="212071" y="1708685"/>
                  </a:lnTo>
                  <a:close/>
                  <a:moveTo>
                    <a:pt x="204942" y="1708685"/>
                  </a:moveTo>
                  <a:lnTo>
                    <a:pt x="204942" y="1705834"/>
                  </a:lnTo>
                  <a:lnTo>
                    <a:pt x="203160" y="1705834"/>
                  </a:lnTo>
                  <a:lnTo>
                    <a:pt x="203160" y="1708685"/>
                  </a:lnTo>
                  <a:lnTo>
                    <a:pt x="204942" y="1708685"/>
                  </a:lnTo>
                  <a:close/>
                  <a:moveTo>
                    <a:pt x="197814" y="1708685"/>
                  </a:moveTo>
                  <a:lnTo>
                    <a:pt x="197814" y="1705834"/>
                  </a:lnTo>
                  <a:lnTo>
                    <a:pt x="196032" y="1705834"/>
                  </a:lnTo>
                  <a:lnTo>
                    <a:pt x="196032" y="1708685"/>
                  </a:lnTo>
                  <a:lnTo>
                    <a:pt x="197814" y="1708685"/>
                  </a:lnTo>
                  <a:close/>
                  <a:moveTo>
                    <a:pt x="190686" y="1708685"/>
                  </a:moveTo>
                  <a:lnTo>
                    <a:pt x="190686" y="1705834"/>
                  </a:lnTo>
                  <a:lnTo>
                    <a:pt x="188903" y="1705834"/>
                  </a:lnTo>
                  <a:lnTo>
                    <a:pt x="188903" y="1708685"/>
                  </a:lnTo>
                  <a:lnTo>
                    <a:pt x="190686" y="1708685"/>
                  </a:lnTo>
                  <a:close/>
                  <a:moveTo>
                    <a:pt x="1294167" y="1707259"/>
                  </a:moveTo>
                  <a:lnTo>
                    <a:pt x="1297018" y="1707259"/>
                  </a:lnTo>
                  <a:lnTo>
                    <a:pt x="1297018" y="1705477"/>
                  </a:lnTo>
                  <a:lnTo>
                    <a:pt x="1294167" y="1705477"/>
                  </a:lnTo>
                  <a:lnTo>
                    <a:pt x="1294167" y="1707259"/>
                  </a:lnTo>
                  <a:close/>
                  <a:moveTo>
                    <a:pt x="1287038" y="1707259"/>
                  </a:moveTo>
                  <a:lnTo>
                    <a:pt x="1289890" y="1707259"/>
                  </a:lnTo>
                  <a:lnTo>
                    <a:pt x="1289890" y="1705477"/>
                  </a:lnTo>
                  <a:lnTo>
                    <a:pt x="1287038" y="1705477"/>
                  </a:lnTo>
                  <a:lnTo>
                    <a:pt x="1287038" y="1707259"/>
                  </a:lnTo>
                  <a:close/>
                  <a:moveTo>
                    <a:pt x="1279910" y="1707259"/>
                  </a:moveTo>
                  <a:lnTo>
                    <a:pt x="1282761" y="1707259"/>
                  </a:lnTo>
                  <a:lnTo>
                    <a:pt x="1282761" y="1705477"/>
                  </a:lnTo>
                  <a:lnTo>
                    <a:pt x="1279910" y="1705477"/>
                  </a:lnTo>
                  <a:lnTo>
                    <a:pt x="1279910" y="1707259"/>
                  </a:lnTo>
                  <a:close/>
                  <a:moveTo>
                    <a:pt x="1272781" y="1707259"/>
                  </a:moveTo>
                  <a:lnTo>
                    <a:pt x="1275633" y="1707259"/>
                  </a:lnTo>
                  <a:lnTo>
                    <a:pt x="1275633" y="1705477"/>
                  </a:lnTo>
                  <a:lnTo>
                    <a:pt x="1272781" y="1705477"/>
                  </a:lnTo>
                  <a:lnTo>
                    <a:pt x="1272781" y="1707259"/>
                  </a:lnTo>
                  <a:close/>
                  <a:moveTo>
                    <a:pt x="1265653" y="1707259"/>
                  </a:moveTo>
                  <a:lnTo>
                    <a:pt x="1268504" y="1707259"/>
                  </a:lnTo>
                  <a:lnTo>
                    <a:pt x="1268504" y="1705477"/>
                  </a:lnTo>
                  <a:lnTo>
                    <a:pt x="1265653" y="1705477"/>
                  </a:lnTo>
                  <a:lnTo>
                    <a:pt x="1265653" y="1707259"/>
                  </a:lnTo>
                  <a:close/>
                  <a:moveTo>
                    <a:pt x="1258525" y="1707259"/>
                  </a:moveTo>
                  <a:lnTo>
                    <a:pt x="1261376" y="1707259"/>
                  </a:lnTo>
                  <a:lnTo>
                    <a:pt x="1261376" y="1705477"/>
                  </a:lnTo>
                  <a:lnTo>
                    <a:pt x="1258525" y="1705477"/>
                  </a:lnTo>
                  <a:lnTo>
                    <a:pt x="1258525" y="1707259"/>
                  </a:lnTo>
                  <a:close/>
                  <a:moveTo>
                    <a:pt x="1174409" y="1705121"/>
                  </a:moveTo>
                  <a:lnTo>
                    <a:pt x="1174409" y="1702269"/>
                  </a:lnTo>
                  <a:lnTo>
                    <a:pt x="1172627" y="1702269"/>
                  </a:lnTo>
                  <a:lnTo>
                    <a:pt x="1172627" y="1705121"/>
                  </a:lnTo>
                  <a:lnTo>
                    <a:pt x="1174409" y="1705121"/>
                  </a:lnTo>
                  <a:close/>
                  <a:moveTo>
                    <a:pt x="1167281" y="1705121"/>
                  </a:moveTo>
                  <a:lnTo>
                    <a:pt x="1167281" y="1702269"/>
                  </a:lnTo>
                  <a:lnTo>
                    <a:pt x="1165498" y="1702269"/>
                  </a:lnTo>
                  <a:lnTo>
                    <a:pt x="1165498" y="1705121"/>
                  </a:lnTo>
                  <a:lnTo>
                    <a:pt x="1167281" y="1705121"/>
                  </a:lnTo>
                  <a:close/>
                  <a:moveTo>
                    <a:pt x="1112392" y="1706068"/>
                  </a:moveTo>
                  <a:lnTo>
                    <a:pt x="1114591" y="1708267"/>
                  </a:lnTo>
                  <a:lnTo>
                    <a:pt x="1116608" y="1706251"/>
                  </a:lnTo>
                  <a:lnTo>
                    <a:pt x="1115243" y="1704887"/>
                  </a:lnTo>
                  <a:lnTo>
                    <a:pt x="1115243" y="1703695"/>
                  </a:lnTo>
                  <a:lnTo>
                    <a:pt x="1112392" y="1703695"/>
                  </a:lnTo>
                  <a:lnTo>
                    <a:pt x="1112392" y="1706068"/>
                  </a:lnTo>
                  <a:close/>
                  <a:moveTo>
                    <a:pt x="1105263" y="1706068"/>
                  </a:moveTo>
                  <a:lnTo>
                    <a:pt x="1107463" y="1708267"/>
                  </a:lnTo>
                  <a:lnTo>
                    <a:pt x="1109479" y="1706251"/>
                  </a:lnTo>
                  <a:lnTo>
                    <a:pt x="1108115" y="1704887"/>
                  </a:lnTo>
                  <a:lnTo>
                    <a:pt x="1108115" y="1703695"/>
                  </a:lnTo>
                  <a:lnTo>
                    <a:pt x="1105263" y="1703695"/>
                  </a:lnTo>
                  <a:lnTo>
                    <a:pt x="1105263" y="1706068"/>
                  </a:lnTo>
                  <a:close/>
                  <a:moveTo>
                    <a:pt x="1091006" y="1706068"/>
                  </a:moveTo>
                  <a:lnTo>
                    <a:pt x="1094214" y="1709275"/>
                  </a:lnTo>
                  <a:lnTo>
                    <a:pt x="1097422" y="1706068"/>
                  </a:lnTo>
                  <a:lnTo>
                    <a:pt x="1097422" y="1703695"/>
                  </a:lnTo>
                  <a:lnTo>
                    <a:pt x="1094571" y="1703695"/>
                  </a:lnTo>
                  <a:lnTo>
                    <a:pt x="1094214" y="1705243"/>
                  </a:lnTo>
                  <a:lnTo>
                    <a:pt x="1093858" y="1703695"/>
                  </a:lnTo>
                  <a:lnTo>
                    <a:pt x="1091006" y="1703695"/>
                  </a:lnTo>
                  <a:lnTo>
                    <a:pt x="1091006" y="1706068"/>
                  </a:lnTo>
                  <a:close/>
                  <a:moveTo>
                    <a:pt x="1083878" y="1706068"/>
                  </a:moveTo>
                  <a:lnTo>
                    <a:pt x="1087086" y="1709275"/>
                  </a:lnTo>
                  <a:lnTo>
                    <a:pt x="1090294" y="1706068"/>
                  </a:lnTo>
                  <a:lnTo>
                    <a:pt x="1090294" y="1703695"/>
                  </a:lnTo>
                  <a:lnTo>
                    <a:pt x="1087442" y="1703695"/>
                  </a:lnTo>
                  <a:lnTo>
                    <a:pt x="1087086" y="1705243"/>
                  </a:lnTo>
                  <a:lnTo>
                    <a:pt x="1086729" y="1703695"/>
                  </a:lnTo>
                  <a:lnTo>
                    <a:pt x="1083878" y="1703695"/>
                  </a:lnTo>
                  <a:lnTo>
                    <a:pt x="1083878" y="1706068"/>
                  </a:lnTo>
                  <a:close/>
                  <a:moveTo>
                    <a:pt x="1076750" y="1706068"/>
                  </a:moveTo>
                  <a:lnTo>
                    <a:pt x="1079957" y="1709275"/>
                  </a:lnTo>
                  <a:lnTo>
                    <a:pt x="1083165" y="1706068"/>
                  </a:lnTo>
                  <a:lnTo>
                    <a:pt x="1083165" y="1703695"/>
                  </a:lnTo>
                  <a:lnTo>
                    <a:pt x="1080314" y="1703695"/>
                  </a:lnTo>
                  <a:lnTo>
                    <a:pt x="1079957" y="1705243"/>
                  </a:lnTo>
                  <a:lnTo>
                    <a:pt x="1079601" y="1703695"/>
                  </a:lnTo>
                  <a:lnTo>
                    <a:pt x="1076750" y="1703695"/>
                  </a:lnTo>
                  <a:lnTo>
                    <a:pt x="1076750" y="1706068"/>
                  </a:lnTo>
                  <a:close/>
                  <a:moveTo>
                    <a:pt x="1098135" y="1703104"/>
                  </a:moveTo>
                  <a:lnTo>
                    <a:pt x="1098135" y="1706068"/>
                  </a:lnTo>
                  <a:lnTo>
                    <a:pt x="1100334" y="1708267"/>
                  </a:lnTo>
                  <a:lnTo>
                    <a:pt x="1102351" y="1706251"/>
                  </a:lnTo>
                  <a:lnTo>
                    <a:pt x="1100986" y="1704887"/>
                  </a:lnTo>
                  <a:lnTo>
                    <a:pt x="1100986" y="1704286"/>
                  </a:lnTo>
                  <a:lnTo>
                    <a:pt x="1102351" y="1702921"/>
                  </a:lnTo>
                  <a:lnTo>
                    <a:pt x="1100334" y="1700905"/>
                  </a:lnTo>
                  <a:lnTo>
                    <a:pt x="1098135" y="1703104"/>
                  </a:lnTo>
                  <a:close/>
                  <a:moveTo>
                    <a:pt x="1062493" y="1706068"/>
                  </a:moveTo>
                  <a:lnTo>
                    <a:pt x="1065700" y="1709275"/>
                  </a:lnTo>
                  <a:lnTo>
                    <a:pt x="1068908" y="1706068"/>
                  </a:lnTo>
                  <a:lnTo>
                    <a:pt x="1068908" y="1701913"/>
                  </a:lnTo>
                  <a:lnTo>
                    <a:pt x="1066057" y="1701913"/>
                  </a:lnTo>
                  <a:lnTo>
                    <a:pt x="1065700" y="1705243"/>
                  </a:lnTo>
                  <a:lnTo>
                    <a:pt x="1065344" y="1701913"/>
                  </a:lnTo>
                  <a:lnTo>
                    <a:pt x="1062493" y="1701913"/>
                  </a:lnTo>
                  <a:lnTo>
                    <a:pt x="1062493" y="1706068"/>
                  </a:lnTo>
                  <a:close/>
                  <a:moveTo>
                    <a:pt x="1057564" y="1706251"/>
                  </a:moveTo>
                  <a:lnTo>
                    <a:pt x="1059580" y="1708267"/>
                  </a:lnTo>
                  <a:lnTo>
                    <a:pt x="1061780" y="1706068"/>
                  </a:lnTo>
                  <a:lnTo>
                    <a:pt x="1061780" y="1701913"/>
                  </a:lnTo>
                  <a:lnTo>
                    <a:pt x="1058928" y="1701913"/>
                  </a:lnTo>
                  <a:lnTo>
                    <a:pt x="1058928" y="1704887"/>
                  </a:lnTo>
                  <a:lnTo>
                    <a:pt x="1057564" y="1706251"/>
                  </a:lnTo>
                  <a:close/>
                  <a:moveTo>
                    <a:pt x="1050435" y="1706251"/>
                  </a:moveTo>
                  <a:lnTo>
                    <a:pt x="1052452" y="1708267"/>
                  </a:lnTo>
                  <a:lnTo>
                    <a:pt x="1054651" y="1706068"/>
                  </a:lnTo>
                  <a:lnTo>
                    <a:pt x="1054651" y="1701913"/>
                  </a:lnTo>
                  <a:lnTo>
                    <a:pt x="1051800" y="1701913"/>
                  </a:lnTo>
                  <a:lnTo>
                    <a:pt x="1051800" y="1704887"/>
                  </a:lnTo>
                  <a:lnTo>
                    <a:pt x="1050435" y="1706251"/>
                  </a:lnTo>
                  <a:close/>
                  <a:moveTo>
                    <a:pt x="1043307" y="1706251"/>
                  </a:moveTo>
                  <a:lnTo>
                    <a:pt x="1045323" y="1708267"/>
                  </a:lnTo>
                  <a:lnTo>
                    <a:pt x="1047523" y="1706068"/>
                  </a:lnTo>
                  <a:lnTo>
                    <a:pt x="1047523" y="1701913"/>
                  </a:lnTo>
                  <a:lnTo>
                    <a:pt x="1044672" y="1701913"/>
                  </a:lnTo>
                  <a:lnTo>
                    <a:pt x="1044672" y="1704887"/>
                  </a:lnTo>
                  <a:lnTo>
                    <a:pt x="1043307" y="1706251"/>
                  </a:lnTo>
                  <a:close/>
                  <a:moveTo>
                    <a:pt x="1036179" y="1706251"/>
                  </a:moveTo>
                  <a:lnTo>
                    <a:pt x="1038195" y="1708267"/>
                  </a:lnTo>
                  <a:lnTo>
                    <a:pt x="1040395" y="1706068"/>
                  </a:lnTo>
                  <a:lnTo>
                    <a:pt x="1040395" y="1701913"/>
                  </a:lnTo>
                  <a:lnTo>
                    <a:pt x="1037543" y="1701913"/>
                  </a:lnTo>
                  <a:lnTo>
                    <a:pt x="1037543" y="1704887"/>
                  </a:lnTo>
                  <a:lnTo>
                    <a:pt x="1036179" y="1706251"/>
                  </a:lnTo>
                  <a:close/>
                  <a:moveTo>
                    <a:pt x="994416" y="1701557"/>
                  </a:moveTo>
                  <a:lnTo>
                    <a:pt x="994416" y="1698705"/>
                  </a:lnTo>
                  <a:lnTo>
                    <a:pt x="992634" y="1698705"/>
                  </a:lnTo>
                  <a:lnTo>
                    <a:pt x="992634" y="1701557"/>
                  </a:lnTo>
                  <a:lnTo>
                    <a:pt x="994416" y="1701557"/>
                  </a:lnTo>
                  <a:close/>
                  <a:moveTo>
                    <a:pt x="987288" y="1701557"/>
                  </a:moveTo>
                  <a:lnTo>
                    <a:pt x="987288" y="1698705"/>
                  </a:lnTo>
                  <a:lnTo>
                    <a:pt x="985506" y="1698705"/>
                  </a:lnTo>
                  <a:lnTo>
                    <a:pt x="985506" y="1701557"/>
                  </a:lnTo>
                  <a:lnTo>
                    <a:pt x="987288" y="1701557"/>
                  </a:lnTo>
                  <a:close/>
                  <a:moveTo>
                    <a:pt x="980159" y="1701557"/>
                  </a:moveTo>
                  <a:lnTo>
                    <a:pt x="980159" y="1698705"/>
                  </a:lnTo>
                  <a:lnTo>
                    <a:pt x="978377" y="1698705"/>
                  </a:lnTo>
                  <a:lnTo>
                    <a:pt x="978377" y="1701557"/>
                  </a:lnTo>
                  <a:lnTo>
                    <a:pt x="980159" y="1701557"/>
                  </a:lnTo>
                  <a:close/>
                  <a:moveTo>
                    <a:pt x="973031" y="1701557"/>
                  </a:moveTo>
                  <a:lnTo>
                    <a:pt x="973031" y="1698705"/>
                  </a:lnTo>
                  <a:lnTo>
                    <a:pt x="971249" y="1698705"/>
                  </a:lnTo>
                  <a:lnTo>
                    <a:pt x="971249" y="1701557"/>
                  </a:lnTo>
                  <a:lnTo>
                    <a:pt x="973031" y="1701557"/>
                  </a:lnTo>
                  <a:close/>
                  <a:moveTo>
                    <a:pt x="889628" y="1705477"/>
                  </a:moveTo>
                  <a:lnTo>
                    <a:pt x="892480" y="1705477"/>
                  </a:lnTo>
                  <a:lnTo>
                    <a:pt x="892480" y="1700131"/>
                  </a:lnTo>
                  <a:lnTo>
                    <a:pt x="889628" y="1700131"/>
                  </a:lnTo>
                  <a:lnTo>
                    <a:pt x="889628" y="1705477"/>
                  </a:lnTo>
                  <a:close/>
                  <a:moveTo>
                    <a:pt x="868243" y="1706068"/>
                  </a:moveTo>
                  <a:lnTo>
                    <a:pt x="870443" y="1708267"/>
                  </a:lnTo>
                  <a:lnTo>
                    <a:pt x="872459" y="1706251"/>
                  </a:lnTo>
                  <a:lnTo>
                    <a:pt x="871094" y="1704887"/>
                  </a:lnTo>
                  <a:lnTo>
                    <a:pt x="871094" y="1700131"/>
                  </a:lnTo>
                  <a:lnTo>
                    <a:pt x="868243" y="1700131"/>
                  </a:lnTo>
                  <a:lnTo>
                    <a:pt x="868243" y="1706068"/>
                  </a:lnTo>
                  <a:close/>
                  <a:moveTo>
                    <a:pt x="861114" y="1706068"/>
                  </a:moveTo>
                  <a:lnTo>
                    <a:pt x="863314" y="1708267"/>
                  </a:lnTo>
                  <a:lnTo>
                    <a:pt x="865330" y="1706251"/>
                  </a:lnTo>
                  <a:lnTo>
                    <a:pt x="863966" y="1704887"/>
                  </a:lnTo>
                  <a:lnTo>
                    <a:pt x="863966" y="1700131"/>
                  </a:lnTo>
                  <a:lnTo>
                    <a:pt x="861114" y="1700131"/>
                  </a:lnTo>
                  <a:lnTo>
                    <a:pt x="861114" y="1706068"/>
                  </a:lnTo>
                  <a:close/>
                  <a:moveTo>
                    <a:pt x="853986" y="1706068"/>
                  </a:moveTo>
                  <a:lnTo>
                    <a:pt x="856186" y="1708267"/>
                  </a:lnTo>
                  <a:lnTo>
                    <a:pt x="858202" y="1706251"/>
                  </a:lnTo>
                  <a:lnTo>
                    <a:pt x="856837" y="1704887"/>
                  </a:lnTo>
                  <a:lnTo>
                    <a:pt x="856837" y="1700131"/>
                  </a:lnTo>
                  <a:lnTo>
                    <a:pt x="853986" y="1700131"/>
                  </a:lnTo>
                  <a:lnTo>
                    <a:pt x="853986" y="1706068"/>
                  </a:lnTo>
                  <a:close/>
                  <a:moveTo>
                    <a:pt x="846858" y="1706068"/>
                  </a:moveTo>
                  <a:lnTo>
                    <a:pt x="849057" y="1708267"/>
                  </a:lnTo>
                  <a:lnTo>
                    <a:pt x="851074" y="1706251"/>
                  </a:lnTo>
                  <a:lnTo>
                    <a:pt x="849709" y="1704887"/>
                  </a:lnTo>
                  <a:lnTo>
                    <a:pt x="849709" y="1700131"/>
                  </a:lnTo>
                  <a:lnTo>
                    <a:pt x="846858" y="1700131"/>
                  </a:lnTo>
                  <a:lnTo>
                    <a:pt x="846858" y="1706068"/>
                  </a:lnTo>
                  <a:close/>
                  <a:moveTo>
                    <a:pt x="839729" y="1706068"/>
                  </a:moveTo>
                  <a:lnTo>
                    <a:pt x="842937" y="1709275"/>
                  </a:lnTo>
                  <a:lnTo>
                    <a:pt x="846145" y="1706068"/>
                  </a:lnTo>
                  <a:lnTo>
                    <a:pt x="846145" y="1700131"/>
                  </a:lnTo>
                  <a:lnTo>
                    <a:pt x="843293" y="1700131"/>
                  </a:lnTo>
                  <a:lnTo>
                    <a:pt x="843293" y="1704887"/>
                  </a:lnTo>
                  <a:lnTo>
                    <a:pt x="842937" y="1705243"/>
                  </a:lnTo>
                  <a:lnTo>
                    <a:pt x="842581" y="1704887"/>
                  </a:lnTo>
                  <a:lnTo>
                    <a:pt x="842581" y="1700131"/>
                  </a:lnTo>
                  <a:lnTo>
                    <a:pt x="839729" y="1700131"/>
                  </a:lnTo>
                  <a:lnTo>
                    <a:pt x="839729" y="1706068"/>
                  </a:lnTo>
                  <a:close/>
                  <a:moveTo>
                    <a:pt x="832601" y="1706068"/>
                  </a:moveTo>
                  <a:lnTo>
                    <a:pt x="835809" y="1709275"/>
                  </a:lnTo>
                  <a:lnTo>
                    <a:pt x="839016" y="1706068"/>
                  </a:lnTo>
                  <a:lnTo>
                    <a:pt x="839016" y="1700131"/>
                  </a:lnTo>
                  <a:lnTo>
                    <a:pt x="836165" y="1700131"/>
                  </a:lnTo>
                  <a:lnTo>
                    <a:pt x="836165" y="1704887"/>
                  </a:lnTo>
                  <a:lnTo>
                    <a:pt x="835809" y="1705243"/>
                  </a:lnTo>
                  <a:lnTo>
                    <a:pt x="835452" y="1704887"/>
                  </a:lnTo>
                  <a:lnTo>
                    <a:pt x="835452" y="1700131"/>
                  </a:lnTo>
                  <a:lnTo>
                    <a:pt x="832601" y="1700131"/>
                  </a:lnTo>
                  <a:lnTo>
                    <a:pt x="832601" y="1706068"/>
                  </a:lnTo>
                  <a:close/>
                  <a:moveTo>
                    <a:pt x="825472" y="1706068"/>
                  </a:moveTo>
                  <a:lnTo>
                    <a:pt x="828680" y="1709275"/>
                  </a:lnTo>
                  <a:lnTo>
                    <a:pt x="831888" y="1706068"/>
                  </a:lnTo>
                  <a:lnTo>
                    <a:pt x="831888" y="1698349"/>
                  </a:lnTo>
                  <a:lnTo>
                    <a:pt x="829037" y="1698349"/>
                  </a:lnTo>
                  <a:lnTo>
                    <a:pt x="829037" y="1704887"/>
                  </a:lnTo>
                  <a:lnTo>
                    <a:pt x="828680" y="1705243"/>
                  </a:lnTo>
                  <a:lnTo>
                    <a:pt x="828324" y="1704887"/>
                  </a:lnTo>
                  <a:lnTo>
                    <a:pt x="828324" y="1698349"/>
                  </a:lnTo>
                  <a:lnTo>
                    <a:pt x="825472" y="1698349"/>
                  </a:lnTo>
                  <a:lnTo>
                    <a:pt x="825472" y="1706068"/>
                  </a:lnTo>
                  <a:close/>
                  <a:moveTo>
                    <a:pt x="818344" y="1706068"/>
                  </a:moveTo>
                  <a:lnTo>
                    <a:pt x="821552" y="1709275"/>
                  </a:lnTo>
                  <a:lnTo>
                    <a:pt x="824759" y="1706068"/>
                  </a:lnTo>
                  <a:lnTo>
                    <a:pt x="824759" y="1698349"/>
                  </a:lnTo>
                  <a:lnTo>
                    <a:pt x="821908" y="1698349"/>
                  </a:lnTo>
                  <a:lnTo>
                    <a:pt x="821908" y="1704887"/>
                  </a:lnTo>
                  <a:lnTo>
                    <a:pt x="821552" y="1705243"/>
                  </a:lnTo>
                  <a:lnTo>
                    <a:pt x="821195" y="1704887"/>
                  </a:lnTo>
                  <a:lnTo>
                    <a:pt x="821195" y="1698349"/>
                  </a:lnTo>
                  <a:lnTo>
                    <a:pt x="818344" y="1698349"/>
                  </a:lnTo>
                  <a:lnTo>
                    <a:pt x="818344" y="1706068"/>
                  </a:lnTo>
                  <a:close/>
                  <a:moveTo>
                    <a:pt x="811215" y="1706068"/>
                  </a:moveTo>
                  <a:lnTo>
                    <a:pt x="814423" y="1709275"/>
                  </a:lnTo>
                  <a:lnTo>
                    <a:pt x="817631" y="1706068"/>
                  </a:lnTo>
                  <a:lnTo>
                    <a:pt x="817631" y="1698349"/>
                  </a:lnTo>
                  <a:lnTo>
                    <a:pt x="814780" y="1698349"/>
                  </a:lnTo>
                  <a:lnTo>
                    <a:pt x="814780" y="1704887"/>
                  </a:lnTo>
                  <a:lnTo>
                    <a:pt x="814423" y="1705243"/>
                  </a:lnTo>
                  <a:lnTo>
                    <a:pt x="814067" y="1704887"/>
                  </a:lnTo>
                  <a:lnTo>
                    <a:pt x="814067" y="1698349"/>
                  </a:lnTo>
                  <a:lnTo>
                    <a:pt x="811215" y="1698349"/>
                  </a:lnTo>
                  <a:lnTo>
                    <a:pt x="811215" y="1706068"/>
                  </a:lnTo>
                  <a:close/>
                  <a:moveTo>
                    <a:pt x="806287" y="1706251"/>
                  </a:moveTo>
                  <a:lnTo>
                    <a:pt x="808303" y="1708267"/>
                  </a:lnTo>
                  <a:lnTo>
                    <a:pt x="810503" y="1706068"/>
                  </a:lnTo>
                  <a:lnTo>
                    <a:pt x="810503" y="1698349"/>
                  </a:lnTo>
                  <a:lnTo>
                    <a:pt x="807651" y="1698349"/>
                  </a:lnTo>
                  <a:lnTo>
                    <a:pt x="807651" y="1704887"/>
                  </a:lnTo>
                  <a:lnTo>
                    <a:pt x="806287" y="1706251"/>
                  </a:lnTo>
                  <a:close/>
                  <a:moveTo>
                    <a:pt x="799158" y="1706251"/>
                  </a:moveTo>
                  <a:lnTo>
                    <a:pt x="801175" y="1708267"/>
                  </a:lnTo>
                  <a:lnTo>
                    <a:pt x="803374" y="1706068"/>
                  </a:lnTo>
                  <a:lnTo>
                    <a:pt x="803374" y="1698349"/>
                  </a:lnTo>
                  <a:lnTo>
                    <a:pt x="800523" y="1698349"/>
                  </a:lnTo>
                  <a:lnTo>
                    <a:pt x="800523" y="1704887"/>
                  </a:lnTo>
                  <a:lnTo>
                    <a:pt x="799158" y="1706251"/>
                  </a:lnTo>
                  <a:close/>
                  <a:moveTo>
                    <a:pt x="792030" y="1706251"/>
                  </a:moveTo>
                  <a:lnTo>
                    <a:pt x="794046" y="1708267"/>
                  </a:lnTo>
                  <a:lnTo>
                    <a:pt x="796246" y="1706068"/>
                  </a:lnTo>
                  <a:lnTo>
                    <a:pt x="796246" y="1697758"/>
                  </a:lnTo>
                  <a:lnTo>
                    <a:pt x="794046" y="1695558"/>
                  </a:lnTo>
                  <a:lnTo>
                    <a:pt x="792030" y="1697575"/>
                  </a:lnTo>
                  <a:lnTo>
                    <a:pt x="793394" y="1698939"/>
                  </a:lnTo>
                  <a:lnTo>
                    <a:pt x="793394" y="1704887"/>
                  </a:lnTo>
                  <a:lnTo>
                    <a:pt x="792030" y="1706251"/>
                  </a:lnTo>
                  <a:close/>
                  <a:moveTo>
                    <a:pt x="721754" y="1696210"/>
                  </a:moveTo>
                  <a:lnTo>
                    <a:pt x="721754" y="1693359"/>
                  </a:lnTo>
                  <a:lnTo>
                    <a:pt x="719972" y="1693359"/>
                  </a:lnTo>
                  <a:lnTo>
                    <a:pt x="719972" y="1696210"/>
                  </a:lnTo>
                  <a:lnTo>
                    <a:pt x="721754" y="1696210"/>
                  </a:lnTo>
                  <a:close/>
                  <a:moveTo>
                    <a:pt x="595580" y="1706068"/>
                  </a:moveTo>
                  <a:lnTo>
                    <a:pt x="598788" y="1709275"/>
                  </a:lnTo>
                  <a:lnTo>
                    <a:pt x="601996" y="1706068"/>
                  </a:lnTo>
                  <a:lnTo>
                    <a:pt x="601996" y="1694784"/>
                  </a:lnTo>
                  <a:lnTo>
                    <a:pt x="599145" y="1694784"/>
                  </a:lnTo>
                  <a:lnTo>
                    <a:pt x="599145" y="1704887"/>
                  </a:lnTo>
                  <a:lnTo>
                    <a:pt x="598788" y="1705243"/>
                  </a:lnTo>
                  <a:lnTo>
                    <a:pt x="598432" y="1704887"/>
                  </a:lnTo>
                  <a:lnTo>
                    <a:pt x="598432" y="1694784"/>
                  </a:lnTo>
                  <a:lnTo>
                    <a:pt x="595580" y="1694784"/>
                  </a:lnTo>
                  <a:lnTo>
                    <a:pt x="595580" y="1706068"/>
                  </a:lnTo>
                  <a:close/>
                  <a:moveTo>
                    <a:pt x="588452" y="1706068"/>
                  </a:moveTo>
                  <a:lnTo>
                    <a:pt x="591660" y="1709275"/>
                  </a:lnTo>
                  <a:lnTo>
                    <a:pt x="594868" y="1706068"/>
                  </a:lnTo>
                  <a:lnTo>
                    <a:pt x="594868" y="1694784"/>
                  </a:lnTo>
                  <a:lnTo>
                    <a:pt x="592016" y="1694784"/>
                  </a:lnTo>
                  <a:lnTo>
                    <a:pt x="592016" y="1704887"/>
                  </a:lnTo>
                  <a:lnTo>
                    <a:pt x="591660" y="1705243"/>
                  </a:lnTo>
                  <a:lnTo>
                    <a:pt x="591303" y="1704887"/>
                  </a:lnTo>
                  <a:lnTo>
                    <a:pt x="591303" y="1694784"/>
                  </a:lnTo>
                  <a:lnTo>
                    <a:pt x="588452" y="1694784"/>
                  </a:lnTo>
                  <a:lnTo>
                    <a:pt x="588452" y="1706068"/>
                  </a:lnTo>
                  <a:close/>
                  <a:moveTo>
                    <a:pt x="581324" y="1706068"/>
                  </a:moveTo>
                  <a:lnTo>
                    <a:pt x="584531" y="1709275"/>
                  </a:lnTo>
                  <a:lnTo>
                    <a:pt x="587739" y="1706068"/>
                  </a:lnTo>
                  <a:lnTo>
                    <a:pt x="587739" y="1694784"/>
                  </a:lnTo>
                  <a:lnTo>
                    <a:pt x="584888" y="1694784"/>
                  </a:lnTo>
                  <a:lnTo>
                    <a:pt x="584888" y="1704887"/>
                  </a:lnTo>
                  <a:lnTo>
                    <a:pt x="584531" y="1705243"/>
                  </a:lnTo>
                  <a:lnTo>
                    <a:pt x="584175" y="1704887"/>
                  </a:lnTo>
                  <a:lnTo>
                    <a:pt x="584175" y="1694784"/>
                  </a:lnTo>
                  <a:lnTo>
                    <a:pt x="581324" y="1694784"/>
                  </a:lnTo>
                  <a:lnTo>
                    <a:pt x="581324" y="1706068"/>
                  </a:lnTo>
                  <a:close/>
                  <a:moveTo>
                    <a:pt x="574195" y="1706068"/>
                  </a:moveTo>
                  <a:lnTo>
                    <a:pt x="577403" y="1709275"/>
                  </a:lnTo>
                  <a:lnTo>
                    <a:pt x="580611" y="1706068"/>
                  </a:lnTo>
                  <a:lnTo>
                    <a:pt x="580611" y="1694784"/>
                  </a:lnTo>
                  <a:lnTo>
                    <a:pt x="577759" y="1694784"/>
                  </a:lnTo>
                  <a:lnTo>
                    <a:pt x="577759" y="1704887"/>
                  </a:lnTo>
                  <a:lnTo>
                    <a:pt x="577403" y="1705243"/>
                  </a:lnTo>
                  <a:lnTo>
                    <a:pt x="577046" y="1704887"/>
                  </a:lnTo>
                  <a:lnTo>
                    <a:pt x="577046" y="1694784"/>
                  </a:lnTo>
                  <a:lnTo>
                    <a:pt x="574195" y="1694784"/>
                  </a:lnTo>
                  <a:lnTo>
                    <a:pt x="574195" y="1706068"/>
                  </a:lnTo>
                  <a:close/>
                  <a:moveTo>
                    <a:pt x="567067" y="1706068"/>
                  </a:moveTo>
                  <a:lnTo>
                    <a:pt x="570274" y="1709275"/>
                  </a:lnTo>
                  <a:lnTo>
                    <a:pt x="573482" y="1706068"/>
                  </a:lnTo>
                  <a:lnTo>
                    <a:pt x="573482" y="1694784"/>
                  </a:lnTo>
                  <a:lnTo>
                    <a:pt x="570631" y="1694784"/>
                  </a:lnTo>
                  <a:lnTo>
                    <a:pt x="570631" y="1704887"/>
                  </a:lnTo>
                  <a:lnTo>
                    <a:pt x="570274" y="1705243"/>
                  </a:lnTo>
                  <a:lnTo>
                    <a:pt x="569918" y="1704887"/>
                  </a:lnTo>
                  <a:lnTo>
                    <a:pt x="569918" y="1694784"/>
                  </a:lnTo>
                  <a:lnTo>
                    <a:pt x="567067" y="1694784"/>
                  </a:lnTo>
                  <a:lnTo>
                    <a:pt x="567067" y="1706068"/>
                  </a:lnTo>
                  <a:close/>
                  <a:moveTo>
                    <a:pt x="616966" y="1694194"/>
                  </a:moveTo>
                  <a:lnTo>
                    <a:pt x="616966" y="1706068"/>
                  </a:lnTo>
                  <a:lnTo>
                    <a:pt x="619165" y="1708267"/>
                  </a:lnTo>
                  <a:lnTo>
                    <a:pt x="621182" y="1706251"/>
                  </a:lnTo>
                  <a:lnTo>
                    <a:pt x="619817" y="1704887"/>
                  </a:lnTo>
                  <a:lnTo>
                    <a:pt x="619817" y="1695375"/>
                  </a:lnTo>
                  <a:lnTo>
                    <a:pt x="621182" y="1694010"/>
                  </a:lnTo>
                  <a:lnTo>
                    <a:pt x="619165" y="1691994"/>
                  </a:lnTo>
                  <a:lnTo>
                    <a:pt x="616966" y="1694194"/>
                  </a:lnTo>
                  <a:close/>
                  <a:moveTo>
                    <a:pt x="609837" y="1694194"/>
                  </a:moveTo>
                  <a:lnTo>
                    <a:pt x="609837" y="1706068"/>
                  </a:lnTo>
                  <a:lnTo>
                    <a:pt x="612037" y="1708267"/>
                  </a:lnTo>
                  <a:lnTo>
                    <a:pt x="614053" y="1706251"/>
                  </a:lnTo>
                  <a:lnTo>
                    <a:pt x="612689" y="1704887"/>
                  </a:lnTo>
                  <a:lnTo>
                    <a:pt x="612689" y="1695375"/>
                  </a:lnTo>
                  <a:lnTo>
                    <a:pt x="614053" y="1694010"/>
                  </a:lnTo>
                  <a:lnTo>
                    <a:pt x="612037" y="1691994"/>
                  </a:lnTo>
                  <a:lnTo>
                    <a:pt x="609837" y="1694194"/>
                  </a:lnTo>
                  <a:close/>
                  <a:moveTo>
                    <a:pt x="602709" y="1694194"/>
                  </a:moveTo>
                  <a:lnTo>
                    <a:pt x="602709" y="1706068"/>
                  </a:lnTo>
                  <a:lnTo>
                    <a:pt x="604909" y="1708267"/>
                  </a:lnTo>
                  <a:lnTo>
                    <a:pt x="606925" y="1706251"/>
                  </a:lnTo>
                  <a:lnTo>
                    <a:pt x="605560" y="1704887"/>
                  </a:lnTo>
                  <a:lnTo>
                    <a:pt x="605560" y="1695375"/>
                  </a:lnTo>
                  <a:lnTo>
                    <a:pt x="606925" y="1694010"/>
                  </a:lnTo>
                  <a:lnTo>
                    <a:pt x="604909" y="1691994"/>
                  </a:lnTo>
                  <a:lnTo>
                    <a:pt x="602709" y="1694194"/>
                  </a:lnTo>
                  <a:close/>
                  <a:moveTo>
                    <a:pt x="559938" y="1706068"/>
                  </a:moveTo>
                  <a:lnTo>
                    <a:pt x="563146" y="1709275"/>
                  </a:lnTo>
                  <a:lnTo>
                    <a:pt x="566354" y="1706068"/>
                  </a:lnTo>
                  <a:lnTo>
                    <a:pt x="566354" y="1693002"/>
                  </a:lnTo>
                  <a:lnTo>
                    <a:pt x="563502" y="1693002"/>
                  </a:lnTo>
                  <a:lnTo>
                    <a:pt x="563502" y="1704887"/>
                  </a:lnTo>
                  <a:lnTo>
                    <a:pt x="563146" y="1705243"/>
                  </a:lnTo>
                  <a:lnTo>
                    <a:pt x="562790" y="1704887"/>
                  </a:lnTo>
                  <a:lnTo>
                    <a:pt x="562790" y="1693002"/>
                  </a:lnTo>
                  <a:lnTo>
                    <a:pt x="559938" y="1693002"/>
                  </a:lnTo>
                  <a:lnTo>
                    <a:pt x="559938" y="1706068"/>
                  </a:lnTo>
                  <a:close/>
                  <a:moveTo>
                    <a:pt x="555010" y="1706251"/>
                  </a:moveTo>
                  <a:lnTo>
                    <a:pt x="557026" y="1708267"/>
                  </a:lnTo>
                  <a:lnTo>
                    <a:pt x="559225" y="1706068"/>
                  </a:lnTo>
                  <a:lnTo>
                    <a:pt x="559225" y="1693002"/>
                  </a:lnTo>
                  <a:lnTo>
                    <a:pt x="556374" y="1693002"/>
                  </a:lnTo>
                  <a:lnTo>
                    <a:pt x="556374" y="1704887"/>
                  </a:lnTo>
                  <a:lnTo>
                    <a:pt x="555010" y="1706251"/>
                  </a:lnTo>
                  <a:close/>
                  <a:moveTo>
                    <a:pt x="547881" y="1706251"/>
                  </a:moveTo>
                  <a:lnTo>
                    <a:pt x="549897" y="1708267"/>
                  </a:lnTo>
                  <a:lnTo>
                    <a:pt x="552097" y="1706068"/>
                  </a:lnTo>
                  <a:lnTo>
                    <a:pt x="552097" y="1693002"/>
                  </a:lnTo>
                  <a:lnTo>
                    <a:pt x="549246" y="1693002"/>
                  </a:lnTo>
                  <a:lnTo>
                    <a:pt x="549246" y="1704887"/>
                  </a:lnTo>
                  <a:lnTo>
                    <a:pt x="547881" y="1706251"/>
                  </a:lnTo>
                  <a:close/>
                  <a:moveTo>
                    <a:pt x="540753" y="1706251"/>
                  </a:moveTo>
                  <a:lnTo>
                    <a:pt x="542769" y="1708267"/>
                  </a:lnTo>
                  <a:lnTo>
                    <a:pt x="544969" y="1706068"/>
                  </a:lnTo>
                  <a:lnTo>
                    <a:pt x="544969" y="1693002"/>
                  </a:lnTo>
                  <a:lnTo>
                    <a:pt x="542117" y="1693002"/>
                  </a:lnTo>
                  <a:lnTo>
                    <a:pt x="542117" y="1704887"/>
                  </a:lnTo>
                  <a:lnTo>
                    <a:pt x="540753" y="1706251"/>
                  </a:lnTo>
                  <a:close/>
                  <a:moveTo>
                    <a:pt x="534042" y="1692646"/>
                  </a:moveTo>
                  <a:lnTo>
                    <a:pt x="534989" y="1693593"/>
                  </a:lnTo>
                  <a:lnTo>
                    <a:pt x="534989" y="1705477"/>
                  </a:lnTo>
                  <a:lnTo>
                    <a:pt x="537840" y="1705477"/>
                  </a:lnTo>
                  <a:lnTo>
                    <a:pt x="537840" y="1692412"/>
                  </a:lnTo>
                  <a:lnTo>
                    <a:pt x="535223" y="1689795"/>
                  </a:lnTo>
                  <a:lnTo>
                    <a:pt x="532850" y="1689795"/>
                  </a:lnTo>
                  <a:lnTo>
                    <a:pt x="532850" y="1692646"/>
                  </a:lnTo>
                  <a:lnTo>
                    <a:pt x="534042" y="1692646"/>
                  </a:lnTo>
                  <a:close/>
                  <a:moveTo>
                    <a:pt x="449091" y="1689082"/>
                  </a:moveTo>
                  <a:lnTo>
                    <a:pt x="449091" y="1686230"/>
                  </a:lnTo>
                  <a:lnTo>
                    <a:pt x="447309" y="1686230"/>
                  </a:lnTo>
                  <a:lnTo>
                    <a:pt x="447309" y="1689082"/>
                  </a:lnTo>
                  <a:lnTo>
                    <a:pt x="449091" y="1689082"/>
                  </a:lnTo>
                  <a:close/>
                  <a:moveTo>
                    <a:pt x="434834" y="1687300"/>
                  </a:moveTo>
                  <a:lnTo>
                    <a:pt x="434834" y="1684448"/>
                  </a:lnTo>
                  <a:lnTo>
                    <a:pt x="433052" y="1684448"/>
                  </a:lnTo>
                  <a:lnTo>
                    <a:pt x="433052" y="1687300"/>
                  </a:lnTo>
                  <a:lnTo>
                    <a:pt x="434834" y="1687300"/>
                  </a:lnTo>
                  <a:close/>
                  <a:moveTo>
                    <a:pt x="427706" y="1687300"/>
                  </a:moveTo>
                  <a:lnTo>
                    <a:pt x="427706" y="1684448"/>
                  </a:lnTo>
                  <a:lnTo>
                    <a:pt x="425924" y="1684448"/>
                  </a:lnTo>
                  <a:lnTo>
                    <a:pt x="425924" y="1687300"/>
                  </a:lnTo>
                  <a:lnTo>
                    <a:pt x="427706" y="1687300"/>
                  </a:lnTo>
                  <a:close/>
                  <a:moveTo>
                    <a:pt x="420577" y="1687300"/>
                  </a:moveTo>
                  <a:lnTo>
                    <a:pt x="420577" y="1684448"/>
                  </a:lnTo>
                  <a:lnTo>
                    <a:pt x="418795" y="1684448"/>
                  </a:lnTo>
                  <a:lnTo>
                    <a:pt x="418795" y="1687300"/>
                  </a:lnTo>
                  <a:lnTo>
                    <a:pt x="420577" y="1687300"/>
                  </a:lnTo>
                  <a:close/>
                  <a:moveTo>
                    <a:pt x="413449" y="1687300"/>
                  </a:moveTo>
                  <a:lnTo>
                    <a:pt x="413449" y="1684448"/>
                  </a:lnTo>
                  <a:lnTo>
                    <a:pt x="411667" y="1684448"/>
                  </a:lnTo>
                  <a:lnTo>
                    <a:pt x="411667" y="1687300"/>
                  </a:lnTo>
                  <a:lnTo>
                    <a:pt x="413449" y="1687300"/>
                  </a:lnTo>
                  <a:close/>
                  <a:moveTo>
                    <a:pt x="358560" y="1706068"/>
                  </a:moveTo>
                  <a:lnTo>
                    <a:pt x="360760" y="1708267"/>
                  </a:lnTo>
                  <a:lnTo>
                    <a:pt x="362776" y="1706251"/>
                  </a:lnTo>
                  <a:lnTo>
                    <a:pt x="361411" y="1704887"/>
                  </a:lnTo>
                  <a:lnTo>
                    <a:pt x="361411" y="1685874"/>
                  </a:lnTo>
                  <a:lnTo>
                    <a:pt x="358560" y="1685874"/>
                  </a:lnTo>
                  <a:lnTo>
                    <a:pt x="358560" y="1706068"/>
                  </a:lnTo>
                  <a:close/>
                  <a:moveTo>
                    <a:pt x="365689" y="1685283"/>
                  </a:moveTo>
                  <a:lnTo>
                    <a:pt x="365689" y="1706068"/>
                  </a:lnTo>
                  <a:lnTo>
                    <a:pt x="367888" y="1708267"/>
                  </a:lnTo>
                  <a:lnTo>
                    <a:pt x="369904" y="1706251"/>
                  </a:lnTo>
                  <a:lnTo>
                    <a:pt x="368540" y="1704887"/>
                  </a:lnTo>
                  <a:lnTo>
                    <a:pt x="368540" y="1686464"/>
                  </a:lnTo>
                  <a:lnTo>
                    <a:pt x="369904" y="1685100"/>
                  </a:lnTo>
                  <a:lnTo>
                    <a:pt x="367888" y="1683084"/>
                  </a:lnTo>
                  <a:lnTo>
                    <a:pt x="365689" y="1685283"/>
                  </a:lnTo>
                  <a:close/>
                  <a:moveTo>
                    <a:pt x="344303" y="1706068"/>
                  </a:moveTo>
                  <a:lnTo>
                    <a:pt x="347511" y="1709275"/>
                  </a:lnTo>
                  <a:lnTo>
                    <a:pt x="350719" y="1706068"/>
                  </a:lnTo>
                  <a:lnTo>
                    <a:pt x="350719" y="1684092"/>
                  </a:lnTo>
                  <a:lnTo>
                    <a:pt x="347867" y="1684092"/>
                  </a:lnTo>
                  <a:lnTo>
                    <a:pt x="347867" y="1704887"/>
                  </a:lnTo>
                  <a:lnTo>
                    <a:pt x="347511" y="1705243"/>
                  </a:lnTo>
                  <a:lnTo>
                    <a:pt x="347155" y="1704887"/>
                  </a:lnTo>
                  <a:lnTo>
                    <a:pt x="347155" y="1684092"/>
                  </a:lnTo>
                  <a:lnTo>
                    <a:pt x="344303" y="1684092"/>
                  </a:lnTo>
                  <a:lnTo>
                    <a:pt x="344303" y="1706068"/>
                  </a:lnTo>
                  <a:close/>
                  <a:moveTo>
                    <a:pt x="337175" y="1706068"/>
                  </a:moveTo>
                  <a:lnTo>
                    <a:pt x="340383" y="1709275"/>
                  </a:lnTo>
                  <a:lnTo>
                    <a:pt x="343590" y="1706068"/>
                  </a:lnTo>
                  <a:lnTo>
                    <a:pt x="343590" y="1684092"/>
                  </a:lnTo>
                  <a:lnTo>
                    <a:pt x="340739" y="1684092"/>
                  </a:lnTo>
                  <a:lnTo>
                    <a:pt x="340739" y="1704887"/>
                  </a:lnTo>
                  <a:lnTo>
                    <a:pt x="340383" y="1705243"/>
                  </a:lnTo>
                  <a:lnTo>
                    <a:pt x="340026" y="1704887"/>
                  </a:lnTo>
                  <a:lnTo>
                    <a:pt x="340026" y="1684092"/>
                  </a:lnTo>
                  <a:lnTo>
                    <a:pt x="337175" y="1684092"/>
                  </a:lnTo>
                  <a:lnTo>
                    <a:pt x="337175" y="1706068"/>
                  </a:lnTo>
                  <a:close/>
                  <a:moveTo>
                    <a:pt x="330046" y="1706068"/>
                  </a:moveTo>
                  <a:lnTo>
                    <a:pt x="333254" y="1709275"/>
                  </a:lnTo>
                  <a:lnTo>
                    <a:pt x="336462" y="1706068"/>
                  </a:lnTo>
                  <a:lnTo>
                    <a:pt x="336462" y="1682310"/>
                  </a:lnTo>
                  <a:lnTo>
                    <a:pt x="333611" y="1682310"/>
                  </a:lnTo>
                  <a:lnTo>
                    <a:pt x="333611" y="1704887"/>
                  </a:lnTo>
                  <a:lnTo>
                    <a:pt x="333254" y="1705243"/>
                  </a:lnTo>
                  <a:lnTo>
                    <a:pt x="332898" y="1704887"/>
                  </a:lnTo>
                  <a:lnTo>
                    <a:pt x="332898" y="1682310"/>
                  </a:lnTo>
                  <a:lnTo>
                    <a:pt x="330046" y="1682310"/>
                  </a:lnTo>
                  <a:lnTo>
                    <a:pt x="330046" y="1706068"/>
                  </a:lnTo>
                  <a:close/>
                  <a:moveTo>
                    <a:pt x="322918" y="1706068"/>
                  </a:moveTo>
                  <a:lnTo>
                    <a:pt x="326126" y="1709275"/>
                  </a:lnTo>
                  <a:lnTo>
                    <a:pt x="329334" y="1706068"/>
                  </a:lnTo>
                  <a:lnTo>
                    <a:pt x="329334" y="1682310"/>
                  </a:lnTo>
                  <a:lnTo>
                    <a:pt x="326482" y="1682310"/>
                  </a:lnTo>
                  <a:lnTo>
                    <a:pt x="326482" y="1704887"/>
                  </a:lnTo>
                  <a:lnTo>
                    <a:pt x="326126" y="1705243"/>
                  </a:lnTo>
                  <a:lnTo>
                    <a:pt x="325769" y="1704887"/>
                  </a:lnTo>
                  <a:lnTo>
                    <a:pt x="325769" y="1682310"/>
                  </a:lnTo>
                  <a:lnTo>
                    <a:pt x="322918" y="1682310"/>
                  </a:lnTo>
                  <a:lnTo>
                    <a:pt x="322918" y="1706068"/>
                  </a:lnTo>
                  <a:close/>
                  <a:moveTo>
                    <a:pt x="318997" y="1678511"/>
                  </a:moveTo>
                  <a:lnTo>
                    <a:pt x="315789" y="1681719"/>
                  </a:lnTo>
                  <a:lnTo>
                    <a:pt x="315789" y="1706068"/>
                  </a:lnTo>
                  <a:lnTo>
                    <a:pt x="318997" y="1709275"/>
                  </a:lnTo>
                  <a:lnTo>
                    <a:pt x="322205" y="1706068"/>
                  </a:lnTo>
                  <a:lnTo>
                    <a:pt x="322205" y="1681719"/>
                  </a:lnTo>
                  <a:lnTo>
                    <a:pt x="318997" y="1678511"/>
                  </a:lnTo>
                  <a:close/>
                  <a:moveTo>
                    <a:pt x="318641" y="1682900"/>
                  </a:moveTo>
                  <a:lnTo>
                    <a:pt x="318997" y="1682544"/>
                  </a:lnTo>
                  <a:lnTo>
                    <a:pt x="319354" y="1682900"/>
                  </a:lnTo>
                  <a:lnTo>
                    <a:pt x="319354" y="1704887"/>
                  </a:lnTo>
                  <a:lnTo>
                    <a:pt x="318997" y="1705243"/>
                  </a:lnTo>
                  <a:lnTo>
                    <a:pt x="318641" y="1704887"/>
                  </a:lnTo>
                  <a:lnTo>
                    <a:pt x="318641" y="1682900"/>
                  </a:lnTo>
                  <a:close/>
                  <a:moveTo>
                    <a:pt x="310861" y="1706251"/>
                  </a:moveTo>
                  <a:lnTo>
                    <a:pt x="312877" y="1708267"/>
                  </a:lnTo>
                  <a:lnTo>
                    <a:pt x="315077" y="1706068"/>
                  </a:lnTo>
                  <a:lnTo>
                    <a:pt x="315077" y="1680528"/>
                  </a:lnTo>
                  <a:lnTo>
                    <a:pt x="312225" y="1680528"/>
                  </a:lnTo>
                  <a:lnTo>
                    <a:pt x="312225" y="1704887"/>
                  </a:lnTo>
                  <a:lnTo>
                    <a:pt x="310861" y="1706251"/>
                  </a:lnTo>
                  <a:close/>
                  <a:moveTo>
                    <a:pt x="303732" y="1706251"/>
                  </a:moveTo>
                  <a:lnTo>
                    <a:pt x="305749" y="1708267"/>
                  </a:lnTo>
                  <a:lnTo>
                    <a:pt x="307948" y="1706068"/>
                  </a:lnTo>
                  <a:lnTo>
                    <a:pt x="307948" y="1676963"/>
                  </a:lnTo>
                  <a:lnTo>
                    <a:pt x="305097" y="1676963"/>
                  </a:lnTo>
                  <a:lnTo>
                    <a:pt x="305097" y="1704887"/>
                  </a:lnTo>
                  <a:lnTo>
                    <a:pt x="303732" y="1706251"/>
                  </a:lnTo>
                  <a:close/>
                  <a:moveTo>
                    <a:pt x="296604" y="1706251"/>
                  </a:moveTo>
                  <a:lnTo>
                    <a:pt x="298620" y="1708267"/>
                  </a:lnTo>
                  <a:lnTo>
                    <a:pt x="300820" y="1706068"/>
                  </a:lnTo>
                  <a:lnTo>
                    <a:pt x="300820" y="1676963"/>
                  </a:lnTo>
                  <a:lnTo>
                    <a:pt x="297968" y="1676963"/>
                  </a:lnTo>
                  <a:lnTo>
                    <a:pt x="297968" y="1704887"/>
                  </a:lnTo>
                  <a:lnTo>
                    <a:pt x="296604" y="1706251"/>
                  </a:lnTo>
                  <a:close/>
                  <a:moveTo>
                    <a:pt x="289475" y="1706251"/>
                  </a:moveTo>
                  <a:lnTo>
                    <a:pt x="291492" y="1708267"/>
                  </a:lnTo>
                  <a:lnTo>
                    <a:pt x="293691" y="1706068"/>
                  </a:lnTo>
                  <a:lnTo>
                    <a:pt x="293691" y="1675181"/>
                  </a:lnTo>
                  <a:lnTo>
                    <a:pt x="290840" y="1675181"/>
                  </a:lnTo>
                  <a:lnTo>
                    <a:pt x="290840" y="1704887"/>
                  </a:lnTo>
                  <a:lnTo>
                    <a:pt x="289475" y="1706251"/>
                  </a:lnTo>
                  <a:close/>
                  <a:moveTo>
                    <a:pt x="226328" y="1664132"/>
                  </a:moveTo>
                  <a:lnTo>
                    <a:pt x="226328" y="1661281"/>
                  </a:lnTo>
                  <a:lnTo>
                    <a:pt x="224546" y="1661281"/>
                  </a:lnTo>
                  <a:lnTo>
                    <a:pt x="224546" y="1664132"/>
                  </a:lnTo>
                  <a:lnTo>
                    <a:pt x="226328" y="1664132"/>
                  </a:lnTo>
                  <a:close/>
                  <a:moveTo>
                    <a:pt x="219199" y="1658786"/>
                  </a:moveTo>
                  <a:lnTo>
                    <a:pt x="219199" y="1655935"/>
                  </a:lnTo>
                  <a:lnTo>
                    <a:pt x="217417" y="1655935"/>
                  </a:lnTo>
                  <a:lnTo>
                    <a:pt x="217417" y="1658786"/>
                  </a:lnTo>
                  <a:lnTo>
                    <a:pt x="219199" y="1658786"/>
                  </a:lnTo>
                  <a:close/>
                  <a:moveTo>
                    <a:pt x="204942" y="1653440"/>
                  </a:moveTo>
                  <a:lnTo>
                    <a:pt x="204942" y="1650588"/>
                  </a:lnTo>
                  <a:lnTo>
                    <a:pt x="203160" y="1650588"/>
                  </a:lnTo>
                  <a:lnTo>
                    <a:pt x="203160" y="1653440"/>
                  </a:lnTo>
                  <a:lnTo>
                    <a:pt x="204942" y="1653440"/>
                  </a:lnTo>
                  <a:close/>
                  <a:moveTo>
                    <a:pt x="315789" y="1081739"/>
                  </a:moveTo>
                  <a:lnTo>
                    <a:pt x="318641" y="1081739"/>
                  </a:lnTo>
                  <a:lnTo>
                    <a:pt x="318641" y="1062136"/>
                  </a:lnTo>
                  <a:lnTo>
                    <a:pt x="315789" y="1062136"/>
                  </a:lnTo>
                  <a:lnTo>
                    <a:pt x="315789" y="1081739"/>
                  </a:lnTo>
                  <a:close/>
                  <a:moveTo>
                    <a:pt x="335393" y="1008673"/>
                  </a:moveTo>
                  <a:lnTo>
                    <a:pt x="338244" y="1008673"/>
                  </a:lnTo>
                  <a:lnTo>
                    <a:pt x="338244" y="981941"/>
                  </a:lnTo>
                  <a:lnTo>
                    <a:pt x="335393" y="981941"/>
                  </a:lnTo>
                  <a:lnTo>
                    <a:pt x="335393" y="1008673"/>
                  </a:lnTo>
                  <a:close/>
                  <a:moveTo>
                    <a:pt x="317572" y="967685"/>
                  </a:moveTo>
                  <a:lnTo>
                    <a:pt x="320423" y="967685"/>
                  </a:lnTo>
                  <a:lnTo>
                    <a:pt x="320423" y="940953"/>
                  </a:lnTo>
                  <a:lnTo>
                    <a:pt x="317572" y="940953"/>
                  </a:lnTo>
                  <a:lnTo>
                    <a:pt x="317572" y="967685"/>
                  </a:lnTo>
                  <a:close/>
                  <a:moveTo>
                    <a:pt x="337175" y="887490"/>
                  </a:moveTo>
                  <a:lnTo>
                    <a:pt x="340026" y="887490"/>
                  </a:lnTo>
                  <a:lnTo>
                    <a:pt x="340026" y="860758"/>
                  </a:lnTo>
                  <a:lnTo>
                    <a:pt x="337175" y="860758"/>
                  </a:lnTo>
                  <a:lnTo>
                    <a:pt x="337175" y="887490"/>
                  </a:lnTo>
                  <a:close/>
                  <a:moveTo>
                    <a:pt x="319354" y="848283"/>
                  </a:moveTo>
                  <a:lnTo>
                    <a:pt x="322205" y="848283"/>
                  </a:lnTo>
                  <a:lnTo>
                    <a:pt x="322205" y="819770"/>
                  </a:lnTo>
                  <a:lnTo>
                    <a:pt x="319354" y="819770"/>
                  </a:lnTo>
                  <a:lnTo>
                    <a:pt x="319354" y="848283"/>
                  </a:lnTo>
                  <a:close/>
                  <a:moveTo>
                    <a:pt x="338957" y="766306"/>
                  </a:moveTo>
                  <a:lnTo>
                    <a:pt x="341808" y="766306"/>
                  </a:lnTo>
                  <a:lnTo>
                    <a:pt x="341808" y="739575"/>
                  </a:lnTo>
                  <a:lnTo>
                    <a:pt x="338957" y="739575"/>
                  </a:lnTo>
                  <a:lnTo>
                    <a:pt x="338957" y="766306"/>
                  </a:lnTo>
                  <a:close/>
                  <a:moveTo>
                    <a:pt x="321136" y="727100"/>
                  </a:moveTo>
                  <a:lnTo>
                    <a:pt x="323987" y="727100"/>
                  </a:lnTo>
                  <a:lnTo>
                    <a:pt x="323987" y="700368"/>
                  </a:lnTo>
                  <a:lnTo>
                    <a:pt x="321136" y="700368"/>
                  </a:lnTo>
                  <a:lnTo>
                    <a:pt x="321136" y="727100"/>
                  </a:lnTo>
                  <a:close/>
                  <a:moveTo>
                    <a:pt x="1252822" y="685755"/>
                  </a:moveTo>
                  <a:lnTo>
                    <a:pt x="1252822" y="682904"/>
                  </a:lnTo>
                  <a:lnTo>
                    <a:pt x="1251040" y="682904"/>
                  </a:lnTo>
                  <a:lnTo>
                    <a:pt x="1251040" y="685755"/>
                  </a:lnTo>
                  <a:lnTo>
                    <a:pt x="1252822" y="685755"/>
                  </a:lnTo>
                  <a:close/>
                  <a:moveTo>
                    <a:pt x="340739" y="645123"/>
                  </a:moveTo>
                  <a:lnTo>
                    <a:pt x="343590" y="645123"/>
                  </a:lnTo>
                  <a:lnTo>
                    <a:pt x="343590" y="629084"/>
                  </a:lnTo>
                  <a:lnTo>
                    <a:pt x="340739" y="629084"/>
                  </a:lnTo>
                  <a:lnTo>
                    <a:pt x="340739" y="645123"/>
                  </a:lnTo>
                  <a:close/>
                  <a:moveTo>
                    <a:pt x="325118" y="604909"/>
                  </a:moveTo>
                  <a:lnTo>
                    <a:pt x="327134" y="606925"/>
                  </a:lnTo>
                  <a:lnTo>
                    <a:pt x="328916" y="605143"/>
                  </a:lnTo>
                  <a:lnTo>
                    <a:pt x="326900" y="603126"/>
                  </a:lnTo>
                  <a:lnTo>
                    <a:pt x="325118" y="604909"/>
                  </a:lnTo>
                  <a:close/>
                  <a:moveTo>
                    <a:pt x="337175" y="602352"/>
                  </a:moveTo>
                  <a:lnTo>
                    <a:pt x="340026" y="602352"/>
                  </a:lnTo>
                  <a:lnTo>
                    <a:pt x="340026" y="595224"/>
                  </a:lnTo>
                  <a:lnTo>
                    <a:pt x="337175" y="595224"/>
                  </a:lnTo>
                  <a:lnTo>
                    <a:pt x="337175" y="602352"/>
                  </a:lnTo>
                  <a:close/>
                  <a:moveTo>
                    <a:pt x="356778" y="545325"/>
                  </a:moveTo>
                  <a:lnTo>
                    <a:pt x="359629" y="545325"/>
                  </a:lnTo>
                  <a:lnTo>
                    <a:pt x="359629" y="522158"/>
                  </a:lnTo>
                  <a:lnTo>
                    <a:pt x="356778" y="522158"/>
                  </a:lnTo>
                  <a:lnTo>
                    <a:pt x="356778" y="545325"/>
                  </a:lnTo>
                  <a:close/>
                  <a:moveTo>
                    <a:pt x="338957" y="509683"/>
                  </a:moveTo>
                  <a:lnTo>
                    <a:pt x="341808" y="509683"/>
                  </a:lnTo>
                  <a:lnTo>
                    <a:pt x="341808" y="484733"/>
                  </a:lnTo>
                  <a:lnTo>
                    <a:pt x="338957" y="484733"/>
                  </a:lnTo>
                  <a:lnTo>
                    <a:pt x="338957" y="509683"/>
                  </a:lnTo>
                  <a:close/>
                  <a:moveTo>
                    <a:pt x="358560" y="434834"/>
                  </a:moveTo>
                  <a:lnTo>
                    <a:pt x="361411" y="434834"/>
                  </a:lnTo>
                  <a:lnTo>
                    <a:pt x="361411" y="409885"/>
                  </a:lnTo>
                  <a:lnTo>
                    <a:pt x="358560" y="409885"/>
                  </a:lnTo>
                  <a:lnTo>
                    <a:pt x="358560" y="434834"/>
                  </a:lnTo>
                  <a:close/>
                  <a:moveTo>
                    <a:pt x="340739" y="397410"/>
                  </a:moveTo>
                  <a:lnTo>
                    <a:pt x="343590" y="397410"/>
                  </a:lnTo>
                  <a:lnTo>
                    <a:pt x="343590" y="372461"/>
                  </a:lnTo>
                  <a:lnTo>
                    <a:pt x="340739" y="372461"/>
                  </a:lnTo>
                  <a:lnTo>
                    <a:pt x="340739" y="397410"/>
                  </a:lnTo>
                  <a:close/>
                  <a:moveTo>
                    <a:pt x="360342" y="322562"/>
                  </a:moveTo>
                  <a:lnTo>
                    <a:pt x="363194" y="322562"/>
                  </a:lnTo>
                  <a:lnTo>
                    <a:pt x="363194" y="297612"/>
                  </a:lnTo>
                  <a:lnTo>
                    <a:pt x="360342" y="297612"/>
                  </a:lnTo>
                  <a:lnTo>
                    <a:pt x="360342" y="322562"/>
                  </a:lnTo>
                  <a:close/>
                  <a:moveTo>
                    <a:pt x="342521" y="285137"/>
                  </a:moveTo>
                  <a:lnTo>
                    <a:pt x="345372" y="285137"/>
                  </a:lnTo>
                  <a:lnTo>
                    <a:pt x="345372" y="260188"/>
                  </a:lnTo>
                  <a:lnTo>
                    <a:pt x="342521" y="260188"/>
                  </a:lnTo>
                  <a:lnTo>
                    <a:pt x="342521" y="285137"/>
                  </a:lnTo>
                  <a:close/>
                  <a:moveTo>
                    <a:pt x="362124" y="210289"/>
                  </a:moveTo>
                  <a:lnTo>
                    <a:pt x="364976" y="210289"/>
                  </a:lnTo>
                  <a:lnTo>
                    <a:pt x="364976" y="187121"/>
                  </a:lnTo>
                  <a:lnTo>
                    <a:pt x="362124" y="187121"/>
                  </a:lnTo>
                  <a:lnTo>
                    <a:pt x="362124" y="210289"/>
                  </a:lnTo>
                  <a:close/>
                  <a:moveTo>
                    <a:pt x="344303" y="174647"/>
                  </a:moveTo>
                  <a:lnTo>
                    <a:pt x="347155" y="174647"/>
                  </a:lnTo>
                  <a:lnTo>
                    <a:pt x="347155" y="169300"/>
                  </a:lnTo>
                  <a:lnTo>
                    <a:pt x="344303" y="169300"/>
                  </a:lnTo>
                  <a:lnTo>
                    <a:pt x="344303" y="17464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034" name="Vector layer DCDADA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607818" y="1712606"/>
                  </a:moveTo>
                  <a:lnTo>
                    <a:pt x="1610669" y="1712606"/>
                  </a:lnTo>
                  <a:lnTo>
                    <a:pt x="1610669" y="1709041"/>
                  </a:lnTo>
                  <a:lnTo>
                    <a:pt x="1607818" y="1709041"/>
                  </a:lnTo>
                  <a:lnTo>
                    <a:pt x="1607818" y="1712606"/>
                  </a:lnTo>
                  <a:close/>
                  <a:moveTo>
                    <a:pt x="1791375" y="1725080"/>
                  </a:moveTo>
                  <a:lnTo>
                    <a:pt x="1794226" y="1725080"/>
                  </a:lnTo>
                  <a:lnTo>
                    <a:pt x="1794226" y="1707259"/>
                  </a:lnTo>
                  <a:lnTo>
                    <a:pt x="1791375" y="1707259"/>
                  </a:lnTo>
                  <a:lnTo>
                    <a:pt x="1791375" y="1725080"/>
                  </a:lnTo>
                  <a:close/>
                  <a:moveTo>
                    <a:pt x="351432" y="1705477"/>
                  </a:moveTo>
                  <a:lnTo>
                    <a:pt x="354283" y="1705477"/>
                  </a:lnTo>
                  <a:lnTo>
                    <a:pt x="354283" y="1684092"/>
                  </a:lnTo>
                  <a:lnTo>
                    <a:pt x="351432" y="1684092"/>
                  </a:lnTo>
                  <a:lnTo>
                    <a:pt x="351432" y="1705477"/>
                  </a:lnTo>
                  <a:close/>
                </a:path>
              </a:pathLst>
            </a:custGeom>
            <a:solidFill>
              <a:srgbClr val="DCDADA"/>
            </a:solidFill>
            <a:ln>
              <a:noFill/>
            </a:ln>
          </p:spPr>
        </p:sp>
        <p:sp>
          <p:nvSpPr>
            <p:cNvPr id="1035" name="Vector layer C3DAE9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292385" y="1395747"/>
                  </a:moveTo>
                  <a:lnTo>
                    <a:pt x="1292385" y="1500178"/>
                  </a:lnTo>
                  <a:lnTo>
                    <a:pt x="1804919" y="1500178"/>
                  </a:lnTo>
                  <a:lnTo>
                    <a:pt x="1804919" y="1395747"/>
                  </a:lnTo>
                  <a:lnTo>
                    <a:pt x="1292385" y="1395747"/>
                  </a:lnTo>
                  <a:close/>
                  <a:moveTo>
                    <a:pt x="1256742" y="1395747"/>
                  </a:moveTo>
                  <a:lnTo>
                    <a:pt x="1256742" y="1500178"/>
                  </a:lnTo>
                  <a:lnTo>
                    <a:pt x="1288107" y="1500178"/>
                  </a:lnTo>
                  <a:lnTo>
                    <a:pt x="1288107" y="1395747"/>
                  </a:lnTo>
                  <a:lnTo>
                    <a:pt x="1256742" y="1395747"/>
                  </a:lnTo>
                  <a:close/>
                  <a:moveTo>
                    <a:pt x="905667" y="1395747"/>
                  </a:moveTo>
                  <a:lnTo>
                    <a:pt x="905667" y="1500178"/>
                  </a:lnTo>
                  <a:lnTo>
                    <a:pt x="1252465" y="1500178"/>
                  </a:lnTo>
                  <a:lnTo>
                    <a:pt x="1252465" y="1395747"/>
                  </a:lnTo>
                  <a:lnTo>
                    <a:pt x="905667" y="1395747"/>
                  </a:lnTo>
                  <a:close/>
                </a:path>
              </a:pathLst>
            </a:custGeom>
            <a:solidFill>
              <a:srgbClr val="C3DAE9"/>
            </a:solidFill>
            <a:ln>
              <a:noFill/>
            </a:ln>
          </p:spPr>
        </p:sp>
        <p:sp>
          <p:nvSpPr>
            <p:cNvPr id="1036" name="Vector layer DDD1D1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432815" y="1710467"/>
                  </a:moveTo>
                  <a:lnTo>
                    <a:pt x="1432815" y="1707616"/>
                  </a:lnTo>
                  <a:lnTo>
                    <a:pt x="1431033" y="1707616"/>
                  </a:lnTo>
                  <a:lnTo>
                    <a:pt x="1431033" y="1710467"/>
                  </a:lnTo>
                  <a:lnTo>
                    <a:pt x="1432815" y="1710467"/>
                  </a:lnTo>
                  <a:close/>
                  <a:moveTo>
                    <a:pt x="1971011" y="1708685"/>
                  </a:moveTo>
                  <a:lnTo>
                    <a:pt x="1971011" y="1705834"/>
                  </a:lnTo>
                  <a:lnTo>
                    <a:pt x="1969229" y="1705834"/>
                  </a:lnTo>
                  <a:lnTo>
                    <a:pt x="1969229" y="1708685"/>
                  </a:lnTo>
                  <a:lnTo>
                    <a:pt x="1971011" y="1708685"/>
                  </a:lnTo>
                  <a:close/>
                  <a:moveTo>
                    <a:pt x="1252822" y="1708685"/>
                  </a:moveTo>
                  <a:lnTo>
                    <a:pt x="1252822" y="1705834"/>
                  </a:lnTo>
                  <a:lnTo>
                    <a:pt x="1251040" y="1705834"/>
                  </a:lnTo>
                  <a:lnTo>
                    <a:pt x="1251040" y="1708685"/>
                  </a:lnTo>
                  <a:lnTo>
                    <a:pt x="1252822" y="1708685"/>
                  </a:lnTo>
                  <a:close/>
                  <a:moveTo>
                    <a:pt x="714625" y="1708685"/>
                  </a:moveTo>
                  <a:lnTo>
                    <a:pt x="714625" y="1705834"/>
                  </a:lnTo>
                  <a:lnTo>
                    <a:pt x="712843" y="1705834"/>
                  </a:lnTo>
                  <a:lnTo>
                    <a:pt x="712843" y="1708685"/>
                  </a:lnTo>
                  <a:lnTo>
                    <a:pt x="714625" y="1708685"/>
                  </a:lnTo>
                  <a:close/>
                  <a:moveTo>
                    <a:pt x="1069621" y="1706068"/>
                  </a:moveTo>
                  <a:lnTo>
                    <a:pt x="1072829" y="1709275"/>
                  </a:lnTo>
                  <a:lnTo>
                    <a:pt x="1076037" y="1706068"/>
                  </a:lnTo>
                  <a:lnTo>
                    <a:pt x="1076037" y="1701913"/>
                  </a:lnTo>
                  <a:lnTo>
                    <a:pt x="1073185" y="1701913"/>
                  </a:lnTo>
                  <a:lnTo>
                    <a:pt x="1072829" y="1705243"/>
                  </a:lnTo>
                  <a:lnTo>
                    <a:pt x="1072472" y="1701913"/>
                  </a:lnTo>
                  <a:lnTo>
                    <a:pt x="1069621" y="1701913"/>
                  </a:lnTo>
                  <a:lnTo>
                    <a:pt x="1069621" y="1706068"/>
                  </a:lnTo>
                  <a:close/>
                  <a:moveTo>
                    <a:pt x="714625" y="1696210"/>
                  </a:moveTo>
                  <a:lnTo>
                    <a:pt x="714625" y="1693359"/>
                  </a:lnTo>
                  <a:lnTo>
                    <a:pt x="712843" y="1693359"/>
                  </a:lnTo>
                  <a:lnTo>
                    <a:pt x="712843" y="1696210"/>
                  </a:lnTo>
                  <a:lnTo>
                    <a:pt x="714625" y="1696210"/>
                  </a:lnTo>
                  <a:close/>
                </a:path>
              </a:pathLst>
            </a:custGeom>
            <a:solidFill>
              <a:srgbClr val="DDD1D1"/>
            </a:solidFill>
            <a:ln>
              <a:noFill/>
            </a:ln>
          </p:spPr>
        </p:sp>
        <p:sp>
          <p:nvSpPr>
            <p:cNvPr id="1037" name="Vector layer BED4E2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287038" y="1397172"/>
                  </a:moveTo>
                  <a:lnTo>
                    <a:pt x="1287038" y="1500178"/>
                  </a:lnTo>
                  <a:lnTo>
                    <a:pt x="1292028" y="1500178"/>
                  </a:lnTo>
                  <a:lnTo>
                    <a:pt x="1292028" y="1497327"/>
                  </a:lnTo>
                  <a:lnTo>
                    <a:pt x="1290837" y="1497327"/>
                  </a:lnTo>
                  <a:lnTo>
                    <a:pt x="1289890" y="1496380"/>
                  </a:lnTo>
                  <a:lnTo>
                    <a:pt x="1287038" y="1397172"/>
                  </a:lnTo>
                  <a:close/>
                  <a:moveTo>
                    <a:pt x="1251396" y="1397172"/>
                  </a:moveTo>
                  <a:lnTo>
                    <a:pt x="1251396" y="1500178"/>
                  </a:lnTo>
                  <a:lnTo>
                    <a:pt x="1256386" y="1500178"/>
                  </a:lnTo>
                  <a:lnTo>
                    <a:pt x="1256386" y="1497327"/>
                  </a:lnTo>
                  <a:lnTo>
                    <a:pt x="1255194" y="1497327"/>
                  </a:lnTo>
                  <a:lnTo>
                    <a:pt x="1254247" y="1496380"/>
                  </a:lnTo>
                  <a:lnTo>
                    <a:pt x="1251396" y="1397172"/>
                  </a:lnTo>
                  <a:close/>
                  <a:moveTo>
                    <a:pt x="903885" y="1498753"/>
                  </a:moveTo>
                  <a:lnTo>
                    <a:pt x="906736" y="1498753"/>
                  </a:lnTo>
                  <a:lnTo>
                    <a:pt x="906736" y="1397172"/>
                  </a:lnTo>
                  <a:lnTo>
                    <a:pt x="903885" y="1397172"/>
                  </a:lnTo>
                  <a:lnTo>
                    <a:pt x="903885" y="1498753"/>
                  </a:lnTo>
                  <a:close/>
                </a:path>
              </a:pathLst>
            </a:custGeom>
            <a:solidFill>
              <a:srgbClr val="BED4E2"/>
            </a:solidFill>
            <a:ln>
              <a:noFill/>
            </a:ln>
          </p:spPr>
        </p:sp>
        <p:sp>
          <p:nvSpPr>
            <p:cNvPr id="1038" name="Vector layer CDCACA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247832" y="1858738"/>
                  </a:moveTo>
                  <a:lnTo>
                    <a:pt x="1250683" y="1858738"/>
                  </a:lnTo>
                  <a:lnTo>
                    <a:pt x="1250683" y="1856956"/>
                  </a:lnTo>
                  <a:lnTo>
                    <a:pt x="1247832" y="1856956"/>
                  </a:lnTo>
                  <a:lnTo>
                    <a:pt x="1247832" y="1858738"/>
                  </a:lnTo>
                  <a:close/>
                  <a:moveTo>
                    <a:pt x="894975" y="1858738"/>
                  </a:moveTo>
                  <a:lnTo>
                    <a:pt x="897826" y="1858738"/>
                  </a:lnTo>
                  <a:lnTo>
                    <a:pt x="897826" y="1856956"/>
                  </a:lnTo>
                  <a:lnTo>
                    <a:pt x="894975" y="1856956"/>
                  </a:lnTo>
                  <a:lnTo>
                    <a:pt x="894975" y="1858738"/>
                  </a:lnTo>
                  <a:close/>
                  <a:moveTo>
                    <a:pt x="1971011" y="1820958"/>
                  </a:moveTo>
                  <a:lnTo>
                    <a:pt x="1971011" y="1818106"/>
                  </a:lnTo>
                  <a:lnTo>
                    <a:pt x="1969229" y="1818106"/>
                  </a:lnTo>
                  <a:lnTo>
                    <a:pt x="1969229" y="1820958"/>
                  </a:lnTo>
                  <a:lnTo>
                    <a:pt x="1971011" y="1820958"/>
                  </a:lnTo>
                  <a:close/>
                  <a:moveTo>
                    <a:pt x="178211" y="1787098"/>
                  </a:moveTo>
                  <a:lnTo>
                    <a:pt x="178211" y="1784246"/>
                  </a:lnTo>
                  <a:lnTo>
                    <a:pt x="172864" y="1784246"/>
                  </a:lnTo>
                  <a:lnTo>
                    <a:pt x="172864" y="1787098"/>
                  </a:lnTo>
                  <a:lnTo>
                    <a:pt x="178211" y="1787098"/>
                  </a:lnTo>
                  <a:close/>
                  <a:moveTo>
                    <a:pt x="1942497" y="1765712"/>
                  </a:moveTo>
                  <a:lnTo>
                    <a:pt x="1942497" y="1762861"/>
                  </a:lnTo>
                  <a:lnTo>
                    <a:pt x="1940715" y="1762861"/>
                  </a:lnTo>
                  <a:lnTo>
                    <a:pt x="1940715" y="1765712"/>
                  </a:lnTo>
                  <a:lnTo>
                    <a:pt x="1942497" y="1765712"/>
                  </a:lnTo>
                  <a:close/>
                  <a:moveTo>
                    <a:pt x="1733991" y="1722942"/>
                  </a:moveTo>
                  <a:lnTo>
                    <a:pt x="1733991" y="1720090"/>
                  </a:lnTo>
                  <a:lnTo>
                    <a:pt x="1732209" y="1720090"/>
                  </a:lnTo>
                  <a:lnTo>
                    <a:pt x="1732209" y="1722942"/>
                  </a:lnTo>
                  <a:lnTo>
                    <a:pt x="1733991" y="1722942"/>
                  </a:lnTo>
                  <a:close/>
                  <a:moveTo>
                    <a:pt x="1712606" y="1721160"/>
                  </a:moveTo>
                  <a:lnTo>
                    <a:pt x="1712606" y="1718308"/>
                  </a:lnTo>
                  <a:lnTo>
                    <a:pt x="1710823" y="1718308"/>
                  </a:lnTo>
                  <a:lnTo>
                    <a:pt x="1710823" y="1721160"/>
                  </a:lnTo>
                  <a:lnTo>
                    <a:pt x="1712606" y="1721160"/>
                  </a:lnTo>
                  <a:close/>
                  <a:moveTo>
                    <a:pt x="1684092" y="1719378"/>
                  </a:moveTo>
                  <a:lnTo>
                    <a:pt x="1684092" y="1716526"/>
                  </a:lnTo>
                  <a:lnTo>
                    <a:pt x="1682310" y="1716526"/>
                  </a:lnTo>
                  <a:lnTo>
                    <a:pt x="1682310" y="1719378"/>
                  </a:lnTo>
                  <a:lnTo>
                    <a:pt x="1684092" y="1719378"/>
                  </a:lnTo>
                  <a:close/>
                  <a:moveTo>
                    <a:pt x="1676963" y="1719378"/>
                  </a:moveTo>
                  <a:lnTo>
                    <a:pt x="1676963" y="1716526"/>
                  </a:lnTo>
                  <a:lnTo>
                    <a:pt x="1675181" y="1716526"/>
                  </a:lnTo>
                  <a:lnTo>
                    <a:pt x="1675181" y="1719378"/>
                  </a:lnTo>
                  <a:lnTo>
                    <a:pt x="1676963" y="1719378"/>
                  </a:lnTo>
                  <a:close/>
                  <a:moveTo>
                    <a:pt x="1611382" y="1712606"/>
                  </a:moveTo>
                  <a:lnTo>
                    <a:pt x="1614233" y="1712606"/>
                  </a:lnTo>
                  <a:lnTo>
                    <a:pt x="1614233" y="1709041"/>
                  </a:lnTo>
                  <a:lnTo>
                    <a:pt x="1611382" y="1709041"/>
                  </a:lnTo>
                  <a:lnTo>
                    <a:pt x="1611382" y="1712606"/>
                  </a:lnTo>
                  <a:close/>
                  <a:moveTo>
                    <a:pt x="1978140" y="1708685"/>
                  </a:moveTo>
                  <a:lnTo>
                    <a:pt x="1978140" y="1705834"/>
                  </a:lnTo>
                  <a:lnTo>
                    <a:pt x="1976358" y="1705834"/>
                  </a:lnTo>
                  <a:lnTo>
                    <a:pt x="1976358" y="1708685"/>
                  </a:lnTo>
                  <a:lnTo>
                    <a:pt x="1978140" y="1708685"/>
                  </a:lnTo>
                  <a:close/>
                  <a:moveTo>
                    <a:pt x="1963883" y="1708685"/>
                  </a:moveTo>
                  <a:lnTo>
                    <a:pt x="1963883" y="1705834"/>
                  </a:lnTo>
                  <a:lnTo>
                    <a:pt x="1962101" y="1705834"/>
                  </a:lnTo>
                  <a:lnTo>
                    <a:pt x="1962101" y="1708685"/>
                  </a:lnTo>
                  <a:lnTo>
                    <a:pt x="1963883" y="1708685"/>
                  </a:lnTo>
                  <a:close/>
                  <a:moveTo>
                    <a:pt x="1956754" y="1708685"/>
                  </a:moveTo>
                  <a:lnTo>
                    <a:pt x="1956754" y="1705834"/>
                  </a:lnTo>
                  <a:lnTo>
                    <a:pt x="1954972" y="1705834"/>
                  </a:lnTo>
                  <a:lnTo>
                    <a:pt x="1954972" y="1708685"/>
                  </a:lnTo>
                  <a:lnTo>
                    <a:pt x="1956754" y="1708685"/>
                  </a:lnTo>
                  <a:close/>
                  <a:moveTo>
                    <a:pt x="1949626" y="1708685"/>
                  </a:moveTo>
                  <a:lnTo>
                    <a:pt x="1949626" y="1705834"/>
                  </a:lnTo>
                  <a:lnTo>
                    <a:pt x="1947844" y="1705834"/>
                  </a:lnTo>
                  <a:lnTo>
                    <a:pt x="1947844" y="1708685"/>
                  </a:lnTo>
                  <a:lnTo>
                    <a:pt x="1949626" y="1708685"/>
                  </a:lnTo>
                  <a:close/>
                  <a:moveTo>
                    <a:pt x="1942497" y="1708685"/>
                  </a:moveTo>
                  <a:lnTo>
                    <a:pt x="1942497" y="1705834"/>
                  </a:lnTo>
                  <a:lnTo>
                    <a:pt x="1940715" y="1705834"/>
                  </a:lnTo>
                  <a:lnTo>
                    <a:pt x="1940715" y="1708685"/>
                  </a:lnTo>
                  <a:lnTo>
                    <a:pt x="1942497" y="1708685"/>
                  </a:lnTo>
                  <a:close/>
                  <a:moveTo>
                    <a:pt x="1928241" y="1708685"/>
                  </a:moveTo>
                  <a:lnTo>
                    <a:pt x="1928241" y="1705834"/>
                  </a:lnTo>
                  <a:lnTo>
                    <a:pt x="1926459" y="1705834"/>
                  </a:lnTo>
                  <a:lnTo>
                    <a:pt x="1926459" y="1708685"/>
                  </a:lnTo>
                  <a:lnTo>
                    <a:pt x="1928241" y="1708685"/>
                  </a:lnTo>
                  <a:close/>
                  <a:moveTo>
                    <a:pt x="1921112" y="1708685"/>
                  </a:moveTo>
                  <a:lnTo>
                    <a:pt x="1921112" y="1705834"/>
                  </a:lnTo>
                  <a:lnTo>
                    <a:pt x="1919330" y="1705834"/>
                  </a:lnTo>
                  <a:lnTo>
                    <a:pt x="1919330" y="1708685"/>
                  </a:lnTo>
                  <a:lnTo>
                    <a:pt x="1921112" y="1708685"/>
                  </a:lnTo>
                  <a:close/>
                  <a:moveTo>
                    <a:pt x="1913984" y="1708685"/>
                  </a:moveTo>
                  <a:lnTo>
                    <a:pt x="1913984" y="1705834"/>
                  </a:lnTo>
                  <a:lnTo>
                    <a:pt x="1912202" y="1705834"/>
                  </a:lnTo>
                  <a:lnTo>
                    <a:pt x="1912202" y="1708685"/>
                  </a:lnTo>
                  <a:lnTo>
                    <a:pt x="1913984" y="1708685"/>
                  </a:lnTo>
                  <a:close/>
                  <a:moveTo>
                    <a:pt x="1904065" y="1752586"/>
                  </a:moveTo>
                  <a:lnTo>
                    <a:pt x="1906081" y="1754602"/>
                  </a:lnTo>
                  <a:lnTo>
                    <a:pt x="1908281" y="1752402"/>
                  </a:lnTo>
                  <a:lnTo>
                    <a:pt x="1908281" y="1708451"/>
                  </a:lnTo>
                  <a:lnTo>
                    <a:pt x="1906081" y="1706251"/>
                  </a:lnTo>
                  <a:lnTo>
                    <a:pt x="1904065" y="1708267"/>
                  </a:lnTo>
                  <a:lnTo>
                    <a:pt x="1905430" y="1709632"/>
                  </a:lnTo>
                  <a:lnTo>
                    <a:pt x="1905430" y="1751221"/>
                  </a:lnTo>
                  <a:lnTo>
                    <a:pt x="1904065" y="1752586"/>
                  </a:lnTo>
                  <a:close/>
                  <a:moveTo>
                    <a:pt x="1898301" y="1709632"/>
                  </a:moveTo>
                  <a:lnTo>
                    <a:pt x="1898301" y="1751812"/>
                  </a:lnTo>
                  <a:lnTo>
                    <a:pt x="1901153" y="1751812"/>
                  </a:lnTo>
                  <a:lnTo>
                    <a:pt x="1901153" y="1708451"/>
                  </a:lnTo>
                  <a:lnTo>
                    <a:pt x="1898953" y="1706251"/>
                  </a:lnTo>
                  <a:lnTo>
                    <a:pt x="1896937" y="1708267"/>
                  </a:lnTo>
                  <a:lnTo>
                    <a:pt x="1898301" y="1709632"/>
                  </a:lnTo>
                  <a:close/>
                  <a:moveTo>
                    <a:pt x="1891173" y="1709632"/>
                  </a:moveTo>
                  <a:lnTo>
                    <a:pt x="1891173" y="1748248"/>
                  </a:lnTo>
                  <a:lnTo>
                    <a:pt x="1894024" y="1748248"/>
                  </a:lnTo>
                  <a:lnTo>
                    <a:pt x="1894024" y="1708451"/>
                  </a:lnTo>
                  <a:lnTo>
                    <a:pt x="1891824" y="1706251"/>
                  </a:lnTo>
                  <a:lnTo>
                    <a:pt x="1889808" y="1708267"/>
                  </a:lnTo>
                  <a:lnTo>
                    <a:pt x="1891173" y="1709632"/>
                  </a:lnTo>
                  <a:close/>
                  <a:moveTo>
                    <a:pt x="1882680" y="1747240"/>
                  </a:moveTo>
                  <a:lnTo>
                    <a:pt x="1884696" y="1749256"/>
                  </a:lnTo>
                  <a:lnTo>
                    <a:pt x="1886896" y="1747056"/>
                  </a:lnTo>
                  <a:lnTo>
                    <a:pt x="1886896" y="1708451"/>
                  </a:lnTo>
                  <a:lnTo>
                    <a:pt x="1884696" y="1706251"/>
                  </a:lnTo>
                  <a:lnTo>
                    <a:pt x="1882680" y="1708267"/>
                  </a:lnTo>
                  <a:lnTo>
                    <a:pt x="1884044" y="1709632"/>
                  </a:lnTo>
                  <a:lnTo>
                    <a:pt x="1884044" y="1745875"/>
                  </a:lnTo>
                  <a:lnTo>
                    <a:pt x="1882680" y="1747240"/>
                  </a:lnTo>
                  <a:close/>
                  <a:moveTo>
                    <a:pt x="1876916" y="1709632"/>
                  </a:moveTo>
                  <a:lnTo>
                    <a:pt x="1876916" y="1744684"/>
                  </a:lnTo>
                  <a:lnTo>
                    <a:pt x="1879767" y="1744684"/>
                  </a:lnTo>
                  <a:lnTo>
                    <a:pt x="1879767" y="1708451"/>
                  </a:lnTo>
                  <a:lnTo>
                    <a:pt x="1877568" y="1706251"/>
                  </a:lnTo>
                  <a:lnTo>
                    <a:pt x="1875551" y="1708267"/>
                  </a:lnTo>
                  <a:lnTo>
                    <a:pt x="1876916" y="1709632"/>
                  </a:lnTo>
                  <a:close/>
                  <a:moveTo>
                    <a:pt x="1869787" y="1709632"/>
                  </a:moveTo>
                  <a:lnTo>
                    <a:pt x="1869787" y="1744684"/>
                  </a:lnTo>
                  <a:lnTo>
                    <a:pt x="1872639" y="1744684"/>
                  </a:lnTo>
                  <a:lnTo>
                    <a:pt x="1872639" y="1708451"/>
                  </a:lnTo>
                  <a:lnTo>
                    <a:pt x="1870439" y="1706251"/>
                  </a:lnTo>
                  <a:lnTo>
                    <a:pt x="1868423" y="1708267"/>
                  </a:lnTo>
                  <a:lnTo>
                    <a:pt x="1869787" y="1709632"/>
                  </a:lnTo>
                  <a:close/>
                  <a:moveTo>
                    <a:pt x="1862659" y="1709632"/>
                  </a:moveTo>
                  <a:lnTo>
                    <a:pt x="1862659" y="1742901"/>
                  </a:lnTo>
                  <a:lnTo>
                    <a:pt x="1865510" y="1742901"/>
                  </a:lnTo>
                  <a:lnTo>
                    <a:pt x="1865510" y="1708451"/>
                  </a:lnTo>
                  <a:lnTo>
                    <a:pt x="1863311" y="1706251"/>
                  </a:lnTo>
                  <a:lnTo>
                    <a:pt x="1861295" y="1708267"/>
                  </a:lnTo>
                  <a:lnTo>
                    <a:pt x="1862659" y="1709632"/>
                  </a:lnTo>
                  <a:close/>
                  <a:moveTo>
                    <a:pt x="1855531" y="1709632"/>
                  </a:moveTo>
                  <a:lnTo>
                    <a:pt x="1855531" y="1741119"/>
                  </a:lnTo>
                  <a:lnTo>
                    <a:pt x="1858382" y="1741119"/>
                  </a:lnTo>
                  <a:lnTo>
                    <a:pt x="1858382" y="1708451"/>
                  </a:lnTo>
                  <a:lnTo>
                    <a:pt x="1856182" y="1706251"/>
                  </a:lnTo>
                  <a:lnTo>
                    <a:pt x="1854166" y="1708267"/>
                  </a:lnTo>
                  <a:lnTo>
                    <a:pt x="1855531" y="1709632"/>
                  </a:lnTo>
                  <a:close/>
                  <a:moveTo>
                    <a:pt x="1809196" y="1708451"/>
                  </a:moveTo>
                  <a:lnTo>
                    <a:pt x="1809196" y="1727453"/>
                  </a:lnTo>
                  <a:lnTo>
                    <a:pt x="1811395" y="1729653"/>
                  </a:lnTo>
                  <a:lnTo>
                    <a:pt x="1813412" y="1727636"/>
                  </a:lnTo>
                  <a:lnTo>
                    <a:pt x="1812047" y="1726272"/>
                  </a:lnTo>
                  <a:lnTo>
                    <a:pt x="1812047" y="1709632"/>
                  </a:lnTo>
                  <a:lnTo>
                    <a:pt x="1813412" y="1708267"/>
                  </a:lnTo>
                  <a:lnTo>
                    <a:pt x="1811395" y="1706251"/>
                  </a:lnTo>
                  <a:lnTo>
                    <a:pt x="1809196" y="1708451"/>
                  </a:lnTo>
                  <a:close/>
                  <a:moveTo>
                    <a:pt x="1802067" y="1708451"/>
                  </a:moveTo>
                  <a:lnTo>
                    <a:pt x="1802067" y="1726862"/>
                  </a:lnTo>
                  <a:lnTo>
                    <a:pt x="1804919" y="1726862"/>
                  </a:lnTo>
                  <a:lnTo>
                    <a:pt x="1804919" y="1709632"/>
                  </a:lnTo>
                  <a:lnTo>
                    <a:pt x="1806283" y="1708267"/>
                  </a:lnTo>
                  <a:lnTo>
                    <a:pt x="1804267" y="1706251"/>
                  </a:lnTo>
                  <a:lnTo>
                    <a:pt x="1802067" y="1708451"/>
                  </a:lnTo>
                  <a:close/>
                  <a:moveTo>
                    <a:pt x="1794939" y="1708451"/>
                  </a:moveTo>
                  <a:lnTo>
                    <a:pt x="1794939" y="1726862"/>
                  </a:lnTo>
                  <a:lnTo>
                    <a:pt x="1797790" y="1726862"/>
                  </a:lnTo>
                  <a:lnTo>
                    <a:pt x="1797790" y="1709632"/>
                  </a:lnTo>
                  <a:lnTo>
                    <a:pt x="1799155" y="1708267"/>
                  </a:lnTo>
                  <a:lnTo>
                    <a:pt x="1797139" y="1706251"/>
                  </a:lnTo>
                  <a:lnTo>
                    <a:pt x="1794939" y="1708451"/>
                  </a:lnTo>
                  <a:close/>
                  <a:moveTo>
                    <a:pt x="1787811" y="1705834"/>
                  </a:moveTo>
                  <a:lnTo>
                    <a:pt x="1787811" y="1725080"/>
                  </a:lnTo>
                  <a:lnTo>
                    <a:pt x="1790662" y="1725080"/>
                  </a:lnTo>
                  <a:lnTo>
                    <a:pt x="1790662" y="1709632"/>
                  </a:lnTo>
                  <a:lnTo>
                    <a:pt x="1794460" y="1705834"/>
                  </a:lnTo>
                  <a:lnTo>
                    <a:pt x="1787811" y="1705834"/>
                  </a:lnTo>
                  <a:close/>
                  <a:moveTo>
                    <a:pt x="1780682" y="1708451"/>
                  </a:moveTo>
                  <a:lnTo>
                    <a:pt x="1780682" y="1725080"/>
                  </a:lnTo>
                  <a:lnTo>
                    <a:pt x="1783533" y="1725080"/>
                  </a:lnTo>
                  <a:lnTo>
                    <a:pt x="1783533" y="1709632"/>
                  </a:lnTo>
                  <a:lnTo>
                    <a:pt x="1784898" y="1708267"/>
                  </a:lnTo>
                  <a:lnTo>
                    <a:pt x="1782882" y="1706251"/>
                  </a:lnTo>
                  <a:lnTo>
                    <a:pt x="1780682" y="1708451"/>
                  </a:lnTo>
                  <a:close/>
                  <a:moveTo>
                    <a:pt x="1773554" y="1708451"/>
                  </a:moveTo>
                  <a:lnTo>
                    <a:pt x="1773554" y="1723298"/>
                  </a:lnTo>
                  <a:lnTo>
                    <a:pt x="1776405" y="1723298"/>
                  </a:lnTo>
                  <a:lnTo>
                    <a:pt x="1776405" y="1709632"/>
                  </a:lnTo>
                  <a:lnTo>
                    <a:pt x="1777770" y="1708267"/>
                  </a:lnTo>
                  <a:lnTo>
                    <a:pt x="1775753" y="1706251"/>
                  </a:lnTo>
                  <a:lnTo>
                    <a:pt x="1773554" y="1708451"/>
                  </a:lnTo>
                  <a:close/>
                  <a:moveTo>
                    <a:pt x="1766425" y="1708451"/>
                  </a:moveTo>
                  <a:lnTo>
                    <a:pt x="1766425" y="1722107"/>
                  </a:lnTo>
                  <a:lnTo>
                    <a:pt x="1768625" y="1724306"/>
                  </a:lnTo>
                  <a:lnTo>
                    <a:pt x="1770641" y="1722290"/>
                  </a:lnTo>
                  <a:lnTo>
                    <a:pt x="1769277" y="1720926"/>
                  </a:lnTo>
                  <a:lnTo>
                    <a:pt x="1769277" y="1709632"/>
                  </a:lnTo>
                  <a:lnTo>
                    <a:pt x="1770641" y="1708267"/>
                  </a:lnTo>
                  <a:lnTo>
                    <a:pt x="1768625" y="1706251"/>
                  </a:lnTo>
                  <a:lnTo>
                    <a:pt x="1766425" y="1708451"/>
                  </a:lnTo>
                  <a:close/>
                  <a:moveTo>
                    <a:pt x="1759297" y="1708451"/>
                  </a:moveTo>
                  <a:lnTo>
                    <a:pt x="1759297" y="1721516"/>
                  </a:lnTo>
                  <a:lnTo>
                    <a:pt x="1762148" y="1721516"/>
                  </a:lnTo>
                  <a:lnTo>
                    <a:pt x="1762148" y="1709632"/>
                  </a:lnTo>
                  <a:lnTo>
                    <a:pt x="1763513" y="1708267"/>
                  </a:lnTo>
                  <a:lnTo>
                    <a:pt x="1761496" y="1706251"/>
                  </a:lnTo>
                  <a:lnTo>
                    <a:pt x="1759297" y="1708451"/>
                  </a:lnTo>
                  <a:close/>
                  <a:moveTo>
                    <a:pt x="1752168" y="1708451"/>
                  </a:moveTo>
                  <a:lnTo>
                    <a:pt x="1752168" y="1721516"/>
                  </a:lnTo>
                  <a:lnTo>
                    <a:pt x="1755020" y="1721516"/>
                  </a:lnTo>
                  <a:lnTo>
                    <a:pt x="1755020" y="1709632"/>
                  </a:lnTo>
                  <a:lnTo>
                    <a:pt x="1756384" y="1708267"/>
                  </a:lnTo>
                  <a:lnTo>
                    <a:pt x="1754368" y="1706251"/>
                  </a:lnTo>
                  <a:lnTo>
                    <a:pt x="1752168" y="1708451"/>
                  </a:lnTo>
                  <a:close/>
                  <a:moveTo>
                    <a:pt x="1748248" y="1708685"/>
                  </a:moveTo>
                  <a:lnTo>
                    <a:pt x="1748248" y="1705834"/>
                  </a:lnTo>
                  <a:lnTo>
                    <a:pt x="1746466" y="1705834"/>
                  </a:lnTo>
                  <a:lnTo>
                    <a:pt x="1746466" y="1708685"/>
                  </a:lnTo>
                  <a:lnTo>
                    <a:pt x="1748248" y="1708685"/>
                  </a:lnTo>
                  <a:close/>
                  <a:moveTo>
                    <a:pt x="1741119" y="1708685"/>
                  </a:moveTo>
                  <a:lnTo>
                    <a:pt x="1741119" y="1705834"/>
                  </a:lnTo>
                  <a:lnTo>
                    <a:pt x="1739337" y="1705834"/>
                  </a:lnTo>
                  <a:lnTo>
                    <a:pt x="1739337" y="1708685"/>
                  </a:lnTo>
                  <a:lnTo>
                    <a:pt x="1741119" y="1708685"/>
                  </a:lnTo>
                  <a:close/>
                  <a:moveTo>
                    <a:pt x="1733991" y="1708685"/>
                  </a:moveTo>
                  <a:lnTo>
                    <a:pt x="1733991" y="1705834"/>
                  </a:lnTo>
                  <a:lnTo>
                    <a:pt x="1732209" y="1705834"/>
                  </a:lnTo>
                  <a:lnTo>
                    <a:pt x="1732209" y="1708685"/>
                  </a:lnTo>
                  <a:lnTo>
                    <a:pt x="1733991" y="1708685"/>
                  </a:lnTo>
                  <a:close/>
                  <a:moveTo>
                    <a:pt x="1719734" y="1708685"/>
                  </a:moveTo>
                  <a:lnTo>
                    <a:pt x="1719734" y="1705834"/>
                  </a:lnTo>
                  <a:lnTo>
                    <a:pt x="1717952" y="1705834"/>
                  </a:lnTo>
                  <a:lnTo>
                    <a:pt x="1717952" y="1708685"/>
                  </a:lnTo>
                  <a:lnTo>
                    <a:pt x="1719734" y="1708685"/>
                  </a:lnTo>
                  <a:close/>
                  <a:moveTo>
                    <a:pt x="1712606" y="1708685"/>
                  </a:moveTo>
                  <a:lnTo>
                    <a:pt x="1712606" y="1705834"/>
                  </a:lnTo>
                  <a:lnTo>
                    <a:pt x="1710823" y="1705834"/>
                  </a:lnTo>
                  <a:lnTo>
                    <a:pt x="1710823" y="1708685"/>
                  </a:lnTo>
                  <a:lnTo>
                    <a:pt x="1712606" y="1708685"/>
                  </a:lnTo>
                  <a:close/>
                  <a:moveTo>
                    <a:pt x="1705477" y="1708685"/>
                  </a:moveTo>
                  <a:lnTo>
                    <a:pt x="1705477" y="1705834"/>
                  </a:lnTo>
                  <a:lnTo>
                    <a:pt x="1703695" y="1705834"/>
                  </a:lnTo>
                  <a:lnTo>
                    <a:pt x="1703695" y="1708685"/>
                  </a:lnTo>
                  <a:lnTo>
                    <a:pt x="1705477" y="1708685"/>
                  </a:lnTo>
                  <a:close/>
                  <a:moveTo>
                    <a:pt x="1698349" y="1708685"/>
                  </a:moveTo>
                  <a:lnTo>
                    <a:pt x="1698349" y="1705834"/>
                  </a:lnTo>
                  <a:lnTo>
                    <a:pt x="1696567" y="1705834"/>
                  </a:lnTo>
                  <a:lnTo>
                    <a:pt x="1696567" y="1708685"/>
                  </a:lnTo>
                  <a:lnTo>
                    <a:pt x="1698349" y="1708685"/>
                  </a:lnTo>
                  <a:close/>
                  <a:moveTo>
                    <a:pt x="1691220" y="1708685"/>
                  </a:moveTo>
                  <a:lnTo>
                    <a:pt x="1691220" y="1705834"/>
                  </a:lnTo>
                  <a:lnTo>
                    <a:pt x="1689438" y="1705834"/>
                  </a:lnTo>
                  <a:lnTo>
                    <a:pt x="1689438" y="1708685"/>
                  </a:lnTo>
                  <a:lnTo>
                    <a:pt x="1691220" y="1708685"/>
                  </a:lnTo>
                  <a:close/>
                  <a:moveTo>
                    <a:pt x="1684092" y="1708685"/>
                  </a:moveTo>
                  <a:lnTo>
                    <a:pt x="1684092" y="1705834"/>
                  </a:lnTo>
                  <a:lnTo>
                    <a:pt x="1682310" y="1705834"/>
                  </a:lnTo>
                  <a:lnTo>
                    <a:pt x="1682310" y="1708685"/>
                  </a:lnTo>
                  <a:lnTo>
                    <a:pt x="1684092" y="1708685"/>
                  </a:lnTo>
                  <a:close/>
                  <a:moveTo>
                    <a:pt x="1676963" y="1708685"/>
                  </a:moveTo>
                  <a:lnTo>
                    <a:pt x="1676963" y="1705834"/>
                  </a:lnTo>
                  <a:lnTo>
                    <a:pt x="1675181" y="1705834"/>
                  </a:lnTo>
                  <a:lnTo>
                    <a:pt x="1675181" y="1708685"/>
                  </a:lnTo>
                  <a:lnTo>
                    <a:pt x="1676963" y="1708685"/>
                  </a:lnTo>
                  <a:close/>
                  <a:moveTo>
                    <a:pt x="1661281" y="1709632"/>
                  </a:moveTo>
                  <a:lnTo>
                    <a:pt x="1661281" y="1716170"/>
                  </a:lnTo>
                  <a:lnTo>
                    <a:pt x="1664132" y="1716170"/>
                  </a:lnTo>
                  <a:lnTo>
                    <a:pt x="1664132" y="1708451"/>
                  </a:lnTo>
                  <a:lnTo>
                    <a:pt x="1661933" y="1706251"/>
                  </a:lnTo>
                  <a:lnTo>
                    <a:pt x="1659916" y="1708267"/>
                  </a:lnTo>
                  <a:lnTo>
                    <a:pt x="1661281" y="1709632"/>
                  </a:lnTo>
                  <a:close/>
                  <a:moveTo>
                    <a:pt x="1654152" y="1709632"/>
                  </a:moveTo>
                  <a:lnTo>
                    <a:pt x="1654152" y="1716170"/>
                  </a:lnTo>
                  <a:lnTo>
                    <a:pt x="1657004" y="1716170"/>
                  </a:lnTo>
                  <a:lnTo>
                    <a:pt x="1657004" y="1708451"/>
                  </a:lnTo>
                  <a:lnTo>
                    <a:pt x="1654804" y="1706251"/>
                  </a:lnTo>
                  <a:lnTo>
                    <a:pt x="1652788" y="1708267"/>
                  </a:lnTo>
                  <a:lnTo>
                    <a:pt x="1654152" y="1709632"/>
                  </a:lnTo>
                  <a:close/>
                  <a:moveTo>
                    <a:pt x="1645659" y="1715162"/>
                  </a:moveTo>
                  <a:lnTo>
                    <a:pt x="1647676" y="1717178"/>
                  </a:lnTo>
                  <a:lnTo>
                    <a:pt x="1649875" y="1714978"/>
                  </a:lnTo>
                  <a:lnTo>
                    <a:pt x="1649875" y="1708451"/>
                  </a:lnTo>
                  <a:lnTo>
                    <a:pt x="1647676" y="1706251"/>
                  </a:lnTo>
                  <a:lnTo>
                    <a:pt x="1645659" y="1708267"/>
                  </a:lnTo>
                  <a:lnTo>
                    <a:pt x="1647024" y="1709632"/>
                  </a:lnTo>
                  <a:lnTo>
                    <a:pt x="1647024" y="1713797"/>
                  </a:lnTo>
                  <a:lnTo>
                    <a:pt x="1645659" y="1715162"/>
                  </a:lnTo>
                  <a:close/>
                  <a:moveTo>
                    <a:pt x="1638531" y="1715162"/>
                  </a:moveTo>
                  <a:lnTo>
                    <a:pt x="1640547" y="1717178"/>
                  </a:lnTo>
                  <a:lnTo>
                    <a:pt x="1642747" y="1714978"/>
                  </a:lnTo>
                  <a:lnTo>
                    <a:pt x="1642747" y="1708451"/>
                  </a:lnTo>
                  <a:lnTo>
                    <a:pt x="1640547" y="1706251"/>
                  </a:lnTo>
                  <a:lnTo>
                    <a:pt x="1638531" y="1708267"/>
                  </a:lnTo>
                  <a:lnTo>
                    <a:pt x="1639896" y="1709632"/>
                  </a:lnTo>
                  <a:lnTo>
                    <a:pt x="1639896" y="1713797"/>
                  </a:lnTo>
                  <a:lnTo>
                    <a:pt x="1638531" y="1715162"/>
                  </a:lnTo>
                  <a:close/>
                  <a:moveTo>
                    <a:pt x="1631403" y="1713380"/>
                  </a:moveTo>
                  <a:lnTo>
                    <a:pt x="1633419" y="1715396"/>
                  </a:lnTo>
                  <a:lnTo>
                    <a:pt x="1635619" y="1713196"/>
                  </a:lnTo>
                  <a:lnTo>
                    <a:pt x="1635619" y="1708451"/>
                  </a:lnTo>
                  <a:lnTo>
                    <a:pt x="1633419" y="1706251"/>
                  </a:lnTo>
                  <a:lnTo>
                    <a:pt x="1631403" y="1708267"/>
                  </a:lnTo>
                  <a:lnTo>
                    <a:pt x="1632767" y="1709632"/>
                  </a:lnTo>
                  <a:lnTo>
                    <a:pt x="1632767" y="1712015"/>
                  </a:lnTo>
                  <a:lnTo>
                    <a:pt x="1631403" y="1713380"/>
                  </a:lnTo>
                  <a:close/>
                  <a:moveTo>
                    <a:pt x="1625639" y="1709632"/>
                  </a:moveTo>
                  <a:lnTo>
                    <a:pt x="1625639" y="1712606"/>
                  </a:lnTo>
                  <a:lnTo>
                    <a:pt x="1628490" y="1712606"/>
                  </a:lnTo>
                  <a:lnTo>
                    <a:pt x="1628490" y="1708451"/>
                  </a:lnTo>
                  <a:lnTo>
                    <a:pt x="1626290" y="1706251"/>
                  </a:lnTo>
                  <a:lnTo>
                    <a:pt x="1624274" y="1708267"/>
                  </a:lnTo>
                  <a:lnTo>
                    <a:pt x="1625639" y="1709632"/>
                  </a:lnTo>
                  <a:close/>
                  <a:moveTo>
                    <a:pt x="1618510" y="1709632"/>
                  </a:moveTo>
                  <a:lnTo>
                    <a:pt x="1618510" y="1712606"/>
                  </a:lnTo>
                  <a:lnTo>
                    <a:pt x="1621362" y="1712606"/>
                  </a:lnTo>
                  <a:lnTo>
                    <a:pt x="1621362" y="1708451"/>
                  </a:lnTo>
                  <a:lnTo>
                    <a:pt x="1619162" y="1706251"/>
                  </a:lnTo>
                  <a:lnTo>
                    <a:pt x="1617146" y="1708267"/>
                  </a:lnTo>
                  <a:lnTo>
                    <a:pt x="1618510" y="1709632"/>
                  </a:lnTo>
                  <a:close/>
                  <a:moveTo>
                    <a:pt x="1602889" y="1711597"/>
                  </a:moveTo>
                  <a:lnTo>
                    <a:pt x="1604905" y="1713614"/>
                  </a:lnTo>
                  <a:lnTo>
                    <a:pt x="1607105" y="1711414"/>
                  </a:lnTo>
                  <a:lnTo>
                    <a:pt x="1607105" y="1708451"/>
                  </a:lnTo>
                  <a:lnTo>
                    <a:pt x="1604905" y="1706251"/>
                  </a:lnTo>
                  <a:lnTo>
                    <a:pt x="1602889" y="1708267"/>
                  </a:lnTo>
                  <a:lnTo>
                    <a:pt x="1604253" y="1709632"/>
                  </a:lnTo>
                  <a:lnTo>
                    <a:pt x="1604253" y="1710233"/>
                  </a:lnTo>
                  <a:lnTo>
                    <a:pt x="1602889" y="1711597"/>
                  </a:lnTo>
                  <a:close/>
                  <a:moveTo>
                    <a:pt x="1557919" y="1708451"/>
                  </a:moveTo>
                  <a:lnTo>
                    <a:pt x="1557919" y="1710823"/>
                  </a:lnTo>
                  <a:lnTo>
                    <a:pt x="1560770" y="1710823"/>
                  </a:lnTo>
                  <a:lnTo>
                    <a:pt x="1560770" y="1709632"/>
                  </a:lnTo>
                  <a:lnTo>
                    <a:pt x="1562135" y="1708267"/>
                  </a:lnTo>
                  <a:lnTo>
                    <a:pt x="1560118" y="1706251"/>
                  </a:lnTo>
                  <a:lnTo>
                    <a:pt x="1557919" y="1708451"/>
                  </a:lnTo>
                  <a:close/>
                  <a:moveTo>
                    <a:pt x="1550790" y="1708451"/>
                  </a:moveTo>
                  <a:lnTo>
                    <a:pt x="1550790" y="1710823"/>
                  </a:lnTo>
                  <a:lnTo>
                    <a:pt x="1553642" y="1710823"/>
                  </a:lnTo>
                  <a:lnTo>
                    <a:pt x="1553642" y="1709632"/>
                  </a:lnTo>
                  <a:lnTo>
                    <a:pt x="1555006" y="1708267"/>
                  </a:lnTo>
                  <a:lnTo>
                    <a:pt x="1552990" y="1706251"/>
                  </a:lnTo>
                  <a:lnTo>
                    <a:pt x="1550790" y="1708451"/>
                  </a:lnTo>
                  <a:close/>
                  <a:moveTo>
                    <a:pt x="1543662" y="1708451"/>
                  </a:moveTo>
                  <a:lnTo>
                    <a:pt x="1543662" y="1710823"/>
                  </a:lnTo>
                  <a:lnTo>
                    <a:pt x="1546513" y="1710823"/>
                  </a:lnTo>
                  <a:lnTo>
                    <a:pt x="1546513" y="1709632"/>
                  </a:lnTo>
                  <a:lnTo>
                    <a:pt x="1547878" y="1708267"/>
                  </a:lnTo>
                  <a:lnTo>
                    <a:pt x="1545861" y="1706251"/>
                  </a:lnTo>
                  <a:lnTo>
                    <a:pt x="1543662" y="1708451"/>
                  </a:lnTo>
                  <a:close/>
                  <a:moveTo>
                    <a:pt x="1536533" y="1708451"/>
                  </a:moveTo>
                  <a:lnTo>
                    <a:pt x="1536533" y="1710823"/>
                  </a:lnTo>
                  <a:lnTo>
                    <a:pt x="1539385" y="1710823"/>
                  </a:lnTo>
                  <a:lnTo>
                    <a:pt x="1539385" y="1709632"/>
                  </a:lnTo>
                  <a:lnTo>
                    <a:pt x="1540749" y="1708267"/>
                  </a:lnTo>
                  <a:lnTo>
                    <a:pt x="1538733" y="1706251"/>
                  </a:lnTo>
                  <a:lnTo>
                    <a:pt x="1536533" y="1708451"/>
                  </a:lnTo>
                  <a:close/>
                  <a:moveTo>
                    <a:pt x="1529405" y="1708451"/>
                  </a:moveTo>
                  <a:lnTo>
                    <a:pt x="1529405" y="1710823"/>
                  </a:lnTo>
                  <a:lnTo>
                    <a:pt x="1532256" y="1710823"/>
                  </a:lnTo>
                  <a:lnTo>
                    <a:pt x="1532256" y="1709632"/>
                  </a:lnTo>
                  <a:lnTo>
                    <a:pt x="1533621" y="1708267"/>
                  </a:lnTo>
                  <a:lnTo>
                    <a:pt x="1531605" y="1706251"/>
                  </a:lnTo>
                  <a:lnTo>
                    <a:pt x="1529405" y="1708451"/>
                  </a:lnTo>
                  <a:close/>
                  <a:moveTo>
                    <a:pt x="1522276" y="1708451"/>
                  </a:moveTo>
                  <a:lnTo>
                    <a:pt x="1522276" y="1710823"/>
                  </a:lnTo>
                  <a:lnTo>
                    <a:pt x="1525128" y="1710823"/>
                  </a:lnTo>
                  <a:lnTo>
                    <a:pt x="1525128" y="1709632"/>
                  </a:lnTo>
                  <a:lnTo>
                    <a:pt x="1526492" y="1708267"/>
                  </a:lnTo>
                  <a:lnTo>
                    <a:pt x="1524476" y="1706251"/>
                  </a:lnTo>
                  <a:lnTo>
                    <a:pt x="1522276" y="1708451"/>
                  </a:lnTo>
                  <a:close/>
                  <a:moveTo>
                    <a:pt x="1514557" y="1709041"/>
                  </a:moveTo>
                  <a:lnTo>
                    <a:pt x="1517348" y="1711832"/>
                  </a:lnTo>
                  <a:lnTo>
                    <a:pt x="1519364" y="1709815"/>
                  </a:lnTo>
                  <a:lnTo>
                    <a:pt x="1518590" y="1709041"/>
                  </a:lnTo>
                  <a:lnTo>
                    <a:pt x="1519364" y="1708267"/>
                  </a:lnTo>
                  <a:lnTo>
                    <a:pt x="1517348" y="1706251"/>
                  </a:lnTo>
                  <a:lnTo>
                    <a:pt x="1514557" y="1709041"/>
                  </a:lnTo>
                  <a:close/>
                  <a:moveTo>
                    <a:pt x="1507429" y="1709041"/>
                  </a:moveTo>
                  <a:lnTo>
                    <a:pt x="1510219" y="1711832"/>
                  </a:lnTo>
                  <a:lnTo>
                    <a:pt x="1512236" y="1709815"/>
                  </a:lnTo>
                  <a:lnTo>
                    <a:pt x="1511462" y="1709041"/>
                  </a:lnTo>
                  <a:lnTo>
                    <a:pt x="1512236" y="1708267"/>
                  </a:lnTo>
                  <a:lnTo>
                    <a:pt x="1510219" y="1706251"/>
                  </a:lnTo>
                  <a:lnTo>
                    <a:pt x="1507429" y="1709041"/>
                  </a:lnTo>
                  <a:close/>
                  <a:moveTo>
                    <a:pt x="1501309" y="1708033"/>
                  </a:moveTo>
                  <a:lnTo>
                    <a:pt x="1503325" y="1710049"/>
                  </a:lnTo>
                  <a:lnTo>
                    <a:pt x="1505107" y="1708267"/>
                  </a:lnTo>
                  <a:lnTo>
                    <a:pt x="1503091" y="1706251"/>
                  </a:lnTo>
                  <a:lnTo>
                    <a:pt x="1501309" y="1708033"/>
                  </a:lnTo>
                  <a:close/>
                  <a:moveTo>
                    <a:pt x="1496971" y="1708685"/>
                  </a:moveTo>
                  <a:lnTo>
                    <a:pt x="1496971" y="1705834"/>
                  </a:lnTo>
                  <a:lnTo>
                    <a:pt x="1495188" y="1705834"/>
                  </a:lnTo>
                  <a:lnTo>
                    <a:pt x="1495188" y="1708685"/>
                  </a:lnTo>
                  <a:lnTo>
                    <a:pt x="1496971" y="1708685"/>
                  </a:lnTo>
                  <a:close/>
                  <a:moveTo>
                    <a:pt x="1489842" y="1708685"/>
                  </a:moveTo>
                  <a:lnTo>
                    <a:pt x="1489842" y="1705834"/>
                  </a:lnTo>
                  <a:lnTo>
                    <a:pt x="1488060" y="1705834"/>
                  </a:lnTo>
                  <a:lnTo>
                    <a:pt x="1488060" y="1708685"/>
                  </a:lnTo>
                  <a:lnTo>
                    <a:pt x="1489842" y="1708685"/>
                  </a:lnTo>
                  <a:close/>
                  <a:moveTo>
                    <a:pt x="1482714" y="1708685"/>
                  </a:moveTo>
                  <a:lnTo>
                    <a:pt x="1482714" y="1705834"/>
                  </a:lnTo>
                  <a:lnTo>
                    <a:pt x="1480932" y="1705834"/>
                  </a:lnTo>
                  <a:lnTo>
                    <a:pt x="1480932" y="1708685"/>
                  </a:lnTo>
                  <a:lnTo>
                    <a:pt x="1482714" y="1708685"/>
                  </a:lnTo>
                  <a:close/>
                  <a:moveTo>
                    <a:pt x="1475585" y="1708685"/>
                  </a:moveTo>
                  <a:lnTo>
                    <a:pt x="1475585" y="1705834"/>
                  </a:lnTo>
                  <a:lnTo>
                    <a:pt x="1473803" y="1705834"/>
                  </a:lnTo>
                  <a:lnTo>
                    <a:pt x="1473803" y="1708685"/>
                  </a:lnTo>
                  <a:lnTo>
                    <a:pt x="1475585" y="1708685"/>
                  </a:lnTo>
                  <a:close/>
                  <a:moveTo>
                    <a:pt x="1468457" y="1708685"/>
                  </a:moveTo>
                  <a:lnTo>
                    <a:pt x="1468457" y="1705834"/>
                  </a:lnTo>
                  <a:lnTo>
                    <a:pt x="1466675" y="1705834"/>
                  </a:lnTo>
                  <a:lnTo>
                    <a:pt x="1466675" y="1708685"/>
                  </a:lnTo>
                  <a:lnTo>
                    <a:pt x="1468457" y="1708685"/>
                  </a:lnTo>
                  <a:close/>
                  <a:moveTo>
                    <a:pt x="1461328" y="1708685"/>
                  </a:moveTo>
                  <a:lnTo>
                    <a:pt x="1461328" y="1705834"/>
                  </a:lnTo>
                  <a:lnTo>
                    <a:pt x="1459546" y="1705834"/>
                  </a:lnTo>
                  <a:lnTo>
                    <a:pt x="1459546" y="1708685"/>
                  </a:lnTo>
                  <a:lnTo>
                    <a:pt x="1461328" y="1708685"/>
                  </a:lnTo>
                  <a:close/>
                  <a:moveTo>
                    <a:pt x="1454200" y="1708685"/>
                  </a:moveTo>
                  <a:lnTo>
                    <a:pt x="1454200" y="1705834"/>
                  </a:lnTo>
                  <a:lnTo>
                    <a:pt x="1452418" y="1705834"/>
                  </a:lnTo>
                  <a:lnTo>
                    <a:pt x="1452418" y="1708685"/>
                  </a:lnTo>
                  <a:lnTo>
                    <a:pt x="1454200" y="1708685"/>
                  </a:lnTo>
                  <a:close/>
                  <a:moveTo>
                    <a:pt x="1443864" y="1705834"/>
                  </a:moveTo>
                  <a:lnTo>
                    <a:pt x="1443864" y="1710467"/>
                  </a:lnTo>
                  <a:lnTo>
                    <a:pt x="1448497" y="1710467"/>
                  </a:lnTo>
                  <a:lnTo>
                    <a:pt x="1448497" y="1705834"/>
                  </a:lnTo>
                  <a:lnTo>
                    <a:pt x="1443864" y="1705834"/>
                  </a:lnTo>
                  <a:close/>
                  <a:moveTo>
                    <a:pt x="1436735" y="1705834"/>
                  </a:moveTo>
                  <a:lnTo>
                    <a:pt x="1436735" y="1710467"/>
                  </a:lnTo>
                  <a:lnTo>
                    <a:pt x="1441369" y="1710467"/>
                  </a:lnTo>
                  <a:lnTo>
                    <a:pt x="1441369" y="1705834"/>
                  </a:lnTo>
                  <a:lnTo>
                    <a:pt x="1436735" y="1705834"/>
                  </a:lnTo>
                  <a:close/>
                  <a:moveTo>
                    <a:pt x="1432815" y="1708685"/>
                  </a:moveTo>
                  <a:lnTo>
                    <a:pt x="1432815" y="1705834"/>
                  </a:lnTo>
                  <a:lnTo>
                    <a:pt x="1431033" y="1705834"/>
                  </a:lnTo>
                  <a:lnTo>
                    <a:pt x="1431033" y="1708685"/>
                  </a:lnTo>
                  <a:lnTo>
                    <a:pt x="1432815" y="1708685"/>
                  </a:lnTo>
                  <a:close/>
                  <a:moveTo>
                    <a:pt x="1425686" y="1708685"/>
                  </a:moveTo>
                  <a:lnTo>
                    <a:pt x="1425686" y="1705834"/>
                  </a:lnTo>
                  <a:lnTo>
                    <a:pt x="1423904" y="1705834"/>
                  </a:lnTo>
                  <a:lnTo>
                    <a:pt x="1423904" y="1708685"/>
                  </a:lnTo>
                  <a:lnTo>
                    <a:pt x="1425686" y="1708685"/>
                  </a:lnTo>
                  <a:close/>
                  <a:moveTo>
                    <a:pt x="1418558" y="1708685"/>
                  </a:moveTo>
                  <a:lnTo>
                    <a:pt x="1418558" y="1705834"/>
                  </a:lnTo>
                  <a:lnTo>
                    <a:pt x="1416776" y="1705834"/>
                  </a:lnTo>
                  <a:lnTo>
                    <a:pt x="1416776" y="1708685"/>
                  </a:lnTo>
                  <a:lnTo>
                    <a:pt x="1418558" y="1708685"/>
                  </a:lnTo>
                  <a:close/>
                  <a:moveTo>
                    <a:pt x="1252822" y="1706903"/>
                  </a:moveTo>
                  <a:lnTo>
                    <a:pt x="1252822" y="1704051"/>
                  </a:lnTo>
                  <a:lnTo>
                    <a:pt x="1251040" y="1704051"/>
                  </a:lnTo>
                  <a:lnTo>
                    <a:pt x="1251040" y="1706903"/>
                  </a:lnTo>
                  <a:lnTo>
                    <a:pt x="1252822" y="1706903"/>
                  </a:lnTo>
                  <a:close/>
                  <a:moveTo>
                    <a:pt x="1245693" y="1706903"/>
                  </a:moveTo>
                  <a:lnTo>
                    <a:pt x="1245693" y="1704051"/>
                  </a:lnTo>
                  <a:lnTo>
                    <a:pt x="1243911" y="1704051"/>
                  </a:lnTo>
                  <a:lnTo>
                    <a:pt x="1243911" y="1706903"/>
                  </a:lnTo>
                  <a:lnTo>
                    <a:pt x="1245693" y="1706903"/>
                  </a:lnTo>
                  <a:close/>
                  <a:moveTo>
                    <a:pt x="1238565" y="1706903"/>
                  </a:moveTo>
                  <a:lnTo>
                    <a:pt x="1238565" y="1704051"/>
                  </a:lnTo>
                  <a:lnTo>
                    <a:pt x="1236783" y="1704051"/>
                  </a:lnTo>
                  <a:lnTo>
                    <a:pt x="1236783" y="1706903"/>
                  </a:lnTo>
                  <a:lnTo>
                    <a:pt x="1238565" y="1706903"/>
                  </a:lnTo>
                  <a:close/>
                  <a:moveTo>
                    <a:pt x="1231436" y="1706903"/>
                  </a:moveTo>
                  <a:lnTo>
                    <a:pt x="1231436" y="1704051"/>
                  </a:lnTo>
                  <a:lnTo>
                    <a:pt x="1229654" y="1704051"/>
                  </a:lnTo>
                  <a:lnTo>
                    <a:pt x="1229654" y="1706903"/>
                  </a:lnTo>
                  <a:lnTo>
                    <a:pt x="1231436" y="1706903"/>
                  </a:lnTo>
                  <a:close/>
                  <a:moveTo>
                    <a:pt x="1152016" y="1706485"/>
                  </a:moveTo>
                  <a:lnTo>
                    <a:pt x="1154032" y="1704469"/>
                  </a:lnTo>
                  <a:lnTo>
                    <a:pt x="1152250" y="1702687"/>
                  </a:lnTo>
                  <a:lnTo>
                    <a:pt x="1150234" y="1704703"/>
                  </a:lnTo>
                  <a:lnTo>
                    <a:pt x="1152016" y="1706485"/>
                  </a:lnTo>
                  <a:close/>
                  <a:moveTo>
                    <a:pt x="1144887" y="1706485"/>
                  </a:moveTo>
                  <a:lnTo>
                    <a:pt x="1146903" y="1704469"/>
                  </a:lnTo>
                  <a:lnTo>
                    <a:pt x="1145121" y="1702687"/>
                  </a:lnTo>
                  <a:lnTo>
                    <a:pt x="1143105" y="1704703"/>
                  </a:lnTo>
                  <a:lnTo>
                    <a:pt x="1144887" y="1706485"/>
                  </a:lnTo>
                  <a:close/>
                  <a:moveTo>
                    <a:pt x="1137759" y="1706485"/>
                  </a:moveTo>
                  <a:lnTo>
                    <a:pt x="1139775" y="1704469"/>
                  </a:lnTo>
                  <a:lnTo>
                    <a:pt x="1137993" y="1702687"/>
                  </a:lnTo>
                  <a:lnTo>
                    <a:pt x="1135977" y="1704703"/>
                  </a:lnTo>
                  <a:lnTo>
                    <a:pt x="1137759" y="1706485"/>
                  </a:lnTo>
                  <a:close/>
                  <a:moveTo>
                    <a:pt x="1130630" y="1706485"/>
                  </a:moveTo>
                  <a:lnTo>
                    <a:pt x="1132647" y="1704469"/>
                  </a:lnTo>
                  <a:lnTo>
                    <a:pt x="1130864" y="1702687"/>
                  </a:lnTo>
                  <a:lnTo>
                    <a:pt x="1128848" y="1704703"/>
                  </a:lnTo>
                  <a:lnTo>
                    <a:pt x="1130630" y="1706485"/>
                  </a:lnTo>
                  <a:close/>
                  <a:moveTo>
                    <a:pt x="1123084" y="1705477"/>
                  </a:moveTo>
                  <a:lnTo>
                    <a:pt x="1125936" y="1705477"/>
                  </a:lnTo>
                  <a:lnTo>
                    <a:pt x="1125936" y="1703695"/>
                  </a:lnTo>
                  <a:lnTo>
                    <a:pt x="1123084" y="1703695"/>
                  </a:lnTo>
                  <a:lnTo>
                    <a:pt x="1123084" y="1705477"/>
                  </a:lnTo>
                  <a:close/>
                  <a:moveTo>
                    <a:pt x="1115956" y="1705477"/>
                  </a:moveTo>
                  <a:lnTo>
                    <a:pt x="1118807" y="1705477"/>
                  </a:lnTo>
                  <a:lnTo>
                    <a:pt x="1118807" y="1703695"/>
                  </a:lnTo>
                  <a:lnTo>
                    <a:pt x="1115956" y="1703695"/>
                  </a:lnTo>
                  <a:lnTo>
                    <a:pt x="1115956" y="1705477"/>
                  </a:lnTo>
                  <a:close/>
                  <a:moveTo>
                    <a:pt x="1108827" y="1705477"/>
                  </a:moveTo>
                  <a:lnTo>
                    <a:pt x="1111679" y="1705477"/>
                  </a:lnTo>
                  <a:lnTo>
                    <a:pt x="1111679" y="1703695"/>
                  </a:lnTo>
                  <a:lnTo>
                    <a:pt x="1108827" y="1703695"/>
                  </a:lnTo>
                  <a:lnTo>
                    <a:pt x="1108827" y="1705477"/>
                  </a:lnTo>
                  <a:close/>
                  <a:moveTo>
                    <a:pt x="1101699" y="1705477"/>
                  </a:moveTo>
                  <a:lnTo>
                    <a:pt x="1104550" y="1705477"/>
                  </a:lnTo>
                  <a:lnTo>
                    <a:pt x="1104550" y="1703695"/>
                  </a:lnTo>
                  <a:lnTo>
                    <a:pt x="1101699" y="1703695"/>
                  </a:lnTo>
                  <a:lnTo>
                    <a:pt x="1101699" y="1705477"/>
                  </a:lnTo>
                  <a:close/>
                  <a:moveTo>
                    <a:pt x="1055364" y="1705477"/>
                  </a:moveTo>
                  <a:lnTo>
                    <a:pt x="1058216" y="1705477"/>
                  </a:lnTo>
                  <a:lnTo>
                    <a:pt x="1058216" y="1701913"/>
                  </a:lnTo>
                  <a:lnTo>
                    <a:pt x="1055364" y="1701913"/>
                  </a:lnTo>
                  <a:lnTo>
                    <a:pt x="1055364" y="1705477"/>
                  </a:lnTo>
                  <a:close/>
                  <a:moveTo>
                    <a:pt x="1048236" y="1705477"/>
                  </a:moveTo>
                  <a:lnTo>
                    <a:pt x="1051087" y="1705477"/>
                  </a:lnTo>
                  <a:lnTo>
                    <a:pt x="1051087" y="1701913"/>
                  </a:lnTo>
                  <a:lnTo>
                    <a:pt x="1048236" y="1701913"/>
                  </a:lnTo>
                  <a:lnTo>
                    <a:pt x="1048236" y="1705477"/>
                  </a:lnTo>
                  <a:close/>
                  <a:moveTo>
                    <a:pt x="1041107" y="1705477"/>
                  </a:moveTo>
                  <a:lnTo>
                    <a:pt x="1043959" y="1705477"/>
                  </a:lnTo>
                  <a:lnTo>
                    <a:pt x="1043959" y="1701913"/>
                  </a:lnTo>
                  <a:lnTo>
                    <a:pt x="1041107" y="1701913"/>
                  </a:lnTo>
                  <a:lnTo>
                    <a:pt x="1041107" y="1705477"/>
                  </a:lnTo>
                  <a:close/>
                  <a:moveTo>
                    <a:pt x="1033979" y="1705477"/>
                  </a:moveTo>
                  <a:lnTo>
                    <a:pt x="1036830" y="1705477"/>
                  </a:lnTo>
                  <a:lnTo>
                    <a:pt x="1036830" y="1701913"/>
                  </a:lnTo>
                  <a:lnTo>
                    <a:pt x="1033979" y="1701913"/>
                  </a:lnTo>
                  <a:lnTo>
                    <a:pt x="1033979" y="1705477"/>
                  </a:lnTo>
                  <a:close/>
                  <a:moveTo>
                    <a:pt x="1026850" y="1705477"/>
                  </a:moveTo>
                  <a:lnTo>
                    <a:pt x="1029702" y="1705477"/>
                  </a:lnTo>
                  <a:lnTo>
                    <a:pt x="1029702" y="1701913"/>
                  </a:lnTo>
                  <a:lnTo>
                    <a:pt x="1026850" y="1701913"/>
                  </a:lnTo>
                  <a:lnTo>
                    <a:pt x="1026850" y="1705477"/>
                  </a:lnTo>
                  <a:close/>
                  <a:moveTo>
                    <a:pt x="1019722" y="1705477"/>
                  </a:moveTo>
                  <a:lnTo>
                    <a:pt x="1022573" y="1705477"/>
                  </a:lnTo>
                  <a:lnTo>
                    <a:pt x="1022573" y="1701913"/>
                  </a:lnTo>
                  <a:lnTo>
                    <a:pt x="1019722" y="1701913"/>
                  </a:lnTo>
                  <a:lnTo>
                    <a:pt x="1019722" y="1705477"/>
                  </a:lnTo>
                  <a:close/>
                  <a:moveTo>
                    <a:pt x="1012594" y="1705477"/>
                  </a:moveTo>
                  <a:lnTo>
                    <a:pt x="1015445" y="1705477"/>
                  </a:lnTo>
                  <a:lnTo>
                    <a:pt x="1015445" y="1701913"/>
                  </a:lnTo>
                  <a:lnTo>
                    <a:pt x="1012594" y="1701913"/>
                  </a:lnTo>
                  <a:lnTo>
                    <a:pt x="1012594" y="1705477"/>
                  </a:lnTo>
                  <a:close/>
                  <a:moveTo>
                    <a:pt x="1005465" y="1705477"/>
                  </a:moveTo>
                  <a:lnTo>
                    <a:pt x="1008317" y="1705477"/>
                  </a:lnTo>
                  <a:lnTo>
                    <a:pt x="1008317" y="1701913"/>
                  </a:lnTo>
                  <a:lnTo>
                    <a:pt x="1005465" y="1701913"/>
                  </a:lnTo>
                  <a:lnTo>
                    <a:pt x="1005465" y="1705477"/>
                  </a:lnTo>
                  <a:close/>
                  <a:moveTo>
                    <a:pt x="998337" y="1705477"/>
                  </a:moveTo>
                  <a:lnTo>
                    <a:pt x="1001188" y="1705477"/>
                  </a:lnTo>
                  <a:lnTo>
                    <a:pt x="1001188" y="1701913"/>
                  </a:lnTo>
                  <a:lnTo>
                    <a:pt x="998337" y="1701913"/>
                  </a:lnTo>
                  <a:lnTo>
                    <a:pt x="998337" y="1705477"/>
                  </a:lnTo>
                  <a:close/>
                  <a:moveTo>
                    <a:pt x="965902" y="1701557"/>
                  </a:moveTo>
                  <a:lnTo>
                    <a:pt x="965902" y="1698705"/>
                  </a:lnTo>
                  <a:lnTo>
                    <a:pt x="964120" y="1698705"/>
                  </a:lnTo>
                  <a:lnTo>
                    <a:pt x="964120" y="1701557"/>
                  </a:lnTo>
                  <a:lnTo>
                    <a:pt x="965902" y="1701557"/>
                  </a:lnTo>
                  <a:close/>
                  <a:moveTo>
                    <a:pt x="958774" y="1701557"/>
                  </a:moveTo>
                  <a:lnTo>
                    <a:pt x="958774" y="1698705"/>
                  </a:lnTo>
                  <a:lnTo>
                    <a:pt x="956992" y="1698705"/>
                  </a:lnTo>
                  <a:lnTo>
                    <a:pt x="956992" y="1701557"/>
                  </a:lnTo>
                  <a:lnTo>
                    <a:pt x="958774" y="1701557"/>
                  </a:lnTo>
                  <a:close/>
                  <a:moveTo>
                    <a:pt x="951646" y="1701557"/>
                  </a:moveTo>
                  <a:lnTo>
                    <a:pt x="951646" y="1698705"/>
                  </a:lnTo>
                  <a:lnTo>
                    <a:pt x="949863" y="1698705"/>
                  </a:lnTo>
                  <a:lnTo>
                    <a:pt x="949863" y="1701557"/>
                  </a:lnTo>
                  <a:lnTo>
                    <a:pt x="951646" y="1701557"/>
                  </a:lnTo>
                  <a:close/>
                  <a:moveTo>
                    <a:pt x="944517" y="1701557"/>
                  </a:moveTo>
                  <a:lnTo>
                    <a:pt x="944517" y="1698705"/>
                  </a:lnTo>
                  <a:lnTo>
                    <a:pt x="942735" y="1698705"/>
                  </a:lnTo>
                  <a:lnTo>
                    <a:pt x="942735" y="1701557"/>
                  </a:lnTo>
                  <a:lnTo>
                    <a:pt x="944517" y="1701557"/>
                  </a:lnTo>
                  <a:close/>
                  <a:moveTo>
                    <a:pt x="907449" y="1705477"/>
                  </a:moveTo>
                  <a:lnTo>
                    <a:pt x="910301" y="1705477"/>
                  </a:lnTo>
                  <a:lnTo>
                    <a:pt x="910301" y="1700131"/>
                  </a:lnTo>
                  <a:lnTo>
                    <a:pt x="907449" y="1700131"/>
                  </a:lnTo>
                  <a:lnTo>
                    <a:pt x="907449" y="1705477"/>
                  </a:lnTo>
                  <a:close/>
                  <a:moveTo>
                    <a:pt x="900321" y="1705477"/>
                  </a:moveTo>
                  <a:lnTo>
                    <a:pt x="903172" y="1705477"/>
                  </a:lnTo>
                  <a:lnTo>
                    <a:pt x="903172" y="1700131"/>
                  </a:lnTo>
                  <a:lnTo>
                    <a:pt x="900321" y="1700131"/>
                  </a:lnTo>
                  <a:lnTo>
                    <a:pt x="900321" y="1705477"/>
                  </a:lnTo>
                  <a:close/>
                  <a:moveTo>
                    <a:pt x="893192" y="1705477"/>
                  </a:moveTo>
                  <a:lnTo>
                    <a:pt x="896044" y="1705477"/>
                  </a:lnTo>
                  <a:lnTo>
                    <a:pt x="896044" y="1700131"/>
                  </a:lnTo>
                  <a:lnTo>
                    <a:pt x="893192" y="1700131"/>
                  </a:lnTo>
                  <a:lnTo>
                    <a:pt x="893192" y="1705477"/>
                  </a:lnTo>
                  <a:close/>
                  <a:moveTo>
                    <a:pt x="886064" y="1705477"/>
                  </a:moveTo>
                  <a:lnTo>
                    <a:pt x="888915" y="1705477"/>
                  </a:lnTo>
                  <a:lnTo>
                    <a:pt x="888915" y="1700131"/>
                  </a:lnTo>
                  <a:lnTo>
                    <a:pt x="886064" y="1700131"/>
                  </a:lnTo>
                  <a:lnTo>
                    <a:pt x="886064" y="1705477"/>
                  </a:lnTo>
                  <a:close/>
                  <a:moveTo>
                    <a:pt x="878936" y="1700721"/>
                  </a:moveTo>
                  <a:lnTo>
                    <a:pt x="878936" y="1705477"/>
                  </a:lnTo>
                  <a:lnTo>
                    <a:pt x="881787" y="1705477"/>
                  </a:lnTo>
                  <a:lnTo>
                    <a:pt x="881787" y="1699540"/>
                  </a:lnTo>
                  <a:lnTo>
                    <a:pt x="879587" y="1697341"/>
                  </a:lnTo>
                  <a:lnTo>
                    <a:pt x="877571" y="1699357"/>
                  </a:lnTo>
                  <a:lnTo>
                    <a:pt x="878936" y="1700721"/>
                  </a:lnTo>
                  <a:close/>
                  <a:moveTo>
                    <a:pt x="871807" y="1700721"/>
                  </a:moveTo>
                  <a:lnTo>
                    <a:pt x="871807" y="1705477"/>
                  </a:lnTo>
                  <a:lnTo>
                    <a:pt x="874658" y="1705477"/>
                  </a:lnTo>
                  <a:lnTo>
                    <a:pt x="874658" y="1699540"/>
                  </a:lnTo>
                  <a:lnTo>
                    <a:pt x="872459" y="1697341"/>
                  </a:lnTo>
                  <a:lnTo>
                    <a:pt x="870443" y="1699357"/>
                  </a:lnTo>
                  <a:lnTo>
                    <a:pt x="871807" y="1700721"/>
                  </a:lnTo>
                  <a:close/>
                  <a:moveTo>
                    <a:pt x="864679" y="1700721"/>
                  </a:moveTo>
                  <a:lnTo>
                    <a:pt x="864679" y="1705477"/>
                  </a:lnTo>
                  <a:lnTo>
                    <a:pt x="867530" y="1705477"/>
                  </a:lnTo>
                  <a:lnTo>
                    <a:pt x="867530" y="1699540"/>
                  </a:lnTo>
                  <a:lnTo>
                    <a:pt x="865330" y="1697341"/>
                  </a:lnTo>
                  <a:lnTo>
                    <a:pt x="863314" y="1699357"/>
                  </a:lnTo>
                  <a:lnTo>
                    <a:pt x="864679" y="1700721"/>
                  </a:lnTo>
                  <a:close/>
                  <a:moveTo>
                    <a:pt x="857550" y="1700721"/>
                  </a:moveTo>
                  <a:lnTo>
                    <a:pt x="857550" y="1705477"/>
                  </a:lnTo>
                  <a:lnTo>
                    <a:pt x="860402" y="1705477"/>
                  </a:lnTo>
                  <a:lnTo>
                    <a:pt x="860402" y="1699540"/>
                  </a:lnTo>
                  <a:lnTo>
                    <a:pt x="858202" y="1697341"/>
                  </a:lnTo>
                  <a:lnTo>
                    <a:pt x="856186" y="1699357"/>
                  </a:lnTo>
                  <a:lnTo>
                    <a:pt x="857550" y="1700721"/>
                  </a:lnTo>
                  <a:close/>
                  <a:moveTo>
                    <a:pt x="850422" y="1700721"/>
                  </a:moveTo>
                  <a:lnTo>
                    <a:pt x="850422" y="1705477"/>
                  </a:lnTo>
                  <a:lnTo>
                    <a:pt x="853273" y="1705477"/>
                  </a:lnTo>
                  <a:lnTo>
                    <a:pt x="853273" y="1699540"/>
                  </a:lnTo>
                  <a:lnTo>
                    <a:pt x="851074" y="1697341"/>
                  </a:lnTo>
                  <a:lnTo>
                    <a:pt x="849057" y="1699357"/>
                  </a:lnTo>
                  <a:lnTo>
                    <a:pt x="850422" y="1700721"/>
                  </a:lnTo>
                  <a:close/>
                  <a:moveTo>
                    <a:pt x="804087" y="1705477"/>
                  </a:moveTo>
                  <a:lnTo>
                    <a:pt x="806938" y="1705477"/>
                  </a:lnTo>
                  <a:lnTo>
                    <a:pt x="806938" y="1698349"/>
                  </a:lnTo>
                  <a:lnTo>
                    <a:pt x="804087" y="1698349"/>
                  </a:lnTo>
                  <a:lnTo>
                    <a:pt x="804087" y="1705477"/>
                  </a:lnTo>
                  <a:close/>
                  <a:moveTo>
                    <a:pt x="796959" y="1705477"/>
                  </a:moveTo>
                  <a:lnTo>
                    <a:pt x="799810" y="1705477"/>
                  </a:lnTo>
                  <a:lnTo>
                    <a:pt x="799810" y="1698349"/>
                  </a:lnTo>
                  <a:lnTo>
                    <a:pt x="796959" y="1698349"/>
                  </a:lnTo>
                  <a:lnTo>
                    <a:pt x="796959" y="1705477"/>
                  </a:lnTo>
                  <a:close/>
                  <a:moveTo>
                    <a:pt x="789830" y="1705477"/>
                  </a:moveTo>
                  <a:lnTo>
                    <a:pt x="792682" y="1705477"/>
                  </a:lnTo>
                  <a:lnTo>
                    <a:pt x="792682" y="1698349"/>
                  </a:lnTo>
                  <a:lnTo>
                    <a:pt x="789830" y="1698349"/>
                  </a:lnTo>
                  <a:lnTo>
                    <a:pt x="789830" y="1705477"/>
                  </a:lnTo>
                  <a:close/>
                  <a:moveTo>
                    <a:pt x="782702" y="1705477"/>
                  </a:moveTo>
                  <a:lnTo>
                    <a:pt x="785553" y="1705477"/>
                  </a:lnTo>
                  <a:lnTo>
                    <a:pt x="785553" y="1698349"/>
                  </a:lnTo>
                  <a:lnTo>
                    <a:pt x="782702" y="1698349"/>
                  </a:lnTo>
                  <a:lnTo>
                    <a:pt x="782702" y="1705477"/>
                  </a:lnTo>
                  <a:close/>
                  <a:moveTo>
                    <a:pt x="775573" y="1705477"/>
                  </a:moveTo>
                  <a:lnTo>
                    <a:pt x="778425" y="1705477"/>
                  </a:lnTo>
                  <a:lnTo>
                    <a:pt x="778425" y="1698349"/>
                  </a:lnTo>
                  <a:lnTo>
                    <a:pt x="775573" y="1698349"/>
                  </a:lnTo>
                  <a:lnTo>
                    <a:pt x="775573" y="1705477"/>
                  </a:lnTo>
                  <a:close/>
                  <a:moveTo>
                    <a:pt x="768445" y="1705477"/>
                  </a:moveTo>
                  <a:lnTo>
                    <a:pt x="771296" y="1705477"/>
                  </a:lnTo>
                  <a:lnTo>
                    <a:pt x="771296" y="1698349"/>
                  </a:lnTo>
                  <a:lnTo>
                    <a:pt x="768445" y="1698349"/>
                  </a:lnTo>
                  <a:lnTo>
                    <a:pt x="768445" y="1705477"/>
                  </a:lnTo>
                  <a:close/>
                  <a:moveTo>
                    <a:pt x="761316" y="1705477"/>
                  </a:moveTo>
                  <a:lnTo>
                    <a:pt x="764168" y="1705477"/>
                  </a:lnTo>
                  <a:lnTo>
                    <a:pt x="764168" y="1698349"/>
                  </a:lnTo>
                  <a:lnTo>
                    <a:pt x="761316" y="1698349"/>
                  </a:lnTo>
                  <a:lnTo>
                    <a:pt x="761316" y="1705477"/>
                  </a:lnTo>
                  <a:close/>
                  <a:moveTo>
                    <a:pt x="754188" y="1705477"/>
                  </a:moveTo>
                  <a:lnTo>
                    <a:pt x="757039" y="1705477"/>
                  </a:lnTo>
                  <a:lnTo>
                    <a:pt x="757039" y="1698349"/>
                  </a:lnTo>
                  <a:lnTo>
                    <a:pt x="754188" y="1698349"/>
                  </a:lnTo>
                  <a:lnTo>
                    <a:pt x="754188" y="1705477"/>
                  </a:lnTo>
                  <a:close/>
                  <a:moveTo>
                    <a:pt x="747060" y="1705477"/>
                  </a:moveTo>
                  <a:lnTo>
                    <a:pt x="749911" y="1705477"/>
                  </a:lnTo>
                  <a:lnTo>
                    <a:pt x="749911" y="1698349"/>
                  </a:lnTo>
                  <a:lnTo>
                    <a:pt x="747060" y="1698349"/>
                  </a:lnTo>
                  <a:lnTo>
                    <a:pt x="747060" y="1705477"/>
                  </a:lnTo>
                  <a:close/>
                  <a:moveTo>
                    <a:pt x="743139" y="1697992"/>
                  </a:moveTo>
                  <a:lnTo>
                    <a:pt x="743139" y="1695141"/>
                  </a:lnTo>
                  <a:lnTo>
                    <a:pt x="741357" y="1695141"/>
                  </a:lnTo>
                  <a:lnTo>
                    <a:pt x="741357" y="1697992"/>
                  </a:lnTo>
                  <a:lnTo>
                    <a:pt x="743139" y="1697992"/>
                  </a:lnTo>
                  <a:close/>
                  <a:moveTo>
                    <a:pt x="707497" y="1696210"/>
                  </a:moveTo>
                  <a:lnTo>
                    <a:pt x="707497" y="1693359"/>
                  </a:lnTo>
                  <a:lnTo>
                    <a:pt x="705715" y="1693359"/>
                  </a:lnTo>
                  <a:lnTo>
                    <a:pt x="705715" y="1696210"/>
                  </a:lnTo>
                  <a:lnTo>
                    <a:pt x="707497" y="1696210"/>
                  </a:lnTo>
                  <a:close/>
                  <a:moveTo>
                    <a:pt x="700368" y="1696210"/>
                  </a:moveTo>
                  <a:lnTo>
                    <a:pt x="700368" y="1693359"/>
                  </a:lnTo>
                  <a:lnTo>
                    <a:pt x="698586" y="1693359"/>
                  </a:lnTo>
                  <a:lnTo>
                    <a:pt x="698586" y="1696210"/>
                  </a:lnTo>
                  <a:lnTo>
                    <a:pt x="700368" y="1696210"/>
                  </a:lnTo>
                  <a:close/>
                  <a:moveTo>
                    <a:pt x="693240" y="1696210"/>
                  </a:moveTo>
                  <a:lnTo>
                    <a:pt x="693240" y="1693359"/>
                  </a:lnTo>
                  <a:lnTo>
                    <a:pt x="691458" y="1693359"/>
                  </a:lnTo>
                  <a:lnTo>
                    <a:pt x="691458" y="1696210"/>
                  </a:lnTo>
                  <a:lnTo>
                    <a:pt x="693240" y="1696210"/>
                  </a:lnTo>
                  <a:close/>
                  <a:moveTo>
                    <a:pt x="686111" y="1696210"/>
                  </a:moveTo>
                  <a:lnTo>
                    <a:pt x="686111" y="1693359"/>
                  </a:lnTo>
                  <a:lnTo>
                    <a:pt x="684329" y="1693359"/>
                  </a:lnTo>
                  <a:lnTo>
                    <a:pt x="684329" y="1696210"/>
                  </a:lnTo>
                  <a:lnTo>
                    <a:pt x="686111" y="1696210"/>
                  </a:lnTo>
                  <a:close/>
                  <a:moveTo>
                    <a:pt x="656172" y="1705477"/>
                  </a:moveTo>
                  <a:lnTo>
                    <a:pt x="659023" y="1705477"/>
                  </a:lnTo>
                  <a:lnTo>
                    <a:pt x="659023" y="1694784"/>
                  </a:lnTo>
                  <a:lnTo>
                    <a:pt x="656172" y="1694784"/>
                  </a:lnTo>
                  <a:lnTo>
                    <a:pt x="656172" y="1705477"/>
                  </a:lnTo>
                  <a:close/>
                  <a:moveTo>
                    <a:pt x="649044" y="1705477"/>
                  </a:moveTo>
                  <a:lnTo>
                    <a:pt x="651895" y="1705477"/>
                  </a:lnTo>
                  <a:lnTo>
                    <a:pt x="651895" y="1694784"/>
                  </a:lnTo>
                  <a:lnTo>
                    <a:pt x="649044" y="1694784"/>
                  </a:lnTo>
                  <a:lnTo>
                    <a:pt x="649044" y="1705477"/>
                  </a:lnTo>
                  <a:close/>
                  <a:moveTo>
                    <a:pt x="641915" y="1705477"/>
                  </a:moveTo>
                  <a:lnTo>
                    <a:pt x="644767" y="1705477"/>
                  </a:lnTo>
                  <a:lnTo>
                    <a:pt x="644767" y="1694784"/>
                  </a:lnTo>
                  <a:lnTo>
                    <a:pt x="641915" y="1694784"/>
                  </a:lnTo>
                  <a:lnTo>
                    <a:pt x="641915" y="1705477"/>
                  </a:lnTo>
                  <a:close/>
                  <a:moveTo>
                    <a:pt x="634787" y="1705477"/>
                  </a:moveTo>
                  <a:lnTo>
                    <a:pt x="637638" y="1705477"/>
                  </a:lnTo>
                  <a:lnTo>
                    <a:pt x="637638" y="1694784"/>
                  </a:lnTo>
                  <a:lnTo>
                    <a:pt x="634787" y="1694784"/>
                  </a:lnTo>
                  <a:lnTo>
                    <a:pt x="634787" y="1705477"/>
                  </a:lnTo>
                  <a:close/>
                  <a:moveTo>
                    <a:pt x="627658" y="1705477"/>
                  </a:moveTo>
                  <a:lnTo>
                    <a:pt x="630510" y="1705477"/>
                  </a:lnTo>
                  <a:lnTo>
                    <a:pt x="630510" y="1694784"/>
                  </a:lnTo>
                  <a:lnTo>
                    <a:pt x="627658" y="1694784"/>
                  </a:lnTo>
                  <a:lnTo>
                    <a:pt x="627658" y="1705477"/>
                  </a:lnTo>
                  <a:close/>
                  <a:moveTo>
                    <a:pt x="620530" y="1705477"/>
                  </a:moveTo>
                  <a:lnTo>
                    <a:pt x="623381" y="1705477"/>
                  </a:lnTo>
                  <a:lnTo>
                    <a:pt x="623381" y="1694784"/>
                  </a:lnTo>
                  <a:lnTo>
                    <a:pt x="620530" y="1694784"/>
                  </a:lnTo>
                  <a:lnTo>
                    <a:pt x="620530" y="1705477"/>
                  </a:lnTo>
                  <a:close/>
                  <a:moveTo>
                    <a:pt x="613401" y="1705477"/>
                  </a:moveTo>
                  <a:lnTo>
                    <a:pt x="616253" y="1705477"/>
                  </a:lnTo>
                  <a:lnTo>
                    <a:pt x="616253" y="1694784"/>
                  </a:lnTo>
                  <a:lnTo>
                    <a:pt x="613401" y="1694784"/>
                  </a:lnTo>
                  <a:lnTo>
                    <a:pt x="613401" y="1705477"/>
                  </a:lnTo>
                  <a:close/>
                  <a:moveTo>
                    <a:pt x="606273" y="1705477"/>
                  </a:moveTo>
                  <a:lnTo>
                    <a:pt x="609124" y="1705477"/>
                  </a:lnTo>
                  <a:lnTo>
                    <a:pt x="609124" y="1694784"/>
                  </a:lnTo>
                  <a:lnTo>
                    <a:pt x="606273" y="1694784"/>
                  </a:lnTo>
                  <a:lnTo>
                    <a:pt x="606273" y="1705477"/>
                  </a:lnTo>
                  <a:close/>
                  <a:moveTo>
                    <a:pt x="552810" y="1705477"/>
                  </a:moveTo>
                  <a:lnTo>
                    <a:pt x="555661" y="1705477"/>
                  </a:lnTo>
                  <a:lnTo>
                    <a:pt x="555661" y="1693002"/>
                  </a:lnTo>
                  <a:lnTo>
                    <a:pt x="552810" y="1693002"/>
                  </a:lnTo>
                  <a:lnTo>
                    <a:pt x="552810" y="1705477"/>
                  </a:lnTo>
                  <a:close/>
                  <a:moveTo>
                    <a:pt x="545681" y="1705477"/>
                  </a:moveTo>
                  <a:lnTo>
                    <a:pt x="548533" y="1705477"/>
                  </a:lnTo>
                  <a:lnTo>
                    <a:pt x="548533" y="1693002"/>
                  </a:lnTo>
                  <a:lnTo>
                    <a:pt x="545681" y="1693002"/>
                  </a:lnTo>
                  <a:lnTo>
                    <a:pt x="545681" y="1705477"/>
                  </a:lnTo>
                  <a:close/>
                  <a:moveTo>
                    <a:pt x="538553" y="1705477"/>
                  </a:moveTo>
                  <a:lnTo>
                    <a:pt x="541404" y="1705477"/>
                  </a:lnTo>
                  <a:lnTo>
                    <a:pt x="541404" y="1693002"/>
                  </a:lnTo>
                  <a:lnTo>
                    <a:pt x="538553" y="1693002"/>
                  </a:lnTo>
                  <a:lnTo>
                    <a:pt x="538553" y="1705477"/>
                  </a:lnTo>
                  <a:close/>
                  <a:moveTo>
                    <a:pt x="531425" y="1705477"/>
                  </a:moveTo>
                  <a:lnTo>
                    <a:pt x="534276" y="1705477"/>
                  </a:lnTo>
                  <a:lnTo>
                    <a:pt x="534276" y="1693002"/>
                  </a:lnTo>
                  <a:lnTo>
                    <a:pt x="531425" y="1693002"/>
                  </a:lnTo>
                  <a:lnTo>
                    <a:pt x="531425" y="1705477"/>
                  </a:lnTo>
                  <a:close/>
                  <a:moveTo>
                    <a:pt x="524296" y="1705477"/>
                  </a:moveTo>
                  <a:lnTo>
                    <a:pt x="527147" y="1705477"/>
                  </a:lnTo>
                  <a:lnTo>
                    <a:pt x="527147" y="1693002"/>
                  </a:lnTo>
                  <a:lnTo>
                    <a:pt x="524296" y="1693002"/>
                  </a:lnTo>
                  <a:lnTo>
                    <a:pt x="524296" y="1705477"/>
                  </a:lnTo>
                  <a:close/>
                  <a:moveTo>
                    <a:pt x="517168" y="1692412"/>
                  </a:moveTo>
                  <a:lnTo>
                    <a:pt x="517168" y="1705477"/>
                  </a:lnTo>
                  <a:lnTo>
                    <a:pt x="520019" y="1705477"/>
                  </a:lnTo>
                  <a:lnTo>
                    <a:pt x="520019" y="1693593"/>
                  </a:lnTo>
                  <a:lnTo>
                    <a:pt x="521384" y="1692228"/>
                  </a:lnTo>
                  <a:lnTo>
                    <a:pt x="519367" y="1690212"/>
                  </a:lnTo>
                  <a:lnTo>
                    <a:pt x="517168" y="1692412"/>
                  </a:lnTo>
                  <a:close/>
                  <a:moveTo>
                    <a:pt x="510039" y="1692412"/>
                  </a:moveTo>
                  <a:lnTo>
                    <a:pt x="510039" y="1705477"/>
                  </a:lnTo>
                  <a:lnTo>
                    <a:pt x="512891" y="1705477"/>
                  </a:lnTo>
                  <a:lnTo>
                    <a:pt x="512891" y="1693593"/>
                  </a:lnTo>
                  <a:lnTo>
                    <a:pt x="514255" y="1692228"/>
                  </a:lnTo>
                  <a:lnTo>
                    <a:pt x="512239" y="1690212"/>
                  </a:lnTo>
                  <a:lnTo>
                    <a:pt x="510039" y="1692412"/>
                  </a:lnTo>
                  <a:close/>
                  <a:moveTo>
                    <a:pt x="502911" y="1705477"/>
                  </a:moveTo>
                  <a:lnTo>
                    <a:pt x="505762" y="1705477"/>
                  </a:lnTo>
                  <a:lnTo>
                    <a:pt x="505762" y="1691220"/>
                  </a:lnTo>
                  <a:lnTo>
                    <a:pt x="502911" y="1691220"/>
                  </a:lnTo>
                  <a:lnTo>
                    <a:pt x="502911" y="1705477"/>
                  </a:lnTo>
                  <a:close/>
                  <a:moveTo>
                    <a:pt x="470476" y="1690864"/>
                  </a:moveTo>
                  <a:lnTo>
                    <a:pt x="470476" y="1688012"/>
                  </a:lnTo>
                  <a:lnTo>
                    <a:pt x="468694" y="1688012"/>
                  </a:lnTo>
                  <a:lnTo>
                    <a:pt x="468694" y="1690864"/>
                  </a:lnTo>
                  <a:lnTo>
                    <a:pt x="470476" y="1690864"/>
                  </a:lnTo>
                  <a:close/>
                  <a:moveTo>
                    <a:pt x="404895" y="1688247"/>
                  </a:moveTo>
                  <a:lnTo>
                    <a:pt x="404895" y="1705477"/>
                  </a:lnTo>
                  <a:lnTo>
                    <a:pt x="407746" y="1705477"/>
                  </a:lnTo>
                  <a:lnTo>
                    <a:pt x="407746" y="1687066"/>
                  </a:lnTo>
                  <a:lnTo>
                    <a:pt x="405547" y="1684866"/>
                  </a:lnTo>
                  <a:lnTo>
                    <a:pt x="403530" y="1686882"/>
                  </a:lnTo>
                  <a:lnTo>
                    <a:pt x="404895" y="1688247"/>
                  </a:lnTo>
                  <a:close/>
                  <a:moveTo>
                    <a:pt x="397766" y="1705477"/>
                  </a:moveTo>
                  <a:lnTo>
                    <a:pt x="400618" y="1705477"/>
                  </a:lnTo>
                  <a:lnTo>
                    <a:pt x="400618" y="1685874"/>
                  </a:lnTo>
                  <a:lnTo>
                    <a:pt x="397766" y="1685874"/>
                  </a:lnTo>
                  <a:lnTo>
                    <a:pt x="397766" y="1705477"/>
                  </a:lnTo>
                  <a:close/>
                  <a:moveTo>
                    <a:pt x="390638" y="1705477"/>
                  </a:moveTo>
                  <a:lnTo>
                    <a:pt x="393489" y="1705477"/>
                  </a:lnTo>
                  <a:lnTo>
                    <a:pt x="393489" y="1685874"/>
                  </a:lnTo>
                  <a:lnTo>
                    <a:pt x="390638" y="1685874"/>
                  </a:lnTo>
                  <a:lnTo>
                    <a:pt x="390638" y="1705477"/>
                  </a:lnTo>
                  <a:close/>
                  <a:moveTo>
                    <a:pt x="383510" y="1705477"/>
                  </a:moveTo>
                  <a:lnTo>
                    <a:pt x="386361" y="1705477"/>
                  </a:lnTo>
                  <a:lnTo>
                    <a:pt x="386361" y="1685874"/>
                  </a:lnTo>
                  <a:lnTo>
                    <a:pt x="383510" y="1685874"/>
                  </a:lnTo>
                  <a:lnTo>
                    <a:pt x="383510" y="1705477"/>
                  </a:lnTo>
                  <a:close/>
                  <a:moveTo>
                    <a:pt x="376381" y="1705477"/>
                  </a:moveTo>
                  <a:lnTo>
                    <a:pt x="379233" y="1705477"/>
                  </a:lnTo>
                  <a:lnTo>
                    <a:pt x="379233" y="1685874"/>
                  </a:lnTo>
                  <a:lnTo>
                    <a:pt x="376381" y="1685874"/>
                  </a:lnTo>
                  <a:lnTo>
                    <a:pt x="376381" y="1705477"/>
                  </a:lnTo>
                  <a:close/>
                  <a:moveTo>
                    <a:pt x="369253" y="1705477"/>
                  </a:moveTo>
                  <a:lnTo>
                    <a:pt x="372104" y="1705477"/>
                  </a:lnTo>
                  <a:lnTo>
                    <a:pt x="372104" y="1685874"/>
                  </a:lnTo>
                  <a:lnTo>
                    <a:pt x="369253" y="1685874"/>
                  </a:lnTo>
                  <a:lnTo>
                    <a:pt x="369253" y="1705477"/>
                  </a:lnTo>
                  <a:close/>
                  <a:moveTo>
                    <a:pt x="362124" y="1686464"/>
                  </a:moveTo>
                  <a:lnTo>
                    <a:pt x="362124" y="1705477"/>
                  </a:lnTo>
                  <a:lnTo>
                    <a:pt x="364976" y="1705477"/>
                  </a:lnTo>
                  <a:lnTo>
                    <a:pt x="364976" y="1685283"/>
                  </a:lnTo>
                  <a:lnTo>
                    <a:pt x="362776" y="1683084"/>
                  </a:lnTo>
                  <a:lnTo>
                    <a:pt x="360760" y="1685100"/>
                  </a:lnTo>
                  <a:lnTo>
                    <a:pt x="362124" y="1686464"/>
                  </a:lnTo>
                  <a:close/>
                  <a:moveTo>
                    <a:pt x="351198" y="1682666"/>
                  </a:moveTo>
                  <a:lnTo>
                    <a:pt x="354996" y="1686464"/>
                  </a:lnTo>
                  <a:lnTo>
                    <a:pt x="354996" y="1705477"/>
                  </a:lnTo>
                  <a:lnTo>
                    <a:pt x="357847" y="1705477"/>
                  </a:lnTo>
                  <a:lnTo>
                    <a:pt x="357847" y="1682666"/>
                  </a:lnTo>
                  <a:lnTo>
                    <a:pt x="351198" y="1682666"/>
                  </a:lnTo>
                  <a:close/>
                  <a:moveTo>
                    <a:pt x="308661" y="1705477"/>
                  </a:moveTo>
                  <a:lnTo>
                    <a:pt x="311512" y="1705477"/>
                  </a:lnTo>
                  <a:lnTo>
                    <a:pt x="311512" y="1680528"/>
                  </a:lnTo>
                  <a:lnTo>
                    <a:pt x="308661" y="1680528"/>
                  </a:lnTo>
                  <a:lnTo>
                    <a:pt x="308661" y="1705477"/>
                  </a:lnTo>
                  <a:close/>
                  <a:moveTo>
                    <a:pt x="301533" y="1705477"/>
                  </a:moveTo>
                  <a:lnTo>
                    <a:pt x="304384" y="1705477"/>
                  </a:lnTo>
                  <a:lnTo>
                    <a:pt x="304384" y="1676963"/>
                  </a:lnTo>
                  <a:lnTo>
                    <a:pt x="301533" y="1676963"/>
                  </a:lnTo>
                  <a:lnTo>
                    <a:pt x="301533" y="1705477"/>
                  </a:lnTo>
                  <a:close/>
                  <a:moveTo>
                    <a:pt x="294404" y="1705477"/>
                  </a:moveTo>
                  <a:lnTo>
                    <a:pt x="297256" y="1705477"/>
                  </a:lnTo>
                  <a:lnTo>
                    <a:pt x="297256" y="1676963"/>
                  </a:lnTo>
                  <a:lnTo>
                    <a:pt x="294404" y="1676963"/>
                  </a:lnTo>
                  <a:lnTo>
                    <a:pt x="294404" y="1705477"/>
                  </a:lnTo>
                  <a:close/>
                  <a:moveTo>
                    <a:pt x="287276" y="1705477"/>
                  </a:moveTo>
                  <a:lnTo>
                    <a:pt x="290127" y="1705477"/>
                  </a:lnTo>
                  <a:lnTo>
                    <a:pt x="290127" y="1675181"/>
                  </a:lnTo>
                  <a:lnTo>
                    <a:pt x="287276" y="1675181"/>
                  </a:lnTo>
                  <a:lnTo>
                    <a:pt x="287276" y="1705477"/>
                  </a:lnTo>
                  <a:close/>
                  <a:moveTo>
                    <a:pt x="280147" y="1705477"/>
                  </a:moveTo>
                  <a:lnTo>
                    <a:pt x="282999" y="1705477"/>
                  </a:lnTo>
                  <a:lnTo>
                    <a:pt x="282999" y="1675181"/>
                  </a:lnTo>
                  <a:lnTo>
                    <a:pt x="280147" y="1675181"/>
                  </a:lnTo>
                  <a:lnTo>
                    <a:pt x="280147" y="1705477"/>
                  </a:lnTo>
                  <a:close/>
                  <a:moveTo>
                    <a:pt x="273019" y="1705477"/>
                  </a:moveTo>
                  <a:lnTo>
                    <a:pt x="275870" y="1705477"/>
                  </a:lnTo>
                  <a:lnTo>
                    <a:pt x="275870" y="1673399"/>
                  </a:lnTo>
                  <a:lnTo>
                    <a:pt x="273019" y="1673399"/>
                  </a:lnTo>
                  <a:lnTo>
                    <a:pt x="273019" y="1705477"/>
                  </a:lnTo>
                  <a:close/>
                  <a:moveTo>
                    <a:pt x="265890" y="1705477"/>
                  </a:moveTo>
                  <a:lnTo>
                    <a:pt x="268742" y="1705477"/>
                  </a:lnTo>
                  <a:lnTo>
                    <a:pt x="268742" y="1673399"/>
                  </a:lnTo>
                  <a:lnTo>
                    <a:pt x="265890" y="1673399"/>
                  </a:lnTo>
                  <a:lnTo>
                    <a:pt x="265890" y="1705477"/>
                  </a:lnTo>
                  <a:close/>
                  <a:moveTo>
                    <a:pt x="258762" y="1705477"/>
                  </a:moveTo>
                  <a:lnTo>
                    <a:pt x="261613" y="1705477"/>
                  </a:lnTo>
                  <a:lnTo>
                    <a:pt x="261613" y="1673399"/>
                  </a:lnTo>
                  <a:lnTo>
                    <a:pt x="258762" y="1673399"/>
                  </a:lnTo>
                  <a:lnTo>
                    <a:pt x="258762" y="1705477"/>
                  </a:lnTo>
                  <a:close/>
                  <a:moveTo>
                    <a:pt x="251634" y="1705477"/>
                  </a:moveTo>
                  <a:lnTo>
                    <a:pt x="254485" y="1705477"/>
                  </a:lnTo>
                  <a:lnTo>
                    <a:pt x="254485" y="1669835"/>
                  </a:lnTo>
                  <a:lnTo>
                    <a:pt x="251634" y="1669835"/>
                  </a:lnTo>
                  <a:lnTo>
                    <a:pt x="251634" y="1705477"/>
                  </a:lnTo>
                  <a:close/>
                  <a:moveTo>
                    <a:pt x="212071" y="1658786"/>
                  </a:moveTo>
                  <a:lnTo>
                    <a:pt x="212071" y="1655935"/>
                  </a:lnTo>
                  <a:lnTo>
                    <a:pt x="210289" y="1655935"/>
                  </a:lnTo>
                  <a:lnTo>
                    <a:pt x="210289" y="1658786"/>
                  </a:lnTo>
                  <a:lnTo>
                    <a:pt x="212071" y="1658786"/>
                  </a:lnTo>
                  <a:close/>
                  <a:moveTo>
                    <a:pt x="190686" y="1642747"/>
                  </a:moveTo>
                  <a:lnTo>
                    <a:pt x="190686" y="1639896"/>
                  </a:lnTo>
                  <a:lnTo>
                    <a:pt x="188903" y="1639896"/>
                  </a:lnTo>
                  <a:lnTo>
                    <a:pt x="188903" y="1642747"/>
                  </a:lnTo>
                  <a:lnTo>
                    <a:pt x="190686" y="1642747"/>
                  </a:lnTo>
                  <a:close/>
                  <a:moveTo>
                    <a:pt x="178211" y="1630272"/>
                  </a:moveTo>
                  <a:lnTo>
                    <a:pt x="178211" y="1627421"/>
                  </a:lnTo>
                  <a:lnTo>
                    <a:pt x="171082" y="1627421"/>
                  </a:lnTo>
                  <a:lnTo>
                    <a:pt x="171082" y="1630272"/>
                  </a:lnTo>
                  <a:lnTo>
                    <a:pt x="178211" y="1630272"/>
                  </a:lnTo>
                  <a:close/>
                  <a:moveTo>
                    <a:pt x="178211" y="1011881"/>
                  </a:moveTo>
                  <a:lnTo>
                    <a:pt x="178211" y="1009029"/>
                  </a:lnTo>
                  <a:lnTo>
                    <a:pt x="171082" y="1009029"/>
                  </a:lnTo>
                  <a:lnTo>
                    <a:pt x="171082" y="1011881"/>
                  </a:lnTo>
                  <a:lnTo>
                    <a:pt x="178211" y="1011881"/>
                  </a:lnTo>
                  <a:close/>
                  <a:moveTo>
                    <a:pt x="178211" y="812285"/>
                  </a:moveTo>
                  <a:lnTo>
                    <a:pt x="178211" y="809433"/>
                  </a:lnTo>
                  <a:lnTo>
                    <a:pt x="171082" y="809433"/>
                  </a:lnTo>
                  <a:lnTo>
                    <a:pt x="171082" y="812285"/>
                  </a:lnTo>
                  <a:lnTo>
                    <a:pt x="178211" y="812285"/>
                  </a:lnTo>
                  <a:close/>
                  <a:moveTo>
                    <a:pt x="178211" y="612689"/>
                  </a:moveTo>
                  <a:lnTo>
                    <a:pt x="178211" y="609837"/>
                  </a:lnTo>
                  <a:lnTo>
                    <a:pt x="171082" y="609837"/>
                  </a:lnTo>
                  <a:lnTo>
                    <a:pt x="171082" y="612689"/>
                  </a:lnTo>
                  <a:lnTo>
                    <a:pt x="178211" y="612689"/>
                  </a:lnTo>
                  <a:close/>
                  <a:moveTo>
                    <a:pt x="178211" y="413093"/>
                  </a:moveTo>
                  <a:lnTo>
                    <a:pt x="178211" y="410241"/>
                  </a:lnTo>
                  <a:lnTo>
                    <a:pt x="171082" y="410241"/>
                  </a:lnTo>
                  <a:lnTo>
                    <a:pt x="171082" y="413093"/>
                  </a:lnTo>
                  <a:lnTo>
                    <a:pt x="178211" y="413093"/>
                  </a:lnTo>
                  <a:close/>
                  <a:moveTo>
                    <a:pt x="178211" y="213497"/>
                  </a:moveTo>
                  <a:lnTo>
                    <a:pt x="178211" y="210645"/>
                  </a:lnTo>
                  <a:lnTo>
                    <a:pt x="171082" y="210645"/>
                  </a:lnTo>
                  <a:lnTo>
                    <a:pt x="171082" y="213497"/>
                  </a:lnTo>
                  <a:lnTo>
                    <a:pt x="178211" y="213497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039" name="Vector layer FBB2B2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333611" y="1097778"/>
                  </a:moveTo>
                  <a:lnTo>
                    <a:pt x="336462" y="1097778"/>
                  </a:lnTo>
                  <a:lnTo>
                    <a:pt x="336462" y="1071047"/>
                  </a:lnTo>
                  <a:lnTo>
                    <a:pt x="333611" y="1071047"/>
                  </a:lnTo>
                  <a:lnTo>
                    <a:pt x="333611" y="1097778"/>
                  </a:lnTo>
                  <a:close/>
                  <a:moveTo>
                    <a:pt x="1971785" y="1020140"/>
                  </a:moveTo>
                  <a:lnTo>
                    <a:pt x="1973801" y="1022156"/>
                  </a:lnTo>
                  <a:lnTo>
                    <a:pt x="1975584" y="1020374"/>
                  </a:lnTo>
                  <a:lnTo>
                    <a:pt x="1973567" y="1018358"/>
                  </a:lnTo>
                  <a:lnTo>
                    <a:pt x="1971785" y="1020140"/>
                  </a:lnTo>
                  <a:close/>
                  <a:moveTo>
                    <a:pt x="317572" y="999762"/>
                  </a:moveTo>
                  <a:lnTo>
                    <a:pt x="320423" y="999762"/>
                  </a:lnTo>
                  <a:lnTo>
                    <a:pt x="320423" y="971249"/>
                  </a:lnTo>
                  <a:lnTo>
                    <a:pt x="317572" y="971249"/>
                  </a:lnTo>
                  <a:lnTo>
                    <a:pt x="317572" y="999762"/>
                  </a:lnTo>
                  <a:close/>
                  <a:moveTo>
                    <a:pt x="335393" y="978377"/>
                  </a:moveTo>
                  <a:lnTo>
                    <a:pt x="338244" y="978377"/>
                  </a:lnTo>
                  <a:lnTo>
                    <a:pt x="338244" y="951646"/>
                  </a:lnTo>
                  <a:lnTo>
                    <a:pt x="335393" y="951646"/>
                  </a:lnTo>
                  <a:lnTo>
                    <a:pt x="335393" y="978377"/>
                  </a:lnTo>
                  <a:close/>
                  <a:moveTo>
                    <a:pt x="319354" y="878579"/>
                  </a:moveTo>
                  <a:lnTo>
                    <a:pt x="322205" y="878579"/>
                  </a:lnTo>
                  <a:lnTo>
                    <a:pt x="322205" y="850065"/>
                  </a:lnTo>
                  <a:lnTo>
                    <a:pt x="319354" y="850065"/>
                  </a:lnTo>
                  <a:lnTo>
                    <a:pt x="319354" y="878579"/>
                  </a:lnTo>
                  <a:close/>
                  <a:moveTo>
                    <a:pt x="337175" y="858976"/>
                  </a:moveTo>
                  <a:lnTo>
                    <a:pt x="340026" y="858976"/>
                  </a:lnTo>
                  <a:lnTo>
                    <a:pt x="340026" y="830462"/>
                  </a:lnTo>
                  <a:lnTo>
                    <a:pt x="337175" y="830462"/>
                  </a:lnTo>
                  <a:lnTo>
                    <a:pt x="337175" y="858976"/>
                  </a:lnTo>
                  <a:close/>
                  <a:moveTo>
                    <a:pt x="321136" y="757396"/>
                  </a:moveTo>
                  <a:lnTo>
                    <a:pt x="323987" y="757396"/>
                  </a:lnTo>
                  <a:lnTo>
                    <a:pt x="323987" y="728882"/>
                  </a:lnTo>
                  <a:lnTo>
                    <a:pt x="321136" y="728882"/>
                  </a:lnTo>
                  <a:lnTo>
                    <a:pt x="321136" y="757396"/>
                  </a:lnTo>
                  <a:close/>
                  <a:moveTo>
                    <a:pt x="338957" y="737793"/>
                  </a:moveTo>
                  <a:lnTo>
                    <a:pt x="341808" y="737793"/>
                  </a:lnTo>
                  <a:lnTo>
                    <a:pt x="341808" y="709279"/>
                  </a:lnTo>
                  <a:lnTo>
                    <a:pt x="338957" y="709279"/>
                  </a:lnTo>
                  <a:lnTo>
                    <a:pt x="338957" y="737793"/>
                  </a:lnTo>
                  <a:close/>
                  <a:moveTo>
                    <a:pt x="322918" y="636212"/>
                  </a:moveTo>
                  <a:lnTo>
                    <a:pt x="325769" y="636212"/>
                  </a:lnTo>
                  <a:lnTo>
                    <a:pt x="325769" y="611263"/>
                  </a:lnTo>
                  <a:lnTo>
                    <a:pt x="322918" y="611263"/>
                  </a:lnTo>
                  <a:lnTo>
                    <a:pt x="322918" y="636212"/>
                  </a:lnTo>
                  <a:close/>
                  <a:moveTo>
                    <a:pt x="354996" y="620174"/>
                  </a:moveTo>
                  <a:lnTo>
                    <a:pt x="357847" y="620174"/>
                  </a:lnTo>
                  <a:lnTo>
                    <a:pt x="357847" y="605917"/>
                  </a:lnTo>
                  <a:lnTo>
                    <a:pt x="354996" y="605917"/>
                  </a:lnTo>
                  <a:lnTo>
                    <a:pt x="354996" y="620174"/>
                  </a:lnTo>
                  <a:close/>
                  <a:moveTo>
                    <a:pt x="338957" y="538197"/>
                  </a:moveTo>
                  <a:lnTo>
                    <a:pt x="341808" y="538197"/>
                  </a:lnTo>
                  <a:lnTo>
                    <a:pt x="341808" y="511465"/>
                  </a:lnTo>
                  <a:lnTo>
                    <a:pt x="338957" y="511465"/>
                  </a:lnTo>
                  <a:lnTo>
                    <a:pt x="338957" y="538197"/>
                  </a:lnTo>
                  <a:close/>
                  <a:moveTo>
                    <a:pt x="356778" y="518593"/>
                  </a:moveTo>
                  <a:lnTo>
                    <a:pt x="359629" y="518593"/>
                  </a:lnTo>
                  <a:lnTo>
                    <a:pt x="359629" y="493644"/>
                  </a:lnTo>
                  <a:lnTo>
                    <a:pt x="356778" y="493644"/>
                  </a:lnTo>
                  <a:lnTo>
                    <a:pt x="356778" y="518593"/>
                  </a:lnTo>
                  <a:close/>
                  <a:moveTo>
                    <a:pt x="340739" y="425924"/>
                  </a:moveTo>
                  <a:lnTo>
                    <a:pt x="343590" y="425924"/>
                  </a:lnTo>
                  <a:lnTo>
                    <a:pt x="343590" y="399192"/>
                  </a:lnTo>
                  <a:lnTo>
                    <a:pt x="340739" y="399192"/>
                  </a:lnTo>
                  <a:lnTo>
                    <a:pt x="340739" y="425924"/>
                  </a:lnTo>
                  <a:close/>
                  <a:moveTo>
                    <a:pt x="358560" y="408103"/>
                  </a:moveTo>
                  <a:lnTo>
                    <a:pt x="361411" y="408103"/>
                  </a:lnTo>
                  <a:lnTo>
                    <a:pt x="361411" y="381371"/>
                  </a:lnTo>
                  <a:lnTo>
                    <a:pt x="358560" y="381371"/>
                  </a:lnTo>
                  <a:lnTo>
                    <a:pt x="358560" y="408103"/>
                  </a:lnTo>
                  <a:close/>
                  <a:moveTo>
                    <a:pt x="342521" y="313651"/>
                  </a:moveTo>
                  <a:lnTo>
                    <a:pt x="345372" y="313651"/>
                  </a:lnTo>
                  <a:lnTo>
                    <a:pt x="345372" y="288701"/>
                  </a:lnTo>
                  <a:lnTo>
                    <a:pt x="342521" y="288701"/>
                  </a:lnTo>
                  <a:lnTo>
                    <a:pt x="342521" y="313651"/>
                  </a:lnTo>
                  <a:close/>
                  <a:moveTo>
                    <a:pt x="360342" y="295830"/>
                  </a:moveTo>
                  <a:lnTo>
                    <a:pt x="363194" y="295830"/>
                  </a:lnTo>
                  <a:lnTo>
                    <a:pt x="363194" y="269098"/>
                  </a:lnTo>
                  <a:lnTo>
                    <a:pt x="360342" y="269098"/>
                  </a:lnTo>
                  <a:lnTo>
                    <a:pt x="360342" y="295830"/>
                  </a:lnTo>
                  <a:close/>
                  <a:moveTo>
                    <a:pt x="344303" y="203160"/>
                  </a:moveTo>
                  <a:lnTo>
                    <a:pt x="347155" y="203160"/>
                  </a:lnTo>
                  <a:lnTo>
                    <a:pt x="347155" y="176429"/>
                  </a:lnTo>
                  <a:lnTo>
                    <a:pt x="344303" y="176429"/>
                  </a:lnTo>
                  <a:lnTo>
                    <a:pt x="344303" y="203160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040" name="Vector layer FBB7A2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868243" y="1395747"/>
                  </a:moveTo>
                  <a:lnTo>
                    <a:pt x="868243" y="1500178"/>
                  </a:lnTo>
                  <a:lnTo>
                    <a:pt x="904954" y="1500178"/>
                  </a:lnTo>
                  <a:lnTo>
                    <a:pt x="904954" y="1395747"/>
                  </a:lnTo>
                  <a:lnTo>
                    <a:pt x="868243" y="1395747"/>
                  </a:lnTo>
                  <a:close/>
                </a:path>
              </a:pathLst>
            </a:custGeom>
            <a:solidFill>
              <a:srgbClr val="FBB7A2"/>
            </a:solidFill>
            <a:ln>
              <a:noFill/>
            </a:ln>
          </p:spPr>
        </p:sp>
        <p:sp>
          <p:nvSpPr>
            <p:cNvPr id="1041" name="Vector layer ACC3D2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288820" y="1395747"/>
                  </a:moveTo>
                  <a:lnTo>
                    <a:pt x="1288820" y="1498396"/>
                  </a:lnTo>
                  <a:lnTo>
                    <a:pt x="1293454" y="1498396"/>
                  </a:lnTo>
                  <a:lnTo>
                    <a:pt x="1293454" y="1395747"/>
                  </a:lnTo>
                  <a:lnTo>
                    <a:pt x="1288820" y="1395747"/>
                  </a:lnTo>
                  <a:close/>
                  <a:moveTo>
                    <a:pt x="1253178" y="1395747"/>
                  </a:moveTo>
                  <a:lnTo>
                    <a:pt x="1253178" y="1498396"/>
                  </a:lnTo>
                  <a:lnTo>
                    <a:pt x="1257812" y="1498396"/>
                  </a:lnTo>
                  <a:lnTo>
                    <a:pt x="1257812" y="1395747"/>
                  </a:lnTo>
                  <a:lnTo>
                    <a:pt x="1253178" y="1395747"/>
                  </a:lnTo>
                  <a:close/>
                </a:path>
              </a:pathLst>
            </a:custGeom>
            <a:solidFill>
              <a:srgbClr val="ACC3D2"/>
            </a:solidFill>
            <a:ln>
              <a:noFill/>
            </a:ln>
          </p:spPr>
        </p:sp>
        <p:sp>
          <p:nvSpPr>
            <p:cNvPr id="1042" name="Vector layer BFBFBF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965665" y="1856600"/>
                  </a:moveTo>
                  <a:lnTo>
                    <a:pt x="1965665" y="1853749"/>
                  </a:lnTo>
                  <a:lnTo>
                    <a:pt x="1614590" y="1853749"/>
                  </a:lnTo>
                  <a:lnTo>
                    <a:pt x="1614590" y="1856600"/>
                  </a:lnTo>
                  <a:lnTo>
                    <a:pt x="1965665" y="1856600"/>
                  </a:lnTo>
                  <a:close/>
                  <a:moveTo>
                    <a:pt x="1607461" y="1856600"/>
                  </a:moveTo>
                  <a:lnTo>
                    <a:pt x="1607461" y="1853749"/>
                  </a:lnTo>
                  <a:lnTo>
                    <a:pt x="1256386" y="1853749"/>
                  </a:lnTo>
                  <a:lnTo>
                    <a:pt x="1256386" y="1856600"/>
                  </a:lnTo>
                  <a:lnTo>
                    <a:pt x="1607461" y="1856600"/>
                  </a:lnTo>
                  <a:close/>
                  <a:moveTo>
                    <a:pt x="1247475" y="1856600"/>
                  </a:moveTo>
                  <a:lnTo>
                    <a:pt x="1247475" y="1853749"/>
                  </a:lnTo>
                  <a:lnTo>
                    <a:pt x="898182" y="1853749"/>
                  </a:lnTo>
                  <a:lnTo>
                    <a:pt x="898182" y="1856600"/>
                  </a:lnTo>
                  <a:lnTo>
                    <a:pt x="1247475" y="1856600"/>
                  </a:lnTo>
                  <a:close/>
                  <a:moveTo>
                    <a:pt x="889272" y="1856600"/>
                  </a:moveTo>
                  <a:lnTo>
                    <a:pt x="889272" y="1853749"/>
                  </a:lnTo>
                  <a:lnTo>
                    <a:pt x="538197" y="1853749"/>
                  </a:lnTo>
                  <a:lnTo>
                    <a:pt x="538197" y="1856600"/>
                  </a:lnTo>
                  <a:lnTo>
                    <a:pt x="889272" y="1856600"/>
                  </a:lnTo>
                  <a:close/>
                  <a:moveTo>
                    <a:pt x="182967" y="1856600"/>
                  </a:moveTo>
                  <a:lnTo>
                    <a:pt x="531068" y="1856600"/>
                  </a:lnTo>
                  <a:lnTo>
                    <a:pt x="531068" y="1853749"/>
                  </a:lnTo>
                  <a:lnTo>
                    <a:pt x="184148" y="1853749"/>
                  </a:lnTo>
                  <a:lnTo>
                    <a:pt x="182783" y="1852384"/>
                  </a:lnTo>
                  <a:lnTo>
                    <a:pt x="180767" y="1854400"/>
                  </a:lnTo>
                  <a:lnTo>
                    <a:pt x="182967" y="1856600"/>
                  </a:lnTo>
                  <a:close/>
                  <a:moveTo>
                    <a:pt x="1974575" y="1853749"/>
                  </a:moveTo>
                  <a:lnTo>
                    <a:pt x="1974575" y="1856600"/>
                  </a:lnTo>
                  <a:lnTo>
                    <a:pt x="1976948" y="1856600"/>
                  </a:lnTo>
                  <a:lnTo>
                    <a:pt x="1979565" y="1853983"/>
                  </a:lnTo>
                  <a:lnTo>
                    <a:pt x="1979565" y="1851610"/>
                  </a:lnTo>
                  <a:lnTo>
                    <a:pt x="1976714" y="1851610"/>
                  </a:lnTo>
                  <a:lnTo>
                    <a:pt x="1976714" y="1852802"/>
                  </a:lnTo>
                  <a:lnTo>
                    <a:pt x="1975767" y="1853749"/>
                  </a:lnTo>
                  <a:lnTo>
                    <a:pt x="1974575" y="1853749"/>
                  </a:lnTo>
                  <a:close/>
                  <a:moveTo>
                    <a:pt x="183914" y="1848046"/>
                  </a:moveTo>
                  <a:lnTo>
                    <a:pt x="186765" y="1848046"/>
                  </a:lnTo>
                  <a:lnTo>
                    <a:pt x="186765" y="1513010"/>
                  </a:lnTo>
                  <a:lnTo>
                    <a:pt x="183914" y="1513010"/>
                  </a:lnTo>
                  <a:lnTo>
                    <a:pt x="183914" y="1848046"/>
                  </a:lnTo>
                  <a:close/>
                  <a:moveTo>
                    <a:pt x="1287038" y="1395390"/>
                  </a:moveTo>
                  <a:lnTo>
                    <a:pt x="1289890" y="1395390"/>
                  </a:lnTo>
                  <a:lnTo>
                    <a:pt x="1289890" y="1160152"/>
                  </a:lnTo>
                  <a:lnTo>
                    <a:pt x="1287038" y="1160152"/>
                  </a:lnTo>
                  <a:lnTo>
                    <a:pt x="1287038" y="1395390"/>
                  </a:lnTo>
                  <a:close/>
                  <a:moveTo>
                    <a:pt x="1251396" y="1395390"/>
                  </a:moveTo>
                  <a:lnTo>
                    <a:pt x="1254247" y="1395390"/>
                  </a:lnTo>
                  <a:lnTo>
                    <a:pt x="1254247" y="1160152"/>
                  </a:lnTo>
                  <a:lnTo>
                    <a:pt x="1251396" y="1160152"/>
                  </a:lnTo>
                  <a:lnTo>
                    <a:pt x="1251396" y="1395390"/>
                  </a:lnTo>
                  <a:close/>
                  <a:moveTo>
                    <a:pt x="354996" y="1395390"/>
                  </a:moveTo>
                  <a:lnTo>
                    <a:pt x="357847" y="1395390"/>
                  </a:lnTo>
                  <a:lnTo>
                    <a:pt x="357847" y="1160152"/>
                  </a:lnTo>
                  <a:lnTo>
                    <a:pt x="354996" y="1160152"/>
                  </a:lnTo>
                  <a:lnTo>
                    <a:pt x="354996" y="1395390"/>
                  </a:lnTo>
                  <a:close/>
                  <a:moveTo>
                    <a:pt x="333611" y="1395390"/>
                  </a:moveTo>
                  <a:lnTo>
                    <a:pt x="336462" y="1395390"/>
                  </a:lnTo>
                  <a:lnTo>
                    <a:pt x="336462" y="1160152"/>
                  </a:lnTo>
                  <a:lnTo>
                    <a:pt x="333611" y="1160152"/>
                  </a:lnTo>
                  <a:lnTo>
                    <a:pt x="333611" y="1395390"/>
                  </a:lnTo>
                  <a:close/>
                  <a:moveTo>
                    <a:pt x="183914" y="1395390"/>
                  </a:moveTo>
                  <a:lnTo>
                    <a:pt x="186765" y="1395390"/>
                  </a:lnTo>
                  <a:lnTo>
                    <a:pt x="186765" y="1160152"/>
                  </a:lnTo>
                  <a:lnTo>
                    <a:pt x="183914" y="1160152"/>
                  </a:lnTo>
                  <a:lnTo>
                    <a:pt x="183914" y="1395390"/>
                  </a:lnTo>
                  <a:close/>
                  <a:moveTo>
                    <a:pt x="183914" y="1144113"/>
                  </a:moveTo>
                  <a:lnTo>
                    <a:pt x="186765" y="1144113"/>
                  </a:lnTo>
                  <a:lnTo>
                    <a:pt x="186765" y="1031840"/>
                  </a:lnTo>
                  <a:lnTo>
                    <a:pt x="183914" y="1031840"/>
                  </a:lnTo>
                  <a:lnTo>
                    <a:pt x="183914" y="1144113"/>
                  </a:lnTo>
                  <a:close/>
                  <a:moveTo>
                    <a:pt x="182967" y="124391"/>
                  </a:moveTo>
                  <a:lnTo>
                    <a:pt x="183914" y="125338"/>
                  </a:lnTo>
                  <a:lnTo>
                    <a:pt x="183914" y="1008673"/>
                  </a:lnTo>
                  <a:lnTo>
                    <a:pt x="186765" y="1008673"/>
                  </a:lnTo>
                  <a:lnTo>
                    <a:pt x="186765" y="124157"/>
                  </a:lnTo>
                  <a:lnTo>
                    <a:pt x="184148" y="121540"/>
                  </a:lnTo>
                  <a:lnTo>
                    <a:pt x="181775" y="121540"/>
                  </a:lnTo>
                  <a:lnTo>
                    <a:pt x="181775" y="124391"/>
                  </a:lnTo>
                  <a:lnTo>
                    <a:pt x="182967" y="12439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43" name="Vector layer BDBDBD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974932" y="1707616"/>
                  </a:moveTo>
                  <a:lnTo>
                    <a:pt x="1974932" y="1836997"/>
                  </a:lnTo>
                  <a:lnTo>
                    <a:pt x="1979565" y="1836997"/>
                  </a:lnTo>
                  <a:lnTo>
                    <a:pt x="1979565" y="1707616"/>
                  </a:lnTo>
                  <a:lnTo>
                    <a:pt x="1974932" y="1707616"/>
                  </a:lnTo>
                  <a:close/>
                  <a:moveTo>
                    <a:pt x="1967803" y="1707616"/>
                  </a:moveTo>
                  <a:lnTo>
                    <a:pt x="1967803" y="1819176"/>
                  </a:lnTo>
                  <a:lnTo>
                    <a:pt x="1972437" y="1819176"/>
                  </a:lnTo>
                  <a:lnTo>
                    <a:pt x="1972437" y="1707616"/>
                  </a:lnTo>
                  <a:lnTo>
                    <a:pt x="1967803" y="1707616"/>
                  </a:lnTo>
                  <a:close/>
                  <a:moveTo>
                    <a:pt x="1960675" y="1707616"/>
                  </a:moveTo>
                  <a:lnTo>
                    <a:pt x="1960675" y="1779969"/>
                  </a:lnTo>
                  <a:lnTo>
                    <a:pt x="1965308" y="1779969"/>
                  </a:lnTo>
                  <a:lnTo>
                    <a:pt x="1965308" y="1707616"/>
                  </a:lnTo>
                  <a:lnTo>
                    <a:pt x="1960675" y="1707616"/>
                  </a:lnTo>
                  <a:close/>
                  <a:moveTo>
                    <a:pt x="1953547" y="1707616"/>
                  </a:moveTo>
                  <a:lnTo>
                    <a:pt x="1953547" y="1771059"/>
                  </a:lnTo>
                  <a:lnTo>
                    <a:pt x="1958180" y="1771059"/>
                  </a:lnTo>
                  <a:lnTo>
                    <a:pt x="1958180" y="1707616"/>
                  </a:lnTo>
                  <a:lnTo>
                    <a:pt x="1953547" y="1707616"/>
                  </a:lnTo>
                  <a:close/>
                  <a:moveTo>
                    <a:pt x="1946418" y="1707616"/>
                  </a:moveTo>
                  <a:lnTo>
                    <a:pt x="1946418" y="1771059"/>
                  </a:lnTo>
                  <a:lnTo>
                    <a:pt x="1951052" y="1771059"/>
                  </a:lnTo>
                  <a:lnTo>
                    <a:pt x="1951052" y="1707616"/>
                  </a:lnTo>
                  <a:lnTo>
                    <a:pt x="1946418" y="1707616"/>
                  </a:lnTo>
                  <a:close/>
                  <a:moveTo>
                    <a:pt x="1939290" y="1707616"/>
                  </a:moveTo>
                  <a:lnTo>
                    <a:pt x="1939290" y="1763930"/>
                  </a:lnTo>
                  <a:lnTo>
                    <a:pt x="1943923" y="1763930"/>
                  </a:lnTo>
                  <a:lnTo>
                    <a:pt x="1943923" y="1707616"/>
                  </a:lnTo>
                  <a:lnTo>
                    <a:pt x="1939290" y="1707616"/>
                  </a:lnTo>
                  <a:close/>
                  <a:moveTo>
                    <a:pt x="1932161" y="1707616"/>
                  </a:moveTo>
                  <a:lnTo>
                    <a:pt x="1932161" y="1760366"/>
                  </a:lnTo>
                  <a:lnTo>
                    <a:pt x="1936795" y="1760366"/>
                  </a:lnTo>
                  <a:lnTo>
                    <a:pt x="1936795" y="1707616"/>
                  </a:lnTo>
                  <a:lnTo>
                    <a:pt x="1932161" y="1707616"/>
                  </a:lnTo>
                  <a:close/>
                  <a:moveTo>
                    <a:pt x="1925033" y="1707616"/>
                  </a:moveTo>
                  <a:lnTo>
                    <a:pt x="1925033" y="1760366"/>
                  </a:lnTo>
                  <a:lnTo>
                    <a:pt x="1929666" y="1760366"/>
                  </a:lnTo>
                  <a:lnTo>
                    <a:pt x="1929666" y="1707616"/>
                  </a:lnTo>
                  <a:lnTo>
                    <a:pt x="1925033" y="1707616"/>
                  </a:lnTo>
                  <a:close/>
                  <a:moveTo>
                    <a:pt x="1917904" y="1707616"/>
                  </a:moveTo>
                  <a:lnTo>
                    <a:pt x="1917904" y="1756802"/>
                  </a:lnTo>
                  <a:lnTo>
                    <a:pt x="1922538" y="1756802"/>
                  </a:lnTo>
                  <a:lnTo>
                    <a:pt x="1922538" y="1707616"/>
                  </a:lnTo>
                  <a:lnTo>
                    <a:pt x="1917904" y="1707616"/>
                  </a:lnTo>
                  <a:close/>
                  <a:moveTo>
                    <a:pt x="1910776" y="1707616"/>
                  </a:moveTo>
                  <a:lnTo>
                    <a:pt x="1910776" y="1755020"/>
                  </a:lnTo>
                  <a:lnTo>
                    <a:pt x="1915409" y="1755020"/>
                  </a:lnTo>
                  <a:lnTo>
                    <a:pt x="1915409" y="1707616"/>
                  </a:lnTo>
                  <a:lnTo>
                    <a:pt x="1910776" y="1707616"/>
                  </a:lnTo>
                  <a:close/>
                  <a:moveTo>
                    <a:pt x="1903648" y="1751812"/>
                  </a:moveTo>
                  <a:lnTo>
                    <a:pt x="1906499" y="1751812"/>
                  </a:lnTo>
                  <a:lnTo>
                    <a:pt x="1906499" y="1709041"/>
                  </a:lnTo>
                  <a:lnTo>
                    <a:pt x="1903648" y="1709041"/>
                  </a:lnTo>
                  <a:lnTo>
                    <a:pt x="1903648" y="1751812"/>
                  </a:lnTo>
                  <a:close/>
                  <a:moveTo>
                    <a:pt x="1896519" y="1751812"/>
                  </a:moveTo>
                  <a:lnTo>
                    <a:pt x="1899370" y="1751812"/>
                  </a:lnTo>
                  <a:lnTo>
                    <a:pt x="1899370" y="1709041"/>
                  </a:lnTo>
                  <a:lnTo>
                    <a:pt x="1896519" y="1709041"/>
                  </a:lnTo>
                  <a:lnTo>
                    <a:pt x="1896519" y="1751812"/>
                  </a:lnTo>
                  <a:close/>
                  <a:moveTo>
                    <a:pt x="1889391" y="1748248"/>
                  </a:moveTo>
                  <a:lnTo>
                    <a:pt x="1892242" y="1748248"/>
                  </a:lnTo>
                  <a:lnTo>
                    <a:pt x="1892242" y="1709041"/>
                  </a:lnTo>
                  <a:lnTo>
                    <a:pt x="1889391" y="1709041"/>
                  </a:lnTo>
                  <a:lnTo>
                    <a:pt x="1889391" y="1748248"/>
                  </a:lnTo>
                  <a:close/>
                  <a:moveTo>
                    <a:pt x="1882262" y="1746466"/>
                  </a:moveTo>
                  <a:lnTo>
                    <a:pt x="1885114" y="1746466"/>
                  </a:lnTo>
                  <a:lnTo>
                    <a:pt x="1885114" y="1709041"/>
                  </a:lnTo>
                  <a:lnTo>
                    <a:pt x="1882262" y="1709041"/>
                  </a:lnTo>
                  <a:lnTo>
                    <a:pt x="1882262" y="1746466"/>
                  </a:lnTo>
                  <a:close/>
                  <a:moveTo>
                    <a:pt x="1875134" y="1744684"/>
                  </a:moveTo>
                  <a:lnTo>
                    <a:pt x="1877985" y="1744684"/>
                  </a:lnTo>
                  <a:lnTo>
                    <a:pt x="1877985" y="1709041"/>
                  </a:lnTo>
                  <a:lnTo>
                    <a:pt x="1875134" y="1709041"/>
                  </a:lnTo>
                  <a:lnTo>
                    <a:pt x="1875134" y="1744684"/>
                  </a:lnTo>
                  <a:close/>
                  <a:moveTo>
                    <a:pt x="1868005" y="1744684"/>
                  </a:moveTo>
                  <a:lnTo>
                    <a:pt x="1870857" y="1744684"/>
                  </a:lnTo>
                  <a:lnTo>
                    <a:pt x="1870857" y="1709041"/>
                  </a:lnTo>
                  <a:lnTo>
                    <a:pt x="1868005" y="1709041"/>
                  </a:lnTo>
                  <a:lnTo>
                    <a:pt x="1868005" y="1744684"/>
                  </a:lnTo>
                  <a:close/>
                  <a:moveTo>
                    <a:pt x="1860877" y="1742901"/>
                  </a:moveTo>
                  <a:lnTo>
                    <a:pt x="1863728" y="1742901"/>
                  </a:lnTo>
                  <a:lnTo>
                    <a:pt x="1863728" y="1709041"/>
                  </a:lnTo>
                  <a:lnTo>
                    <a:pt x="1860877" y="1709041"/>
                  </a:lnTo>
                  <a:lnTo>
                    <a:pt x="1860877" y="1742901"/>
                  </a:lnTo>
                  <a:close/>
                  <a:moveTo>
                    <a:pt x="1853749" y="1741119"/>
                  </a:moveTo>
                  <a:lnTo>
                    <a:pt x="1856600" y="1741119"/>
                  </a:lnTo>
                  <a:lnTo>
                    <a:pt x="1856600" y="1709041"/>
                  </a:lnTo>
                  <a:lnTo>
                    <a:pt x="1853749" y="1709041"/>
                  </a:lnTo>
                  <a:lnTo>
                    <a:pt x="1853749" y="1741119"/>
                  </a:lnTo>
                  <a:close/>
                  <a:moveTo>
                    <a:pt x="1846620" y="1739337"/>
                  </a:moveTo>
                  <a:lnTo>
                    <a:pt x="1849471" y="1739337"/>
                  </a:lnTo>
                  <a:lnTo>
                    <a:pt x="1849471" y="1709041"/>
                  </a:lnTo>
                  <a:lnTo>
                    <a:pt x="1846620" y="1709041"/>
                  </a:lnTo>
                  <a:lnTo>
                    <a:pt x="1846620" y="1739337"/>
                  </a:lnTo>
                  <a:close/>
                  <a:moveTo>
                    <a:pt x="1839492" y="1737555"/>
                  </a:moveTo>
                  <a:lnTo>
                    <a:pt x="1842343" y="1737555"/>
                  </a:lnTo>
                  <a:lnTo>
                    <a:pt x="1842343" y="1709041"/>
                  </a:lnTo>
                  <a:lnTo>
                    <a:pt x="1839492" y="1709041"/>
                  </a:lnTo>
                  <a:lnTo>
                    <a:pt x="1839492" y="1737555"/>
                  </a:lnTo>
                  <a:close/>
                  <a:moveTo>
                    <a:pt x="1832363" y="1735773"/>
                  </a:moveTo>
                  <a:lnTo>
                    <a:pt x="1835215" y="1735773"/>
                  </a:lnTo>
                  <a:lnTo>
                    <a:pt x="1835215" y="1709041"/>
                  </a:lnTo>
                  <a:lnTo>
                    <a:pt x="1832363" y="1709041"/>
                  </a:lnTo>
                  <a:lnTo>
                    <a:pt x="1832363" y="1735773"/>
                  </a:lnTo>
                  <a:close/>
                  <a:moveTo>
                    <a:pt x="1825235" y="1735773"/>
                  </a:moveTo>
                  <a:lnTo>
                    <a:pt x="1828086" y="1735773"/>
                  </a:lnTo>
                  <a:lnTo>
                    <a:pt x="1828086" y="1709041"/>
                  </a:lnTo>
                  <a:lnTo>
                    <a:pt x="1825235" y="1709041"/>
                  </a:lnTo>
                  <a:lnTo>
                    <a:pt x="1825235" y="1735773"/>
                  </a:lnTo>
                  <a:close/>
                  <a:moveTo>
                    <a:pt x="1818106" y="1730427"/>
                  </a:moveTo>
                  <a:lnTo>
                    <a:pt x="1820958" y="1730427"/>
                  </a:lnTo>
                  <a:lnTo>
                    <a:pt x="1820958" y="1709041"/>
                  </a:lnTo>
                  <a:lnTo>
                    <a:pt x="1818106" y="1709041"/>
                  </a:lnTo>
                  <a:lnTo>
                    <a:pt x="1818106" y="1730427"/>
                  </a:lnTo>
                  <a:close/>
                  <a:moveTo>
                    <a:pt x="1810978" y="1726862"/>
                  </a:moveTo>
                  <a:lnTo>
                    <a:pt x="1813829" y="1726862"/>
                  </a:lnTo>
                  <a:lnTo>
                    <a:pt x="1813829" y="1709041"/>
                  </a:lnTo>
                  <a:lnTo>
                    <a:pt x="1810978" y="1709041"/>
                  </a:lnTo>
                  <a:lnTo>
                    <a:pt x="1810978" y="1726862"/>
                  </a:lnTo>
                  <a:close/>
                  <a:moveTo>
                    <a:pt x="1803849" y="1726862"/>
                  </a:moveTo>
                  <a:lnTo>
                    <a:pt x="1806701" y="1726862"/>
                  </a:lnTo>
                  <a:lnTo>
                    <a:pt x="1806701" y="1709041"/>
                  </a:lnTo>
                  <a:lnTo>
                    <a:pt x="1803849" y="1709041"/>
                  </a:lnTo>
                  <a:lnTo>
                    <a:pt x="1803849" y="1726862"/>
                  </a:lnTo>
                  <a:close/>
                  <a:moveTo>
                    <a:pt x="1796721" y="1726862"/>
                  </a:moveTo>
                  <a:lnTo>
                    <a:pt x="1799572" y="1726862"/>
                  </a:lnTo>
                  <a:lnTo>
                    <a:pt x="1799572" y="1709041"/>
                  </a:lnTo>
                  <a:lnTo>
                    <a:pt x="1796721" y="1709041"/>
                  </a:lnTo>
                  <a:lnTo>
                    <a:pt x="1796721" y="1726862"/>
                  </a:lnTo>
                  <a:close/>
                  <a:moveTo>
                    <a:pt x="1789593" y="1725080"/>
                  </a:moveTo>
                  <a:lnTo>
                    <a:pt x="1792444" y="1725080"/>
                  </a:lnTo>
                  <a:lnTo>
                    <a:pt x="1792444" y="1709041"/>
                  </a:lnTo>
                  <a:lnTo>
                    <a:pt x="1789593" y="1709041"/>
                  </a:lnTo>
                  <a:lnTo>
                    <a:pt x="1789593" y="1725080"/>
                  </a:lnTo>
                  <a:close/>
                  <a:moveTo>
                    <a:pt x="1782464" y="1725080"/>
                  </a:moveTo>
                  <a:lnTo>
                    <a:pt x="1785316" y="1725080"/>
                  </a:lnTo>
                  <a:lnTo>
                    <a:pt x="1785316" y="1709041"/>
                  </a:lnTo>
                  <a:lnTo>
                    <a:pt x="1782464" y="1709041"/>
                  </a:lnTo>
                  <a:lnTo>
                    <a:pt x="1782464" y="1725080"/>
                  </a:lnTo>
                  <a:close/>
                  <a:moveTo>
                    <a:pt x="1775336" y="1723298"/>
                  </a:moveTo>
                  <a:lnTo>
                    <a:pt x="1778187" y="1723298"/>
                  </a:lnTo>
                  <a:lnTo>
                    <a:pt x="1778187" y="1709041"/>
                  </a:lnTo>
                  <a:lnTo>
                    <a:pt x="1775336" y="1709041"/>
                  </a:lnTo>
                  <a:lnTo>
                    <a:pt x="1775336" y="1723298"/>
                  </a:lnTo>
                  <a:close/>
                  <a:moveTo>
                    <a:pt x="1768207" y="1721516"/>
                  </a:moveTo>
                  <a:lnTo>
                    <a:pt x="1771059" y="1721516"/>
                  </a:lnTo>
                  <a:lnTo>
                    <a:pt x="1771059" y="1709041"/>
                  </a:lnTo>
                  <a:lnTo>
                    <a:pt x="1768207" y="1709041"/>
                  </a:lnTo>
                  <a:lnTo>
                    <a:pt x="1768207" y="1721516"/>
                  </a:lnTo>
                  <a:close/>
                  <a:moveTo>
                    <a:pt x="1761079" y="1721516"/>
                  </a:moveTo>
                  <a:lnTo>
                    <a:pt x="1763930" y="1721516"/>
                  </a:lnTo>
                  <a:lnTo>
                    <a:pt x="1763930" y="1709041"/>
                  </a:lnTo>
                  <a:lnTo>
                    <a:pt x="1761079" y="1709041"/>
                  </a:lnTo>
                  <a:lnTo>
                    <a:pt x="1761079" y="1721516"/>
                  </a:lnTo>
                  <a:close/>
                  <a:moveTo>
                    <a:pt x="1753950" y="1721516"/>
                  </a:moveTo>
                  <a:lnTo>
                    <a:pt x="1756802" y="1721516"/>
                  </a:lnTo>
                  <a:lnTo>
                    <a:pt x="1756802" y="1709041"/>
                  </a:lnTo>
                  <a:lnTo>
                    <a:pt x="1753950" y="1709041"/>
                  </a:lnTo>
                  <a:lnTo>
                    <a:pt x="1753950" y="1721516"/>
                  </a:lnTo>
                  <a:close/>
                  <a:moveTo>
                    <a:pt x="1745040" y="1707616"/>
                  </a:moveTo>
                  <a:lnTo>
                    <a:pt x="1745040" y="1722942"/>
                  </a:lnTo>
                  <a:lnTo>
                    <a:pt x="1749673" y="1722942"/>
                  </a:lnTo>
                  <a:lnTo>
                    <a:pt x="1749673" y="1707616"/>
                  </a:lnTo>
                  <a:lnTo>
                    <a:pt x="1745040" y="1707616"/>
                  </a:lnTo>
                  <a:close/>
                  <a:moveTo>
                    <a:pt x="1737912" y="1707616"/>
                  </a:moveTo>
                  <a:lnTo>
                    <a:pt x="1737912" y="1722942"/>
                  </a:lnTo>
                  <a:lnTo>
                    <a:pt x="1742545" y="1722942"/>
                  </a:lnTo>
                  <a:lnTo>
                    <a:pt x="1742545" y="1707616"/>
                  </a:lnTo>
                  <a:lnTo>
                    <a:pt x="1737912" y="1707616"/>
                  </a:lnTo>
                  <a:close/>
                  <a:moveTo>
                    <a:pt x="1730783" y="1707616"/>
                  </a:moveTo>
                  <a:lnTo>
                    <a:pt x="1730783" y="1721160"/>
                  </a:lnTo>
                  <a:lnTo>
                    <a:pt x="1735417" y="1721160"/>
                  </a:lnTo>
                  <a:lnTo>
                    <a:pt x="1735417" y="1707616"/>
                  </a:lnTo>
                  <a:lnTo>
                    <a:pt x="1730783" y="1707616"/>
                  </a:lnTo>
                  <a:close/>
                  <a:moveTo>
                    <a:pt x="1723655" y="1707616"/>
                  </a:moveTo>
                  <a:lnTo>
                    <a:pt x="1723655" y="1721160"/>
                  </a:lnTo>
                  <a:lnTo>
                    <a:pt x="1728288" y="1721160"/>
                  </a:lnTo>
                  <a:lnTo>
                    <a:pt x="1728288" y="1707616"/>
                  </a:lnTo>
                  <a:lnTo>
                    <a:pt x="1723655" y="1707616"/>
                  </a:lnTo>
                  <a:close/>
                  <a:moveTo>
                    <a:pt x="1716526" y="1707616"/>
                  </a:moveTo>
                  <a:lnTo>
                    <a:pt x="1716526" y="1721160"/>
                  </a:lnTo>
                  <a:lnTo>
                    <a:pt x="1721160" y="1721160"/>
                  </a:lnTo>
                  <a:lnTo>
                    <a:pt x="1721160" y="1707616"/>
                  </a:lnTo>
                  <a:lnTo>
                    <a:pt x="1716526" y="1707616"/>
                  </a:lnTo>
                  <a:close/>
                  <a:moveTo>
                    <a:pt x="1709398" y="1707616"/>
                  </a:moveTo>
                  <a:lnTo>
                    <a:pt x="1709398" y="1719378"/>
                  </a:lnTo>
                  <a:lnTo>
                    <a:pt x="1714031" y="1719378"/>
                  </a:lnTo>
                  <a:lnTo>
                    <a:pt x="1714031" y="1707616"/>
                  </a:lnTo>
                  <a:lnTo>
                    <a:pt x="1709398" y="1707616"/>
                  </a:lnTo>
                  <a:close/>
                  <a:moveTo>
                    <a:pt x="1702269" y="1707616"/>
                  </a:moveTo>
                  <a:lnTo>
                    <a:pt x="1702269" y="1719378"/>
                  </a:lnTo>
                  <a:lnTo>
                    <a:pt x="1706903" y="1719378"/>
                  </a:lnTo>
                  <a:lnTo>
                    <a:pt x="1706903" y="1707616"/>
                  </a:lnTo>
                  <a:lnTo>
                    <a:pt x="1702269" y="1707616"/>
                  </a:lnTo>
                  <a:close/>
                  <a:moveTo>
                    <a:pt x="1695141" y="1707616"/>
                  </a:moveTo>
                  <a:lnTo>
                    <a:pt x="1695141" y="1719378"/>
                  </a:lnTo>
                  <a:lnTo>
                    <a:pt x="1699774" y="1719378"/>
                  </a:lnTo>
                  <a:lnTo>
                    <a:pt x="1699774" y="1707616"/>
                  </a:lnTo>
                  <a:lnTo>
                    <a:pt x="1695141" y="1707616"/>
                  </a:lnTo>
                  <a:close/>
                  <a:moveTo>
                    <a:pt x="1688012" y="1707616"/>
                  </a:moveTo>
                  <a:lnTo>
                    <a:pt x="1688012" y="1719378"/>
                  </a:lnTo>
                  <a:lnTo>
                    <a:pt x="1692646" y="1719378"/>
                  </a:lnTo>
                  <a:lnTo>
                    <a:pt x="1692646" y="1707616"/>
                  </a:lnTo>
                  <a:lnTo>
                    <a:pt x="1688012" y="1707616"/>
                  </a:lnTo>
                  <a:close/>
                  <a:moveTo>
                    <a:pt x="1680884" y="1707616"/>
                  </a:moveTo>
                  <a:lnTo>
                    <a:pt x="1680884" y="1717595"/>
                  </a:lnTo>
                  <a:lnTo>
                    <a:pt x="1685518" y="1717595"/>
                  </a:lnTo>
                  <a:lnTo>
                    <a:pt x="1685518" y="1707616"/>
                  </a:lnTo>
                  <a:lnTo>
                    <a:pt x="1680884" y="1707616"/>
                  </a:lnTo>
                  <a:close/>
                  <a:moveTo>
                    <a:pt x="1673756" y="1707616"/>
                  </a:moveTo>
                  <a:lnTo>
                    <a:pt x="1673756" y="1717595"/>
                  </a:lnTo>
                  <a:lnTo>
                    <a:pt x="1678389" y="1717595"/>
                  </a:lnTo>
                  <a:lnTo>
                    <a:pt x="1678389" y="1707616"/>
                  </a:lnTo>
                  <a:lnTo>
                    <a:pt x="1673756" y="1707616"/>
                  </a:lnTo>
                  <a:close/>
                  <a:moveTo>
                    <a:pt x="1666627" y="1707616"/>
                  </a:moveTo>
                  <a:lnTo>
                    <a:pt x="1666627" y="1717595"/>
                  </a:lnTo>
                  <a:lnTo>
                    <a:pt x="1671261" y="1717595"/>
                  </a:lnTo>
                  <a:lnTo>
                    <a:pt x="1671261" y="1707616"/>
                  </a:lnTo>
                  <a:lnTo>
                    <a:pt x="1666627" y="1707616"/>
                  </a:lnTo>
                  <a:close/>
                  <a:moveTo>
                    <a:pt x="1659499" y="1716170"/>
                  </a:moveTo>
                  <a:lnTo>
                    <a:pt x="1662350" y="1716170"/>
                  </a:lnTo>
                  <a:lnTo>
                    <a:pt x="1662350" y="1709041"/>
                  </a:lnTo>
                  <a:lnTo>
                    <a:pt x="1659499" y="1709041"/>
                  </a:lnTo>
                  <a:lnTo>
                    <a:pt x="1659499" y="1716170"/>
                  </a:lnTo>
                  <a:close/>
                  <a:moveTo>
                    <a:pt x="1652370" y="1716170"/>
                  </a:moveTo>
                  <a:lnTo>
                    <a:pt x="1655222" y="1716170"/>
                  </a:lnTo>
                  <a:lnTo>
                    <a:pt x="1655222" y="1709041"/>
                  </a:lnTo>
                  <a:lnTo>
                    <a:pt x="1652370" y="1709041"/>
                  </a:lnTo>
                  <a:lnTo>
                    <a:pt x="1652370" y="1716170"/>
                  </a:lnTo>
                  <a:close/>
                  <a:moveTo>
                    <a:pt x="1645242" y="1714388"/>
                  </a:moveTo>
                  <a:lnTo>
                    <a:pt x="1648093" y="1714388"/>
                  </a:lnTo>
                  <a:lnTo>
                    <a:pt x="1648093" y="1709041"/>
                  </a:lnTo>
                  <a:lnTo>
                    <a:pt x="1645242" y="1709041"/>
                  </a:lnTo>
                  <a:lnTo>
                    <a:pt x="1645242" y="1714388"/>
                  </a:lnTo>
                  <a:close/>
                  <a:moveTo>
                    <a:pt x="1638113" y="1714388"/>
                  </a:moveTo>
                  <a:lnTo>
                    <a:pt x="1640965" y="1714388"/>
                  </a:lnTo>
                  <a:lnTo>
                    <a:pt x="1640965" y="1709041"/>
                  </a:lnTo>
                  <a:lnTo>
                    <a:pt x="1638113" y="1709041"/>
                  </a:lnTo>
                  <a:lnTo>
                    <a:pt x="1638113" y="1714388"/>
                  </a:lnTo>
                  <a:close/>
                  <a:moveTo>
                    <a:pt x="1630985" y="1712606"/>
                  </a:moveTo>
                  <a:lnTo>
                    <a:pt x="1633836" y="1712606"/>
                  </a:lnTo>
                  <a:lnTo>
                    <a:pt x="1633836" y="1709041"/>
                  </a:lnTo>
                  <a:lnTo>
                    <a:pt x="1630985" y="1709041"/>
                  </a:lnTo>
                  <a:lnTo>
                    <a:pt x="1630985" y="1712606"/>
                  </a:lnTo>
                  <a:close/>
                  <a:moveTo>
                    <a:pt x="1623857" y="1712606"/>
                  </a:moveTo>
                  <a:lnTo>
                    <a:pt x="1626708" y="1712606"/>
                  </a:lnTo>
                  <a:lnTo>
                    <a:pt x="1626708" y="1709041"/>
                  </a:lnTo>
                  <a:lnTo>
                    <a:pt x="1623857" y="1709041"/>
                  </a:lnTo>
                  <a:lnTo>
                    <a:pt x="1623857" y="1712606"/>
                  </a:lnTo>
                  <a:close/>
                  <a:moveTo>
                    <a:pt x="1616728" y="1712606"/>
                  </a:moveTo>
                  <a:lnTo>
                    <a:pt x="1619580" y="1712606"/>
                  </a:lnTo>
                  <a:lnTo>
                    <a:pt x="1619580" y="1709041"/>
                  </a:lnTo>
                  <a:lnTo>
                    <a:pt x="1616728" y="1709041"/>
                  </a:lnTo>
                  <a:lnTo>
                    <a:pt x="1616728" y="1712606"/>
                  </a:lnTo>
                  <a:close/>
                  <a:moveTo>
                    <a:pt x="1609600" y="1712606"/>
                  </a:moveTo>
                  <a:lnTo>
                    <a:pt x="1612451" y="1712606"/>
                  </a:lnTo>
                  <a:lnTo>
                    <a:pt x="1612451" y="1709041"/>
                  </a:lnTo>
                  <a:lnTo>
                    <a:pt x="1609600" y="1709041"/>
                  </a:lnTo>
                  <a:lnTo>
                    <a:pt x="1609600" y="1712606"/>
                  </a:lnTo>
                  <a:close/>
                  <a:moveTo>
                    <a:pt x="1602471" y="1710823"/>
                  </a:moveTo>
                  <a:lnTo>
                    <a:pt x="1605323" y="1710823"/>
                  </a:lnTo>
                  <a:lnTo>
                    <a:pt x="1605323" y="1709041"/>
                  </a:lnTo>
                  <a:lnTo>
                    <a:pt x="1602471" y="1709041"/>
                  </a:lnTo>
                  <a:lnTo>
                    <a:pt x="1602471" y="1710823"/>
                  </a:lnTo>
                  <a:close/>
                  <a:moveTo>
                    <a:pt x="1595343" y="1710823"/>
                  </a:moveTo>
                  <a:lnTo>
                    <a:pt x="1598194" y="1710823"/>
                  </a:lnTo>
                  <a:lnTo>
                    <a:pt x="1598194" y="1709041"/>
                  </a:lnTo>
                  <a:lnTo>
                    <a:pt x="1595343" y="1709041"/>
                  </a:lnTo>
                  <a:lnTo>
                    <a:pt x="1595343" y="1710823"/>
                  </a:lnTo>
                  <a:close/>
                  <a:moveTo>
                    <a:pt x="1588214" y="1710823"/>
                  </a:moveTo>
                  <a:lnTo>
                    <a:pt x="1591066" y="1710823"/>
                  </a:lnTo>
                  <a:lnTo>
                    <a:pt x="1591066" y="1709041"/>
                  </a:lnTo>
                  <a:lnTo>
                    <a:pt x="1588214" y="1709041"/>
                  </a:lnTo>
                  <a:lnTo>
                    <a:pt x="1588214" y="1710823"/>
                  </a:lnTo>
                  <a:close/>
                  <a:moveTo>
                    <a:pt x="1581086" y="1710823"/>
                  </a:moveTo>
                  <a:lnTo>
                    <a:pt x="1583937" y="1710823"/>
                  </a:lnTo>
                  <a:lnTo>
                    <a:pt x="1583937" y="1709041"/>
                  </a:lnTo>
                  <a:lnTo>
                    <a:pt x="1581086" y="1709041"/>
                  </a:lnTo>
                  <a:lnTo>
                    <a:pt x="1581086" y="1710823"/>
                  </a:lnTo>
                  <a:close/>
                  <a:moveTo>
                    <a:pt x="1573958" y="1710823"/>
                  </a:moveTo>
                  <a:lnTo>
                    <a:pt x="1576809" y="1710823"/>
                  </a:lnTo>
                  <a:lnTo>
                    <a:pt x="1576809" y="1709041"/>
                  </a:lnTo>
                  <a:lnTo>
                    <a:pt x="1573958" y="1709041"/>
                  </a:lnTo>
                  <a:lnTo>
                    <a:pt x="1573958" y="1710823"/>
                  </a:lnTo>
                  <a:close/>
                  <a:moveTo>
                    <a:pt x="1566829" y="1710823"/>
                  </a:moveTo>
                  <a:lnTo>
                    <a:pt x="1569681" y="1710823"/>
                  </a:lnTo>
                  <a:lnTo>
                    <a:pt x="1569681" y="1709041"/>
                  </a:lnTo>
                  <a:lnTo>
                    <a:pt x="1566829" y="1709041"/>
                  </a:lnTo>
                  <a:lnTo>
                    <a:pt x="1566829" y="1710823"/>
                  </a:lnTo>
                  <a:close/>
                  <a:moveTo>
                    <a:pt x="1559701" y="1710823"/>
                  </a:moveTo>
                  <a:lnTo>
                    <a:pt x="1562552" y="1710823"/>
                  </a:lnTo>
                  <a:lnTo>
                    <a:pt x="1562552" y="1709041"/>
                  </a:lnTo>
                  <a:lnTo>
                    <a:pt x="1559701" y="1709041"/>
                  </a:lnTo>
                  <a:lnTo>
                    <a:pt x="1559701" y="1710823"/>
                  </a:lnTo>
                  <a:close/>
                  <a:moveTo>
                    <a:pt x="1552572" y="1710823"/>
                  </a:moveTo>
                  <a:lnTo>
                    <a:pt x="1555424" y="1710823"/>
                  </a:lnTo>
                  <a:lnTo>
                    <a:pt x="1555424" y="1709041"/>
                  </a:lnTo>
                  <a:lnTo>
                    <a:pt x="1552572" y="1709041"/>
                  </a:lnTo>
                  <a:lnTo>
                    <a:pt x="1552572" y="1710823"/>
                  </a:lnTo>
                  <a:close/>
                  <a:moveTo>
                    <a:pt x="1545444" y="1710823"/>
                  </a:moveTo>
                  <a:lnTo>
                    <a:pt x="1548295" y="1710823"/>
                  </a:lnTo>
                  <a:lnTo>
                    <a:pt x="1548295" y="1709041"/>
                  </a:lnTo>
                  <a:lnTo>
                    <a:pt x="1545444" y="1709041"/>
                  </a:lnTo>
                  <a:lnTo>
                    <a:pt x="1545444" y="1710823"/>
                  </a:lnTo>
                  <a:close/>
                  <a:moveTo>
                    <a:pt x="1538315" y="1710823"/>
                  </a:moveTo>
                  <a:lnTo>
                    <a:pt x="1541167" y="1710823"/>
                  </a:lnTo>
                  <a:lnTo>
                    <a:pt x="1541167" y="1709041"/>
                  </a:lnTo>
                  <a:lnTo>
                    <a:pt x="1538315" y="1709041"/>
                  </a:lnTo>
                  <a:lnTo>
                    <a:pt x="1538315" y="1710823"/>
                  </a:lnTo>
                  <a:close/>
                  <a:moveTo>
                    <a:pt x="1531187" y="1710823"/>
                  </a:moveTo>
                  <a:lnTo>
                    <a:pt x="1534038" y="1710823"/>
                  </a:lnTo>
                  <a:lnTo>
                    <a:pt x="1534038" y="1709041"/>
                  </a:lnTo>
                  <a:lnTo>
                    <a:pt x="1531187" y="1709041"/>
                  </a:lnTo>
                  <a:lnTo>
                    <a:pt x="1531187" y="1710823"/>
                  </a:lnTo>
                  <a:close/>
                  <a:moveTo>
                    <a:pt x="1524059" y="1710823"/>
                  </a:moveTo>
                  <a:lnTo>
                    <a:pt x="1526910" y="1710823"/>
                  </a:lnTo>
                  <a:lnTo>
                    <a:pt x="1526910" y="1709041"/>
                  </a:lnTo>
                  <a:lnTo>
                    <a:pt x="1524059" y="1709041"/>
                  </a:lnTo>
                  <a:lnTo>
                    <a:pt x="1524059" y="1710823"/>
                  </a:lnTo>
                  <a:close/>
                  <a:moveTo>
                    <a:pt x="1496971" y="1710467"/>
                  </a:moveTo>
                  <a:lnTo>
                    <a:pt x="1496971" y="1707616"/>
                  </a:lnTo>
                  <a:lnTo>
                    <a:pt x="1495188" y="1707616"/>
                  </a:lnTo>
                  <a:lnTo>
                    <a:pt x="1495188" y="1710467"/>
                  </a:lnTo>
                  <a:lnTo>
                    <a:pt x="1496971" y="1710467"/>
                  </a:lnTo>
                  <a:close/>
                  <a:moveTo>
                    <a:pt x="1489842" y="1710467"/>
                  </a:moveTo>
                  <a:lnTo>
                    <a:pt x="1489842" y="1707616"/>
                  </a:lnTo>
                  <a:lnTo>
                    <a:pt x="1488060" y="1707616"/>
                  </a:lnTo>
                  <a:lnTo>
                    <a:pt x="1488060" y="1710467"/>
                  </a:lnTo>
                  <a:lnTo>
                    <a:pt x="1489842" y="1710467"/>
                  </a:lnTo>
                  <a:close/>
                  <a:moveTo>
                    <a:pt x="1482714" y="1710467"/>
                  </a:moveTo>
                  <a:lnTo>
                    <a:pt x="1482714" y="1707616"/>
                  </a:lnTo>
                  <a:lnTo>
                    <a:pt x="1480932" y="1707616"/>
                  </a:lnTo>
                  <a:lnTo>
                    <a:pt x="1480932" y="1710467"/>
                  </a:lnTo>
                  <a:lnTo>
                    <a:pt x="1482714" y="1710467"/>
                  </a:lnTo>
                  <a:close/>
                  <a:moveTo>
                    <a:pt x="1475585" y="1710467"/>
                  </a:moveTo>
                  <a:lnTo>
                    <a:pt x="1475585" y="1707616"/>
                  </a:lnTo>
                  <a:lnTo>
                    <a:pt x="1473803" y="1707616"/>
                  </a:lnTo>
                  <a:lnTo>
                    <a:pt x="1473803" y="1710467"/>
                  </a:lnTo>
                  <a:lnTo>
                    <a:pt x="1475585" y="1710467"/>
                  </a:lnTo>
                  <a:close/>
                  <a:moveTo>
                    <a:pt x="1468457" y="1710467"/>
                  </a:moveTo>
                  <a:lnTo>
                    <a:pt x="1468457" y="1707616"/>
                  </a:lnTo>
                  <a:lnTo>
                    <a:pt x="1466675" y="1707616"/>
                  </a:lnTo>
                  <a:lnTo>
                    <a:pt x="1466675" y="1710467"/>
                  </a:lnTo>
                  <a:lnTo>
                    <a:pt x="1468457" y="1710467"/>
                  </a:lnTo>
                  <a:close/>
                  <a:moveTo>
                    <a:pt x="1461328" y="1710467"/>
                  </a:moveTo>
                  <a:lnTo>
                    <a:pt x="1461328" y="1707616"/>
                  </a:lnTo>
                  <a:lnTo>
                    <a:pt x="1459546" y="1707616"/>
                  </a:lnTo>
                  <a:lnTo>
                    <a:pt x="1459546" y="1710467"/>
                  </a:lnTo>
                  <a:lnTo>
                    <a:pt x="1461328" y="1710467"/>
                  </a:lnTo>
                  <a:close/>
                  <a:moveTo>
                    <a:pt x="1454200" y="1710467"/>
                  </a:moveTo>
                  <a:lnTo>
                    <a:pt x="1454200" y="1707616"/>
                  </a:lnTo>
                  <a:lnTo>
                    <a:pt x="1452418" y="1707616"/>
                  </a:lnTo>
                  <a:lnTo>
                    <a:pt x="1452418" y="1710467"/>
                  </a:lnTo>
                  <a:lnTo>
                    <a:pt x="1454200" y="1710467"/>
                  </a:lnTo>
                  <a:close/>
                  <a:moveTo>
                    <a:pt x="1224308" y="1706903"/>
                  </a:moveTo>
                  <a:lnTo>
                    <a:pt x="1224308" y="1704051"/>
                  </a:lnTo>
                  <a:lnTo>
                    <a:pt x="1222526" y="1704051"/>
                  </a:lnTo>
                  <a:lnTo>
                    <a:pt x="1222526" y="1706903"/>
                  </a:lnTo>
                  <a:lnTo>
                    <a:pt x="1224308" y="1706903"/>
                  </a:lnTo>
                  <a:close/>
                  <a:moveTo>
                    <a:pt x="1217180" y="1706903"/>
                  </a:moveTo>
                  <a:lnTo>
                    <a:pt x="1217180" y="1704051"/>
                  </a:lnTo>
                  <a:lnTo>
                    <a:pt x="1215398" y="1704051"/>
                  </a:lnTo>
                  <a:lnTo>
                    <a:pt x="1215398" y="1706903"/>
                  </a:lnTo>
                  <a:lnTo>
                    <a:pt x="1217180" y="1706903"/>
                  </a:lnTo>
                  <a:close/>
                  <a:moveTo>
                    <a:pt x="1210051" y="1706903"/>
                  </a:moveTo>
                  <a:lnTo>
                    <a:pt x="1210051" y="1704051"/>
                  </a:lnTo>
                  <a:lnTo>
                    <a:pt x="1208269" y="1704051"/>
                  </a:lnTo>
                  <a:lnTo>
                    <a:pt x="1208269" y="1706903"/>
                  </a:lnTo>
                  <a:lnTo>
                    <a:pt x="1210051" y="1706903"/>
                  </a:lnTo>
                  <a:close/>
                  <a:moveTo>
                    <a:pt x="1202923" y="1706903"/>
                  </a:moveTo>
                  <a:lnTo>
                    <a:pt x="1202923" y="1704051"/>
                  </a:lnTo>
                  <a:lnTo>
                    <a:pt x="1201141" y="1704051"/>
                  </a:lnTo>
                  <a:lnTo>
                    <a:pt x="1201141" y="1706903"/>
                  </a:lnTo>
                  <a:lnTo>
                    <a:pt x="1202923" y="1706903"/>
                  </a:lnTo>
                  <a:close/>
                  <a:moveTo>
                    <a:pt x="1195794" y="1706903"/>
                  </a:moveTo>
                  <a:lnTo>
                    <a:pt x="1195794" y="1704051"/>
                  </a:lnTo>
                  <a:lnTo>
                    <a:pt x="1194012" y="1704051"/>
                  </a:lnTo>
                  <a:lnTo>
                    <a:pt x="1194012" y="1706903"/>
                  </a:lnTo>
                  <a:lnTo>
                    <a:pt x="1195794" y="1706903"/>
                  </a:lnTo>
                  <a:close/>
                  <a:moveTo>
                    <a:pt x="1188666" y="1706903"/>
                  </a:moveTo>
                  <a:lnTo>
                    <a:pt x="1188666" y="1704051"/>
                  </a:lnTo>
                  <a:lnTo>
                    <a:pt x="1186884" y="1704051"/>
                  </a:lnTo>
                  <a:lnTo>
                    <a:pt x="1186884" y="1706903"/>
                  </a:lnTo>
                  <a:lnTo>
                    <a:pt x="1188666" y="1706903"/>
                  </a:lnTo>
                  <a:close/>
                  <a:moveTo>
                    <a:pt x="1181537" y="1706903"/>
                  </a:moveTo>
                  <a:lnTo>
                    <a:pt x="1181537" y="1704051"/>
                  </a:lnTo>
                  <a:lnTo>
                    <a:pt x="1179755" y="1704051"/>
                  </a:lnTo>
                  <a:lnTo>
                    <a:pt x="1179755" y="1706903"/>
                  </a:lnTo>
                  <a:lnTo>
                    <a:pt x="1181537" y="1706903"/>
                  </a:lnTo>
                  <a:close/>
                  <a:moveTo>
                    <a:pt x="1174409" y="1706903"/>
                  </a:moveTo>
                  <a:lnTo>
                    <a:pt x="1174409" y="1704051"/>
                  </a:lnTo>
                  <a:lnTo>
                    <a:pt x="1172627" y="1704051"/>
                  </a:lnTo>
                  <a:lnTo>
                    <a:pt x="1172627" y="1706903"/>
                  </a:lnTo>
                  <a:lnTo>
                    <a:pt x="1174409" y="1706903"/>
                  </a:lnTo>
                  <a:close/>
                  <a:moveTo>
                    <a:pt x="1167281" y="1706903"/>
                  </a:moveTo>
                  <a:lnTo>
                    <a:pt x="1167281" y="1704051"/>
                  </a:lnTo>
                  <a:lnTo>
                    <a:pt x="1165498" y="1704051"/>
                  </a:lnTo>
                  <a:lnTo>
                    <a:pt x="1165498" y="1706903"/>
                  </a:lnTo>
                  <a:lnTo>
                    <a:pt x="1167281" y="1706903"/>
                  </a:lnTo>
                  <a:close/>
                  <a:moveTo>
                    <a:pt x="1121302" y="1705477"/>
                  </a:moveTo>
                  <a:lnTo>
                    <a:pt x="1124154" y="1705477"/>
                  </a:lnTo>
                  <a:lnTo>
                    <a:pt x="1124154" y="1703695"/>
                  </a:lnTo>
                  <a:lnTo>
                    <a:pt x="1121302" y="1703695"/>
                  </a:lnTo>
                  <a:lnTo>
                    <a:pt x="1121302" y="1705477"/>
                  </a:lnTo>
                  <a:close/>
                  <a:moveTo>
                    <a:pt x="1114174" y="1705477"/>
                  </a:moveTo>
                  <a:lnTo>
                    <a:pt x="1117025" y="1705477"/>
                  </a:lnTo>
                  <a:lnTo>
                    <a:pt x="1117025" y="1703695"/>
                  </a:lnTo>
                  <a:lnTo>
                    <a:pt x="1114174" y="1703695"/>
                  </a:lnTo>
                  <a:lnTo>
                    <a:pt x="1114174" y="1705477"/>
                  </a:lnTo>
                  <a:close/>
                  <a:moveTo>
                    <a:pt x="1107045" y="1705477"/>
                  </a:moveTo>
                  <a:lnTo>
                    <a:pt x="1109897" y="1705477"/>
                  </a:lnTo>
                  <a:lnTo>
                    <a:pt x="1109897" y="1703695"/>
                  </a:lnTo>
                  <a:lnTo>
                    <a:pt x="1107045" y="1703695"/>
                  </a:lnTo>
                  <a:lnTo>
                    <a:pt x="1107045" y="1705477"/>
                  </a:lnTo>
                  <a:close/>
                  <a:moveTo>
                    <a:pt x="1099917" y="1705477"/>
                  </a:moveTo>
                  <a:lnTo>
                    <a:pt x="1102768" y="1705477"/>
                  </a:lnTo>
                  <a:lnTo>
                    <a:pt x="1102768" y="1703695"/>
                  </a:lnTo>
                  <a:lnTo>
                    <a:pt x="1099917" y="1703695"/>
                  </a:lnTo>
                  <a:lnTo>
                    <a:pt x="1099917" y="1705477"/>
                  </a:lnTo>
                  <a:close/>
                  <a:moveTo>
                    <a:pt x="1092788" y="1705477"/>
                  </a:moveTo>
                  <a:lnTo>
                    <a:pt x="1095640" y="1705477"/>
                  </a:lnTo>
                  <a:lnTo>
                    <a:pt x="1095640" y="1703695"/>
                  </a:lnTo>
                  <a:lnTo>
                    <a:pt x="1092788" y="1703695"/>
                  </a:lnTo>
                  <a:lnTo>
                    <a:pt x="1092788" y="1705477"/>
                  </a:lnTo>
                  <a:close/>
                  <a:moveTo>
                    <a:pt x="1085660" y="1705477"/>
                  </a:moveTo>
                  <a:lnTo>
                    <a:pt x="1088511" y="1705477"/>
                  </a:lnTo>
                  <a:lnTo>
                    <a:pt x="1088511" y="1703695"/>
                  </a:lnTo>
                  <a:lnTo>
                    <a:pt x="1085660" y="1703695"/>
                  </a:lnTo>
                  <a:lnTo>
                    <a:pt x="1085660" y="1705477"/>
                  </a:lnTo>
                  <a:close/>
                  <a:moveTo>
                    <a:pt x="1078532" y="1705477"/>
                  </a:moveTo>
                  <a:lnTo>
                    <a:pt x="1081383" y="1705477"/>
                  </a:lnTo>
                  <a:lnTo>
                    <a:pt x="1081383" y="1703695"/>
                  </a:lnTo>
                  <a:lnTo>
                    <a:pt x="1078532" y="1703695"/>
                  </a:lnTo>
                  <a:lnTo>
                    <a:pt x="1078532" y="1705477"/>
                  </a:lnTo>
                  <a:close/>
                  <a:moveTo>
                    <a:pt x="1071403" y="1705477"/>
                  </a:moveTo>
                  <a:lnTo>
                    <a:pt x="1074255" y="1705477"/>
                  </a:lnTo>
                  <a:lnTo>
                    <a:pt x="1074255" y="1701913"/>
                  </a:lnTo>
                  <a:lnTo>
                    <a:pt x="1071403" y="1701913"/>
                  </a:lnTo>
                  <a:lnTo>
                    <a:pt x="1071403" y="1705477"/>
                  </a:lnTo>
                  <a:close/>
                  <a:moveTo>
                    <a:pt x="1064275" y="1705477"/>
                  </a:moveTo>
                  <a:lnTo>
                    <a:pt x="1067126" y="1705477"/>
                  </a:lnTo>
                  <a:lnTo>
                    <a:pt x="1067126" y="1701913"/>
                  </a:lnTo>
                  <a:lnTo>
                    <a:pt x="1064275" y="1701913"/>
                  </a:lnTo>
                  <a:lnTo>
                    <a:pt x="1064275" y="1705477"/>
                  </a:lnTo>
                  <a:close/>
                  <a:moveTo>
                    <a:pt x="1057146" y="1705477"/>
                  </a:moveTo>
                  <a:lnTo>
                    <a:pt x="1059998" y="1705477"/>
                  </a:lnTo>
                  <a:lnTo>
                    <a:pt x="1059998" y="1701913"/>
                  </a:lnTo>
                  <a:lnTo>
                    <a:pt x="1057146" y="1701913"/>
                  </a:lnTo>
                  <a:lnTo>
                    <a:pt x="1057146" y="1705477"/>
                  </a:lnTo>
                  <a:close/>
                  <a:moveTo>
                    <a:pt x="1050018" y="1705477"/>
                  </a:moveTo>
                  <a:lnTo>
                    <a:pt x="1052869" y="1705477"/>
                  </a:lnTo>
                  <a:lnTo>
                    <a:pt x="1052869" y="1701913"/>
                  </a:lnTo>
                  <a:lnTo>
                    <a:pt x="1050018" y="1701913"/>
                  </a:lnTo>
                  <a:lnTo>
                    <a:pt x="1050018" y="1705477"/>
                  </a:lnTo>
                  <a:close/>
                  <a:moveTo>
                    <a:pt x="1042889" y="1705477"/>
                  </a:moveTo>
                  <a:lnTo>
                    <a:pt x="1045741" y="1705477"/>
                  </a:lnTo>
                  <a:lnTo>
                    <a:pt x="1045741" y="1701913"/>
                  </a:lnTo>
                  <a:lnTo>
                    <a:pt x="1042889" y="1701913"/>
                  </a:lnTo>
                  <a:lnTo>
                    <a:pt x="1042889" y="1705477"/>
                  </a:lnTo>
                  <a:close/>
                  <a:moveTo>
                    <a:pt x="1035761" y="1705477"/>
                  </a:moveTo>
                  <a:lnTo>
                    <a:pt x="1038612" y="1705477"/>
                  </a:lnTo>
                  <a:lnTo>
                    <a:pt x="1038612" y="1701913"/>
                  </a:lnTo>
                  <a:lnTo>
                    <a:pt x="1035761" y="1701913"/>
                  </a:lnTo>
                  <a:lnTo>
                    <a:pt x="1035761" y="1705477"/>
                  </a:lnTo>
                  <a:close/>
                  <a:moveTo>
                    <a:pt x="1028633" y="1705477"/>
                  </a:moveTo>
                  <a:lnTo>
                    <a:pt x="1031484" y="1705477"/>
                  </a:lnTo>
                  <a:lnTo>
                    <a:pt x="1031484" y="1701913"/>
                  </a:lnTo>
                  <a:lnTo>
                    <a:pt x="1028633" y="1701913"/>
                  </a:lnTo>
                  <a:lnTo>
                    <a:pt x="1028633" y="1705477"/>
                  </a:lnTo>
                  <a:close/>
                  <a:moveTo>
                    <a:pt x="1021504" y="1705477"/>
                  </a:moveTo>
                  <a:lnTo>
                    <a:pt x="1024356" y="1705477"/>
                  </a:lnTo>
                  <a:lnTo>
                    <a:pt x="1024356" y="1701913"/>
                  </a:lnTo>
                  <a:lnTo>
                    <a:pt x="1021504" y="1701913"/>
                  </a:lnTo>
                  <a:lnTo>
                    <a:pt x="1021504" y="1705477"/>
                  </a:lnTo>
                  <a:close/>
                  <a:moveTo>
                    <a:pt x="1014376" y="1705477"/>
                  </a:moveTo>
                  <a:lnTo>
                    <a:pt x="1017227" y="1705477"/>
                  </a:lnTo>
                  <a:lnTo>
                    <a:pt x="1017227" y="1701913"/>
                  </a:lnTo>
                  <a:lnTo>
                    <a:pt x="1014376" y="1701913"/>
                  </a:lnTo>
                  <a:lnTo>
                    <a:pt x="1014376" y="1705477"/>
                  </a:lnTo>
                  <a:close/>
                  <a:moveTo>
                    <a:pt x="1007247" y="1705477"/>
                  </a:moveTo>
                  <a:lnTo>
                    <a:pt x="1010099" y="1705477"/>
                  </a:lnTo>
                  <a:lnTo>
                    <a:pt x="1010099" y="1701913"/>
                  </a:lnTo>
                  <a:lnTo>
                    <a:pt x="1007247" y="1701913"/>
                  </a:lnTo>
                  <a:lnTo>
                    <a:pt x="1007247" y="1705477"/>
                  </a:lnTo>
                  <a:close/>
                  <a:moveTo>
                    <a:pt x="1000119" y="1705477"/>
                  </a:moveTo>
                  <a:lnTo>
                    <a:pt x="1002970" y="1705477"/>
                  </a:lnTo>
                  <a:lnTo>
                    <a:pt x="1002970" y="1701913"/>
                  </a:lnTo>
                  <a:lnTo>
                    <a:pt x="1000119" y="1701913"/>
                  </a:lnTo>
                  <a:lnTo>
                    <a:pt x="1000119" y="1705477"/>
                  </a:lnTo>
                  <a:close/>
                  <a:moveTo>
                    <a:pt x="991208" y="1700487"/>
                  </a:moveTo>
                  <a:lnTo>
                    <a:pt x="991208" y="1706903"/>
                  </a:lnTo>
                  <a:lnTo>
                    <a:pt x="995842" y="1706903"/>
                  </a:lnTo>
                  <a:lnTo>
                    <a:pt x="995842" y="1700487"/>
                  </a:lnTo>
                  <a:lnTo>
                    <a:pt x="991208" y="1700487"/>
                  </a:lnTo>
                  <a:close/>
                  <a:moveTo>
                    <a:pt x="984080" y="1700487"/>
                  </a:moveTo>
                  <a:lnTo>
                    <a:pt x="984080" y="1706903"/>
                  </a:lnTo>
                  <a:lnTo>
                    <a:pt x="988713" y="1706903"/>
                  </a:lnTo>
                  <a:lnTo>
                    <a:pt x="988713" y="1700487"/>
                  </a:lnTo>
                  <a:lnTo>
                    <a:pt x="984080" y="1700487"/>
                  </a:lnTo>
                  <a:close/>
                  <a:moveTo>
                    <a:pt x="976951" y="1700487"/>
                  </a:moveTo>
                  <a:lnTo>
                    <a:pt x="976951" y="1706903"/>
                  </a:lnTo>
                  <a:lnTo>
                    <a:pt x="981585" y="1706903"/>
                  </a:lnTo>
                  <a:lnTo>
                    <a:pt x="981585" y="1700487"/>
                  </a:lnTo>
                  <a:lnTo>
                    <a:pt x="976951" y="1700487"/>
                  </a:lnTo>
                  <a:close/>
                  <a:moveTo>
                    <a:pt x="969823" y="1700487"/>
                  </a:moveTo>
                  <a:lnTo>
                    <a:pt x="969823" y="1706903"/>
                  </a:lnTo>
                  <a:lnTo>
                    <a:pt x="974457" y="1706903"/>
                  </a:lnTo>
                  <a:lnTo>
                    <a:pt x="974457" y="1700487"/>
                  </a:lnTo>
                  <a:lnTo>
                    <a:pt x="969823" y="1700487"/>
                  </a:lnTo>
                  <a:close/>
                  <a:moveTo>
                    <a:pt x="962695" y="1700487"/>
                  </a:moveTo>
                  <a:lnTo>
                    <a:pt x="962695" y="1706903"/>
                  </a:lnTo>
                  <a:lnTo>
                    <a:pt x="967328" y="1706903"/>
                  </a:lnTo>
                  <a:lnTo>
                    <a:pt x="967328" y="1700487"/>
                  </a:lnTo>
                  <a:lnTo>
                    <a:pt x="962695" y="1700487"/>
                  </a:lnTo>
                  <a:close/>
                  <a:moveTo>
                    <a:pt x="955566" y="1700487"/>
                  </a:moveTo>
                  <a:lnTo>
                    <a:pt x="955566" y="1706903"/>
                  </a:lnTo>
                  <a:lnTo>
                    <a:pt x="960200" y="1706903"/>
                  </a:lnTo>
                  <a:lnTo>
                    <a:pt x="960200" y="1700487"/>
                  </a:lnTo>
                  <a:lnTo>
                    <a:pt x="955566" y="1700487"/>
                  </a:lnTo>
                  <a:close/>
                  <a:moveTo>
                    <a:pt x="948438" y="1700487"/>
                  </a:moveTo>
                  <a:lnTo>
                    <a:pt x="948438" y="1706903"/>
                  </a:lnTo>
                  <a:lnTo>
                    <a:pt x="953071" y="1706903"/>
                  </a:lnTo>
                  <a:lnTo>
                    <a:pt x="953071" y="1700487"/>
                  </a:lnTo>
                  <a:lnTo>
                    <a:pt x="948438" y="1700487"/>
                  </a:lnTo>
                  <a:close/>
                  <a:moveTo>
                    <a:pt x="941309" y="1700487"/>
                  </a:moveTo>
                  <a:lnTo>
                    <a:pt x="941309" y="1706903"/>
                  </a:lnTo>
                  <a:lnTo>
                    <a:pt x="945943" y="1706903"/>
                  </a:lnTo>
                  <a:lnTo>
                    <a:pt x="945943" y="1700487"/>
                  </a:lnTo>
                  <a:lnTo>
                    <a:pt x="941309" y="1700487"/>
                  </a:lnTo>
                  <a:close/>
                  <a:moveTo>
                    <a:pt x="934181" y="1698705"/>
                  </a:moveTo>
                  <a:lnTo>
                    <a:pt x="934181" y="1706903"/>
                  </a:lnTo>
                  <a:lnTo>
                    <a:pt x="938814" y="1706903"/>
                  </a:lnTo>
                  <a:lnTo>
                    <a:pt x="938814" y="1698705"/>
                  </a:lnTo>
                  <a:lnTo>
                    <a:pt x="934181" y="1698705"/>
                  </a:lnTo>
                  <a:close/>
                  <a:moveTo>
                    <a:pt x="927052" y="1698705"/>
                  </a:moveTo>
                  <a:lnTo>
                    <a:pt x="927052" y="1706903"/>
                  </a:lnTo>
                  <a:lnTo>
                    <a:pt x="931686" y="1706903"/>
                  </a:lnTo>
                  <a:lnTo>
                    <a:pt x="931686" y="1698705"/>
                  </a:lnTo>
                  <a:lnTo>
                    <a:pt x="927052" y="1698705"/>
                  </a:lnTo>
                  <a:close/>
                  <a:moveTo>
                    <a:pt x="919924" y="1698705"/>
                  </a:moveTo>
                  <a:lnTo>
                    <a:pt x="919924" y="1706903"/>
                  </a:lnTo>
                  <a:lnTo>
                    <a:pt x="924558" y="1706903"/>
                  </a:lnTo>
                  <a:lnTo>
                    <a:pt x="924558" y="1698705"/>
                  </a:lnTo>
                  <a:lnTo>
                    <a:pt x="919924" y="1698705"/>
                  </a:lnTo>
                  <a:close/>
                  <a:moveTo>
                    <a:pt x="912796" y="1698705"/>
                  </a:moveTo>
                  <a:lnTo>
                    <a:pt x="912796" y="1706903"/>
                  </a:lnTo>
                  <a:lnTo>
                    <a:pt x="917429" y="1706903"/>
                  </a:lnTo>
                  <a:lnTo>
                    <a:pt x="917429" y="1698705"/>
                  </a:lnTo>
                  <a:lnTo>
                    <a:pt x="912796" y="1698705"/>
                  </a:lnTo>
                  <a:close/>
                  <a:moveTo>
                    <a:pt x="905667" y="1705477"/>
                  </a:moveTo>
                  <a:lnTo>
                    <a:pt x="908519" y="1705477"/>
                  </a:lnTo>
                  <a:lnTo>
                    <a:pt x="908519" y="1700131"/>
                  </a:lnTo>
                  <a:lnTo>
                    <a:pt x="905667" y="1700131"/>
                  </a:lnTo>
                  <a:lnTo>
                    <a:pt x="905667" y="1705477"/>
                  </a:lnTo>
                  <a:close/>
                  <a:moveTo>
                    <a:pt x="898539" y="1705477"/>
                  </a:moveTo>
                  <a:lnTo>
                    <a:pt x="901390" y="1705477"/>
                  </a:lnTo>
                  <a:lnTo>
                    <a:pt x="901390" y="1700131"/>
                  </a:lnTo>
                  <a:lnTo>
                    <a:pt x="898539" y="1700131"/>
                  </a:lnTo>
                  <a:lnTo>
                    <a:pt x="898539" y="1705477"/>
                  </a:lnTo>
                  <a:close/>
                  <a:moveTo>
                    <a:pt x="891410" y="1705477"/>
                  </a:moveTo>
                  <a:lnTo>
                    <a:pt x="894262" y="1705477"/>
                  </a:lnTo>
                  <a:lnTo>
                    <a:pt x="894262" y="1700131"/>
                  </a:lnTo>
                  <a:lnTo>
                    <a:pt x="891410" y="1700131"/>
                  </a:lnTo>
                  <a:lnTo>
                    <a:pt x="891410" y="1705477"/>
                  </a:lnTo>
                  <a:close/>
                  <a:moveTo>
                    <a:pt x="884282" y="1705477"/>
                  </a:moveTo>
                  <a:lnTo>
                    <a:pt x="887133" y="1705477"/>
                  </a:lnTo>
                  <a:lnTo>
                    <a:pt x="887133" y="1700131"/>
                  </a:lnTo>
                  <a:lnTo>
                    <a:pt x="884282" y="1700131"/>
                  </a:lnTo>
                  <a:lnTo>
                    <a:pt x="884282" y="1705477"/>
                  </a:lnTo>
                  <a:close/>
                  <a:moveTo>
                    <a:pt x="877153" y="1705477"/>
                  </a:moveTo>
                  <a:lnTo>
                    <a:pt x="880005" y="1705477"/>
                  </a:lnTo>
                  <a:lnTo>
                    <a:pt x="880005" y="1700131"/>
                  </a:lnTo>
                  <a:lnTo>
                    <a:pt x="877153" y="1700131"/>
                  </a:lnTo>
                  <a:lnTo>
                    <a:pt x="877153" y="1705477"/>
                  </a:lnTo>
                  <a:close/>
                  <a:moveTo>
                    <a:pt x="870025" y="1705477"/>
                  </a:moveTo>
                  <a:lnTo>
                    <a:pt x="872876" y="1705477"/>
                  </a:lnTo>
                  <a:lnTo>
                    <a:pt x="872876" y="1700131"/>
                  </a:lnTo>
                  <a:lnTo>
                    <a:pt x="870025" y="1700131"/>
                  </a:lnTo>
                  <a:lnTo>
                    <a:pt x="870025" y="1705477"/>
                  </a:lnTo>
                  <a:close/>
                  <a:moveTo>
                    <a:pt x="862897" y="1705477"/>
                  </a:moveTo>
                  <a:lnTo>
                    <a:pt x="865748" y="1705477"/>
                  </a:lnTo>
                  <a:lnTo>
                    <a:pt x="865748" y="1700131"/>
                  </a:lnTo>
                  <a:lnTo>
                    <a:pt x="862897" y="1700131"/>
                  </a:lnTo>
                  <a:lnTo>
                    <a:pt x="862897" y="1705477"/>
                  </a:lnTo>
                  <a:close/>
                  <a:moveTo>
                    <a:pt x="855768" y="1705477"/>
                  </a:moveTo>
                  <a:lnTo>
                    <a:pt x="858620" y="1705477"/>
                  </a:lnTo>
                  <a:lnTo>
                    <a:pt x="858620" y="1700131"/>
                  </a:lnTo>
                  <a:lnTo>
                    <a:pt x="855768" y="1700131"/>
                  </a:lnTo>
                  <a:lnTo>
                    <a:pt x="855768" y="1705477"/>
                  </a:lnTo>
                  <a:close/>
                  <a:moveTo>
                    <a:pt x="848640" y="1705477"/>
                  </a:moveTo>
                  <a:lnTo>
                    <a:pt x="851491" y="1705477"/>
                  </a:lnTo>
                  <a:lnTo>
                    <a:pt x="851491" y="1700131"/>
                  </a:lnTo>
                  <a:lnTo>
                    <a:pt x="848640" y="1700131"/>
                  </a:lnTo>
                  <a:lnTo>
                    <a:pt x="848640" y="1705477"/>
                  </a:lnTo>
                  <a:close/>
                  <a:moveTo>
                    <a:pt x="841511" y="1705477"/>
                  </a:moveTo>
                  <a:lnTo>
                    <a:pt x="844363" y="1705477"/>
                  </a:lnTo>
                  <a:lnTo>
                    <a:pt x="844363" y="1700131"/>
                  </a:lnTo>
                  <a:lnTo>
                    <a:pt x="841511" y="1700131"/>
                  </a:lnTo>
                  <a:lnTo>
                    <a:pt x="841511" y="1705477"/>
                  </a:lnTo>
                  <a:close/>
                  <a:moveTo>
                    <a:pt x="834383" y="1705477"/>
                  </a:moveTo>
                  <a:lnTo>
                    <a:pt x="837234" y="1705477"/>
                  </a:lnTo>
                  <a:lnTo>
                    <a:pt x="837234" y="1700131"/>
                  </a:lnTo>
                  <a:lnTo>
                    <a:pt x="834383" y="1700131"/>
                  </a:lnTo>
                  <a:lnTo>
                    <a:pt x="834383" y="1705477"/>
                  </a:lnTo>
                  <a:close/>
                  <a:moveTo>
                    <a:pt x="827254" y="1705477"/>
                  </a:moveTo>
                  <a:lnTo>
                    <a:pt x="830106" y="1705477"/>
                  </a:lnTo>
                  <a:lnTo>
                    <a:pt x="830106" y="1698349"/>
                  </a:lnTo>
                  <a:lnTo>
                    <a:pt x="827254" y="1698349"/>
                  </a:lnTo>
                  <a:lnTo>
                    <a:pt x="827254" y="1705477"/>
                  </a:lnTo>
                  <a:close/>
                  <a:moveTo>
                    <a:pt x="820126" y="1705477"/>
                  </a:moveTo>
                  <a:lnTo>
                    <a:pt x="822977" y="1705477"/>
                  </a:lnTo>
                  <a:lnTo>
                    <a:pt x="822977" y="1698349"/>
                  </a:lnTo>
                  <a:lnTo>
                    <a:pt x="820126" y="1698349"/>
                  </a:lnTo>
                  <a:lnTo>
                    <a:pt x="820126" y="1705477"/>
                  </a:lnTo>
                  <a:close/>
                  <a:moveTo>
                    <a:pt x="812998" y="1705477"/>
                  </a:moveTo>
                  <a:lnTo>
                    <a:pt x="815849" y="1705477"/>
                  </a:lnTo>
                  <a:lnTo>
                    <a:pt x="815849" y="1698349"/>
                  </a:lnTo>
                  <a:lnTo>
                    <a:pt x="812998" y="1698349"/>
                  </a:lnTo>
                  <a:lnTo>
                    <a:pt x="812998" y="1705477"/>
                  </a:lnTo>
                  <a:close/>
                  <a:moveTo>
                    <a:pt x="805869" y="1705477"/>
                  </a:moveTo>
                  <a:lnTo>
                    <a:pt x="808721" y="1705477"/>
                  </a:lnTo>
                  <a:lnTo>
                    <a:pt x="808721" y="1698349"/>
                  </a:lnTo>
                  <a:lnTo>
                    <a:pt x="805869" y="1698349"/>
                  </a:lnTo>
                  <a:lnTo>
                    <a:pt x="805869" y="1705477"/>
                  </a:lnTo>
                  <a:close/>
                  <a:moveTo>
                    <a:pt x="798741" y="1705477"/>
                  </a:moveTo>
                  <a:lnTo>
                    <a:pt x="801592" y="1705477"/>
                  </a:lnTo>
                  <a:lnTo>
                    <a:pt x="801592" y="1698349"/>
                  </a:lnTo>
                  <a:lnTo>
                    <a:pt x="798741" y="1698349"/>
                  </a:lnTo>
                  <a:lnTo>
                    <a:pt x="798741" y="1705477"/>
                  </a:lnTo>
                  <a:close/>
                  <a:moveTo>
                    <a:pt x="791612" y="1705477"/>
                  </a:moveTo>
                  <a:lnTo>
                    <a:pt x="794464" y="1705477"/>
                  </a:lnTo>
                  <a:lnTo>
                    <a:pt x="794464" y="1698349"/>
                  </a:lnTo>
                  <a:lnTo>
                    <a:pt x="791612" y="1698349"/>
                  </a:lnTo>
                  <a:lnTo>
                    <a:pt x="791612" y="1705477"/>
                  </a:lnTo>
                  <a:close/>
                  <a:moveTo>
                    <a:pt x="784484" y="1705477"/>
                  </a:moveTo>
                  <a:lnTo>
                    <a:pt x="787335" y="1705477"/>
                  </a:lnTo>
                  <a:lnTo>
                    <a:pt x="787335" y="1698349"/>
                  </a:lnTo>
                  <a:lnTo>
                    <a:pt x="784484" y="1698349"/>
                  </a:lnTo>
                  <a:lnTo>
                    <a:pt x="784484" y="1705477"/>
                  </a:lnTo>
                  <a:close/>
                  <a:moveTo>
                    <a:pt x="777355" y="1705477"/>
                  </a:moveTo>
                  <a:lnTo>
                    <a:pt x="780207" y="1705477"/>
                  </a:lnTo>
                  <a:lnTo>
                    <a:pt x="780207" y="1698349"/>
                  </a:lnTo>
                  <a:lnTo>
                    <a:pt x="777355" y="1698349"/>
                  </a:lnTo>
                  <a:lnTo>
                    <a:pt x="777355" y="1705477"/>
                  </a:lnTo>
                  <a:close/>
                  <a:moveTo>
                    <a:pt x="770227" y="1705477"/>
                  </a:moveTo>
                  <a:lnTo>
                    <a:pt x="773078" y="1705477"/>
                  </a:lnTo>
                  <a:lnTo>
                    <a:pt x="773078" y="1698349"/>
                  </a:lnTo>
                  <a:lnTo>
                    <a:pt x="770227" y="1698349"/>
                  </a:lnTo>
                  <a:lnTo>
                    <a:pt x="770227" y="1705477"/>
                  </a:lnTo>
                  <a:close/>
                  <a:moveTo>
                    <a:pt x="763099" y="1705477"/>
                  </a:moveTo>
                  <a:lnTo>
                    <a:pt x="765950" y="1705477"/>
                  </a:lnTo>
                  <a:lnTo>
                    <a:pt x="765950" y="1698349"/>
                  </a:lnTo>
                  <a:lnTo>
                    <a:pt x="763099" y="1698349"/>
                  </a:lnTo>
                  <a:lnTo>
                    <a:pt x="763099" y="1705477"/>
                  </a:lnTo>
                  <a:close/>
                  <a:moveTo>
                    <a:pt x="755970" y="1705477"/>
                  </a:moveTo>
                  <a:lnTo>
                    <a:pt x="758821" y="1705477"/>
                  </a:lnTo>
                  <a:lnTo>
                    <a:pt x="758821" y="1698349"/>
                  </a:lnTo>
                  <a:lnTo>
                    <a:pt x="755970" y="1698349"/>
                  </a:lnTo>
                  <a:lnTo>
                    <a:pt x="755970" y="1705477"/>
                  </a:lnTo>
                  <a:close/>
                  <a:moveTo>
                    <a:pt x="748842" y="1705477"/>
                  </a:moveTo>
                  <a:lnTo>
                    <a:pt x="751693" y="1705477"/>
                  </a:lnTo>
                  <a:lnTo>
                    <a:pt x="751693" y="1698349"/>
                  </a:lnTo>
                  <a:lnTo>
                    <a:pt x="748842" y="1698349"/>
                  </a:lnTo>
                  <a:lnTo>
                    <a:pt x="748842" y="1705477"/>
                  </a:lnTo>
                  <a:close/>
                  <a:moveTo>
                    <a:pt x="739931" y="1696923"/>
                  </a:moveTo>
                  <a:lnTo>
                    <a:pt x="739931" y="1706903"/>
                  </a:lnTo>
                  <a:lnTo>
                    <a:pt x="744565" y="1706903"/>
                  </a:lnTo>
                  <a:lnTo>
                    <a:pt x="744565" y="1696923"/>
                  </a:lnTo>
                  <a:lnTo>
                    <a:pt x="739931" y="1696923"/>
                  </a:lnTo>
                  <a:close/>
                  <a:moveTo>
                    <a:pt x="732803" y="1695141"/>
                  </a:moveTo>
                  <a:lnTo>
                    <a:pt x="732803" y="1706903"/>
                  </a:lnTo>
                  <a:lnTo>
                    <a:pt x="737436" y="1706903"/>
                  </a:lnTo>
                  <a:lnTo>
                    <a:pt x="737436" y="1695141"/>
                  </a:lnTo>
                  <a:lnTo>
                    <a:pt x="732803" y="1695141"/>
                  </a:lnTo>
                  <a:close/>
                  <a:moveTo>
                    <a:pt x="725674" y="1695141"/>
                  </a:moveTo>
                  <a:lnTo>
                    <a:pt x="725674" y="1706903"/>
                  </a:lnTo>
                  <a:lnTo>
                    <a:pt x="730308" y="1706903"/>
                  </a:lnTo>
                  <a:lnTo>
                    <a:pt x="730308" y="1695141"/>
                  </a:lnTo>
                  <a:lnTo>
                    <a:pt x="725674" y="1695141"/>
                  </a:lnTo>
                  <a:close/>
                  <a:moveTo>
                    <a:pt x="718546" y="1695141"/>
                  </a:moveTo>
                  <a:lnTo>
                    <a:pt x="718546" y="1706903"/>
                  </a:lnTo>
                  <a:lnTo>
                    <a:pt x="723179" y="1706903"/>
                  </a:lnTo>
                  <a:lnTo>
                    <a:pt x="723179" y="1695141"/>
                  </a:lnTo>
                  <a:lnTo>
                    <a:pt x="718546" y="1695141"/>
                  </a:lnTo>
                  <a:close/>
                  <a:moveTo>
                    <a:pt x="711417" y="1695141"/>
                  </a:moveTo>
                  <a:lnTo>
                    <a:pt x="711417" y="1706903"/>
                  </a:lnTo>
                  <a:lnTo>
                    <a:pt x="716051" y="1706903"/>
                  </a:lnTo>
                  <a:lnTo>
                    <a:pt x="716051" y="1695141"/>
                  </a:lnTo>
                  <a:lnTo>
                    <a:pt x="711417" y="1695141"/>
                  </a:lnTo>
                  <a:close/>
                  <a:moveTo>
                    <a:pt x="704289" y="1695141"/>
                  </a:moveTo>
                  <a:lnTo>
                    <a:pt x="704289" y="1706903"/>
                  </a:lnTo>
                  <a:lnTo>
                    <a:pt x="708922" y="1706903"/>
                  </a:lnTo>
                  <a:lnTo>
                    <a:pt x="708922" y="1695141"/>
                  </a:lnTo>
                  <a:lnTo>
                    <a:pt x="704289" y="1695141"/>
                  </a:lnTo>
                  <a:close/>
                  <a:moveTo>
                    <a:pt x="697161" y="1695141"/>
                  </a:moveTo>
                  <a:lnTo>
                    <a:pt x="697161" y="1706903"/>
                  </a:lnTo>
                  <a:lnTo>
                    <a:pt x="701794" y="1706903"/>
                  </a:lnTo>
                  <a:lnTo>
                    <a:pt x="701794" y="1695141"/>
                  </a:lnTo>
                  <a:lnTo>
                    <a:pt x="697161" y="1695141"/>
                  </a:lnTo>
                  <a:close/>
                  <a:moveTo>
                    <a:pt x="690032" y="1695141"/>
                  </a:moveTo>
                  <a:lnTo>
                    <a:pt x="690032" y="1706903"/>
                  </a:lnTo>
                  <a:lnTo>
                    <a:pt x="694666" y="1706903"/>
                  </a:lnTo>
                  <a:lnTo>
                    <a:pt x="694666" y="1695141"/>
                  </a:lnTo>
                  <a:lnTo>
                    <a:pt x="690032" y="1695141"/>
                  </a:lnTo>
                  <a:close/>
                  <a:moveTo>
                    <a:pt x="682904" y="1695141"/>
                  </a:moveTo>
                  <a:lnTo>
                    <a:pt x="682904" y="1706903"/>
                  </a:lnTo>
                  <a:lnTo>
                    <a:pt x="687537" y="1706903"/>
                  </a:lnTo>
                  <a:lnTo>
                    <a:pt x="687537" y="1695141"/>
                  </a:lnTo>
                  <a:lnTo>
                    <a:pt x="682904" y="1695141"/>
                  </a:lnTo>
                  <a:close/>
                  <a:moveTo>
                    <a:pt x="675775" y="1693359"/>
                  </a:moveTo>
                  <a:lnTo>
                    <a:pt x="675775" y="1706903"/>
                  </a:lnTo>
                  <a:lnTo>
                    <a:pt x="680409" y="1706903"/>
                  </a:lnTo>
                  <a:lnTo>
                    <a:pt x="680409" y="1693359"/>
                  </a:lnTo>
                  <a:lnTo>
                    <a:pt x="675775" y="1693359"/>
                  </a:lnTo>
                  <a:close/>
                  <a:moveTo>
                    <a:pt x="668647" y="1693359"/>
                  </a:moveTo>
                  <a:lnTo>
                    <a:pt x="668647" y="1706903"/>
                  </a:lnTo>
                  <a:lnTo>
                    <a:pt x="673280" y="1706903"/>
                  </a:lnTo>
                  <a:lnTo>
                    <a:pt x="673280" y="1693359"/>
                  </a:lnTo>
                  <a:lnTo>
                    <a:pt x="668647" y="1693359"/>
                  </a:lnTo>
                  <a:close/>
                  <a:moveTo>
                    <a:pt x="661518" y="1693359"/>
                  </a:moveTo>
                  <a:lnTo>
                    <a:pt x="661518" y="1706903"/>
                  </a:lnTo>
                  <a:lnTo>
                    <a:pt x="666152" y="1706903"/>
                  </a:lnTo>
                  <a:lnTo>
                    <a:pt x="666152" y="1693359"/>
                  </a:lnTo>
                  <a:lnTo>
                    <a:pt x="661518" y="1693359"/>
                  </a:lnTo>
                  <a:close/>
                  <a:moveTo>
                    <a:pt x="654390" y="1705477"/>
                  </a:moveTo>
                  <a:lnTo>
                    <a:pt x="657241" y="1705477"/>
                  </a:lnTo>
                  <a:lnTo>
                    <a:pt x="657241" y="1694784"/>
                  </a:lnTo>
                  <a:lnTo>
                    <a:pt x="654390" y="1694784"/>
                  </a:lnTo>
                  <a:lnTo>
                    <a:pt x="654390" y="1705477"/>
                  </a:lnTo>
                  <a:close/>
                  <a:moveTo>
                    <a:pt x="647262" y="1705477"/>
                  </a:moveTo>
                  <a:lnTo>
                    <a:pt x="650113" y="1705477"/>
                  </a:lnTo>
                  <a:lnTo>
                    <a:pt x="650113" y="1694784"/>
                  </a:lnTo>
                  <a:lnTo>
                    <a:pt x="647262" y="1694784"/>
                  </a:lnTo>
                  <a:lnTo>
                    <a:pt x="647262" y="1705477"/>
                  </a:lnTo>
                  <a:close/>
                  <a:moveTo>
                    <a:pt x="640133" y="1705477"/>
                  </a:moveTo>
                  <a:lnTo>
                    <a:pt x="642984" y="1705477"/>
                  </a:lnTo>
                  <a:lnTo>
                    <a:pt x="642984" y="1694784"/>
                  </a:lnTo>
                  <a:lnTo>
                    <a:pt x="640133" y="1694784"/>
                  </a:lnTo>
                  <a:lnTo>
                    <a:pt x="640133" y="1705477"/>
                  </a:lnTo>
                  <a:close/>
                  <a:moveTo>
                    <a:pt x="633005" y="1705477"/>
                  </a:moveTo>
                  <a:lnTo>
                    <a:pt x="635856" y="1705477"/>
                  </a:lnTo>
                  <a:lnTo>
                    <a:pt x="635856" y="1694784"/>
                  </a:lnTo>
                  <a:lnTo>
                    <a:pt x="633005" y="1694784"/>
                  </a:lnTo>
                  <a:lnTo>
                    <a:pt x="633005" y="1705477"/>
                  </a:lnTo>
                  <a:close/>
                  <a:moveTo>
                    <a:pt x="625876" y="1705477"/>
                  </a:moveTo>
                  <a:lnTo>
                    <a:pt x="628728" y="1705477"/>
                  </a:lnTo>
                  <a:lnTo>
                    <a:pt x="628728" y="1694784"/>
                  </a:lnTo>
                  <a:lnTo>
                    <a:pt x="625876" y="1694784"/>
                  </a:lnTo>
                  <a:lnTo>
                    <a:pt x="625876" y="1705477"/>
                  </a:lnTo>
                  <a:close/>
                  <a:moveTo>
                    <a:pt x="618748" y="1705477"/>
                  </a:moveTo>
                  <a:lnTo>
                    <a:pt x="621599" y="1705477"/>
                  </a:lnTo>
                  <a:lnTo>
                    <a:pt x="621599" y="1694784"/>
                  </a:lnTo>
                  <a:lnTo>
                    <a:pt x="618748" y="1694784"/>
                  </a:lnTo>
                  <a:lnTo>
                    <a:pt x="618748" y="1705477"/>
                  </a:lnTo>
                  <a:close/>
                  <a:moveTo>
                    <a:pt x="611619" y="1705477"/>
                  </a:moveTo>
                  <a:lnTo>
                    <a:pt x="614471" y="1705477"/>
                  </a:lnTo>
                  <a:lnTo>
                    <a:pt x="614471" y="1694784"/>
                  </a:lnTo>
                  <a:lnTo>
                    <a:pt x="611619" y="1694784"/>
                  </a:lnTo>
                  <a:lnTo>
                    <a:pt x="611619" y="1705477"/>
                  </a:lnTo>
                  <a:close/>
                  <a:moveTo>
                    <a:pt x="604491" y="1705477"/>
                  </a:moveTo>
                  <a:lnTo>
                    <a:pt x="607342" y="1705477"/>
                  </a:lnTo>
                  <a:lnTo>
                    <a:pt x="607342" y="1694784"/>
                  </a:lnTo>
                  <a:lnTo>
                    <a:pt x="604491" y="1694784"/>
                  </a:lnTo>
                  <a:lnTo>
                    <a:pt x="604491" y="1705477"/>
                  </a:lnTo>
                  <a:close/>
                  <a:moveTo>
                    <a:pt x="597363" y="1705477"/>
                  </a:moveTo>
                  <a:lnTo>
                    <a:pt x="600214" y="1705477"/>
                  </a:lnTo>
                  <a:lnTo>
                    <a:pt x="600214" y="1694784"/>
                  </a:lnTo>
                  <a:lnTo>
                    <a:pt x="597363" y="1694784"/>
                  </a:lnTo>
                  <a:lnTo>
                    <a:pt x="597363" y="1705477"/>
                  </a:lnTo>
                  <a:close/>
                  <a:moveTo>
                    <a:pt x="590234" y="1705477"/>
                  </a:moveTo>
                  <a:lnTo>
                    <a:pt x="593085" y="1705477"/>
                  </a:lnTo>
                  <a:lnTo>
                    <a:pt x="593085" y="1694784"/>
                  </a:lnTo>
                  <a:lnTo>
                    <a:pt x="590234" y="1694784"/>
                  </a:lnTo>
                  <a:lnTo>
                    <a:pt x="590234" y="1705477"/>
                  </a:lnTo>
                  <a:close/>
                  <a:moveTo>
                    <a:pt x="583106" y="1705477"/>
                  </a:moveTo>
                  <a:lnTo>
                    <a:pt x="585957" y="1705477"/>
                  </a:lnTo>
                  <a:lnTo>
                    <a:pt x="585957" y="1694784"/>
                  </a:lnTo>
                  <a:lnTo>
                    <a:pt x="583106" y="1694784"/>
                  </a:lnTo>
                  <a:lnTo>
                    <a:pt x="583106" y="1705477"/>
                  </a:lnTo>
                  <a:close/>
                  <a:moveTo>
                    <a:pt x="575977" y="1705477"/>
                  </a:moveTo>
                  <a:lnTo>
                    <a:pt x="578829" y="1705477"/>
                  </a:lnTo>
                  <a:lnTo>
                    <a:pt x="578829" y="1694784"/>
                  </a:lnTo>
                  <a:lnTo>
                    <a:pt x="575977" y="1694784"/>
                  </a:lnTo>
                  <a:lnTo>
                    <a:pt x="575977" y="1705477"/>
                  </a:lnTo>
                  <a:close/>
                  <a:moveTo>
                    <a:pt x="568849" y="1705477"/>
                  </a:moveTo>
                  <a:lnTo>
                    <a:pt x="571700" y="1705477"/>
                  </a:lnTo>
                  <a:lnTo>
                    <a:pt x="571700" y="1694784"/>
                  </a:lnTo>
                  <a:lnTo>
                    <a:pt x="568849" y="1694784"/>
                  </a:lnTo>
                  <a:lnTo>
                    <a:pt x="568849" y="1705477"/>
                  </a:lnTo>
                  <a:close/>
                  <a:moveTo>
                    <a:pt x="561720" y="1705477"/>
                  </a:moveTo>
                  <a:lnTo>
                    <a:pt x="564572" y="1705477"/>
                  </a:lnTo>
                  <a:lnTo>
                    <a:pt x="564572" y="1693002"/>
                  </a:lnTo>
                  <a:lnTo>
                    <a:pt x="561720" y="1693002"/>
                  </a:lnTo>
                  <a:lnTo>
                    <a:pt x="561720" y="1705477"/>
                  </a:lnTo>
                  <a:close/>
                  <a:moveTo>
                    <a:pt x="554592" y="1705477"/>
                  </a:moveTo>
                  <a:lnTo>
                    <a:pt x="557443" y="1705477"/>
                  </a:lnTo>
                  <a:lnTo>
                    <a:pt x="557443" y="1693002"/>
                  </a:lnTo>
                  <a:lnTo>
                    <a:pt x="554592" y="1693002"/>
                  </a:lnTo>
                  <a:lnTo>
                    <a:pt x="554592" y="1705477"/>
                  </a:lnTo>
                  <a:close/>
                  <a:moveTo>
                    <a:pt x="547464" y="1705477"/>
                  </a:moveTo>
                  <a:lnTo>
                    <a:pt x="550315" y="1705477"/>
                  </a:lnTo>
                  <a:lnTo>
                    <a:pt x="550315" y="1693002"/>
                  </a:lnTo>
                  <a:lnTo>
                    <a:pt x="547464" y="1693002"/>
                  </a:lnTo>
                  <a:lnTo>
                    <a:pt x="547464" y="1705477"/>
                  </a:lnTo>
                  <a:close/>
                  <a:moveTo>
                    <a:pt x="540335" y="1705477"/>
                  </a:moveTo>
                  <a:lnTo>
                    <a:pt x="543186" y="1705477"/>
                  </a:lnTo>
                  <a:lnTo>
                    <a:pt x="543186" y="1693002"/>
                  </a:lnTo>
                  <a:lnTo>
                    <a:pt x="540335" y="1693002"/>
                  </a:lnTo>
                  <a:lnTo>
                    <a:pt x="540335" y="1705477"/>
                  </a:lnTo>
                  <a:close/>
                  <a:moveTo>
                    <a:pt x="533207" y="1705477"/>
                  </a:moveTo>
                  <a:lnTo>
                    <a:pt x="536058" y="1705477"/>
                  </a:lnTo>
                  <a:lnTo>
                    <a:pt x="536058" y="1693002"/>
                  </a:lnTo>
                  <a:lnTo>
                    <a:pt x="533207" y="1693002"/>
                  </a:lnTo>
                  <a:lnTo>
                    <a:pt x="533207" y="1705477"/>
                  </a:lnTo>
                  <a:close/>
                  <a:moveTo>
                    <a:pt x="526078" y="1705477"/>
                  </a:moveTo>
                  <a:lnTo>
                    <a:pt x="528930" y="1705477"/>
                  </a:lnTo>
                  <a:lnTo>
                    <a:pt x="528930" y="1693002"/>
                  </a:lnTo>
                  <a:lnTo>
                    <a:pt x="526078" y="1693002"/>
                  </a:lnTo>
                  <a:lnTo>
                    <a:pt x="526078" y="1705477"/>
                  </a:lnTo>
                  <a:close/>
                  <a:moveTo>
                    <a:pt x="518950" y="1705477"/>
                  </a:moveTo>
                  <a:lnTo>
                    <a:pt x="521801" y="1705477"/>
                  </a:lnTo>
                  <a:lnTo>
                    <a:pt x="521801" y="1693002"/>
                  </a:lnTo>
                  <a:lnTo>
                    <a:pt x="518950" y="1693002"/>
                  </a:lnTo>
                  <a:lnTo>
                    <a:pt x="518950" y="1705477"/>
                  </a:lnTo>
                  <a:close/>
                  <a:moveTo>
                    <a:pt x="511821" y="1705477"/>
                  </a:moveTo>
                  <a:lnTo>
                    <a:pt x="514673" y="1705477"/>
                  </a:lnTo>
                  <a:lnTo>
                    <a:pt x="514673" y="1693002"/>
                  </a:lnTo>
                  <a:lnTo>
                    <a:pt x="511821" y="1693002"/>
                  </a:lnTo>
                  <a:lnTo>
                    <a:pt x="511821" y="1705477"/>
                  </a:lnTo>
                  <a:close/>
                  <a:moveTo>
                    <a:pt x="504693" y="1705477"/>
                  </a:moveTo>
                  <a:lnTo>
                    <a:pt x="507544" y="1705477"/>
                  </a:lnTo>
                  <a:lnTo>
                    <a:pt x="507544" y="1691220"/>
                  </a:lnTo>
                  <a:lnTo>
                    <a:pt x="504693" y="1691220"/>
                  </a:lnTo>
                  <a:lnTo>
                    <a:pt x="504693" y="1705477"/>
                  </a:lnTo>
                  <a:close/>
                  <a:moveTo>
                    <a:pt x="495782" y="1689795"/>
                  </a:moveTo>
                  <a:lnTo>
                    <a:pt x="495782" y="1706903"/>
                  </a:lnTo>
                  <a:lnTo>
                    <a:pt x="500416" y="1706903"/>
                  </a:lnTo>
                  <a:lnTo>
                    <a:pt x="500416" y="1689795"/>
                  </a:lnTo>
                  <a:lnTo>
                    <a:pt x="495782" y="1689795"/>
                  </a:lnTo>
                  <a:close/>
                  <a:moveTo>
                    <a:pt x="488654" y="1689795"/>
                  </a:moveTo>
                  <a:lnTo>
                    <a:pt x="488654" y="1706903"/>
                  </a:lnTo>
                  <a:lnTo>
                    <a:pt x="493287" y="1706903"/>
                  </a:lnTo>
                  <a:lnTo>
                    <a:pt x="493287" y="1689795"/>
                  </a:lnTo>
                  <a:lnTo>
                    <a:pt x="488654" y="1689795"/>
                  </a:lnTo>
                  <a:close/>
                  <a:moveTo>
                    <a:pt x="481526" y="1689795"/>
                  </a:moveTo>
                  <a:lnTo>
                    <a:pt x="481526" y="1706903"/>
                  </a:lnTo>
                  <a:lnTo>
                    <a:pt x="486159" y="1706903"/>
                  </a:lnTo>
                  <a:lnTo>
                    <a:pt x="486159" y="1689795"/>
                  </a:lnTo>
                  <a:lnTo>
                    <a:pt x="481526" y="1689795"/>
                  </a:lnTo>
                  <a:close/>
                  <a:moveTo>
                    <a:pt x="474397" y="1689795"/>
                  </a:moveTo>
                  <a:lnTo>
                    <a:pt x="474397" y="1706903"/>
                  </a:lnTo>
                  <a:lnTo>
                    <a:pt x="479031" y="1706903"/>
                  </a:lnTo>
                  <a:lnTo>
                    <a:pt x="479031" y="1689795"/>
                  </a:lnTo>
                  <a:lnTo>
                    <a:pt x="474397" y="1689795"/>
                  </a:lnTo>
                  <a:close/>
                  <a:moveTo>
                    <a:pt x="467269" y="1689795"/>
                  </a:moveTo>
                  <a:lnTo>
                    <a:pt x="467269" y="1706903"/>
                  </a:lnTo>
                  <a:lnTo>
                    <a:pt x="471902" y="1706903"/>
                  </a:lnTo>
                  <a:lnTo>
                    <a:pt x="471902" y="1689795"/>
                  </a:lnTo>
                  <a:lnTo>
                    <a:pt x="467269" y="1689795"/>
                  </a:lnTo>
                  <a:close/>
                  <a:moveTo>
                    <a:pt x="460140" y="1688012"/>
                  </a:moveTo>
                  <a:lnTo>
                    <a:pt x="460140" y="1706903"/>
                  </a:lnTo>
                  <a:lnTo>
                    <a:pt x="464774" y="1706903"/>
                  </a:lnTo>
                  <a:lnTo>
                    <a:pt x="464774" y="1688012"/>
                  </a:lnTo>
                  <a:lnTo>
                    <a:pt x="460140" y="1688012"/>
                  </a:lnTo>
                  <a:close/>
                  <a:moveTo>
                    <a:pt x="453012" y="1688012"/>
                  </a:moveTo>
                  <a:lnTo>
                    <a:pt x="453012" y="1706903"/>
                  </a:lnTo>
                  <a:lnTo>
                    <a:pt x="457645" y="1706903"/>
                  </a:lnTo>
                  <a:lnTo>
                    <a:pt x="457645" y="1688012"/>
                  </a:lnTo>
                  <a:lnTo>
                    <a:pt x="453012" y="1688012"/>
                  </a:lnTo>
                  <a:close/>
                  <a:moveTo>
                    <a:pt x="445883" y="1688012"/>
                  </a:moveTo>
                  <a:lnTo>
                    <a:pt x="445883" y="1706903"/>
                  </a:lnTo>
                  <a:lnTo>
                    <a:pt x="450517" y="1706903"/>
                  </a:lnTo>
                  <a:lnTo>
                    <a:pt x="450517" y="1688012"/>
                  </a:lnTo>
                  <a:lnTo>
                    <a:pt x="445883" y="1688012"/>
                  </a:lnTo>
                  <a:close/>
                  <a:moveTo>
                    <a:pt x="438755" y="1686230"/>
                  </a:moveTo>
                  <a:lnTo>
                    <a:pt x="438755" y="1706903"/>
                  </a:lnTo>
                  <a:lnTo>
                    <a:pt x="443388" y="1706903"/>
                  </a:lnTo>
                  <a:lnTo>
                    <a:pt x="443388" y="1686230"/>
                  </a:lnTo>
                  <a:lnTo>
                    <a:pt x="438755" y="1686230"/>
                  </a:lnTo>
                  <a:close/>
                  <a:moveTo>
                    <a:pt x="431627" y="1686230"/>
                  </a:moveTo>
                  <a:lnTo>
                    <a:pt x="431627" y="1706903"/>
                  </a:lnTo>
                  <a:lnTo>
                    <a:pt x="436260" y="1706903"/>
                  </a:lnTo>
                  <a:lnTo>
                    <a:pt x="436260" y="1686230"/>
                  </a:lnTo>
                  <a:lnTo>
                    <a:pt x="431627" y="1686230"/>
                  </a:lnTo>
                  <a:close/>
                  <a:moveTo>
                    <a:pt x="424498" y="1686230"/>
                  </a:moveTo>
                  <a:lnTo>
                    <a:pt x="424498" y="1706903"/>
                  </a:lnTo>
                  <a:lnTo>
                    <a:pt x="429132" y="1706903"/>
                  </a:lnTo>
                  <a:lnTo>
                    <a:pt x="429132" y="1686230"/>
                  </a:lnTo>
                  <a:lnTo>
                    <a:pt x="424498" y="1686230"/>
                  </a:lnTo>
                  <a:close/>
                  <a:moveTo>
                    <a:pt x="417370" y="1686230"/>
                  </a:moveTo>
                  <a:lnTo>
                    <a:pt x="417370" y="1706903"/>
                  </a:lnTo>
                  <a:lnTo>
                    <a:pt x="422003" y="1706903"/>
                  </a:lnTo>
                  <a:lnTo>
                    <a:pt x="422003" y="1686230"/>
                  </a:lnTo>
                  <a:lnTo>
                    <a:pt x="417370" y="1686230"/>
                  </a:lnTo>
                  <a:close/>
                  <a:moveTo>
                    <a:pt x="410241" y="1686230"/>
                  </a:moveTo>
                  <a:lnTo>
                    <a:pt x="410241" y="1706903"/>
                  </a:lnTo>
                  <a:lnTo>
                    <a:pt x="414875" y="1706903"/>
                  </a:lnTo>
                  <a:lnTo>
                    <a:pt x="414875" y="1686230"/>
                  </a:lnTo>
                  <a:lnTo>
                    <a:pt x="410241" y="1686230"/>
                  </a:lnTo>
                  <a:close/>
                  <a:moveTo>
                    <a:pt x="403113" y="1705477"/>
                  </a:moveTo>
                  <a:lnTo>
                    <a:pt x="405964" y="1705477"/>
                  </a:lnTo>
                  <a:lnTo>
                    <a:pt x="405964" y="1687656"/>
                  </a:lnTo>
                  <a:lnTo>
                    <a:pt x="403113" y="1687656"/>
                  </a:lnTo>
                  <a:lnTo>
                    <a:pt x="403113" y="1705477"/>
                  </a:lnTo>
                  <a:close/>
                  <a:moveTo>
                    <a:pt x="395984" y="1705477"/>
                  </a:moveTo>
                  <a:lnTo>
                    <a:pt x="398836" y="1705477"/>
                  </a:lnTo>
                  <a:lnTo>
                    <a:pt x="398836" y="1685874"/>
                  </a:lnTo>
                  <a:lnTo>
                    <a:pt x="395984" y="1685874"/>
                  </a:lnTo>
                  <a:lnTo>
                    <a:pt x="395984" y="1705477"/>
                  </a:lnTo>
                  <a:close/>
                  <a:moveTo>
                    <a:pt x="388856" y="1705477"/>
                  </a:moveTo>
                  <a:lnTo>
                    <a:pt x="391707" y="1705477"/>
                  </a:lnTo>
                  <a:lnTo>
                    <a:pt x="391707" y="1685874"/>
                  </a:lnTo>
                  <a:lnTo>
                    <a:pt x="388856" y="1685874"/>
                  </a:lnTo>
                  <a:lnTo>
                    <a:pt x="388856" y="1705477"/>
                  </a:lnTo>
                  <a:close/>
                  <a:moveTo>
                    <a:pt x="381727" y="1705477"/>
                  </a:moveTo>
                  <a:lnTo>
                    <a:pt x="384579" y="1705477"/>
                  </a:lnTo>
                  <a:lnTo>
                    <a:pt x="384579" y="1685874"/>
                  </a:lnTo>
                  <a:lnTo>
                    <a:pt x="381727" y="1685874"/>
                  </a:lnTo>
                  <a:lnTo>
                    <a:pt x="381727" y="1705477"/>
                  </a:lnTo>
                  <a:close/>
                  <a:moveTo>
                    <a:pt x="374599" y="1705477"/>
                  </a:moveTo>
                  <a:lnTo>
                    <a:pt x="377450" y="1705477"/>
                  </a:lnTo>
                  <a:lnTo>
                    <a:pt x="377450" y="1685874"/>
                  </a:lnTo>
                  <a:lnTo>
                    <a:pt x="374599" y="1685874"/>
                  </a:lnTo>
                  <a:lnTo>
                    <a:pt x="374599" y="1705477"/>
                  </a:lnTo>
                  <a:close/>
                  <a:moveTo>
                    <a:pt x="367471" y="1705477"/>
                  </a:moveTo>
                  <a:lnTo>
                    <a:pt x="370322" y="1705477"/>
                  </a:lnTo>
                  <a:lnTo>
                    <a:pt x="370322" y="1685874"/>
                  </a:lnTo>
                  <a:lnTo>
                    <a:pt x="367471" y="1685874"/>
                  </a:lnTo>
                  <a:lnTo>
                    <a:pt x="367471" y="1705477"/>
                  </a:lnTo>
                  <a:close/>
                  <a:moveTo>
                    <a:pt x="360342" y="1705477"/>
                  </a:moveTo>
                  <a:lnTo>
                    <a:pt x="363194" y="1705477"/>
                  </a:lnTo>
                  <a:lnTo>
                    <a:pt x="363194" y="1685874"/>
                  </a:lnTo>
                  <a:lnTo>
                    <a:pt x="360342" y="1685874"/>
                  </a:lnTo>
                  <a:lnTo>
                    <a:pt x="360342" y="1705477"/>
                  </a:lnTo>
                  <a:close/>
                  <a:moveTo>
                    <a:pt x="353214" y="1705477"/>
                  </a:moveTo>
                  <a:lnTo>
                    <a:pt x="356065" y="1705477"/>
                  </a:lnTo>
                  <a:lnTo>
                    <a:pt x="356065" y="1685874"/>
                  </a:lnTo>
                  <a:lnTo>
                    <a:pt x="353214" y="1685874"/>
                  </a:lnTo>
                  <a:lnTo>
                    <a:pt x="353214" y="1705477"/>
                  </a:lnTo>
                  <a:close/>
                  <a:moveTo>
                    <a:pt x="346085" y="1705477"/>
                  </a:moveTo>
                  <a:lnTo>
                    <a:pt x="348937" y="1705477"/>
                  </a:lnTo>
                  <a:lnTo>
                    <a:pt x="348937" y="1684092"/>
                  </a:lnTo>
                  <a:lnTo>
                    <a:pt x="346085" y="1684092"/>
                  </a:lnTo>
                  <a:lnTo>
                    <a:pt x="346085" y="1705477"/>
                  </a:lnTo>
                  <a:close/>
                  <a:moveTo>
                    <a:pt x="338957" y="1705477"/>
                  </a:moveTo>
                  <a:lnTo>
                    <a:pt x="341808" y="1705477"/>
                  </a:lnTo>
                  <a:lnTo>
                    <a:pt x="341808" y="1684092"/>
                  </a:lnTo>
                  <a:lnTo>
                    <a:pt x="338957" y="1684092"/>
                  </a:lnTo>
                  <a:lnTo>
                    <a:pt x="338957" y="1705477"/>
                  </a:lnTo>
                  <a:close/>
                  <a:moveTo>
                    <a:pt x="331828" y="1705477"/>
                  </a:moveTo>
                  <a:lnTo>
                    <a:pt x="334680" y="1705477"/>
                  </a:lnTo>
                  <a:lnTo>
                    <a:pt x="334680" y="1682310"/>
                  </a:lnTo>
                  <a:lnTo>
                    <a:pt x="331828" y="1682310"/>
                  </a:lnTo>
                  <a:lnTo>
                    <a:pt x="331828" y="1705477"/>
                  </a:lnTo>
                  <a:close/>
                  <a:moveTo>
                    <a:pt x="324700" y="1705477"/>
                  </a:moveTo>
                  <a:lnTo>
                    <a:pt x="327551" y="1705477"/>
                  </a:lnTo>
                  <a:lnTo>
                    <a:pt x="327551" y="1682310"/>
                  </a:lnTo>
                  <a:lnTo>
                    <a:pt x="324700" y="1682310"/>
                  </a:lnTo>
                  <a:lnTo>
                    <a:pt x="324700" y="1705477"/>
                  </a:lnTo>
                  <a:close/>
                  <a:moveTo>
                    <a:pt x="317572" y="1705477"/>
                  </a:moveTo>
                  <a:lnTo>
                    <a:pt x="320423" y="1705477"/>
                  </a:lnTo>
                  <a:lnTo>
                    <a:pt x="320423" y="1682310"/>
                  </a:lnTo>
                  <a:lnTo>
                    <a:pt x="317572" y="1682310"/>
                  </a:lnTo>
                  <a:lnTo>
                    <a:pt x="317572" y="1705477"/>
                  </a:lnTo>
                  <a:close/>
                  <a:moveTo>
                    <a:pt x="310443" y="1705477"/>
                  </a:moveTo>
                  <a:lnTo>
                    <a:pt x="313295" y="1705477"/>
                  </a:lnTo>
                  <a:lnTo>
                    <a:pt x="313295" y="1680528"/>
                  </a:lnTo>
                  <a:lnTo>
                    <a:pt x="310443" y="1680528"/>
                  </a:lnTo>
                  <a:lnTo>
                    <a:pt x="310443" y="1705477"/>
                  </a:lnTo>
                  <a:close/>
                  <a:moveTo>
                    <a:pt x="303315" y="1705477"/>
                  </a:moveTo>
                  <a:lnTo>
                    <a:pt x="306166" y="1705477"/>
                  </a:lnTo>
                  <a:lnTo>
                    <a:pt x="306166" y="1676963"/>
                  </a:lnTo>
                  <a:lnTo>
                    <a:pt x="303315" y="1676963"/>
                  </a:lnTo>
                  <a:lnTo>
                    <a:pt x="303315" y="1705477"/>
                  </a:lnTo>
                  <a:close/>
                  <a:moveTo>
                    <a:pt x="296186" y="1705477"/>
                  </a:moveTo>
                  <a:lnTo>
                    <a:pt x="299038" y="1705477"/>
                  </a:lnTo>
                  <a:lnTo>
                    <a:pt x="299038" y="1676963"/>
                  </a:lnTo>
                  <a:lnTo>
                    <a:pt x="296186" y="1676963"/>
                  </a:lnTo>
                  <a:lnTo>
                    <a:pt x="296186" y="1705477"/>
                  </a:lnTo>
                  <a:close/>
                  <a:moveTo>
                    <a:pt x="289058" y="1705477"/>
                  </a:moveTo>
                  <a:lnTo>
                    <a:pt x="291909" y="1705477"/>
                  </a:lnTo>
                  <a:lnTo>
                    <a:pt x="291909" y="1675181"/>
                  </a:lnTo>
                  <a:lnTo>
                    <a:pt x="289058" y="1675181"/>
                  </a:lnTo>
                  <a:lnTo>
                    <a:pt x="289058" y="1705477"/>
                  </a:lnTo>
                  <a:close/>
                  <a:moveTo>
                    <a:pt x="281929" y="1705477"/>
                  </a:moveTo>
                  <a:lnTo>
                    <a:pt x="284781" y="1705477"/>
                  </a:lnTo>
                  <a:lnTo>
                    <a:pt x="284781" y="1675181"/>
                  </a:lnTo>
                  <a:lnTo>
                    <a:pt x="281929" y="1675181"/>
                  </a:lnTo>
                  <a:lnTo>
                    <a:pt x="281929" y="1705477"/>
                  </a:lnTo>
                  <a:close/>
                  <a:moveTo>
                    <a:pt x="274801" y="1705477"/>
                  </a:moveTo>
                  <a:lnTo>
                    <a:pt x="277652" y="1705477"/>
                  </a:lnTo>
                  <a:lnTo>
                    <a:pt x="277652" y="1673399"/>
                  </a:lnTo>
                  <a:lnTo>
                    <a:pt x="274801" y="1673399"/>
                  </a:lnTo>
                  <a:lnTo>
                    <a:pt x="274801" y="1705477"/>
                  </a:lnTo>
                  <a:close/>
                  <a:moveTo>
                    <a:pt x="267673" y="1705477"/>
                  </a:moveTo>
                  <a:lnTo>
                    <a:pt x="270524" y="1705477"/>
                  </a:lnTo>
                  <a:lnTo>
                    <a:pt x="270524" y="1673399"/>
                  </a:lnTo>
                  <a:lnTo>
                    <a:pt x="267673" y="1673399"/>
                  </a:lnTo>
                  <a:lnTo>
                    <a:pt x="267673" y="1705477"/>
                  </a:lnTo>
                  <a:close/>
                  <a:moveTo>
                    <a:pt x="260544" y="1705477"/>
                  </a:moveTo>
                  <a:lnTo>
                    <a:pt x="263396" y="1705477"/>
                  </a:lnTo>
                  <a:lnTo>
                    <a:pt x="263396" y="1673399"/>
                  </a:lnTo>
                  <a:lnTo>
                    <a:pt x="260544" y="1673399"/>
                  </a:lnTo>
                  <a:lnTo>
                    <a:pt x="260544" y="1705477"/>
                  </a:lnTo>
                  <a:close/>
                  <a:moveTo>
                    <a:pt x="253416" y="1705477"/>
                  </a:moveTo>
                  <a:lnTo>
                    <a:pt x="256267" y="1705477"/>
                  </a:lnTo>
                  <a:lnTo>
                    <a:pt x="256267" y="1669835"/>
                  </a:lnTo>
                  <a:lnTo>
                    <a:pt x="253416" y="1669835"/>
                  </a:lnTo>
                  <a:lnTo>
                    <a:pt x="253416" y="1705477"/>
                  </a:lnTo>
                  <a:close/>
                  <a:moveTo>
                    <a:pt x="244505" y="1663063"/>
                  </a:moveTo>
                  <a:lnTo>
                    <a:pt x="244505" y="1706903"/>
                  </a:lnTo>
                  <a:lnTo>
                    <a:pt x="249139" y="1706903"/>
                  </a:lnTo>
                  <a:lnTo>
                    <a:pt x="249139" y="1663063"/>
                  </a:lnTo>
                  <a:lnTo>
                    <a:pt x="244505" y="1663063"/>
                  </a:lnTo>
                  <a:close/>
                  <a:moveTo>
                    <a:pt x="237377" y="1663063"/>
                  </a:moveTo>
                  <a:lnTo>
                    <a:pt x="237377" y="1706903"/>
                  </a:lnTo>
                  <a:lnTo>
                    <a:pt x="242010" y="1706903"/>
                  </a:lnTo>
                  <a:lnTo>
                    <a:pt x="242010" y="1663063"/>
                  </a:lnTo>
                  <a:lnTo>
                    <a:pt x="237377" y="1663063"/>
                  </a:lnTo>
                  <a:close/>
                  <a:moveTo>
                    <a:pt x="230248" y="1663063"/>
                  </a:moveTo>
                  <a:lnTo>
                    <a:pt x="230248" y="1706903"/>
                  </a:lnTo>
                  <a:lnTo>
                    <a:pt x="234882" y="1706903"/>
                  </a:lnTo>
                  <a:lnTo>
                    <a:pt x="234882" y="1663063"/>
                  </a:lnTo>
                  <a:lnTo>
                    <a:pt x="230248" y="1663063"/>
                  </a:lnTo>
                  <a:close/>
                  <a:moveTo>
                    <a:pt x="223120" y="1663063"/>
                  </a:moveTo>
                  <a:lnTo>
                    <a:pt x="223120" y="1706903"/>
                  </a:lnTo>
                  <a:lnTo>
                    <a:pt x="227753" y="1706903"/>
                  </a:lnTo>
                  <a:lnTo>
                    <a:pt x="227753" y="1663063"/>
                  </a:lnTo>
                  <a:lnTo>
                    <a:pt x="223120" y="1663063"/>
                  </a:lnTo>
                  <a:close/>
                  <a:moveTo>
                    <a:pt x="215991" y="1657717"/>
                  </a:moveTo>
                  <a:lnTo>
                    <a:pt x="215991" y="1706903"/>
                  </a:lnTo>
                  <a:lnTo>
                    <a:pt x="220625" y="1706903"/>
                  </a:lnTo>
                  <a:lnTo>
                    <a:pt x="220625" y="1657717"/>
                  </a:lnTo>
                  <a:lnTo>
                    <a:pt x="215991" y="1657717"/>
                  </a:lnTo>
                  <a:close/>
                  <a:moveTo>
                    <a:pt x="208863" y="1657717"/>
                  </a:moveTo>
                  <a:lnTo>
                    <a:pt x="208863" y="1706903"/>
                  </a:lnTo>
                  <a:lnTo>
                    <a:pt x="213497" y="1706903"/>
                  </a:lnTo>
                  <a:lnTo>
                    <a:pt x="213497" y="1657717"/>
                  </a:lnTo>
                  <a:lnTo>
                    <a:pt x="208863" y="1657717"/>
                  </a:lnTo>
                  <a:close/>
                  <a:moveTo>
                    <a:pt x="201735" y="1652370"/>
                  </a:moveTo>
                  <a:lnTo>
                    <a:pt x="201735" y="1706903"/>
                  </a:lnTo>
                  <a:lnTo>
                    <a:pt x="206368" y="1706903"/>
                  </a:lnTo>
                  <a:lnTo>
                    <a:pt x="206368" y="1652370"/>
                  </a:lnTo>
                  <a:lnTo>
                    <a:pt x="201735" y="1652370"/>
                  </a:lnTo>
                  <a:close/>
                  <a:moveTo>
                    <a:pt x="194606" y="1648806"/>
                  </a:moveTo>
                  <a:lnTo>
                    <a:pt x="194606" y="1706903"/>
                  </a:lnTo>
                  <a:lnTo>
                    <a:pt x="199240" y="1706903"/>
                  </a:lnTo>
                  <a:lnTo>
                    <a:pt x="199240" y="1648806"/>
                  </a:lnTo>
                  <a:lnTo>
                    <a:pt x="194606" y="1648806"/>
                  </a:lnTo>
                  <a:close/>
                  <a:moveTo>
                    <a:pt x="187478" y="1641678"/>
                  </a:moveTo>
                  <a:lnTo>
                    <a:pt x="187478" y="1706903"/>
                  </a:lnTo>
                  <a:lnTo>
                    <a:pt x="192111" y="1706903"/>
                  </a:lnTo>
                  <a:lnTo>
                    <a:pt x="192111" y="1641678"/>
                  </a:lnTo>
                  <a:lnTo>
                    <a:pt x="187478" y="164167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044" name="Vector layer F98686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333611" y="1069265"/>
                  </a:moveTo>
                  <a:lnTo>
                    <a:pt x="336462" y="1069265"/>
                  </a:lnTo>
                  <a:lnTo>
                    <a:pt x="336462" y="1040751"/>
                  </a:lnTo>
                  <a:lnTo>
                    <a:pt x="333611" y="1040751"/>
                  </a:lnTo>
                  <a:lnTo>
                    <a:pt x="333611" y="1069265"/>
                  </a:lnTo>
                  <a:close/>
                  <a:moveTo>
                    <a:pt x="317572" y="1030058"/>
                  </a:moveTo>
                  <a:lnTo>
                    <a:pt x="320423" y="1030058"/>
                  </a:lnTo>
                  <a:lnTo>
                    <a:pt x="320423" y="1001545"/>
                  </a:lnTo>
                  <a:lnTo>
                    <a:pt x="317572" y="1001545"/>
                  </a:lnTo>
                  <a:lnTo>
                    <a:pt x="317572" y="1030058"/>
                  </a:lnTo>
                  <a:close/>
                  <a:moveTo>
                    <a:pt x="335393" y="948081"/>
                  </a:moveTo>
                  <a:lnTo>
                    <a:pt x="338244" y="948081"/>
                  </a:lnTo>
                  <a:lnTo>
                    <a:pt x="338244" y="919568"/>
                  </a:lnTo>
                  <a:lnTo>
                    <a:pt x="335393" y="919568"/>
                  </a:lnTo>
                  <a:lnTo>
                    <a:pt x="335393" y="948081"/>
                  </a:lnTo>
                  <a:close/>
                  <a:moveTo>
                    <a:pt x="319354" y="908875"/>
                  </a:moveTo>
                  <a:lnTo>
                    <a:pt x="322205" y="908875"/>
                  </a:lnTo>
                  <a:lnTo>
                    <a:pt x="322205" y="880361"/>
                  </a:lnTo>
                  <a:lnTo>
                    <a:pt x="319354" y="880361"/>
                  </a:lnTo>
                  <a:lnTo>
                    <a:pt x="319354" y="908875"/>
                  </a:lnTo>
                  <a:close/>
                  <a:moveTo>
                    <a:pt x="337175" y="826898"/>
                  </a:moveTo>
                  <a:lnTo>
                    <a:pt x="340026" y="826898"/>
                  </a:lnTo>
                  <a:lnTo>
                    <a:pt x="340026" y="800166"/>
                  </a:lnTo>
                  <a:lnTo>
                    <a:pt x="337175" y="800166"/>
                  </a:lnTo>
                  <a:lnTo>
                    <a:pt x="337175" y="826898"/>
                  </a:lnTo>
                  <a:close/>
                  <a:moveTo>
                    <a:pt x="321136" y="787692"/>
                  </a:moveTo>
                  <a:lnTo>
                    <a:pt x="323987" y="787692"/>
                  </a:lnTo>
                  <a:lnTo>
                    <a:pt x="323987" y="759178"/>
                  </a:lnTo>
                  <a:lnTo>
                    <a:pt x="321136" y="759178"/>
                  </a:lnTo>
                  <a:lnTo>
                    <a:pt x="321136" y="787692"/>
                  </a:lnTo>
                  <a:close/>
                  <a:moveTo>
                    <a:pt x="338957" y="707497"/>
                  </a:moveTo>
                  <a:lnTo>
                    <a:pt x="341808" y="707497"/>
                  </a:lnTo>
                  <a:lnTo>
                    <a:pt x="341808" y="678983"/>
                  </a:lnTo>
                  <a:lnTo>
                    <a:pt x="338957" y="678983"/>
                  </a:lnTo>
                  <a:lnTo>
                    <a:pt x="338957" y="707497"/>
                  </a:lnTo>
                  <a:close/>
                  <a:moveTo>
                    <a:pt x="1290246" y="667934"/>
                  </a:moveTo>
                  <a:lnTo>
                    <a:pt x="1290246" y="665083"/>
                  </a:lnTo>
                  <a:lnTo>
                    <a:pt x="1286682" y="665083"/>
                  </a:lnTo>
                  <a:lnTo>
                    <a:pt x="1286682" y="667934"/>
                  </a:lnTo>
                  <a:lnTo>
                    <a:pt x="1290246" y="667934"/>
                  </a:lnTo>
                  <a:close/>
                  <a:moveTo>
                    <a:pt x="1283118" y="646549"/>
                  </a:moveTo>
                  <a:lnTo>
                    <a:pt x="1283118" y="643697"/>
                  </a:lnTo>
                  <a:lnTo>
                    <a:pt x="1281335" y="643697"/>
                  </a:lnTo>
                  <a:lnTo>
                    <a:pt x="1281335" y="646549"/>
                  </a:lnTo>
                  <a:lnTo>
                    <a:pt x="1283118" y="646549"/>
                  </a:lnTo>
                  <a:close/>
                  <a:moveTo>
                    <a:pt x="1302721" y="644767"/>
                  </a:moveTo>
                  <a:lnTo>
                    <a:pt x="1302721" y="641915"/>
                  </a:lnTo>
                  <a:lnTo>
                    <a:pt x="1300939" y="641915"/>
                  </a:lnTo>
                  <a:lnTo>
                    <a:pt x="1300939" y="644767"/>
                  </a:lnTo>
                  <a:lnTo>
                    <a:pt x="1302721" y="644767"/>
                  </a:lnTo>
                  <a:close/>
                  <a:moveTo>
                    <a:pt x="322918" y="666508"/>
                  </a:moveTo>
                  <a:lnTo>
                    <a:pt x="325769" y="666508"/>
                  </a:lnTo>
                  <a:lnTo>
                    <a:pt x="325769" y="637995"/>
                  </a:lnTo>
                  <a:lnTo>
                    <a:pt x="322918" y="637995"/>
                  </a:lnTo>
                  <a:lnTo>
                    <a:pt x="322918" y="666508"/>
                  </a:lnTo>
                  <a:close/>
                  <a:moveTo>
                    <a:pt x="1293810" y="623381"/>
                  </a:moveTo>
                  <a:lnTo>
                    <a:pt x="1293810" y="620530"/>
                  </a:lnTo>
                  <a:lnTo>
                    <a:pt x="1292028" y="620530"/>
                  </a:lnTo>
                  <a:lnTo>
                    <a:pt x="1292028" y="623381"/>
                  </a:lnTo>
                  <a:lnTo>
                    <a:pt x="1293810" y="623381"/>
                  </a:lnTo>
                  <a:close/>
                  <a:moveTo>
                    <a:pt x="354996" y="602352"/>
                  </a:moveTo>
                  <a:lnTo>
                    <a:pt x="357847" y="602352"/>
                  </a:lnTo>
                  <a:lnTo>
                    <a:pt x="357847" y="577403"/>
                  </a:lnTo>
                  <a:lnTo>
                    <a:pt x="354996" y="577403"/>
                  </a:lnTo>
                  <a:lnTo>
                    <a:pt x="354996" y="602352"/>
                  </a:lnTo>
                  <a:close/>
                  <a:moveTo>
                    <a:pt x="338957" y="564928"/>
                  </a:moveTo>
                  <a:lnTo>
                    <a:pt x="341808" y="564928"/>
                  </a:lnTo>
                  <a:lnTo>
                    <a:pt x="341808" y="539979"/>
                  </a:lnTo>
                  <a:lnTo>
                    <a:pt x="338957" y="539979"/>
                  </a:lnTo>
                  <a:lnTo>
                    <a:pt x="338957" y="564928"/>
                  </a:lnTo>
                  <a:close/>
                  <a:moveTo>
                    <a:pt x="356778" y="490080"/>
                  </a:moveTo>
                  <a:lnTo>
                    <a:pt x="359629" y="490080"/>
                  </a:lnTo>
                  <a:lnTo>
                    <a:pt x="359629" y="465130"/>
                  </a:lnTo>
                  <a:lnTo>
                    <a:pt x="356778" y="465130"/>
                  </a:lnTo>
                  <a:lnTo>
                    <a:pt x="356778" y="490080"/>
                  </a:lnTo>
                  <a:close/>
                  <a:moveTo>
                    <a:pt x="340739" y="454437"/>
                  </a:moveTo>
                  <a:lnTo>
                    <a:pt x="343590" y="454437"/>
                  </a:lnTo>
                  <a:lnTo>
                    <a:pt x="343590" y="427706"/>
                  </a:lnTo>
                  <a:lnTo>
                    <a:pt x="340739" y="427706"/>
                  </a:lnTo>
                  <a:lnTo>
                    <a:pt x="340739" y="454437"/>
                  </a:lnTo>
                  <a:close/>
                  <a:moveTo>
                    <a:pt x="358560" y="379589"/>
                  </a:moveTo>
                  <a:lnTo>
                    <a:pt x="361411" y="379589"/>
                  </a:lnTo>
                  <a:lnTo>
                    <a:pt x="361411" y="352857"/>
                  </a:lnTo>
                  <a:lnTo>
                    <a:pt x="358560" y="352857"/>
                  </a:lnTo>
                  <a:lnTo>
                    <a:pt x="358560" y="379589"/>
                  </a:lnTo>
                  <a:close/>
                  <a:moveTo>
                    <a:pt x="342521" y="342165"/>
                  </a:moveTo>
                  <a:lnTo>
                    <a:pt x="345372" y="342165"/>
                  </a:lnTo>
                  <a:lnTo>
                    <a:pt x="345372" y="315433"/>
                  </a:lnTo>
                  <a:lnTo>
                    <a:pt x="342521" y="315433"/>
                  </a:lnTo>
                  <a:lnTo>
                    <a:pt x="342521" y="342165"/>
                  </a:lnTo>
                  <a:close/>
                  <a:moveTo>
                    <a:pt x="360342" y="267316"/>
                  </a:moveTo>
                  <a:lnTo>
                    <a:pt x="363194" y="267316"/>
                  </a:lnTo>
                  <a:lnTo>
                    <a:pt x="363194" y="240585"/>
                  </a:lnTo>
                  <a:lnTo>
                    <a:pt x="360342" y="240585"/>
                  </a:lnTo>
                  <a:lnTo>
                    <a:pt x="360342" y="267316"/>
                  </a:lnTo>
                  <a:close/>
                  <a:moveTo>
                    <a:pt x="344303" y="229892"/>
                  </a:moveTo>
                  <a:lnTo>
                    <a:pt x="347155" y="229892"/>
                  </a:lnTo>
                  <a:lnTo>
                    <a:pt x="347155" y="204942"/>
                  </a:lnTo>
                  <a:lnTo>
                    <a:pt x="344303" y="204942"/>
                  </a:lnTo>
                  <a:lnTo>
                    <a:pt x="344303" y="229892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045" name="Vector layer F76666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354049" y="160746"/>
                  </a:moveTo>
                  <a:lnTo>
                    <a:pt x="352267" y="162528"/>
                  </a:lnTo>
                  <a:lnTo>
                    <a:pt x="347867" y="162528"/>
                  </a:lnTo>
                  <a:lnTo>
                    <a:pt x="347867" y="165145"/>
                  </a:lnTo>
                  <a:lnTo>
                    <a:pt x="346085" y="166928"/>
                  </a:lnTo>
                  <a:lnTo>
                    <a:pt x="346085" y="229301"/>
                  </a:lnTo>
                  <a:lnTo>
                    <a:pt x="344303" y="231083"/>
                  </a:lnTo>
                  <a:lnTo>
                    <a:pt x="344303" y="341574"/>
                  </a:lnTo>
                  <a:lnTo>
                    <a:pt x="342521" y="343356"/>
                  </a:lnTo>
                  <a:lnTo>
                    <a:pt x="342521" y="453847"/>
                  </a:lnTo>
                  <a:lnTo>
                    <a:pt x="340739" y="455629"/>
                  </a:lnTo>
                  <a:lnTo>
                    <a:pt x="340739" y="564338"/>
                  </a:lnTo>
                  <a:lnTo>
                    <a:pt x="338957" y="566120"/>
                  </a:lnTo>
                  <a:lnTo>
                    <a:pt x="338957" y="603544"/>
                  </a:lnTo>
                  <a:lnTo>
                    <a:pt x="337409" y="604491"/>
                  </a:lnTo>
                  <a:lnTo>
                    <a:pt x="335627" y="602709"/>
                  </a:lnTo>
                  <a:lnTo>
                    <a:pt x="330882" y="602709"/>
                  </a:lnTo>
                  <a:lnTo>
                    <a:pt x="329099" y="604491"/>
                  </a:lnTo>
                  <a:lnTo>
                    <a:pt x="326482" y="604491"/>
                  </a:lnTo>
                  <a:lnTo>
                    <a:pt x="326482" y="607108"/>
                  </a:lnTo>
                  <a:lnTo>
                    <a:pt x="324700" y="608890"/>
                  </a:lnTo>
                  <a:lnTo>
                    <a:pt x="324700" y="665918"/>
                  </a:lnTo>
                  <a:lnTo>
                    <a:pt x="322918" y="667700"/>
                  </a:lnTo>
                  <a:lnTo>
                    <a:pt x="322918" y="787101"/>
                  </a:lnTo>
                  <a:lnTo>
                    <a:pt x="321136" y="788883"/>
                  </a:lnTo>
                  <a:lnTo>
                    <a:pt x="321136" y="908284"/>
                  </a:lnTo>
                  <a:lnTo>
                    <a:pt x="319354" y="910067"/>
                  </a:lnTo>
                  <a:lnTo>
                    <a:pt x="319354" y="1029468"/>
                  </a:lnTo>
                  <a:lnTo>
                    <a:pt x="317572" y="1031250"/>
                  </a:lnTo>
                  <a:lnTo>
                    <a:pt x="317572" y="1082931"/>
                  </a:lnTo>
                  <a:lnTo>
                    <a:pt x="317215" y="1083287"/>
                  </a:lnTo>
                  <a:lnTo>
                    <a:pt x="316024" y="1082096"/>
                  </a:lnTo>
                  <a:lnTo>
                    <a:pt x="314242" y="1082096"/>
                  </a:lnTo>
                  <a:lnTo>
                    <a:pt x="312459" y="1080314"/>
                  </a:lnTo>
                  <a:lnTo>
                    <a:pt x="310677" y="1080314"/>
                  </a:lnTo>
                  <a:lnTo>
                    <a:pt x="307113" y="1076750"/>
                  </a:lnTo>
                  <a:lnTo>
                    <a:pt x="305331" y="1076750"/>
                  </a:lnTo>
                  <a:lnTo>
                    <a:pt x="303549" y="1074967"/>
                  </a:lnTo>
                  <a:lnTo>
                    <a:pt x="301767" y="1074967"/>
                  </a:lnTo>
                  <a:lnTo>
                    <a:pt x="299985" y="1073185"/>
                  </a:lnTo>
                  <a:lnTo>
                    <a:pt x="298203" y="1073185"/>
                  </a:lnTo>
                  <a:lnTo>
                    <a:pt x="296420" y="1071403"/>
                  </a:lnTo>
                  <a:lnTo>
                    <a:pt x="294638" y="1071403"/>
                  </a:lnTo>
                  <a:lnTo>
                    <a:pt x="291074" y="1067839"/>
                  </a:lnTo>
                  <a:lnTo>
                    <a:pt x="289292" y="1067839"/>
                  </a:lnTo>
                  <a:lnTo>
                    <a:pt x="287510" y="1066057"/>
                  </a:lnTo>
                  <a:lnTo>
                    <a:pt x="285728" y="1066057"/>
                  </a:lnTo>
                  <a:lnTo>
                    <a:pt x="283946" y="1064275"/>
                  </a:lnTo>
                  <a:lnTo>
                    <a:pt x="282164" y="1064275"/>
                  </a:lnTo>
                  <a:lnTo>
                    <a:pt x="278599" y="1060711"/>
                  </a:lnTo>
                  <a:lnTo>
                    <a:pt x="276817" y="1060711"/>
                  </a:lnTo>
                  <a:lnTo>
                    <a:pt x="275035" y="1058928"/>
                  </a:lnTo>
                  <a:lnTo>
                    <a:pt x="273253" y="1058928"/>
                  </a:lnTo>
                  <a:lnTo>
                    <a:pt x="271471" y="1057146"/>
                  </a:lnTo>
                  <a:lnTo>
                    <a:pt x="269689" y="1057146"/>
                  </a:lnTo>
                  <a:lnTo>
                    <a:pt x="267907" y="1055364"/>
                  </a:lnTo>
                  <a:lnTo>
                    <a:pt x="266125" y="1055364"/>
                  </a:lnTo>
                  <a:lnTo>
                    <a:pt x="262560" y="1051800"/>
                  </a:lnTo>
                  <a:lnTo>
                    <a:pt x="260778" y="1051800"/>
                  </a:lnTo>
                  <a:lnTo>
                    <a:pt x="258996" y="1050018"/>
                  </a:lnTo>
                  <a:lnTo>
                    <a:pt x="257214" y="1050018"/>
                  </a:lnTo>
                  <a:lnTo>
                    <a:pt x="255432" y="1048236"/>
                  </a:lnTo>
                  <a:lnTo>
                    <a:pt x="253650" y="1048236"/>
                  </a:lnTo>
                  <a:lnTo>
                    <a:pt x="250086" y="1044672"/>
                  </a:lnTo>
                  <a:lnTo>
                    <a:pt x="248304" y="1044672"/>
                  </a:lnTo>
                  <a:lnTo>
                    <a:pt x="246521" y="1042889"/>
                  </a:lnTo>
                  <a:lnTo>
                    <a:pt x="244739" y="1042889"/>
                  </a:lnTo>
                  <a:lnTo>
                    <a:pt x="242957" y="1041107"/>
                  </a:lnTo>
                  <a:lnTo>
                    <a:pt x="241175" y="1041107"/>
                  </a:lnTo>
                  <a:lnTo>
                    <a:pt x="239393" y="1039325"/>
                  </a:lnTo>
                  <a:lnTo>
                    <a:pt x="237611" y="1039325"/>
                  </a:lnTo>
                  <a:lnTo>
                    <a:pt x="234047" y="1035761"/>
                  </a:lnTo>
                  <a:lnTo>
                    <a:pt x="232265" y="1035761"/>
                  </a:lnTo>
                  <a:lnTo>
                    <a:pt x="230482" y="1033979"/>
                  </a:lnTo>
                  <a:lnTo>
                    <a:pt x="228700" y="1033979"/>
                  </a:lnTo>
                  <a:lnTo>
                    <a:pt x="226918" y="1032197"/>
                  </a:lnTo>
                  <a:lnTo>
                    <a:pt x="225136" y="1032197"/>
                  </a:lnTo>
                  <a:lnTo>
                    <a:pt x="221572" y="1028633"/>
                  </a:lnTo>
                  <a:lnTo>
                    <a:pt x="219790" y="1028633"/>
                  </a:lnTo>
                  <a:lnTo>
                    <a:pt x="218008" y="1026850"/>
                  </a:lnTo>
                  <a:lnTo>
                    <a:pt x="216226" y="1026850"/>
                  </a:lnTo>
                  <a:lnTo>
                    <a:pt x="214443" y="1025068"/>
                  </a:lnTo>
                  <a:lnTo>
                    <a:pt x="212661" y="1025068"/>
                  </a:lnTo>
                  <a:lnTo>
                    <a:pt x="210879" y="1023286"/>
                  </a:lnTo>
                  <a:lnTo>
                    <a:pt x="209097" y="1023286"/>
                  </a:lnTo>
                  <a:lnTo>
                    <a:pt x="205533" y="1019722"/>
                  </a:lnTo>
                  <a:lnTo>
                    <a:pt x="203751" y="1019722"/>
                  </a:lnTo>
                  <a:lnTo>
                    <a:pt x="201969" y="1017940"/>
                  </a:lnTo>
                  <a:lnTo>
                    <a:pt x="200187" y="1017940"/>
                  </a:lnTo>
                  <a:lnTo>
                    <a:pt x="198405" y="1016158"/>
                  </a:lnTo>
                  <a:lnTo>
                    <a:pt x="196622" y="1016158"/>
                  </a:lnTo>
                  <a:lnTo>
                    <a:pt x="193058" y="1012594"/>
                  </a:lnTo>
                  <a:lnTo>
                    <a:pt x="191276" y="1012594"/>
                  </a:lnTo>
                  <a:lnTo>
                    <a:pt x="189494" y="1010812"/>
                  </a:lnTo>
                  <a:lnTo>
                    <a:pt x="185696" y="1010812"/>
                  </a:lnTo>
                  <a:lnTo>
                    <a:pt x="185696" y="1028867"/>
                  </a:lnTo>
                  <a:lnTo>
                    <a:pt x="188313" y="1031484"/>
                  </a:lnTo>
                  <a:lnTo>
                    <a:pt x="190095" y="1031484"/>
                  </a:lnTo>
                  <a:lnTo>
                    <a:pt x="193659" y="1035048"/>
                  </a:lnTo>
                  <a:lnTo>
                    <a:pt x="195441" y="1035048"/>
                  </a:lnTo>
                  <a:lnTo>
                    <a:pt x="197223" y="1036830"/>
                  </a:lnTo>
                  <a:lnTo>
                    <a:pt x="199006" y="1036830"/>
                  </a:lnTo>
                  <a:lnTo>
                    <a:pt x="200788" y="1038612"/>
                  </a:lnTo>
                  <a:lnTo>
                    <a:pt x="202570" y="1038612"/>
                  </a:lnTo>
                  <a:lnTo>
                    <a:pt x="204352" y="1040395"/>
                  </a:lnTo>
                  <a:lnTo>
                    <a:pt x="206134" y="1040395"/>
                  </a:lnTo>
                  <a:lnTo>
                    <a:pt x="209698" y="1043959"/>
                  </a:lnTo>
                  <a:lnTo>
                    <a:pt x="211480" y="1043959"/>
                  </a:lnTo>
                  <a:lnTo>
                    <a:pt x="213262" y="1045741"/>
                  </a:lnTo>
                  <a:lnTo>
                    <a:pt x="215045" y="1045741"/>
                  </a:lnTo>
                  <a:lnTo>
                    <a:pt x="216827" y="1047523"/>
                  </a:lnTo>
                  <a:lnTo>
                    <a:pt x="218609" y="1047523"/>
                  </a:lnTo>
                  <a:lnTo>
                    <a:pt x="222173" y="1051087"/>
                  </a:lnTo>
                  <a:lnTo>
                    <a:pt x="223955" y="1051087"/>
                  </a:lnTo>
                  <a:lnTo>
                    <a:pt x="225737" y="1052869"/>
                  </a:lnTo>
                  <a:lnTo>
                    <a:pt x="227519" y="1052869"/>
                  </a:lnTo>
                  <a:lnTo>
                    <a:pt x="229301" y="1054651"/>
                  </a:lnTo>
                  <a:lnTo>
                    <a:pt x="231083" y="1054651"/>
                  </a:lnTo>
                  <a:lnTo>
                    <a:pt x="232866" y="1056433"/>
                  </a:lnTo>
                  <a:lnTo>
                    <a:pt x="234648" y="1056433"/>
                  </a:lnTo>
                  <a:lnTo>
                    <a:pt x="238212" y="1059998"/>
                  </a:lnTo>
                  <a:lnTo>
                    <a:pt x="239994" y="1059998"/>
                  </a:lnTo>
                  <a:lnTo>
                    <a:pt x="241776" y="1061780"/>
                  </a:lnTo>
                  <a:lnTo>
                    <a:pt x="243558" y="1061780"/>
                  </a:lnTo>
                  <a:lnTo>
                    <a:pt x="245340" y="1063562"/>
                  </a:lnTo>
                  <a:lnTo>
                    <a:pt x="247122" y="1063562"/>
                  </a:lnTo>
                  <a:lnTo>
                    <a:pt x="250687" y="1067126"/>
                  </a:lnTo>
                  <a:lnTo>
                    <a:pt x="252469" y="1067126"/>
                  </a:lnTo>
                  <a:lnTo>
                    <a:pt x="254251" y="1068908"/>
                  </a:lnTo>
                  <a:lnTo>
                    <a:pt x="256033" y="1068908"/>
                  </a:lnTo>
                  <a:lnTo>
                    <a:pt x="257815" y="1070690"/>
                  </a:lnTo>
                  <a:lnTo>
                    <a:pt x="259597" y="1070690"/>
                  </a:lnTo>
                  <a:lnTo>
                    <a:pt x="261379" y="1072472"/>
                  </a:lnTo>
                  <a:lnTo>
                    <a:pt x="263161" y="1072472"/>
                  </a:lnTo>
                  <a:lnTo>
                    <a:pt x="266726" y="1076037"/>
                  </a:lnTo>
                  <a:lnTo>
                    <a:pt x="268508" y="1076037"/>
                  </a:lnTo>
                  <a:lnTo>
                    <a:pt x="270290" y="1077819"/>
                  </a:lnTo>
                  <a:lnTo>
                    <a:pt x="272072" y="1077819"/>
                  </a:lnTo>
                  <a:lnTo>
                    <a:pt x="273854" y="1079601"/>
                  </a:lnTo>
                  <a:lnTo>
                    <a:pt x="275636" y="1079601"/>
                  </a:lnTo>
                  <a:lnTo>
                    <a:pt x="279200" y="1083165"/>
                  </a:lnTo>
                  <a:lnTo>
                    <a:pt x="280982" y="1083165"/>
                  </a:lnTo>
                  <a:lnTo>
                    <a:pt x="282765" y="1084947"/>
                  </a:lnTo>
                  <a:lnTo>
                    <a:pt x="284547" y="1084947"/>
                  </a:lnTo>
                  <a:lnTo>
                    <a:pt x="286329" y="1086729"/>
                  </a:lnTo>
                  <a:lnTo>
                    <a:pt x="288111" y="1086729"/>
                  </a:lnTo>
                  <a:lnTo>
                    <a:pt x="289893" y="1088511"/>
                  </a:lnTo>
                  <a:lnTo>
                    <a:pt x="291675" y="1088511"/>
                  </a:lnTo>
                  <a:lnTo>
                    <a:pt x="295239" y="1092076"/>
                  </a:lnTo>
                  <a:lnTo>
                    <a:pt x="297021" y="1092076"/>
                  </a:lnTo>
                  <a:lnTo>
                    <a:pt x="298804" y="1093858"/>
                  </a:lnTo>
                  <a:lnTo>
                    <a:pt x="300586" y="1093858"/>
                  </a:lnTo>
                  <a:lnTo>
                    <a:pt x="302368" y="1095640"/>
                  </a:lnTo>
                  <a:lnTo>
                    <a:pt x="304150" y="1095640"/>
                  </a:lnTo>
                  <a:lnTo>
                    <a:pt x="307714" y="1099204"/>
                  </a:lnTo>
                  <a:lnTo>
                    <a:pt x="309496" y="1099204"/>
                  </a:lnTo>
                  <a:lnTo>
                    <a:pt x="311278" y="1100986"/>
                  </a:lnTo>
                  <a:lnTo>
                    <a:pt x="313060" y="1100986"/>
                  </a:lnTo>
                  <a:lnTo>
                    <a:pt x="314843" y="1102768"/>
                  </a:lnTo>
                  <a:lnTo>
                    <a:pt x="316625" y="1102768"/>
                  </a:lnTo>
                  <a:lnTo>
                    <a:pt x="318407" y="1104550"/>
                  </a:lnTo>
                  <a:lnTo>
                    <a:pt x="320189" y="1104550"/>
                  </a:lnTo>
                  <a:lnTo>
                    <a:pt x="321971" y="1106333"/>
                  </a:lnTo>
                  <a:lnTo>
                    <a:pt x="330280" y="1106333"/>
                  </a:lnTo>
                  <a:lnTo>
                    <a:pt x="334680" y="1101933"/>
                  </a:lnTo>
                  <a:lnTo>
                    <a:pt x="334680" y="1041341"/>
                  </a:lnTo>
                  <a:lnTo>
                    <a:pt x="336462" y="1039559"/>
                  </a:lnTo>
                  <a:lnTo>
                    <a:pt x="336462" y="920158"/>
                  </a:lnTo>
                  <a:lnTo>
                    <a:pt x="338244" y="918376"/>
                  </a:lnTo>
                  <a:lnTo>
                    <a:pt x="338244" y="800757"/>
                  </a:lnTo>
                  <a:lnTo>
                    <a:pt x="340026" y="798975"/>
                  </a:lnTo>
                  <a:lnTo>
                    <a:pt x="340026" y="679574"/>
                  </a:lnTo>
                  <a:lnTo>
                    <a:pt x="341808" y="677791"/>
                  </a:lnTo>
                  <a:lnTo>
                    <a:pt x="341808" y="627892"/>
                  </a:lnTo>
                  <a:lnTo>
                    <a:pt x="342755" y="626946"/>
                  </a:lnTo>
                  <a:lnTo>
                    <a:pt x="345138" y="626946"/>
                  </a:lnTo>
                  <a:lnTo>
                    <a:pt x="347511" y="629318"/>
                  </a:lnTo>
                  <a:lnTo>
                    <a:pt x="349884" y="626946"/>
                  </a:lnTo>
                  <a:lnTo>
                    <a:pt x="353448" y="626946"/>
                  </a:lnTo>
                  <a:lnTo>
                    <a:pt x="356065" y="624328"/>
                  </a:lnTo>
                  <a:lnTo>
                    <a:pt x="356065" y="577993"/>
                  </a:lnTo>
                  <a:lnTo>
                    <a:pt x="357847" y="576211"/>
                  </a:lnTo>
                  <a:lnTo>
                    <a:pt x="357847" y="465721"/>
                  </a:lnTo>
                  <a:lnTo>
                    <a:pt x="359629" y="463939"/>
                  </a:lnTo>
                  <a:lnTo>
                    <a:pt x="359629" y="353448"/>
                  </a:lnTo>
                  <a:lnTo>
                    <a:pt x="361411" y="351666"/>
                  </a:lnTo>
                  <a:lnTo>
                    <a:pt x="361411" y="241175"/>
                  </a:lnTo>
                  <a:lnTo>
                    <a:pt x="363194" y="239393"/>
                  </a:lnTo>
                  <a:lnTo>
                    <a:pt x="363194" y="185930"/>
                  </a:lnTo>
                  <a:lnTo>
                    <a:pt x="364141" y="184983"/>
                  </a:lnTo>
                  <a:lnTo>
                    <a:pt x="364742" y="184983"/>
                  </a:lnTo>
                  <a:lnTo>
                    <a:pt x="368306" y="188547"/>
                  </a:lnTo>
                  <a:lnTo>
                    <a:pt x="370088" y="188547"/>
                  </a:lnTo>
                  <a:lnTo>
                    <a:pt x="371870" y="190329"/>
                  </a:lnTo>
                  <a:lnTo>
                    <a:pt x="373652" y="190329"/>
                  </a:lnTo>
                  <a:lnTo>
                    <a:pt x="375434" y="192111"/>
                  </a:lnTo>
                  <a:lnTo>
                    <a:pt x="377216" y="192111"/>
                  </a:lnTo>
                  <a:lnTo>
                    <a:pt x="378998" y="193893"/>
                  </a:lnTo>
                  <a:lnTo>
                    <a:pt x="380781" y="193893"/>
                  </a:lnTo>
                  <a:lnTo>
                    <a:pt x="384345" y="197458"/>
                  </a:lnTo>
                  <a:lnTo>
                    <a:pt x="386127" y="197458"/>
                  </a:lnTo>
                  <a:lnTo>
                    <a:pt x="387909" y="199240"/>
                  </a:lnTo>
                  <a:lnTo>
                    <a:pt x="389691" y="199240"/>
                  </a:lnTo>
                  <a:lnTo>
                    <a:pt x="391473" y="201022"/>
                  </a:lnTo>
                  <a:lnTo>
                    <a:pt x="393255" y="201022"/>
                  </a:lnTo>
                  <a:lnTo>
                    <a:pt x="396819" y="204586"/>
                  </a:lnTo>
                  <a:lnTo>
                    <a:pt x="398602" y="204586"/>
                  </a:lnTo>
                  <a:lnTo>
                    <a:pt x="400384" y="206368"/>
                  </a:lnTo>
                  <a:lnTo>
                    <a:pt x="402166" y="206368"/>
                  </a:lnTo>
                  <a:lnTo>
                    <a:pt x="403948" y="208150"/>
                  </a:lnTo>
                  <a:lnTo>
                    <a:pt x="405730" y="208150"/>
                  </a:lnTo>
                  <a:lnTo>
                    <a:pt x="407512" y="209932"/>
                  </a:lnTo>
                  <a:lnTo>
                    <a:pt x="409294" y="209932"/>
                  </a:lnTo>
                  <a:lnTo>
                    <a:pt x="412858" y="213497"/>
                  </a:lnTo>
                  <a:lnTo>
                    <a:pt x="414641" y="213497"/>
                  </a:lnTo>
                  <a:lnTo>
                    <a:pt x="416423" y="215279"/>
                  </a:lnTo>
                  <a:lnTo>
                    <a:pt x="418205" y="215279"/>
                  </a:lnTo>
                  <a:lnTo>
                    <a:pt x="419987" y="217061"/>
                  </a:lnTo>
                  <a:lnTo>
                    <a:pt x="421769" y="217061"/>
                  </a:lnTo>
                  <a:lnTo>
                    <a:pt x="425333" y="220625"/>
                  </a:lnTo>
                  <a:lnTo>
                    <a:pt x="427115" y="220625"/>
                  </a:lnTo>
                  <a:lnTo>
                    <a:pt x="428897" y="222407"/>
                  </a:lnTo>
                  <a:lnTo>
                    <a:pt x="430680" y="222407"/>
                  </a:lnTo>
                  <a:lnTo>
                    <a:pt x="432462" y="224189"/>
                  </a:lnTo>
                  <a:lnTo>
                    <a:pt x="434244" y="224189"/>
                  </a:lnTo>
                  <a:lnTo>
                    <a:pt x="436026" y="225971"/>
                  </a:lnTo>
                  <a:lnTo>
                    <a:pt x="437808" y="225971"/>
                  </a:lnTo>
                  <a:lnTo>
                    <a:pt x="441372" y="229535"/>
                  </a:lnTo>
                  <a:lnTo>
                    <a:pt x="443154" y="229535"/>
                  </a:lnTo>
                  <a:lnTo>
                    <a:pt x="444936" y="231318"/>
                  </a:lnTo>
                  <a:lnTo>
                    <a:pt x="446719" y="231318"/>
                  </a:lnTo>
                  <a:lnTo>
                    <a:pt x="448501" y="233100"/>
                  </a:lnTo>
                  <a:lnTo>
                    <a:pt x="450283" y="233100"/>
                  </a:lnTo>
                  <a:lnTo>
                    <a:pt x="453847" y="236664"/>
                  </a:lnTo>
                  <a:lnTo>
                    <a:pt x="455629" y="236664"/>
                  </a:lnTo>
                  <a:lnTo>
                    <a:pt x="457411" y="238446"/>
                  </a:lnTo>
                  <a:lnTo>
                    <a:pt x="459193" y="238446"/>
                  </a:lnTo>
                  <a:lnTo>
                    <a:pt x="460975" y="240228"/>
                  </a:lnTo>
                  <a:lnTo>
                    <a:pt x="462757" y="240228"/>
                  </a:lnTo>
                  <a:lnTo>
                    <a:pt x="464540" y="242010"/>
                  </a:lnTo>
                  <a:lnTo>
                    <a:pt x="466322" y="242010"/>
                  </a:lnTo>
                  <a:lnTo>
                    <a:pt x="469886" y="245574"/>
                  </a:lnTo>
                  <a:lnTo>
                    <a:pt x="471668" y="245574"/>
                  </a:lnTo>
                  <a:lnTo>
                    <a:pt x="473450" y="247357"/>
                  </a:lnTo>
                  <a:lnTo>
                    <a:pt x="475232" y="247357"/>
                  </a:lnTo>
                  <a:lnTo>
                    <a:pt x="477014" y="249139"/>
                  </a:lnTo>
                  <a:lnTo>
                    <a:pt x="478796" y="249139"/>
                  </a:lnTo>
                  <a:lnTo>
                    <a:pt x="482361" y="252703"/>
                  </a:lnTo>
                  <a:lnTo>
                    <a:pt x="484143" y="252703"/>
                  </a:lnTo>
                  <a:lnTo>
                    <a:pt x="485925" y="254485"/>
                  </a:lnTo>
                  <a:lnTo>
                    <a:pt x="487707" y="254485"/>
                  </a:lnTo>
                  <a:lnTo>
                    <a:pt x="489489" y="256267"/>
                  </a:lnTo>
                  <a:lnTo>
                    <a:pt x="491271" y="256267"/>
                  </a:lnTo>
                  <a:lnTo>
                    <a:pt x="493053" y="258049"/>
                  </a:lnTo>
                  <a:lnTo>
                    <a:pt x="494835" y="258049"/>
                  </a:lnTo>
                  <a:lnTo>
                    <a:pt x="498400" y="261613"/>
                  </a:lnTo>
                  <a:lnTo>
                    <a:pt x="500182" y="261613"/>
                  </a:lnTo>
                  <a:lnTo>
                    <a:pt x="501964" y="263396"/>
                  </a:lnTo>
                  <a:lnTo>
                    <a:pt x="503746" y="263396"/>
                  </a:lnTo>
                  <a:lnTo>
                    <a:pt x="505528" y="265178"/>
                  </a:lnTo>
                  <a:lnTo>
                    <a:pt x="507310" y="265178"/>
                  </a:lnTo>
                  <a:lnTo>
                    <a:pt x="510874" y="268742"/>
                  </a:lnTo>
                  <a:lnTo>
                    <a:pt x="512657" y="268742"/>
                  </a:lnTo>
                  <a:lnTo>
                    <a:pt x="514439" y="270524"/>
                  </a:lnTo>
                  <a:lnTo>
                    <a:pt x="516221" y="270524"/>
                  </a:lnTo>
                  <a:lnTo>
                    <a:pt x="518003" y="272306"/>
                  </a:lnTo>
                  <a:lnTo>
                    <a:pt x="519785" y="272306"/>
                  </a:lnTo>
                  <a:lnTo>
                    <a:pt x="521567" y="274088"/>
                  </a:lnTo>
                  <a:lnTo>
                    <a:pt x="523349" y="274088"/>
                  </a:lnTo>
                  <a:lnTo>
                    <a:pt x="526913" y="277652"/>
                  </a:lnTo>
                  <a:lnTo>
                    <a:pt x="528695" y="277652"/>
                  </a:lnTo>
                  <a:lnTo>
                    <a:pt x="530478" y="279434"/>
                  </a:lnTo>
                  <a:lnTo>
                    <a:pt x="532260" y="279434"/>
                  </a:lnTo>
                  <a:lnTo>
                    <a:pt x="534042" y="281217"/>
                  </a:lnTo>
                  <a:lnTo>
                    <a:pt x="535824" y="281217"/>
                  </a:lnTo>
                  <a:lnTo>
                    <a:pt x="539388" y="284781"/>
                  </a:lnTo>
                  <a:lnTo>
                    <a:pt x="541170" y="284781"/>
                  </a:lnTo>
                  <a:lnTo>
                    <a:pt x="542952" y="286563"/>
                  </a:lnTo>
                  <a:lnTo>
                    <a:pt x="544734" y="286563"/>
                  </a:lnTo>
                  <a:lnTo>
                    <a:pt x="546517" y="288345"/>
                  </a:lnTo>
                  <a:lnTo>
                    <a:pt x="548299" y="288345"/>
                  </a:lnTo>
                  <a:lnTo>
                    <a:pt x="551863" y="291909"/>
                  </a:lnTo>
                  <a:lnTo>
                    <a:pt x="553645" y="291909"/>
                  </a:lnTo>
                  <a:lnTo>
                    <a:pt x="555427" y="293691"/>
                  </a:lnTo>
                  <a:lnTo>
                    <a:pt x="557209" y="293691"/>
                  </a:lnTo>
                  <a:lnTo>
                    <a:pt x="558991" y="295473"/>
                  </a:lnTo>
                  <a:lnTo>
                    <a:pt x="560773" y="295473"/>
                  </a:lnTo>
                  <a:lnTo>
                    <a:pt x="562556" y="297256"/>
                  </a:lnTo>
                  <a:lnTo>
                    <a:pt x="564338" y="297256"/>
                  </a:lnTo>
                  <a:lnTo>
                    <a:pt x="567902" y="300820"/>
                  </a:lnTo>
                  <a:lnTo>
                    <a:pt x="569684" y="300820"/>
                  </a:lnTo>
                  <a:lnTo>
                    <a:pt x="571466" y="302602"/>
                  </a:lnTo>
                  <a:lnTo>
                    <a:pt x="573248" y="302602"/>
                  </a:lnTo>
                  <a:lnTo>
                    <a:pt x="575030" y="304384"/>
                  </a:lnTo>
                  <a:lnTo>
                    <a:pt x="576812" y="304384"/>
                  </a:lnTo>
                  <a:lnTo>
                    <a:pt x="578594" y="306166"/>
                  </a:lnTo>
                  <a:lnTo>
                    <a:pt x="580377" y="306166"/>
                  </a:lnTo>
                  <a:lnTo>
                    <a:pt x="583941" y="309730"/>
                  </a:lnTo>
                  <a:lnTo>
                    <a:pt x="585723" y="309730"/>
                  </a:lnTo>
                  <a:lnTo>
                    <a:pt x="587505" y="311512"/>
                  </a:lnTo>
                  <a:lnTo>
                    <a:pt x="589287" y="311512"/>
                  </a:lnTo>
                  <a:lnTo>
                    <a:pt x="591069" y="313295"/>
                  </a:lnTo>
                  <a:lnTo>
                    <a:pt x="592851" y="313295"/>
                  </a:lnTo>
                  <a:lnTo>
                    <a:pt x="596416" y="316859"/>
                  </a:lnTo>
                  <a:lnTo>
                    <a:pt x="598198" y="316859"/>
                  </a:lnTo>
                  <a:lnTo>
                    <a:pt x="599980" y="318641"/>
                  </a:lnTo>
                  <a:lnTo>
                    <a:pt x="601762" y="318641"/>
                  </a:lnTo>
                  <a:lnTo>
                    <a:pt x="603544" y="320423"/>
                  </a:lnTo>
                  <a:lnTo>
                    <a:pt x="605326" y="320423"/>
                  </a:lnTo>
                  <a:lnTo>
                    <a:pt x="608890" y="323987"/>
                  </a:lnTo>
                  <a:lnTo>
                    <a:pt x="610672" y="323987"/>
                  </a:lnTo>
                  <a:lnTo>
                    <a:pt x="612455" y="325769"/>
                  </a:lnTo>
                  <a:lnTo>
                    <a:pt x="614237" y="325769"/>
                  </a:lnTo>
                  <a:lnTo>
                    <a:pt x="616019" y="327551"/>
                  </a:lnTo>
                  <a:lnTo>
                    <a:pt x="617801" y="327551"/>
                  </a:lnTo>
                  <a:lnTo>
                    <a:pt x="619583" y="329334"/>
                  </a:lnTo>
                  <a:lnTo>
                    <a:pt x="621365" y="329334"/>
                  </a:lnTo>
                  <a:lnTo>
                    <a:pt x="624929" y="332898"/>
                  </a:lnTo>
                  <a:lnTo>
                    <a:pt x="626711" y="332898"/>
                  </a:lnTo>
                  <a:lnTo>
                    <a:pt x="628494" y="334680"/>
                  </a:lnTo>
                  <a:lnTo>
                    <a:pt x="630276" y="334680"/>
                  </a:lnTo>
                  <a:lnTo>
                    <a:pt x="632058" y="336462"/>
                  </a:lnTo>
                  <a:lnTo>
                    <a:pt x="633840" y="336462"/>
                  </a:lnTo>
                  <a:lnTo>
                    <a:pt x="637404" y="340026"/>
                  </a:lnTo>
                  <a:lnTo>
                    <a:pt x="639186" y="340026"/>
                  </a:lnTo>
                  <a:lnTo>
                    <a:pt x="640968" y="341808"/>
                  </a:lnTo>
                  <a:lnTo>
                    <a:pt x="642750" y="341808"/>
                  </a:lnTo>
                  <a:lnTo>
                    <a:pt x="644532" y="343590"/>
                  </a:lnTo>
                  <a:lnTo>
                    <a:pt x="646315" y="343590"/>
                  </a:lnTo>
                  <a:lnTo>
                    <a:pt x="648097" y="345372"/>
                  </a:lnTo>
                  <a:lnTo>
                    <a:pt x="649879" y="345372"/>
                  </a:lnTo>
                  <a:lnTo>
                    <a:pt x="653443" y="348937"/>
                  </a:lnTo>
                  <a:lnTo>
                    <a:pt x="655225" y="348937"/>
                  </a:lnTo>
                  <a:lnTo>
                    <a:pt x="657007" y="350719"/>
                  </a:lnTo>
                  <a:lnTo>
                    <a:pt x="658789" y="350719"/>
                  </a:lnTo>
                  <a:lnTo>
                    <a:pt x="660571" y="352501"/>
                  </a:lnTo>
                  <a:lnTo>
                    <a:pt x="662354" y="352501"/>
                  </a:lnTo>
                  <a:lnTo>
                    <a:pt x="665918" y="356065"/>
                  </a:lnTo>
                  <a:lnTo>
                    <a:pt x="667700" y="356065"/>
                  </a:lnTo>
                  <a:lnTo>
                    <a:pt x="669482" y="357847"/>
                  </a:lnTo>
                  <a:lnTo>
                    <a:pt x="671264" y="357847"/>
                  </a:lnTo>
                  <a:lnTo>
                    <a:pt x="673046" y="359629"/>
                  </a:lnTo>
                  <a:lnTo>
                    <a:pt x="674828" y="359629"/>
                  </a:lnTo>
                  <a:lnTo>
                    <a:pt x="676610" y="361411"/>
                  </a:lnTo>
                  <a:lnTo>
                    <a:pt x="678393" y="361411"/>
                  </a:lnTo>
                  <a:lnTo>
                    <a:pt x="681957" y="364976"/>
                  </a:lnTo>
                  <a:lnTo>
                    <a:pt x="683739" y="364976"/>
                  </a:lnTo>
                  <a:lnTo>
                    <a:pt x="685521" y="366758"/>
                  </a:lnTo>
                  <a:lnTo>
                    <a:pt x="687303" y="366758"/>
                  </a:lnTo>
                  <a:lnTo>
                    <a:pt x="689085" y="368540"/>
                  </a:lnTo>
                  <a:lnTo>
                    <a:pt x="690867" y="368540"/>
                  </a:lnTo>
                  <a:lnTo>
                    <a:pt x="694431" y="372104"/>
                  </a:lnTo>
                  <a:lnTo>
                    <a:pt x="696214" y="372104"/>
                  </a:lnTo>
                  <a:lnTo>
                    <a:pt x="697996" y="373886"/>
                  </a:lnTo>
                  <a:lnTo>
                    <a:pt x="699778" y="373886"/>
                  </a:lnTo>
                  <a:lnTo>
                    <a:pt x="701560" y="375668"/>
                  </a:lnTo>
                  <a:lnTo>
                    <a:pt x="703342" y="375668"/>
                  </a:lnTo>
                  <a:lnTo>
                    <a:pt x="705124" y="377450"/>
                  </a:lnTo>
                  <a:lnTo>
                    <a:pt x="706906" y="377450"/>
                  </a:lnTo>
                  <a:lnTo>
                    <a:pt x="710470" y="381015"/>
                  </a:lnTo>
                  <a:lnTo>
                    <a:pt x="712253" y="381015"/>
                  </a:lnTo>
                  <a:lnTo>
                    <a:pt x="714035" y="382797"/>
                  </a:lnTo>
                  <a:lnTo>
                    <a:pt x="715817" y="382797"/>
                  </a:lnTo>
                  <a:lnTo>
                    <a:pt x="717599" y="384579"/>
                  </a:lnTo>
                  <a:lnTo>
                    <a:pt x="719381" y="384579"/>
                  </a:lnTo>
                  <a:lnTo>
                    <a:pt x="722945" y="388143"/>
                  </a:lnTo>
                  <a:lnTo>
                    <a:pt x="724727" y="388143"/>
                  </a:lnTo>
                  <a:lnTo>
                    <a:pt x="726509" y="389925"/>
                  </a:lnTo>
                  <a:lnTo>
                    <a:pt x="728292" y="389925"/>
                  </a:lnTo>
                  <a:lnTo>
                    <a:pt x="730074" y="391707"/>
                  </a:lnTo>
                  <a:lnTo>
                    <a:pt x="731856" y="391707"/>
                  </a:lnTo>
                  <a:lnTo>
                    <a:pt x="733638" y="393489"/>
                  </a:lnTo>
                  <a:lnTo>
                    <a:pt x="735420" y="393489"/>
                  </a:lnTo>
                  <a:lnTo>
                    <a:pt x="738984" y="397054"/>
                  </a:lnTo>
                  <a:lnTo>
                    <a:pt x="740766" y="397054"/>
                  </a:lnTo>
                  <a:lnTo>
                    <a:pt x="742548" y="398836"/>
                  </a:lnTo>
                  <a:lnTo>
                    <a:pt x="744331" y="398836"/>
                  </a:lnTo>
                  <a:lnTo>
                    <a:pt x="746113" y="400618"/>
                  </a:lnTo>
                  <a:lnTo>
                    <a:pt x="747895" y="400618"/>
                  </a:lnTo>
                  <a:lnTo>
                    <a:pt x="751459" y="404182"/>
                  </a:lnTo>
                  <a:lnTo>
                    <a:pt x="753241" y="404182"/>
                  </a:lnTo>
                  <a:lnTo>
                    <a:pt x="755023" y="405964"/>
                  </a:lnTo>
                  <a:lnTo>
                    <a:pt x="756805" y="405964"/>
                  </a:lnTo>
                  <a:lnTo>
                    <a:pt x="758587" y="407746"/>
                  </a:lnTo>
                  <a:lnTo>
                    <a:pt x="760369" y="407746"/>
                  </a:lnTo>
                  <a:lnTo>
                    <a:pt x="762152" y="409528"/>
                  </a:lnTo>
                  <a:lnTo>
                    <a:pt x="763934" y="409528"/>
                  </a:lnTo>
                  <a:lnTo>
                    <a:pt x="767498" y="413093"/>
                  </a:lnTo>
                  <a:lnTo>
                    <a:pt x="769280" y="413093"/>
                  </a:lnTo>
                  <a:lnTo>
                    <a:pt x="771062" y="414875"/>
                  </a:lnTo>
                  <a:lnTo>
                    <a:pt x="772844" y="414875"/>
                  </a:lnTo>
                  <a:lnTo>
                    <a:pt x="774626" y="416657"/>
                  </a:lnTo>
                  <a:lnTo>
                    <a:pt x="776408" y="416657"/>
                  </a:lnTo>
                  <a:lnTo>
                    <a:pt x="779973" y="420221"/>
                  </a:lnTo>
                  <a:lnTo>
                    <a:pt x="781755" y="420221"/>
                  </a:lnTo>
                  <a:lnTo>
                    <a:pt x="783537" y="422003"/>
                  </a:lnTo>
                  <a:lnTo>
                    <a:pt x="785319" y="422003"/>
                  </a:lnTo>
                  <a:lnTo>
                    <a:pt x="787101" y="423785"/>
                  </a:lnTo>
                  <a:lnTo>
                    <a:pt x="788883" y="423785"/>
                  </a:lnTo>
                  <a:lnTo>
                    <a:pt x="790665" y="425567"/>
                  </a:lnTo>
                  <a:lnTo>
                    <a:pt x="792447" y="425567"/>
                  </a:lnTo>
                  <a:lnTo>
                    <a:pt x="796012" y="429132"/>
                  </a:lnTo>
                  <a:lnTo>
                    <a:pt x="797794" y="429132"/>
                  </a:lnTo>
                  <a:lnTo>
                    <a:pt x="799576" y="430914"/>
                  </a:lnTo>
                  <a:lnTo>
                    <a:pt x="801358" y="430914"/>
                  </a:lnTo>
                  <a:lnTo>
                    <a:pt x="803140" y="432696"/>
                  </a:lnTo>
                  <a:lnTo>
                    <a:pt x="804922" y="432696"/>
                  </a:lnTo>
                  <a:lnTo>
                    <a:pt x="808486" y="436260"/>
                  </a:lnTo>
                  <a:lnTo>
                    <a:pt x="810268" y="436260"/>
                  </a:lnTo>
                  <a:lnTo>
                    <a:pt x="812051" y="438042"/>
                  </a:lnTo>
                  <a:lnTo>
                    <a:pt x="813833" y="438042"/>
                  </a:lnTo>
                  <a:lnTo>
                    <a:pt x="815615" y="439824"/>
                  </a:lnTo>
                  <a:lnTo>
                    <a:pt x="817397" y="439824"/>
                  </a:lnTo>
                  <a:lnTo>
                    <a:pt x="819179" y="441606"/>
                  </a:lnTo>
                  <a:lnTo>
                    <a:pt x="820961" y="441606"/>
                  </a:lnTo>
                  <a:lnTo>
                    <a:pt x="824525" y="445171"/>
                  </a:lnTo>
                  <a:lnTo>
                    <a:pt x="826307" y="445171"/>
                  </a:lnTo>
                  <a:lnTo>
                    <a:pt x="828090" y="446953"/>
                  </a:lnTo>
                  <a:lnTo>
                    <a:pt x="829872" y="446953"/>
                  </a:lnTo>
                  <a:lnTo>
                    <a:pt x="831654" y="448735"/>
                  </a:lnTo>
                  <a:lnTo>
                    <a:pt x="833436" y="448735"/>
                  </a:lnTo>
                  <a:lnTo>
                    <a:pt x="837000" y="452299"/>
                  </a:lnTo>
                  <a:lnTo>
                    <a:pt x="838782" y="452299"/>
                  </a:lnTo>
                  <a:lnTo>
                    <a:pt x="840564" y="454081"/>
                  </a:lnTo>
                  <a:lnTo>
                    <a:pt x="842346" y="454081"/>
                  </a:lnTo>
                  <a:lnTo>
                    <a:pt x="844129" y="455863"/>
                  </a:lnTo>
                  <a:lnTo>
                    <a:pt x="845911" y="455863"/>
                  </a:lnTo>
                  <a:lnTo>
                    <a:pt x="847693" y="457645"/>
                  </a:lnTo>
                  <a:lnTo>
                    <a:pt x="849475" y="457645"/>
                  </a:lnTo>
                  <a:lnTo>
                    <a:pt x="853039" y="461209"/>
                  </a:lnTo>
                  <a:lnTo>
                    <a:pt x="854821" y="461209"/>
                  </a:lnTo>
                  <a:lnTo>
                    <a:pt x="856603" y="462992"/>
                  </a:lnTo>
                  <a:lnTo>
                    <a:pt x="858385" y="462992"/>
                  </a:lnTo>
                  <a:lnTo>
                    <a:pt x="860168" y="464774"/>
                  </a:lnTo>
                  <a:lnTo>
                    <a:pt x="861950" y="464774"/>
                  </a:lnTo>
                  <a:lnTo>
                    <a:pt x="865514" y="468338"/>
                  </a:lnTo>
                  <a:lnTo>
                    <a:pt x="867296" y="468338"/>
                  </a:lnTo>
                  <a:lnTo>
                    <a:pt x="869078" y="470120"/>
                  </a:lnTo>
                  <a:lnTo>
                    <a:pt x="870860" y="470120"/>
                  </a:lnTo>
                  <a:lnTo>
                    <a:pt x="872642" y="471902"/>
                  </a:lnTo>
                  <a:lnTo>
                    <a:pt x="874424" y="471902"/>
                  </a:lnTo>
                  <a:lnTo>
                    <a:pt x="876206" y="473684"/>
                  </a:lnTo>
                  <a:lnTo>
                    <a:pt x="877989" y="473684"/>
                  </a:lnTo>
                  <a:lnTo>
                    <a:pt x="881553" y="477248"/>
                  </a:lnTo>
                  <a:lnTo>
                    <a:pt x="883335" y="477248"/>
                  </a:lnTo>
                  <a:lnTo>
                    <a:pt x="885117" y="479031"/>
                  </a:lnTo>
                  <a:lnTo>
                    <a:pt x="886899" y="479031"/>
                  </a:lnTo>
                  <a:lnTo>
                    <a:pt x="888681" y="480813"/>
                  </a:lnTo>
                  <a:lnTo>
                    <a:pt x="890463" y="480813"/>
                  </a:lnTo>
                  <a:lnTo>
                    <a:pt x="894028" y="484377"/>
                  </a:lnTo>
                  <a:lnTo>
                    <a:pt x="895810" y="484377"/>
                  </a:lnTo>
                  <a:lnTo>
                    <a:pt x="897592" y="486159"/>
                  </a:lnTo>
                  <a:lnTo>
                    <a:pt x="899374" y="486159"/>
                  </a:lnTo>
                  <a:lnTo>
                    <a:pt x="901156" y="487941"/>
                  </a:lnTo>
                  <a:lnTo>
                    <a:pt x="902938" y="487941"/>
                  </a:lnTo>
                  <a:lnTo>
                    <a:pt x="904720" y="489723"/>
                  </a:lnTo>
                  <a:lnTo>
                    <a:pt x="906502" y="489723"/>
                  </a:lnTo>
                  <a:lnTo>
                    <a:pt x="910067" y="493287"/>
                  </a:lnTo>
                  <a:lnTo>
                    <a:pt x="911849" y="493287"/>
                  </a:lnTo>
                  <a:lnTo>
                    <a:pt x="913631" y="495070"/>
                  </a:lnTo>
                  <a:lnTo>
                    <a:pt x="915413" y="495070"/>
                  </a:lnTo>
                  <a:lnTo>
                    <a:pt x="917195" y="496852"/>
                  </a:lnTo>
                  <a:lnTo>
                    <a:pt x="918977" y="496852"/>
                  </a:lnTo>
                  <a:lnTo>
                    <a:pt x="922541" y="500416"/>
                  </a:lnTo>
                  <a:lnTo>
                    <a:pt x="924323" y="500416"/>
                  </a:lnTo>
                  <a:lnTo>
                    <a:pt x="926106" y="502198"/>
                  </a:lnTo>
                  <a:lnTo>
                    <a:pt x="927888" y="502198"/>
                  </a:lnTo>
                  <a:lnTo>
                    <a:pt x="929670" y="503980"/>
                  </a:lnTo>
                  <a:lnTo>
                    <a:pt x="931452" y="503980"/>
                  </a:lnTo>
                  <a:lnTo>
                    <a:pt x="935016" y="507544"/>
                  </a:lnTo>
                  <a:lnTo>
                    <a:pt x="936798" y="507544"/>
                  </a:lnTo>
                  <a:lnTo>
                    <a:pt x="938580" y="509326"/>
                  </a:lnTo>
                  <a:lnTo>
                    <a:pt x="940362" y="509326"/>
                  </a:lnTo>
                  <a:lnTo>
                    <a:pt x="942144" y="511109"/>
                  </a:lnTo>
                  <a:lnTo>
                    <a:pt x="943927" y="511109"/>
                  </a:lnTo>
                  <a:lnTo>
                    <a:pt x="945709" y="512891"/>
                  </a:lnTo>
                  <a:lnTo>
                    <a:pt x="947491" y="512891"/>
                  </a:lnTo>
                  <a:lnTo>
                    <a:pt x="951055" y="516455"/>
                  </a:lnTo>
                  <a:lnTo>
                    <a:pt x="952837" y="516455"/>
                  </a:lnTo>
                  <a:lnTo>
                    <a:pt x="954619" y="518237"/>
                  </a:lnTo>
                  <a:lnTo>
                    <a:pt x="956401" y="518237"/>
                  </a:lnTo>
                  <a:lnTo>
                    <a:pt x="958183" y="520019"/>
                  </a:lnTo>
                  <a:lnTo>
                    <a:pt x="959966" y="520019"/>
                  </a:lnTo>
                  <a:lnTo>
                    <a:pt x="963530" y="523583"/>
                  </a:lnTo>
                  <a:lnTo>
                    <a:pt x="965312" y="523583"/>
                  </a:lnTo>
                  <a:lnTo>
                    <a:pt x="967094" y="525365"/>
                  </a:lnTo>
                  <a:lnTo>
                    <a:pt x="968876" y="525365"/>
                  </a:lnTo>
                  <a:lnTo>
                    <a:pt x="970658" y="527147"/>
                  </a:lnTo>
                  <a:lnTo>
                    <a:pt x="972440" y="527147"/>
                  </a:lnTo>
                  <a:lnTo>
                    <a:pt x="974222" y="528930"/>
                  </a:lnTo>
                  <a:lnTo>
                    <a:pt x="976005" y="528930"/>
                  </a:lnTo>
                  <a:lnTo>
                    <a:pt x="979569" y="532494"/>
                  </a:lnTo>
                  <a:lnTo>
                    <a:pt x="981351" y="532494"/>
                  </a:lnTo>
                  <a:lnTo>
                    <a:pt x="983133" y="534276"/>
                  </a:lnTo>
                  <a:lnTo>
                    <a:pt x="984915" y="534276"/>
                  </a:lnTo>
                  <a:lnTo>
                    <a:pt x="986697" y="536058"/>
                  </a:lnTo>
                  <a:lnTo>
                    <a:pt x="988479" y="536058"/>
                  </a:lnTo>
                  <a:lnTo>
                    <a:pt x="992043" y="539622"/>
                  </a:lnTo>
                  <a:lnTo>
                    <a:pt x="993826" y="539622"/>
                  </a:lnTo>
                  <a:lnTo>
                    <a:pt x="995608" y="541404"/>
                  </a:lnTo>
                  <a:lnTo>
                    <a:pt x="997390" y="541404"/>
                  </a:lnTo>
                  <a:lnTo>
                    <a:pt x="999172" y="543186"/>
                  </a:lnTo>
                  <a:lnTo>
                    <a:pt x="1000954" y="543186"/>
                  </a:lnTo>
                  <a:lnTo>
                    <a:pt x="1002736" y="544969"/>
                  </a:lnTo>
                  <a:lnTo>
                    <a:pt x="1004518" y="544969"/>
                  </a:lnTo>
                  <a:lnTo>
                    <a:pt x="1008082" y="548533"/>
                  </a:lnTo>
                  <a:lnTo>
                    <a:pt x="1009865" y="548533"/>
                  </a:lnTo>
                  <a:lnTo>
                    <a:pt x="1011647" y="550315"/>
                  </a:lnTo>
                  <a:lnTo>
                    <a:pt x="1013429" y="550315"/>
                  </a:lnTo>
                  <a:lnTo>
                    <a:pt x="1015211" y="552097"/>
                  </a:lnTo>
                  <a:lnTo>
                    <a:pt x="1016993" y="552097"/>
                  </a:lnTo>
                  <a:lnTo>
                    <a:pt x="1020557" y="555661"/>
                  </a:lnTo>
                  <a:lnTo>
                    <a:pt x="1022339" y="555661"/>
                  </a:lnTo>
                  <a:lnTo>
                    <a:pt x="1024121" y="557443"/>
                  </a:lnTo>
                  <a:lnTo>
                    <a:pt x="1025904" y="557443"/>
                  </a:lnTo>
                  <a:lnTo>
                    <a:pt x="1027686" y="559225"/>
                  </a:lnTo>
                  <a:lnTo>
                    <a:pt x="1029468" y="559225"/>
                  </a:lnTo>
                  <a:lnTo>
                    <a:pt x="1031250" y="561008"/>
                  </a:lnTo>
                  <a:lnTo>
                    <a:pt x="1033032" y="561008"/>
                  </a:lnTo>
                  <a:lnTo>
                    <a:pt x="1036596" y="564572"/>
                  </a:lnTo>
                  <a:lnTo>
                    <a:pt x="1038378" y="564572"/>
                  </a:lnTo>
                  <a:lnTo>
                    <a:pt x="1040160" y="566354"/>
                  </a:lnTo>
                  <a:lnTo>
                    <a:pt x="1041943" y="566354"/>
                  </a:lnTo>
                  <a:lnTo>
                    <a:pt x="1043725" y="568136"/>
                  </a:lnTo>
                  <a:lnTo>
                    <a:pt x="1045507" y="568136"/>
                  </a:lnTo>
                  <a:lnTo>
                    <a:pt x="1049071" y="571700"/>
                  </a:lnTo>
                  <a:lnTo>
                    <a:pt x="1050853" y="571700"/>
                  </a:lnTo>
                  <a:lnTo>
                    <a:pt x="1052635" y="573482"/>
                  </a:lnTo>
                  <a:lnTo>
                    <a:pt x="1054417" y="573482"/>
                  </a:lnTo>
                  <a:lnTo>
                    <a:pt x="1056199" y="575264"/>
                  </a:lnTo>
                  <a:lnTo>
                    <a:pt x="1057981" y="575264"/>
                  </a:lnTo>
                  <a:lnTo>
                    <a:pt x="1059764" y="577046"/>
                  </a:lnTo>
                  <a:lnTo>
                    <a:pt x="1061546" y="577046"/>
                  </a:lnTo>
                  <a:lnTo>
                    <a:pt x="1065110" y="580611"/>
                  </a:lnTo>
                  <a:lnTo>
                    <a:pt x="1066892" y="580611"/>
                  </a:lnTo>
                  <a:lnTo>
                    <a:pt x="1068674" y="582393"/>
                  </a:lnTo>
                  <a:lnTo>
                    <a:pt x="1070456" y="582393"/>
                  </a:lnTo>
                  <a:lnTo>
                    <a:pt x="1074020" y="585957"/>
                  </a:lnTo>
                  <a:lnTo>
                    <a:pt x="1075803" y="585957"/>
                  </a:lnTo>
                  <a:lnTo>
                    <a:pt x="1077585" y="587739"/>
                  </a:lnTo>
                  <a:lnTo>
                    <a:pt x="1079367" y="587739"/>
                  </a:lnTo>
                  <a:lnTo>
                    <a:pt x="1081149" y="589521"/>
                  </a:lnTo>
                  <a:lnTo>
                    <a:pt x="1082931" y="589521"/>
                  </a:lnTo>
                  <a:lnTo>
                    <a:pt x="1084713" y="591303"/>
                  </a:lnTo>
                  <a:lnTo>
                    <a:pt x="1086495" y="591303"/>
                  </a:lnTo>
                  <a:lnTo>
                    <a:pt x="1088277" y="593085"/>
                  </a:lnTo>
                  <a:lnTo>
                    <a:pt x="1090059" y="593085"/>
                  </a:lnTo>
                  <a:lnTo>
                    <a:pt x="1093624" y="596650"/>
                  </a:lnTo>
                  <a:lnTo>
                    <a:pt x="1095406" y="596650"/>
                  </a:lnTo>
                  <a:lnTo>
                    <a:pt x="1097188" y="598432"/>
                  </a:lnTo>
                  <a:lnTo>
                    <a:pt x="1098970" y="598432"/>
                  </a:lnTo>
                  <a:lnTo>
                    <a:pt x="1100752" y="600214"/>
                  </a:lnTo>
                  <a:lnTo>
                    <a:pt x="1102534" y="600214"/>
                  </a:lnTo>
                  <a:lnTo>
                    <a:pt x="1106098" y="603778"/>
                  </a:lnTo>
                  <a:lnTo>
                    <a:pt x="1107880" y="603778"/>
                  </a:lnTo>
                  <a:lnTo>
                    <a:pt x="1109663" y="605560"/>
                  </a:lnTo>
                  <a:lnTo>
                    <a:pt x="1111445" y="605560"/>
                  </a:lnTo>
                  <a:lnTo>
                    <a:pt x="1113227" y="607342"/>
                  </a:lnTo>
                  <a:lnTo>
                    <a:pt x="1115009" y="607342"/>
                  </a:lnTo>
                  <a:lnTo>
                    <a:pt x="1116791" y="609124"/>
                  </a:lnTo>
                  <a:lnTo>
                    <a:pt x="1118573" y="609124"/>
                  </a:lnTo>
                  <a:lnTo>
                    <a:pt x="1122137" y="612689"/>
                  </a:lnTo>
                  <a:lnTo>
                    <a:pt x="1123919" y="612689"/>
                  </a:lnTo>
                  <a:lnTo>
                    <a:pt x="1125702" y="614471"/>
                  </a:lnTo>
                  <a:lnTo>
                    <a:pt x="1127484" y="614471"/>
                  </a:lnTo>
                  <a:lnTo>
                    <a:pt x="1129266" y="616253"/>
                  </a:lnTo>
                  <a:lnTo>
                    <a:pt x="1131048" y="616253"/>
                  </a:lnTo>
                  <a:lnTo>
                    <a:pt x="1134612" y="619817"/>
                  </a:lnTo>
                  <a:lnTo>
                    <a:pt x="1136394" y="619817"/>
                  </a:lnTo>
                  <a:lnTo>
                    <a:pt x="1138176" y="621599"/>
                  </a:lnTo>
                  <a:lnTo>
                    <a:pt x="1139958" y="621599"/>
                  </a:lnTo>
                  <a:lnTo>
                    <a:pt x="1141741" y="623381"/>
                  </a:lnTo>
                  <a:lnTo>
                    <a:pt x="1143523" y="623381"/>
                  </a:lnTo>
                  <a:lnTo>
                    <a:pt x="1145305" y="625163"/>
                  </a:lnTo>
                  <a:lnTo>
                    <a:pt x="1147087" y="625163"/>
                  </a:lnTo>
                  <a:lnTo>
                    <a:pt x="1150651" y="628728"/>
                  </a:lnTo>
                  <a:lnTo>
                    <a:pt x="1152433" y="628728"/>
                  </a:lnTo>
                  <a:lnTo>
                    <a:pt x="1154215" y="630510"/>
                  </a:lnTo>
                  <a:lnTo>
                    <a:pt x="1155997" y="630510"/>
                  </a:lnTo>
                  <a:lnTo>
                    <a:pt x="1157780" y="632292"/>
                  </a:lnTo>
                  <a:lnTo>
                    <a:pt x="1159562" y="632292"/>
                  </a:lnTo>
                  <a:lnTo>
                    <a:pt x="1163126" y="635856"/>
                  </a:lnTo>
                  <a:lnTo>
                    <a:pt x="1164908" y="635856"/>
                  </a:lnTo>
                  <a:lnTo>
                    <a:pt x="1166690" y="637638"/>
                  </a:lnTo>
                  <a:lnTo>
                    <a:pt x="1168472" y="637638"/>
                  </a:lnTo>
                  <a:lnTo>
                    <a:pt x="1170254" y="639420"/>
                  </a:lnTo>
                  <a:lnTo>
                    <a:pt x="1172036" y="639420"/>
                  </a:lnTo>
                  <a:lnTo>
                    <a:pt x="1173818" y="641202"/>
                  </a:lnTo>
                  <a:lnTo>
                    <a:pt x="1175601" y="641202"/>
                  </a:lnTo>
                  <a:lnTo>
                    <a:pt x="1179165" y="644767"/>
                  </a:lnTo>
                  <a:lnTo>
                    <a:pt x="1180947" y="644767"/>
                  </a:lnTo>
                  <a:lnTo>
                    <a:pt x="1182729" y="646549"/>
                  </a:lnTo>
                  <a:lnTo>
                    <a:pt x="1184511" y="646549"/>
                  </a:lnTo>
                  <a:lnTo>
                    <a:pt x="1186293" y="648331"/>
                  </a:lnTo>
                  <a:lnTo>
                    <a:pt x="1188075" y="648331"/>
                  </a:lnTo>
                  <a:lnTo>
                    <a:pt x="1191640" y="651895"/>
                  </a:lnTo>
                  <a:lnTo>
                    <a:pt x="1193422" y="651895"/>
                  </a:lnTo>
                  <a:lnTo>
                    <a:pt x="1195204" y="653677"/>
                  </a:lnTo>
                  <a:lnTo>
                    <a:pt x="1196986" y="653677"/>
                  </a:lnTo>
                  <a:lnTo>
                    <a:pt x="1198768" y="655459"/>
                  </a:lnTo>
                  <a:lnTo>
                    <a:pt x="1200550" y="655459"/>
                  </a:lnTo>
                  <a:lnTo>
                    <a:pt x="1202332" y="657241"/>
                  </a:lnTo>
                  <a:lnTo>
                    <a:pt x="1204114" y="657241"/>
                  </a:lnTo>
                  <a:lnTo>
                    <a:pt x="1207679" y="660806"/>
                  </a:lnTo>
                  <a:lnTo>
                    <a:pt x="1209461" y="660806"/>
                  </a:lnTo>
                  <a:lnTo>
                    <a:pt x="1211243" y="662588"/>
                  </a:lnTo>
                  <a:lnTo>
                    <a:pt x="1213025" y="662588"/>
                  </a:lnTo>
                  <a:lnTo>
                    <a:pt x="1214807" y="664370"/>
                  </a:lnTo>
                  <a:lnTo>
                    <a:pt x="1216589" y="664370"/>
                  </a:lnTo>
                  <a:lnTo>
                    <a:pt x="1220153" y="667934"/>
                  </a:lnTo>
                  <a:lnTo>
                    <a:pt x="1221935" y="667934"/>
                  </a:lnTo>
                  <a:lnTo>
                    <a:pt x="1223718" y="669716"/>
                  </a:lnTo>
                  <a:lnTo>
                    <a:pt x="1225500" y="669716"/>
                  </a:lnTo>
                  <a:lnTo>
                    <a:pt x="1227282" y="671498"/>
                  </a:lnTo>
                  <a:lnTo>
                    <a:pt x="1229064" y="671498"/>
                  </a:lnTo>
                  <a:lnTo>
                    <a:pt x="1232628" y="675062"/>
                  </a:lnTo>
                  <a:lnTo>
                    <a:pt x="1234410" y="675062"/>
                  </a:lnTo>
                  <a:lnTo>
                    <a:pt x="1236192" y="676845"/>
                  </a:lnTo>
                  <a:lnTo>
                    <a:pt x="1237974" y="676845"/>
                  </a:lnTo>
                  <a:lnTo>
                    <a:pt x="1239756" y="678627"/>
                  </a:lnTo>
                  <a:lnTo>
                    <a:pt x="1241539" y="678627"/>
                  </a:lnTo>
                  <a:lnTo>
                    <a:pt x="1243321" y="680409"/>
                  </a:lnTo>
                  <a:lnTo>
                    <a:pt x="1245103" y="680409"/>
                  </a:lnTo>
                  <a:lnTo>
                    <a:pt x="1246885" y="682191"/>
                  </a:lnTo>
                  <a:lnTo>
                    <a:pt x="1248667" y="682191"/>
                  </a:lnTo>
                  <a:lnTo>
                    <a:pt x="1250449" y="683973"/>
                  </a:lnTo>
                  <a:lnTo>
                    <a:pt x="1255194" y="683973"/>
                  </a:lnTo>
                  <a:lnTo>
                    <a:pt x="1261376" y="677791"/>
                  </a:lnTo>
                  <a:lnTo>
                    <a:pt x="1261376" y="670663"/>
                  </a:lnTo>
                  <a:lnTo>
                    <a:pt x="1263158" y="668881"/>
                  </a:lnTo>
                  <a:lnTo>
                    <a:pt x="1263158" y="663535"/>
                  </a:lnTo>
                  <a:lnTo>
                    <a:pt x="1264940" y="661753"/>
                  </a:lnTo>
                  <a:lnTo>
                    <a:pt x="1264940" y="656406"/>
                  </a:lnTo>
                  <a:lnTo>
                    <a:pt x="1265297" y="656050"/>
                  </a:lnTo>
                  <a:lnTo>
                    <a:pt x="1266488" y="657241"/>
                  </a:lnTo>
                  <a:lnTo>
                    <a:pt x="1268270" y="657241"/>
                  </a:lnTo>
                  <a:lnTo>
                    <a:pt x="1270052" y="659023"/>
                  </a:lnTo>
                  <a:lnTo>
                    <a:pt x="1271834" y="659023"/>
                  </a:lnTo>
                  <a:lnTo>
                    <a:pt x="1273617" y="660806"/>
                  </a:lnTo>
                  <a:lnTo>
                    <a:pt x="1275399" y="660806"/>
                  </a:lnTo>
                  <a:lnTo>
                    <a:pt x="1278963" y="664370"/>
                  </a:lnTo>
                  <a:lnTo>
                    <a:pt x="1280745" y="664370"/>
                  </a:lnTo>
                  <a:lnTo>
                    <a:pt x="1282527" y="666152"/>
                  </a:lnTo>
                  <a:lnTo>
                    <a:pt x="1292619" y="666152"/>
                  </a:lnTo>
                  <a:lnTo>
                    <a:pt x="1297018" y="661753"/>
                  </a:lnTo>
                  <a:lnTo>
                    <a:pt x="1297018" y="656406"/>
                  </a:lnTo>
                  <a:lnTo>
                    <a:pt x="1298800" y="654624"/>
                  </a:lnTo>
                  <a:lnTo>
                    <a:pt x="1298800" y="649278"/>
                  </a:lnTo>
                  <a:lnTo>
                    <a:pt x="1300582" y="647496"/>
                  </a:lnTo>
                  <a:lnTo>
                    <a:pt x="1300582" y="643931"/>
                  </a:lnTo>
                  <a:lnTo>
                    <a:pt x="1302130" y="642984"/>
                  </a:lnTo>
                  <a:lnTo>
                    <a:pt x="1305694" y="646549"/>
                  </a:lnTo>
                  <a:lnTo>
                    <a:pt x="1307477" y="646549"/>
                  </a:lnTo>
                  <a:lnTo>
                    <a:pt x="1309259" y="648331"/>
                  </a:lnTo>
                  <a:lnTo>
                    <a:pt x="1311041" y="648331"/>
                  </a:lnTo>
                  <a:lnTo>
                    <a:pt x="1312823" y="650113"/>
                  </a:lnTo>
                  <a:lnTo>
                    <a:pt x="1314605" y="650113"/>
                  </a:lnTo>
                  <a:lnTo>
                    <a:pt x="1318169" y="653677"/>
                  </a:lnTo>
                  <a:lnTo>
                    <a:pt x="1319951" y="653677"/>
                  </a:lnTo>
                  <a:lnTo>
                    <a:pt x="1321733" y="655459"/>
                  </a:lnTo>
                  <a:lnTo>
                    <a:pt x="1323516" y="655459"/>
                  </a:lnTo>
                  <a:lnTo>
                    <a:pt x="1325298" y="657241"/>
                  </a:lnTo>
                  <a:lnTo>
                    <a:pt x="1327080" y="657241"/>
                  </a:lnTo>
                  <a:lnTo>
                    <a:pt x="1328862" y="659023"/>
                  </a:lnTo>
                  <a:lnTo>
                    <a:pt x="1330644" y="659023"/>
                  </a:lnTo>
                  <a:lnTo>
                    <a:pt x="1334208" y="662588"/>
                  </a:lnTo>
                  <a:lnTo>
                    <a:pt x="1335990" y="662588"/>
                  </a:lnTo>
                  <a:lnTo>
                    <a:pt x="1337772" y="664370"/>
                  </a:lnTo>
                  <a:lnTo>
                    <a:pt x="1339555" y="664370"/>
                  </a:lnTo>
                  <a:lnTo>
                    <a:pt x="1341337" y="666152"/>
                  </a:lnTo>
                  <a:lnTo>
                    <a:pt x="1343119" y="666152"/>
                  </a:lnTo>
                  <a:lnTo>
                    <a:pt x="1346683" y="669716"/>
                  </a:lnTo>
                  <a:lnTo>
                    <a:pt x="1348465" y="669716"/>
                  </a:lnTo>
                  <a:lnTo>
                    <a:pt x="1350247" y="671498"/>
                  </a:lnTo>
                  <a:lnTo>
                    <a:pt x="1352029" y="671498"/>
                  </a:lnTo>
                  <a:lnTo>
                    <a:pt x="1353811" y="673280"/>
                  </a:lnTo>
                  <a:lnTo>
                    <a:pt x="1355593" y="673280"/>
                  </a:lnTo>
                  <a:lnTo>
                    <a:pt x="1357376" y="675062"/>
                  </a:lnTo>
                  <a:lnTo>
                    <a:pt x="1359158" y="675062"/>
                  </a:lnTo>
                  <a:lnTo>
                    <a:pt x="1362722" y="678627"/>
                  </a:lnTo>
                  <a:lnTo>
                    <a:pt x="1364504" y="678627"/>
                  </a:lnTo>
                  <a:lnTo>
                    <a:pt x="1366286" y="680409"/>
                  </a:lnTo>
                  <a:lnTo>
                    <a:pt x="1368068" y="680409"/>
                  </a:lnTo>
                  <a:lnTo>
                    <a:pt x="1369850" y="682191"/>
                  </a:lnTo>
                  <a:lnTo>
                    <a:pt x="1371632" y="682191"/>
                  </a:lnTo>
                  <a:lnTo>
                    <a:pt x="1375197" y="685755"/>
                  </a:lnTo>
                  <a:lnTo>
                    <a:pt x="1376979" y="685755"/>
                  </a:lnTo>
                  <a:lnTo>
                    <a:pt x="1378761" y="687537"/>
                  </a:lnTo>
                  <a:lnTo>
                    <a:pt x="1380543" y="687537"/>
                  </a:lnTo>
                  <a:lnTo>
                    <a:pt x="1382325" y="689319"/>
                  </a:lnTo>
                  <a:lnTo>
                    <a:pt x="1384107" y="689319"/>
                  </a:lnTo>
                  <a:lnTo>
                    <a:pt x="1385889" y="691101"/>
                  </a:lnTo>
                  <a:lnTo>
                    <a:pt x="1387671" y="691101"/>
                  </a:lnTo>
                  <a:lnTo>
                    <a:pt x="1391236" y="694666"/>
                  </a:lnTo>
                  <a:lnTo>
                    <a:pt x="1393018" y="694666"/>
                  </a:lnTo>
                  <a:lnTo>
                    <a:pt x="1394800" y="696448"/>
                  </a:lnTo>
                  <a:lnTo>
                    <a:pt x="1396582" y="696448"/>
                  </a:lnTo>
                  <a:lnTo>
                    <a:pt x="1398364" y="698230"/>
                  </a:lnTo>
                  <a:lnTo>
                    <a:pt x="1400146" y="698230"/>
                  </a:lnTo>
                  <a:lnTo>
                    <a:pt x="1403710" y="701794"/>
                  </a:lnTo>
                  <a:lnTo>
                    <a:pt x="1405492" y="701794"/>
                  </a:lnTo>
                  <a:lnTo>
                    <a:pt x="1407275" y="703576"/>
                  </a:lnTo>
                  <a:lnTo>
                    <a:pt x="1409057" y="703576"/>
                  </a:lnTo>
                  <a:lnTo>
                    <a:pt x="1410839" y="705358"/>
                  </a:lnTo>
                  <a:lnTo>
                    <a:pt x="1412621" y="705358"/>
                  </a:lnTo>
                  <a:lnTo>
                    <a:pt x="1414403" y="707140"/>
                  </a:lnTo>
                  <a:lnTo>
                    <a:pt x="1416185" y="707140"/>
                  </a:lnTo>
                  <a:lnTo>
                    <a:pt x="1419749" y="710705"/>
                  </a:lnTo>
                  <a:lnTo>
                    <a:pt x="1421531" y="710705"/>
                  </a:lnTo>
                  <a:lnTo>
                    <a:pt x="1423314" y="712487"/>
                  </a:lnTo>
                  <a:lnTo>
                    <a:pt x="1425096" y="712487"/>
                  </a:lnTo>
                  <a:lnTo>
                    <a:pt x="1426878" y="714269"/>
                  </a:lnTo>
                  <a:lnTo>
                    <a:pt x="1428660" y="714269"/>
                  </a:lnTo>
                  <a:lnTo>
                    <a:pt x="1432224" y="717833"/>
                  </a:lnTo>
                  <a:lnTo>
                    <a:pt x="1434006" y="717833"/>
                  </a:lnTo>
                  <a:lnTo>
                    <a:pt x="1435788" y="719615"/>
                  </a:lnTo>
                  <a:lnTo>
                    <a:pt x="1437570" y="719615"/>
                  </a:lnTo>
                  <a:lnTo>
                    <a:pt x="1439353" y="721397"/>
                  </a:lnTo>
                  <a:lnTo>
                    <a:pt x="1441135" y="721397"/>
                  </a:lnTo>
                  <a:lnTo>
                    <a:pt x="1442917" y="723179"/>
                  </a:lnTo>
                  <a:lnTo>
                    <a:pt x="1444699" y="723179"/>
                  </a:lnTo>
                  <a:lnTo>
                    <a:pt x="1448263" y="726744"/>
                  </a:lnTo>
                  <a:lnTo>
                    <a:pt x="1450045" y="726744"/>
                  </a:lnTo>
                  <a:lnTo>
                    <a:pt x="1451827" y="728526"/>
                  </a:lnTo>
                  <a:lnTo>
                    <a:pt x="1453609" y="728526"/>
                  </a:lnTo>
                  <a:lnTo>
                    <a:pt x="1455392" y="730308"/>
                  </a:lnTo>
                  <a:lnTo>
                    <a:pt x="1457174" y="730308"/>
                  </a:lnTo>
                  <a:lnTo>
                    <a:pt x="1460738" y="733872"/>
                  </a:lnTo>
                  <a:lnTo>
                    <a:pt x="1462520" y="733872"/>
                  </a:lnTo>
                  <a:lnTo>
                    <a:pt x="1464302" y="735654"/>
                  </a:lnTo>
                  <a:lnTo>
                    <a:pt x="1466084" y="735654"/>
                  </a:lnTo>
                  <a:lnTo>
                    <a:pt x="1467866" y="737436"/>
                  </a:lnTo>
                  <a:lnTo>
                    <a:pt x="1469648" y="737436"/>
                  </a:lnTo>
                  <a:lnTo>
                    <a:pt x="1471430" y="739218"/>
                  </a:lnTo>
                  <a:lnTo>
                    <a:pt x="1473213" y="739218"/>
                  </a:lnTo>
                  <a:lnTo>
                    <a:pt x="1476777" y="742783"/>
                  </a:lnTo>
                  <a:lnTo>
                    <a:pt x="1478559" y="742783"/>
                  </a:lnTo>
                  <a:lnTo>
                    <a:pt x="1480341" y="744565"/>
                  </a:lnTo>
                  <a:lnTo>
                    <a:pt x="1482123" y="744565"/>
                  </a:lnTo>
                  <a:lnTo>
                    <a:pt x="1483905" y="746347"/>
                  </a:lnTo>
                  <a:lnTo>
                    <a:pt x="1485687" y="746347"/>
                  </a:lnTo>
                  <a:lnTo>
                    <a:pt x="1489252" y="749911"/>
                  </a:lnTo>
                  <a:lnTo>
                    <a:pt x="1491034" y="749911"/>
                  </a:lnTo>
                  <a:lnTo>
                    <a:pt x="1492816" y="751693"/>
                  </a:lnTo>
                  <a:lnTo>
                    <a:pt x="1494598" y="751693"/>
                  </a:lnTo>
                  <a:lnTo>
                    <a:pt x="1496380" y="753475"/>
                  </a:lnTo>
                  <a:lnTo>
                    <a:pt x="1498162" y="753475"/>
                  </a:lnTo>
                  <a:lnTo>
                    <a:pt x="1499944" y="755257"/>
                  </a:lnTo>
                  <a:lnTo>
                    <a:pt x="1501726" y="755257"/>
                  </a:lnTo>
                  <a:lnTo>
                    <a:pt x="1505291" y="758821"/>
                  </a:lnTo>
                  <a:lnTo>
                    <a:pt x="1507073" y="758821"/>
                  </a:lnTo>
                  <a:lnTo>
                    <a:pt x="1508855" y="760604"/>
                  </a:lnTo>
                  <a:lnTo>
                    <a:pt x="1510637" y="760604"/>
                  </a:lnTo>
                  <a:lnTo>
                    <a:pt x="1512419" y="762386"/>
                  </a:lnTo>
                  <a:lnTo>
                    <a:pt x="1514201" y="762386"/>
                  </a:lnTo>
                  <a:lnTo>
                    <a:pt x="1517765" y="765950"/>
                  </a:lnTo>
                  <a:lnTo>
                    <a:pt x="1519547" y="765950"/>
                  </a:lnTo>
                  <a:lnTo>
                    <a:pt x="1521330" y="767732"/>
                  </a:lnTo>
                  <a:lnTo>
                    <a:pt x="1523112" y="767732"/>
                  </a:lnTo>
                  <a:lnTo>
                    <a:pt x="1524894" y="769514"/>
                  </a:lnTo>
                  <a:lnTo>
                    <a:pt x="1526676" y="769514"/>
                  </a:lnTo>
                  <a:lnTo>
                    <a:pt x="1528458" y="771296"/>
                  </a:lnTo>
                  <a:lnTo>
                    <a:pt x="1530240" y="771296"/>
                  </a:lnTo>
                  <a:lnTo>
                    <a:pt x="1533804" y="774860"/>
                  </a:lnTo>
                  <a:lnTo>
                    <a:pt x="1535586" y="774860"/>
                  </a:lnTo>
                  <a:lnTo>
                    <a:pt x="1537368" y="776643"/>
                  </a:lnTo>
                  <a:lnTo>
                    <a:pt x="1539151" y="776643"/>
                  </a:lnTo>
                  <a:lnTo>
                    <a:pt x="1540933" y="778425"/>
                  </a:lnTo>
                  <a:lnTo>
                    <a:pt x="1542715" y="778425"/>
                  </a:lnTo>
                  <a:lnTo>
                    <a:pt x="1546279" y="781989"/>
                  </a:lnTo>
                  <a:lnTo>
                    <a:pt x="1548061" y="781989"/>
                  </a:lnTo>
                  <a:lnTo>
                    <a:pt x="1549843" y="783771"/>
                  </a:lnTo>
                  <a:lnTo>
                    <a:pt x="1551625" y="783771"/>
                  </a:lnTo>
                  <a:lnTo>
                    <a:pt x="1553407" y="785553"/>
                  </a:lnTo>
                  <a:lnTo>
                    <a:pt x="1555190" y="785553"/>
                  </a:lnTo>
                  <a:lnTo>
                    <a:pt x="1556972" y="787335"/>
                  </a:lnTo>
                  <a:lnTo>
                    <a:pt x="1558754" y="787335"/>
                  </a:lnTo>
                  <a:lnTo>
                    <a:pt x="1562318" y="790899"/>
                  </a:lnTo>
                  <a:lnTo>
                    <a:pt x="1564100" y="790899"/>
                  </a:lnTo>
                  <a:lnTo>
                    <a:pt x="1565882" y="792682"/>
                  </a:lnTo>
                  <a:lnTo>
                    <a:pt x="1567664" y="792682"/>
                  </a:lnTo>
                  <a:lnTo>
                    <a:pt x="1569446" y="794464"/>
                  </a:lnTo>
                  <a:lnTo>
                    <a:pt x="1571229" y="794464"/>
                  </a:lnTo>
                  <a:lnTo>
                    <a:pt x="1574793" y="798028"/>
                  </a:lnTo>
                  <a:lnTo>
                    <a:pt x="1576575" y="798028"/>
                  </a:lnTo>
                  <a:lnTo>
                    <a:pt x="1578357" y="799810"/>
                  </a:lnTo>
                  <a:lnTo>
                    <a:pt x="1580139" y="799810"/>
                  </a:lnTo>
                  <a:lnTo>
                    <a:pt x="1581921" y="801592"/>
                  </a:lnTo>
                  <a:lnTo>
                    <a:pt x="1583703" y="801592"/>
                  </a:lnTo>
                  <a:lnTo>
                    <a:pt x="1587267" y="805156"/>
                  </a:lnTo>
                  <a:lnTo>
                    <a:pt x="1589050" y="805156"/>
                  </a:lnTo>
                  <a:lnTo>
                    <a:pt x="1590832" y="806938"/>
                  </a:lnTo>
                  <a:lnTo>
                    <a:pt x="1592614" y="806938"/>
                  </a:lnTo>
                  <a:lnTo>
                    <a:pt x="1594396" y="808721"/>
                  </a:lnTo>
                  <a:lnTo>
                    <a:pt x="1596178" y="808721"/>
                  </a:lnTo>
                  <a:lnTo>
                    <a:pt x="1597960" y="810503"/>
                  </a:lnTo>
                  <a:lnTo>
                    <a:pt x="1599742" y="810503"/>
                  </a:lnTo>
                  <a:lnTo>
                    <a:pt x="1603306" y="814067"/>
                  </a:lnTo>
                  <a:lnTo>
                    <a:pt x="1605089" y="814067"/>
                  </a:lnTo>
                  <a:lnTo>
                    <a:pt x="1606871" y="815849"/>
                  </a:lnTo>
                  <a:lnTo>
                    <a:pt x="1608653" y="815849"/>
                  </a:lnTo>
                  <a:lnTo>
                    <a:pt x="1610435" y="817631"/>
                  </a:lnTo>
                  <a:lnTo>
                    <a:pt x="1612217" y="817631"/>
                  </a:lnTo>
                  <a:lnTo>
                    <a:pt x="1615781" y="821195"/>
                  </a:lnTo>
                  <a:lnTo>
                    <a:pt x="1617563" y="821195"/>
                  </a:lnTo>
                  <a:lnTo>
                    <a:pt x="1619345" y="822977"/>
                  </a:lnTo>
                  <a:lnTo>
                    <a:pt x="1621128" y="822977"/>
                  </a:lnTo>
                  <a:lnTo>
                    <a:pt x="1622910" y="824759"/>
                  </a:lnTo>
                  <a:lnTo>
                    <a:pt x="1624692" y="824759"/>
                  </a:lnTo>
                  <a:lnTo>
                    <a:pt x="1626474" y="826542"/>
                  </a:lnTo>
                  <a:lnTo>
                    <a:pt x="1628256" y="826542"/>
                  </a:lnTo>
                  <a:lnTo>
                    <a:pt x="1631820" y="830106"/>
                  </a:lnTo>
                  <a:lnTo>
                    <a:pt x="1633602" y="830106"/>
                  </a:lnTo>
                  <a:lnTo>
                    <a:pt x="1635384" y="831888"/>
                  </a:lnTo>
                  <a:lnTo>
                    <a:pt x="1637167" y="831888"/>
                  </a:lnTo>
                  <a:lnTo>
                    <a:pt x="1638949" y="833670"/>
                  </a:lnTo>
                  <a:lnTo>
                    <a:pt x="1640731" y="833670"/>
                  </a:lnTo>
                  <a:lnTo>
                    <a:pt x="1644295" y="837234"/>
                  </a:lnTo>
                  <a:lnTo>
                    <a:pt x="1646077" y="837234"/>
                  </a:lnTo>
                  <a:lnTo>
                    <a:pt x="1647859" y="839016"/>
                  </a:lnTo>
                  <a:lnTo>
                    <a:pt x="1649641" y="839016"/>
                  </a:lnTo>
                  <a:lnTo>
                    <a:pt x="1651423" y="840798"/>
                  </a:lnTo>
                  <a:lnTo>
                    <a:pt x="1653205" y="840798"/>
                  </a:lnTo>
                  <a:lnTo>
                    <a:pt x="1654988" y="842581"/>
                  </a:lnTo>
                  <a:lnTo>
                    <a:pt x="1656770" y="842581"/>
                  </a:lnTo>
                  <a:lnTo>
                    <a:pt x="1660334" y="846145"/>
                  </a:lnTo>
                  <a:lnTo>
                    <a:pt x="1662116" y="846145"/>
                  </a:lnTo>
                  <a:lnTo>
                    <a:pt x="1663898" y="847927"/>
                  </a:lnTo>
                  <a:lnTo>
                    <a:pt x="1665680" y="847927"/>
                  </a:lnTo>
                  <a:lnTo>
                    <a:pt x="1667462" y="849709"/>
                  </a:lnTo>
                  <a:lnTo>
                    <a:pt x="1669244" y="849709"/>
                  </a:lnTo>
                  <a:lnTo>
                    <a:pt x="1672809" y="853273"/>
                  </a:lnTo>
                  <a:lnTo>
                    <a:pt x="1674591" y="853273"/>
                  </a:lnTo>
                  <a:lnTo>
                    <a:pt x="1676373" y="855055"/>
                  </a:lnTo>
                  <a:lnTo>
                    <a:pt x="1678155" y="855055"/>
                  </a:lnTo>
                  <a:lnTo>
                    <a:pt x="1679937" y="856837"/>
                  </a:lnTo>
                  <a:lnTo>
                    <a:pt x="1681719" y="856837"/>
                  </a:lnTo>
                  <a:lnTo>
                    <a:pt x="1683501" y="858620"/>
                  </a:lnTo>
                  <a:lnTo>
                    <a:pt x="1685283" y="858620"/>
                  </a:lnTo>
                  <a:lnTo>
                    <a:pt x="1688848" y="862184"/>
                  </a:lnTo>
                  <a:lnTo>
                    <a:pt x="1690630" y="862184"/>
                  </a:lnTo>
                  <a:lnTo>
                    <a:pt x="1692412" y="863966"/>
                  </a:lnTo>
                  <a:lnTo>
                    <a:pt x="1694194" y="863966"/>
                  </a:lnTo>
                  <a:lnTo>
                    <a:pt x="1695976" y="865748"/>
                  </a:lnTo>
                  <a:lnTo>
                    <a:pt x="1697758" y="865748"/>
                  </a:lnTo>
                  <a:lnTo>
                    <a:pt x="1701322" y="869312"/>
                  </a:lnTo>
                  <a:lnTo>
                    <a:pt x="1703104" y="869312"/>
                  </a:lnTo>
                  <a:lnTo>
                    <a:pt x="1704887" y="871094"/>
                  </a:lnTo>
                  <a:lnTo>
                    <a:pt x="1706669" y="871094"/>
                  </a:lnTo>
                  <a:lnTo>
                    <a:pt x="1708451" y="872876"/>
                  </a:lnTo>
                  <a:lnTo>
                    <a:pt x="1710233" y="872876"/>
                  </a:lnTo>
                  <a:lnTo>
                    <a:pt x="1712015" y="874658"/>
                  </a:lnTo>
                  <a:lnTo>
                    <a:pt x="1713797" y="874658"/>
                  </a:lnTo>
                  <a:lnTo>
                    <a:pt x="1717361" y="878223"/>
                  </a:lnTo>
                  <a:lnTo>
                    <a:pt x="1719143" y="878223"/>
                  </a:lnTo>
                  <a:lnTo>
                    <a:pt x="1720926" y="880005"/>
                  </a:lnTo>
                  <a:lnTo>
                    <a:pt x="1722708" y="880005"/>
                  </a:lnTo>
                  <a:lnTo>
                    <a:pt x="1724490" y="881787"/>
                  </a:lnTo>
                  <a:lnTo>
                    <a:pt x="1726272" y="881787"/>
                  </a:lnTo>
                  <a:lnTo>
                    <a:pt x="1729836" y="885351"/>
                  </a:lnTo>
                  <a:lnTo>
                    <a:pt x="1731618" y="885351"/>
                  </a:lnTo>
                  <a:lnTo>
                    <a:pt x="1733400" y="887133"/>
                  </a:lnTo>
                  <a:lnTo>
                    <a:pt x="1735182" y="887133"/>
                  </a:lnTo>
                  <a:lnTo>
                    <a:pt x="1736965" y="888915"/>
                  </a:lnTo>
                  <a:lnTo>
                    <a:pt x="1738747" y="888915"/>
                  </a:lnTo>
                  <a:lnTo>
                    <a:pt x="1740529" y="890697"/>
                  </a:lnTo>
                  <a:lnTo>
                    <a:pt x="1742311" y="890697"/>
                  </a:lnTo>
                  <a:lnTo>
                    <a:pt x="1745875" y="894262"/>
                  </a:lnTo>
                  <a:lnTo>
                    <a:pt x="1747657" y="894262"/>
                  </a:lnTo>
                  <a:lnTo>
                    <a:pt x="1749439" y="896044"/>
                  </a:lnTo>
                  <a:lnTo>
                    <a:pt x="1751221" y="896044"/>
                  </a:lnTo>
                  <a:lnTo>
                    <a:pt x="1753004" y="897826"/>
                  </a:lnTo>
                  <a:lnTo>
                    <a:pt x="1754786" y="897826"/>
                  </a:lnTo>
                  <a:lnTo>
                    <a:pt x="1758350" y="901390"/>
                  </a:lnTo>
                  <a:lnTo>
                    <a:pt x="1760132" y="901390"/>
                  </a:lnTo>
                  <a:lnTo>
                    <a:pt x="1761914" y="903172"/>
                  </a:lnTo>
                  <a:lnTo>
                    <a:pt x="1763696" y="903172"/>
                  </a:lnTo>
                  <a:lnTo>
                    <a:pt x="1765478" y="904954"/>
                  </a:lnTo>
                  <a:lnTo>
                    <a:pt x="1767260" y="904954"/>
                  </a:lnTo>
                  <a:lnTo>
                    <a:pt x="1769042" y="906736"/>
                  </a:lnTo>
                  <a:lnTo>
                    <a:pt x="1770825" y="906736"/>
                  </a:lnTo>
                  <a:lnTo>
                    <a:pt x="1774389" y="910301"/>
                  </a:lnTo>
                  <a:lnTo>
                    <a:pt x="1776171" y="910301"/>
                  </a:lnTo>
                  <a:lnTo>
                    <a:pt x="1777953" y="912083"/>
                  </a:lnTo>
                  <a:lnTo>
                    <a:pt x="1779735" y="912083"/>
                  </a:lnTo>
                  <a:lnTo>
                    <a:pt x="1781517" y="913865"/>
                  </a:lnTo>
                  <a:lnTo>
                    <a:pt x="1783299" y="913865"/>
                  </a:lnTo>
                  <a:lnTo>
                    <a:pt x="1786864" y="917429"/>
                  </a:lnTo>
                  <a:lnTo>
                    <a:pt x="1788646" y="917429"/>
                  </a:lnTo>
                  <a:lnTo>
                    <a:pt x="1790428" y="919211"/>
                  </a:lnTo>
                  <a:lnTo>
                    <a:pt x="1792210" y="919211"/>
                  </a:lnTo>
                  <a:lnTo>
                    <a:pt x="1793992" y="920993"/>
                  </a:lnTo>
                  <a:lnTo>
                    <a:pt x="1795774" y="920993"/>
                  </a:lnTo>
                  <a:lnTo>
                    <a:pt x="1797556" y="922775"/>
                  </a:lnTo>
                  <a:lnTo>
                    <a:pt x="1799338" y="922775"/>
                  </a:lnTo>
                  <a:lnTo>
                    <a:pt x="1802903" y="926340"/>
                  </a:lnTo>
                  <a:lnTo>
                    <a:pt x="1804685" y="926340"/>
                  </a:lnTo>
                  <a:lnTo>
                    <a:pt x="1806467" y="928122"/>
                  </a:lnTo>
                  <a:lnTo>
                    <a:pt x="1808249" y="928122"/>
                  </a:lnTo>
                  <a:lnTo>
                    <a:pt x="1810031" y="929904"/>
                  </a:lnTo>
                  <a:lnTo>
                    <a:pt x="1811813" y="929904"/>
                  </a:lnTo>
                  <a:lnTo>
                    <a:pt x="1815377" y="933468"/>
                  </a:lnTo>
                  <a:lnTo>
                    <a:pt x="1817159" y="933468"/>
                  </a:lnTo>
                  <a:lnTo>
                    <a:pt x="1818941" y="935250"/>
                  </a:lnTo>
                  <a:lnTo>
                    <a:pt x="1820724" y="935250"/>
                  </a:lnTo>
                  <a:lnTo>
                    <a:pt x="1822506" y="937032"/>
                  </a:lnTo>
                  <a:lnTo>
                    <a:pt x="1824288" y="937032"/>
                  </a:lnTo>
                  <a:lnTo>
                    <a:pt x="1826070" y="938814"/>
                  </a:lnTo>
                  <a:lnTo>
                    <a:pt x="1827852" y="938814"/>
                  </a:lnTo>
                  <a:lnTo>
                    <a:pt x="1831416" y="942379"/>
                  </a:lnTo>
                  <a:lnTo>
                    <a:pt x="1833198" y="942379"/>
                  </a:lnTo>
                  <a:lnTo>
                    <a:pt x="1834980" y="944161"/>
                  </a:lnTo>
                  <a:lnTo>
                    <a:pt x="1836763" y="944161"/>
                  </a:lnTo>
                  <a:lnTo>
                    <a:pt x="1838545" y="945943"/>
                  </a:lnTo>
                  <a:lnTo>
                    <a:pt x="1840327" y="945943"/>
                  </a:lnTo>
                  <a:lnTo>
                    <a:pt x="1843891" y="949507"/>
                  </a:lnTo>
                  <a:lnTo>
                    <a:pt x="1845673" y="949507"/>
                  </a:lnTo>
                  <a:lnTo>
                    <a:pt x="1847455" y="951289"/>
                  </a:lnTo>
                  <a:lnTo>
                    <a:pt x="1849237" y="951289"/>
                  </a:lnTo>
                  <a:lnTo>
                    <a:pt x="1851019" y="953071"/>
                  </a:lnTo>
                  <a:lnTo>
                    <a:pt x="1852802" y="953071"/>
                  </a:lnTo>
                  <a:lnTo>
                    <a:pt x="1854584" y="954853"/>
                  </a:lnTo>
                  <a:lnTo>
                    <a:pt x="1856366" y="954853"/>
                  </a:lnTo>
                  <a:lnTo>
                    <a:pt x="1859930" y="958418"/>
                  </a:lnTo>
                  <a:lnTo>
                    <a:pt x="1861712" y="958418"/>
                  </a:lnTo>
                  <a:lnTo>
                    <a:pt x="1863494" y="960200"/>
                  </a:lnTo>
                  <a:lnTo>
                    <a:pt x="1865276" y="960200"/>
                  </a:lnTo>
                  <a:lnTo>
                    <a:pt x="1867058" y="961982"/>
                  </a:lnTo>
                  <a:lnTo>
                    <a:pt x="1868841" y="961982"/>
                  </a:lnTo>
                  <a:lnTo>
                    <a:pt x="1872405" y="965546"/>
                  </a:lnTo>
                  <a:lnTo>
                    <a:pt x="1874187" y="965546"/>
                  </a:lnTo>
                  <a:lnTo>
                    <a:pt x="1875969" y="967328"/>
                  </a:lnTo>
                  <a:lnTo>
                    <a:pt x="1877751" y="967328"/>
                  </a:lnTo>
                  <a:lnTo>
                    <a:pt x="1879533" y="969110"/>
                  </a:lnTo>
                  <a:lnTo>
                    <a:pt x="1881315" y="969110"/>
                  </a:lnTo>
                  <a:lnTo>
                    <a:pt x="1884879" y="972674"/>
                  </a:lnTo>
                  <a:lnTo>
                    <a:pt x="1886662" y="972674"/>
                  </a:lnTo>
                  <a:lnTo>
                    <a:pt x="1888444" y="974457"/>
                  </a:lnTo>
                  <a:lnTo>
                    <a:pt x="1890226" y="974457"/>
                  </a:lnTo>
                  <a:lnTo>
                    <a:pt x="1892008" y="976239"/>
                  </a:lnTo>
                  <a:lnTo>
                    <a:pt x="1893790" y="976239"/>
                  </a:lnTo>
                  <a:lnTo>
                    <a:pt x="1895572" y="978021"/>
                  </a:lnTo>
                  <a:lnTo>
                    <a:pt x="1897354" y="978021"/>
                  </a:lnTo>
                  <a:lnTo>
                    <a:pt x="1900918" y="981585"/>
                  </a:lnTo>
                  <a:lnTo>
                    <a:pt x="1902701" y="981585"/>
                  </a:lnTo>
                  <a:lnTo>
                    <a:pt x="1904483" y="983367"/>
                  </a:lnTo>
                  <a:lnTo>
                    <a:pt x="1906265" y="983367"/>
                  </a:lnTo>
                  <a:lnTo>
                    <a:pt x="1908047" y="985149"/>
                  </a:lnTo>
                  <a:lnTo>
                    <a:pt x="1909829" y="985149"/>
                  </a:lnTo>
                  <a:lnTo>
                    <a:pt x="1911611" y="986931"/>
                  </a:lnTo>
                  <a:lnTo>
                    <a:pt x="1913393" y="986931"/>
                  </a:lnTo>
                  <a:lnTo>
                    <a:pt x="1916957" y="990496"/>
                  </a:lnTo>
                  <a:lnTo>
                    <a:pt x="1918740" y="990496"/>
                  </a:lnTo>
                  <a:lnTo>
                    <a:pt x="1920522" y="992278"/>
                  </a:lnTo>
                  <a:lnTo>
                    <a:pt x="1922304" y="992278"/>
                  </a:lnTo>
                  <a:lnTo>
                    <a:pt x="1924086" y="994060"/>
                  </a:lnTo>
                  <a:lnTo>
                    <a:pt x="1925868" y="994060"/>
                  </a:lnTo>
                  <a:lnTo>
                    <a:pt x="1929432" y="997624"/>
                  </a:lnTo>
                  <a:lnTo>
                    <a:pt x="1931214" y="997624"/>
                  </a:lnTo>
                  <a:lnTo>
                    <a:pt x="1932996" y="999406"/>
                  </a:lnTo>
                  <a:lnTo>
                    <a:pt x="1934779" y="999406"/>
                  </a:lnTo>
                  <a:lnTo>
                    <a:pt x="1936561" y="1001188"/>
                  </a:lnTo>
                  <a:lnTo>
                    <a:pt x="1938343" y="1001188"/>
                  </a:lnTo>
                  <a:lnTo>
                    <a:pt x="1941907" y="1004752"/>
                  </a:lnTo>
                  <a:lnTo>
                    <a:pt x="1943689" y="1004752"/>
                  </a:lnTo>
                  <a:lnTo>
                    <a:pt x="1945471" y="1006534"/>
                  </a:lnTo>
                  <a:lnTo>
                    <a:pt x="1947253" y="1006534"/>
                  </a:lnTo>
                  <a:lnTo>
                    <a:pt x="1949035" y="1008317"/>
                  </a:lnTo>
                  <a:lnTo>
                    <a:pt x="1950817" y="1008317"/>
                  </a:lnTo>
                  <a:lnTo>
                    <a:pt x="1952600" y="1010099"/>
                  </a:lnTo>
                  <a:lnTo>
                    <a:pt x="1954382" y="1010099"/>
                  </a:lnTo>
                  <a:lnTo>
                    <a:pt x="1957946" y="1013663"/>
                  </a:lnTo>
                  <a:lnTo>
                    <a:pt x="1959728" y="1013663"/>
                  </a:lnTo>
                  <a:lnTo>
                    <a:pt x="1961510" y="1015445"/>
                  </a:lnTo>
                  <a:lnTo>
                    <a:pt x="1963292" y="1015445"/>
                  </a:lnTo>
                  <a:lnTo>
                    <a:pt x="1965074" y="1017227"/>
                  </a:lnTo>
                  <a:lnTo>
                    <a:pt x="1966856" y="1017227"/>
                  </a:lnTo>
                  <a:lnTo>
                    <a:pt x="1970421" y="1020791"/>
                  </a:lnTo>
                  <a:lnTo>
                    <a:pt x="1973384" y="1020791"/>
                  </a:lnTo>
                  <a:lnTo>
                    <a:pt x="1976001" y="1018174"/>
                  </a:lnTo>
                  <a:lnTo>
                    <a:pt x="1976001" y="1016392"/>
                  </a:lnTo>
                  <a:lnTo>
                    <a:pt x="1977783" y="1014610"/>
                  </a:lnTo>
                  <a:lnTo>
                    <a:pt x="1977783" y="1012828"/>
                  </a:lnTo>
                  <a:lnTo>
                    <a:pt x="1979565" y="1011046"/>
                  </a:lnTo>
                  <a:lnTo>
                    <a:pt x="1979565" y="1003683"/>
                  </a:lnTo>
                  <a:lnTo>
                    <a:pt x="1976948" y="1003683"/>
                  </a:lnTo>
                  <a:lnTo>
                    <a:pt x="1975166" y="1001901"/>
                  </a:lnTo>
                  <a:lnTo>
                    <a:pt x="1973384" y="1001901"/>
                  </a:lnTo>
                  <a:lnTo>
                    <a:pt x="1969820" y="998337"/>
                  </a:lnTo>
                  <a:lnTo>
                    <a:pt x="1968038" y="998337"/>
                  </a:lnTo>
                  <a:lnTo>
                    <a:pt x="1966255" y="996555"/>
                  </a:lnTo>
                  <a:lnTo>
                    <a:pt x="1964473" y="996555"/>
                  </a:lnTo>
                  <a:lnTo>
                    <a:pt x="1962691" y="994773"/>
                  </a:lnTo>
                  <a:lnTo>
                    <a:pt x="1960909" y="994773"/>
                  </a:lnTo>
                  <a:lnTo>
                    <a:pt x="1959127" y="992990"/>
                  </a:lnTo>
                  <a:lnTo>
                    <a:pt x="1957345" y="992990"/>
                  </a:lnTo>
                  <a:lnTo>
                    <a:pt x="1953781" y="989426"/>
                  </a:lnTo>
                  <a:lnTo>
                    <a:pt x="1951999" y="989426"/>
                  </a:lnTo>
                  <a:lnTo>
                    <a:pt x="1950216" y="987644"/>
                  </a:lnTo>
                  <a:lnTo>
                    <a:pt x="1948434" y="987644"/>
                  </a:lnTo>
                  <a:lnTo>
                    <a:pt x="1946652" y="985862"/>
                  </a:lnTo>
                  <a:lnTo>
                    <a:pt x="1944870" y="985862"/>
                  </a:lnTo>
                  <a:lnTo>
                    <a:pt x="1941306" y="982298"/>
                  </a:lnTo>
                  <a:lnTo>
                    <a:pt x="1939524" y="982298"/>
                  </a:lnTo>
                  <a:lnTo>
                    <a:pt x="1937742" y="980516"/>
                  </a:lnTo>
                  <a:lnTo>
                    <a:pt x="1935960" y="980516"/>
                  </a:lnTo>
                  <a:lnTo>
                    <a:pt x="1934177" y="978734"/>
                  </a:lnTo>
                  <a:lnTo>
                    <a:pt x="1932395" y="978734"/>
                  </a:lnTo>
                  <a:lnTo>
                    <a:pt x="1930613" y="976951"/>
                  </a:lnTo>
                  <a:lnTo>
                    <a:pt x="1928831" y="976951"/>
                  </a:lnTo>
                  <a:lnTo>
                    <a:pt x="1925267" y="973387"/>
                  </a:lnTo>
                  <a:lnTo>
                    <a:pt x="1923485" y="973387"/>
                  </a:lnTo>
                  <a:lnTo>
                    <a:pt x="1921703" y="971605"/>
                  </a:lnTo>
                  <a:lnTo>
                    <a:pt x="1919921" y="971605"/>
                  </a:lnTo>
                  <a:lnTo>
                    <a:pt x="1918139" y="969823"/>
                  </a:lnTo>
                  <a:lnTo>
                    <a:pt x="1916356" y="969823"/>
                  </a:lnTo>
                  <a:lnTo>
                    <a:pt x="1912792" y="966259"/>
                  </a:lnTo>
                  <a:lnTo>
                    <a:pt x="1911010" y="966259"/>
                  </a:lnTo>
                  <a:lnTo>
                    <a:pt x="1909228" y="964477"/>
                  </a:lnTo>
                  <a:lnTo>
                    <a:pt x="1907446" y="964477"/>
                  </a:lnTo>
                  <a:lnTo>
                    <a:pt x="1905664" y="962695"/>
                  </a:lnTo>
                  <a:lnTo>
                    <a:pt x="1903882" y="962695"/>
                  </a:lnTo>
                  <a:lnTo>
                    <a:pt x="1902100" y="960913"/>
                  </a:lnTo>
                  <a:lnTo>
                    <a:pt x="1900317" y="960913"/>
                  </a:lnTo>
                  <a:lnTo>
                    <a:pt x="1896753" y="957348"/>
                  </a:lnTo>
                  <a:lnTo>
                    <a:pt x="1894971" y="957348"/>
                  </a:lnTo>
                  <a:lnTo>
                    <a:pt x="1893189" y="955566"/>
                  </a:lnTo>
                  <a:lnTo>
                    <a:pt x="1891407" y="955566"/>
                  </a:lnTo>
                  <a:lnTo>
                    <a:pt x="1889625" y="953784"/>
                  </a:lnTo>
                  <a:lnTo>
                    <a:pt x="1887843" y="953784"/>
                  </a:lnTo>
                  <a:lnTo>
                    <a:pt x="1884278" y="950220"/>
                  </a:lnTo>
                  <a:lnTo>
                    <a:pt x="1882496" y="950220"/>
                  </a:lnTo>
                  <a:lnTo>
                    <a:pt x="1880714" y="948438"/>
                  </a:lnTo>
                  <a:lnTo>
                    <a:pt x="1878932" y="948438"/>
                  </a:lnTo>
                  <a:lnTo>
                    <a:pt x="1877150" y="946656"/>
                  </a:lnTo>
                  <a:lnTo>
                    <a:pt x="1875368" y="946656"/>
                  </a:lnTo>
                  <a:lnTo>
                    <a:pt x="1871804" y="943091"/>
                  </a:lnTo>
                  <a:lnTo>
                    <a:pt x="1870022" y="943091"/>
                  </a:lnTo>
                  <a:lnTo>
                    <a:pt x="1868239" y="941309"/>
                  </a:lnTo>
                  <a:lnTo>
                    <a:pt x="1866457" y="941309"/>
                  </a:lnTo>
                  <a:lnTo>
                    <a:pt x="1864675" y="939527"/>
                  </a:lnTo>
                  <a:lnTo>
                    <a:pt x="1862893" y="939527"/>
                  </a:lnTo>
                  <a:lnTo>
                    <a:pt x="1861111" y="937745"/>
                  </a:lnTo>
                  <a:lnTo>
                    <a:pt x="1859329" y="937745"/>
                  </a:lnTo>
                  <a:lnTo>
                    <a:pt x="1855765" y="934181"/>
                  </a:lnTo>
                  <a:lnTo>
                    <a:pt x="1853983" y="934181"/>
                  </a:lnTo>
                  <a:lnTo>
                    <a:pt x="1852201" y="932399"/>
                  </a:lnTo>
                  <a:lnTo>
                    <a:pt x="1850418" y="932399"/>
                  </a:lnTo>
                  <a:lnTo>
                    <a:pt x="1848636" y="930617"/>
                  </a:lnTo>
                  <a:lnTo>
                    <a:pt x="1846854" y="930617"/>
                  </a:lnTo>
                  <a:lnTo>
                    <a:pt x="1843290" y="927052"/>
                  </a:lnTo>
                  <a:lnTo>
                    <a:pt x="1841508" y="927052"/>
                  </a:lnTo>
                  <a:lnTo>
                    <a:pt x="1839726" y="925270"/>
                  </a:lnTo>
                  <a:lnTo>
                    <a:pt x="1837944" y="925270"/>
                  </a:lnTo>
                  <a:lnTo>
                    <a:pt x="1836162" y="923488"/>
                  </a:lnTo>
                  <a:lnTo>
                    <a:pt x="1834379" y="923488"/>
                  </a:lnTo>
                  <a:lnTo>
                    <a:pt x="1832597" y="921706"/>
                  </a:lnTo>
                  <a:lnTo>
                    <a:pt x="1830815" y="921706"/>
                  </a:lnTo>
                  <a:lnTo>
                    <a:pt x="1827251" y="918142"/>
                  </a:lnTo>
                  <a:lnTo>
                    <a:pt x="1825469" y="918142"/>
                  </a:lnTo>
                  <a:lnTo>
                    <a:pt x="1823687" y="916360"/>
                  </a:lnTo>
                  <a:lnTo>
                    <a:pt x="1821905" y="916360"/>
                  </a:lnTo>
                  <a:lnTo>
                    <a:pt x="1820123" y="914578"/>
                  </a:lnTo>
                  <a:lnTo>
                    <a:pt x="1818340" y="914578"/>
                  </a:lnTo>
                  <a:lnTo>
                    <a:pt x="1814776" y="911013"/>
                  </a:lnTo>
                  <a:lnTo>
                    <a:pt x="1812994" y="911013"/>
                  </a:lnTo>
                  <a:lnTo>
                    <a:pt x="1811212" y="909231"/>
                  </a:lnTo>
                  <a:lnTo>
                    <a:pt x="1809430" y="909231"/>
                  </a:lnTo>
                  <a:lnTo>
                    <a:pt x="1807648" y="907449"/>
                  </a:lnTo>
                  <a:lnTo>
                    <a:pt x="1805866" y="907449"/>
                  </a:lnTo>
                  <a:lnTo>
                    <a:pt x="1804084" y="905667"/>
                  </a:lnTo>
                  <a:lnTo>
                    <a:pt x="1802301" y="905667"/>
                  </a:lnTo>
                  <a:lnTo>
                    <a:pt x="1798737" y="902103"/>
                  </a:lnTo>
                  <a:lnTo>
                    <a:pt x="1796955" y="902103"/>
                  </a:lnTo>
                  <a:lnTo>
                    <a:pt x="1795173" y="900321"/>
                  </a:lnTo>
                  <a:lnTo>
                    <a:pt x="1793391" y="900321"/>
                  </a:lnTo>
                  <a:lnTo>
                    <a:pt x="1791609" y="898539"/>
                  </a:lnTo>
                  <a:lnTo>
                    <a:pt x="1789827" y="898539"/>
                  </a:lnTo>
                  <a:lnTo>
                    <a:pt x="1786263" y="894975"/>
                  </a:lnTo>
                  <a:lnTo>
                    <a:pt x="1784480" y="894975"/>
                  </a:lnTo>
                  <a:lnTo>
                    <a:pt x="1782698" y="893192"/>
                  </a:lnTo>
                  <a:lnTo>
                    <a:pt x="1780916" y="893192"/>
                  </a:lnTo>
                  <a:lnTo>
                    <a:pt x="1779134" y="891410"/>
                  </a:lnTo>
                  <a:lnTo>
                    <a:pt x="1777352" y="891410"/>
                  </a:lnTo>
                  <a:lnTo>
                    <a:pt x="1775570" y="889628"/>
                  </a:lnTo>
                  <a:lnTo>
                    <a:pt x="1773788" y="889628"/>
                  </a:lnTo>
                  <a:lnTo>
                    <a:pt x="1770224" y="886064"/>
                  </a:lnTo>
                  <a:lnTo>
                    <a:pt x="1768441" y="886064"/>
                  </a:lnTo>
                  <a:lnTo>
                    <a:pt x="1766659" y="884282"/>
                  </a:lnTo>
                  <a:lnTo>
                    <a:pt x="1764877" y="884282"/>
                  </a:lnTo>
                  <a:lnTo>
                    <a:pt x="1763095" y="882500"/>
                  </a:lnTo>
                  <a:lnTo>
                    <a:pt x="1761313" y="882500"/>
                  </a:lnTo>
                  <a:lnTo>
                    <a:pt x="1757749" y="878936"/>
                  </a:lnTo>
                  <a:lnTo>
                    <a:pt x="1755967" y="878936"/>
                  </a:lnTo>
                  <a:lnTo>
                    <a:pt x="1754185" y="877153"/>
                  </a:lnTo>
                  <a:lnTo>
                    <a:pt x="1752402" y="877153"/>
                  </a:lnTo>
                  <a:lnTo>
                    <a:pt x="1750620" y="875371"/>
                  </a:lnTo>
                  <a:lnTo>
                    <a:pt x="1748838" y="875371"/>
                  </a:lnTo>
                  <a:lnTo>
                    <a:pt x="1747056" y="873589"/>
                  </a:lnTo>
                  <a:lnTo>
                    <a:pt x="1745274" y="873589"/>
                  </a:lnTo>
                  <a:lnTo>
                    <a:pt x="1741710" y="870025"/>
                  </a:lnTo>
                  <a:lnTo>
                    <a:pt x="1739928" y="870025"/>
                  </a:lnTo>
                  <a:lnTo>
                    <a:pt x="1738146" y="868243"/>
                  </a:lnTo>
                  <a:lnTo>
                    <a:pt x="1736364" y="868243"/>
                  </a:lnTo>
                  <a:lnTo>
                    <a:pt x="1734581" y="866461"/>
                  </a:lnTo>
                  <a:lnTo>
                    <a:pt x="1732799" y="866461"/>
                  </a:lnTo>
                  <a:lnTo>
                    <a:pt x="1729235" y="862897"/>
                  </a:lnTo>
                  <a:lnTo>
                    <a:pt x="1727453" y="862897"/>
                  </a:lnTo>
                  <a:lnTo>
                    <a:pt x="1725671" y="861114"/>
                  </a:lnTo>
                  <a:lnTo>
                    <a:pt x="1723889" y="861114"/>
                  </a:lnTo>
                  <a:lnTo>
                    <a:pt x="1722107" y="859332"/>
                  </a:lnTo>
                  <a:lnTo>
                    <a:pt x="1720325" y="859332"/>
                  </a:lnTo>
                  <a:lnTo>
                    <a:pt x="1718542" y="857550"/>
                  </a:lnTo>
                  <a:lnTo>
                    <a:pt x="1716760" y="857550"/>
                  </a:lnTo>
                  <a:lnTo>
                    <a:pt x="1713196" y="853986"/>
                  </a:lnTo>
                  <a:lnTo>
                    <a:pt x="1711414" y="853986"/>
                  </a:lnTo>
                  <a:lnTo>
                    <a:pt x="1709632" y="852204"/>
                  </a:lnTo>
                  <a:lnTo>
                    <a:pt x="1707850" y="852204"/>
                  </a:lnTo>
                  <a:lnTo>
                    <a:pt x="1706068" y="850422"/>
                  </a:lnTo>
                  <a:lnTo>
                    <a:pt x="1704286" y="850422"/>
                  </a:lnTo>
                  <a:lnTo>
                    <a:pt x="1700721" y="846858"/>
                  </a:lnTo>
                  <a:lnTo>
                    <a:pt x="1698939" y="846858"/>
                  </a:lnTo>
                  <a:lnTo>
                    <a:pt x="1697157" y="845076"/>
                  </a:lnTo>
                  <a:lnTo>
                    <a:pt x="1695375" y="845076"/>
                  </a:lnTo>
                  <a:lnTo>
                    <a:pt x="1693593" y="843293"/>
                  </a:lnTo>
                  <a:lnTo>
                    <a:pt x="1691811" y="843293"/>
                  </a:lnTo>
                  <a:lnTo>
                    <a:pt x="1690029" y="841511"/>
                  </a:lnTo>
                  <a:lnTo>
                    <a:pt x="1688247" y="841511"/>
                  </a:lnTo>
                  <a:lnTo>
                    <a:pt x="1684682" y="837947"/>
                  </a:lnTo>
                  <a:lnTo>
                    <a:pt x="1682900" y="837947"/>
                  </a:lnTo>
                  <a:lnTo>
                    <a:pt x="1681118" y="836165"/>
                  </a:lnTo>
                  <a:lnTo>
                    <a:pt x="1679336" y="836165"/>
                  </a:lnTo>
                  <a:lnTo>
                    <a:pt x="1677554" y="834383"/>
                  </a:lnTo>
                  <a:lnTo>
                    <a:pt x="1675772" y="834383"/>
                  </a:lnTo>
                  <a:lnTo>
                    <a:pt x="1672208" y="830819"/>
                  </a:lnTo>
                  <a:lnTo>
                    <a:pt x="1670426" y="830819"/>
                  </a:lnTo>
                  <a:lnTo>
                    <a:pt x="1668643" y="829037"/>
                  </a:lnTo>
                  <a:lnTo>
                    <a:pt x="1666861" y="829037"/>
                  </a:lnTo>
                  <a:lnTo>
                    <a:pt x="1665079" y="827254"/>
                  </a:lnTo>
                  <a:lnTo>
                    <a:pt x="1663297" y="827254"/>
                  </a:lnTo>
                  <a:lnTo>
                    <a:pt x="1661515" y="825472"/>
                  </a:lnTo>
                  <a:lnTo>
                    <a:pt x="1659733" y="825472"/>
                  </a:lnTo>
                  <a:lnTo>
                    <a:pt x="1656169" y="821908"/>
                  </a:lnTo>
                  <a:lnTo>
                    <a:pt x="1654387" y="821908"/>
                  </a:lnTo>
                  <a:lnTo>
                    <a:pt x="1652604" y="820126"/>
                  </a:lnTo>
                  <a:lnTo>
                    <a:pt x="1650822" y="820126"/>
                  </a:lnTo>
                  <a:lnTo>
                    <a:pt x="1649040" y="818344"/>
                  </a:lnTo>
                  <a:lnTo>
                    <a:pt x="1647258" y="818344"/>
                  </a:lnTo>
                  <a:lnTo>
                    <a:pt x="1643694" y="814780"/>
                  </a:lnTo>
                  <a:lnTo>
                    <a:pt x="1641912" y="814780"/>
                  </a:lnTo>
                  <a:lnTo>
                    <a:pt x="1640130" y="812998"/>
                  </a:lnTo>
                  <a:lnTo>
                    <a:pt x="1638348" y="812998"/>
                  </a:lnTo>
                  <a:lnTo>
                    <a:pt x="1636565" y="811215"/>
                  </a:lnTo>
                  <a:lnTo>
                    <a:pt x="1634783" y="811215"/>
                  </a:lnTo>
                  <a:lnTo>
                    <a:pt x="1633001" y="809433"/>
                  </a:lnTo>
                  <a:lnTo>
                    <a:pt x="1631219" y="809433"/>
                  </a:lnTo>
                  <a:lnTo>
                    <a:pt x="1627655" y="805869"/>
                  </a:lnTo>
                  <a:lnTo>
                    <a:pt x="1625873" y="805869"/>
                  </a:lnTo>
                  <a:lnTo>
                    <a:pt x="1624091" y="804087"/>
                  </a:lnTo>
                  <a:lnTo>
                    <a:pt x="1622309" y="804087"/>
                  </a:lnTo>
                  <a:lnTo>
                    <a:pt x="1620527" y="802305"/>
                  </a:lnTo>
                  <a:lnTo>
                    <a:pt x="1618744" y="802305"/>
                  </a:lnTo>
                  <a:lnTo>
                    <a:pt x="1615180" y="798741"/>
                  </a:lnTo>
                  <a:lnTo>
                    <a:pt x="1613398" y="798741"/>
                  </a:lnTo>
                  <a:lnTo>
                    <a:pt x="1611616" y="796959"/>
                  </a:lnTo>
                  <a:lnTo>
                    <a:pt x="1609834" y="796959"/>
                  </a:lnTo>
                  <a:lnTo>
                    <a:pt x="1608052" y="795176"/>
                  </a:lnTo>
                  <a:lnTo>
                    <a:pt x="1606270" y="795176"/>
                  </a:lnTo>
                  <a:lnTo>
                    <a:pt x="1604488" y="793394"/>
                  </a:lnTo>
                  <a:lnTo>
                    <a:pt x="1602705" y="793394"/>
                  </a:lnTo>
                  <a:lnTo>
                    <a:pt x="1599141" y="789830"/>
                  </a:lnTo>
                  <a:lnTo>
                    <a:pt x="1597359" y="789830"/>
                  </a:lnTo>
                  <a:lnTo>
                    <a:pt x="1595577" y="788048"/>
                  </a:lnTo>
                  <a:lnTo>
                    <a:pt x="1593795" y="788048"/>
                  </a:lnTo>
                  <a:lnTo>
                    <a:pt x="1592013" y="786266"/>
                  </a:lnTo>
                  <a:lnTo>
                    <a:pt x="1590231" y="786266"/>
                  </a:lnTo>
                  <a:lnTo>
                    <a:pt x="1586666" y="782702"/>
                  </a:lnTo>
                  <a:lnTo>
                    <a:pt x="1584884" y="782702"/>
                  </a:lnTo>
                  <a:lnTo>
                    <a:pt x="1583102" y="780920"/>
                  </a:lnTo>
                  <a:lnTo>
                    <a:pt x="1581320" y="780920"/>
                  </a:lnTo>
                  <a:lnTo>
                    <a:pt x="1579538" y="779138"/>
                  </a:lnTo>
                  <a:lnTo>
                    <a:pt x="1577756" y="779138"/>
                  </a:lnTo>
                  <a:lnTo>
                    <a:pt x="1575974" y="777355"/>
                  </a:lnTo>
                  <a:lnTo>
                    <a:pt x="1574192" y="777355"/>
                  </a:lnTo>
                  <a:lnTo>
                    <a:pt x="1570627" y="773791"/>
                  </a:lnTo>
                  <a:lnTo>
                    <a:pt x="1568845" y="773791"/>
                  </a:lnTo>
                  <a:lnTo>
                    <a:pt x="1567063" y="772009"/>
                  </a:lnTo>
                  <a:lnTo>
                    <a:pt x="1565281" y="772009"/>
                  </a:lnTo>
                  <a:lnTo>
                    <a:pt x="1563499" y="770227"/>
                  </a:lnTo>
                  <a:lnTo>
                    <a:pt x="1561717" y="770227"/>
                  </a:lnTo>
                  <a:lnTo>
                    <a:pt x="1558153" y="766663"/>
                  </a:lnTo>
                  <a:lnTo>
                    <a:pt x="1556371" y="766663"/>
                  </a:lnTo>
                  <a:lnTo>
                    <a:pt x="1554589" y="764881"/>
                  </a:lnTo>
                  <a:lnTo>
                    <a:pt x="1552806" y="764881"/>
                  </a:lnTo>
                  <a:lnTo>
                    <a:pt x="1551024" y="763099"/>
                  </a:lnTo>
                  <a:lnTo>
                    <a:pt x="1549242" y="763099"/>
                  </a:lnTo>
                  <a:lnTo>
                    <a:pt x="1547460" y="761316"/>
                  </a:lnTo>
                  <a:lnTo>
                    <a:pt x="1545678" y="761316"/>
                  </a:lnTo>
                  <a:lnTo>
                    <a:pt x="1542114" y="757752"/>
                  </a:lnTo>
                  <a:lnTo>
                    <a:pt x="1540332" y="757752"/>
                  </a:lnTo>
                  <a:lnTo>
                    <a:pt x="1538550" y="755970"/>
                  </a:lnTo>
                  <a:lnTo>
                    <a:pt x="1536767" y="755970"/>
                  </a:lnTo>
                  <a:lnTo>
                    <a:pt x="1534985" y="754188"/>
                  </a:lnTo>
                  <a:lnTo>
                    <a:pt x="1533203" y="754188"/>
                  </a:lnTo>
                  <a:lnTo>
                    <a:pt x="1529639" y="750624"/>
                  </a:lnTo>
                  <a:lnTo>
                    <a:pt x="1527857" y="750624"/>
                  </a:lnTo>
                  <a:lnTo>
                    <a:pt x="1526075" y="748842"/>
                  </a:lnTo>
                  <a:lnTo>
                    <a:pt x="1524293" y="748842"/>
                  </a:lnTo>
                  <a:lnTo>
                    <a:pt x="1522511" y="747060"/>
                  </a:lnTo>
                  <a:lnTo>
                    <a:pt x="1520728" y="747060"/>
                  </a:lnTo>
                  <a:lnTo>
                    <a:pt x="1517164" y="743495"/>
                  </a:lnTo>
                  <a:lnTo>
                    <a:pt x="1515382" y="743495"/>
                  </a:lnTo>
                  <a:lnTo>
                    <a:pt x="1513600" y="741713"/>
                  </a:lnTo>
                  <a:lnTo>
                    <a:pt x="1511818" y="741713"/>
                  </a:lnTo>
                  <a:lnTo>
                    <a:pt x="1510036" y="739931"/>
                  </a:lnTo>
                  <a:lnTo>
                    <a:pt x="1508254" y="739931"/>
                  </a:lnTo>
                  <a:lnTo>
                    <a:pt x="1506472" y="738149"/>
                  </a:lnTo>
                  <a:lnTo>
                    <a:pt x="1504689" y="738149"/>
                  </a:lnTo>
                  <a:lnTo>
                    <a:pt x="1501125" y="734585"/>
                  </a:lnTo>
                  <a:lnTo>
                    <a:pt x="1499343" y="734585"/>
                  </a:lnTo>
                  <a:lnTo>
                    <a:pt x="1497561" y="732803"/>
                  </a:lnTo>
                  <a:lnTo>
                    <a:pt x="1495779" y="732803"/>
                  </a:lnTo>
                  <a:lnTo>
                    <a:pt x="1493997" y="731021"/>
                  </a:lnTo>
                  <a:lnTo>
                    <a:pt x="1492215" y="731021"/>
                  </a:lnTo>
                  <a:lnTo>
                    <a:pt x="1488651" y="727456"/>
                  </a:lnTo>
                  <a:lnTo>
                    <a:pt x="1486868" y="727456"/>
                  </a:lnTo>
                  <a:lnTo>
                    <a:pt x="1485086" y="725674"/>
                  </a:lnTo>
                  <a:lnTo>
                    <a:pt x="1483304" y="725674"/>
                  </a:lnTo>
                  <a:lnTo>
                    <a:pt x="1481522" y="723892"/>
                  </a:lnTo>
                  <a:lnTo>
                    <a:pt x="1479740" y="723892"/>
                  </a:lnTo>
                  <a:lnTo>
                    <a:pt x="1477958" y="722110"/>
                  </a:lnTo>
                  <a:lnTo>
                    <a:pt x="1476176" y="722110"/>
                  </a:lnTo>
                  <a:lnTo>
                    <a:pt x="1472612" y="718546"/>
                  </a:lnTo>
                  <a:lnTo>
                    <a:pt x="1470829" y="718546"/>
                  </a:lnTo>
                  <a:lnTo>
                    <a:pt x="1469047" y="716764"/>
                  </a:lnTo>
                  <a:lnTo>
                    <a:pt x="1467265" y="716764"/>
                  </a:lnTo>
                  <a:lnTo>
                    <a:pt x="1465483" y="714982"/>
                  </a:lnTo>
                  <a:lnTo>
                    <a:pt x="1463701" y="714982"/>
                  </a:lnTo>
                  <a:lnTo>
                    <a:pt x="1460137" y="711417"/>
                  </a:lnTo>
                  <a:lnTo>
                    <a:pt x="1458355" y="711417"/>
                  </a:lnTo>
                  <a:lnTo>
                    <a:pt x="1456573" y="709635"/>
                  </a:lnTo>
                  <a:lnTo>
                    <a:pt x="1454790" y="709635"/>
                  </a:lnTo>
                  <a:lnTo>
                    <a:pt x="1453008" y="707853"/>
                  </a:lnTo>
                  <a:lnTo>
                    <a:pt x="1451226" y="707853"/>
                  </a:lnTo>
                  <a:lnTo>
                    <a:pt x="1449444" y="706071"/>
                  </a:lnTo>
                  <a:lnTo>
                    <a:pt x="1447662" y="706071"/>
                  </a:lnTo>
                  <a:lnTo>
                    <a:pt x="1444098" y="702507"/>
                  </a:lnTo>
                  <a:lnTo>
                    <a:pt x="1442316" y="702507"/>
                  </a:lnTo>
                  <a:lnTo>
                    <a:pt x="1440534" y="700725"/>
                  </a:lnTo>
                  <a:lnTo>
                    <a:pt x="1438752" y="700725"/>
                  </a:lnTo>
                  <a:lnTo>
                    <a:pt x="1436969" y="698943"/>
                  </a:lnTo>
                  <a:lnTo>
                    <a:pt x="1435187" y="698943"/>
                  </a:lnTo>
                  <a:lnTo>
                    <a:pt x="1431623" y="695378"/>
                  </a:lnTo>
                  <a:lnTo>
                    <a:pt x="1429841" y="695378"/>
                  </a:lnTo>
                  <a:lnTo>
                    <a:pt x="1428059" y="693596"/>
                  </a:lnTo>
                  <a:lnTo>
                    <a:pt x="1426277" y="693596"/>
                  </a:lnTo>
                  <a:lnTo>
                    <a:pt x="1424495" y="691814"/>
                  </a:lnTo>
                  <a:lnTo>
                    <a:pt x="1422713" y="691814"/>
                  </a:lnTo>
                  <a:lnTo>
                    <a:pt x="1420930" y="690032"/>
                  </a:lnTo>
                  <a:lnTo>
                    <a:pt x="1419148" y="690032"/>
                  </a:lnTo>
                  <a:lnTo>
                    <a:pt x="1415584" y="686468"/>
                  </a:lnTo>
                  <a:lnTo>
                    <a:pt x="1413802" y="686468"/>
                  </a:lnTo>
                  <a:lnTo>
                    <a:pt x="1412020" y="684686"/>
                  </a:lnTo>
                  <a:lnTo>
                    <a:pt x="1410238" y="684686"/>
                  </a:lnTo>
                  <a:lnTo>
                    <a:pt x="1408456" y="682904"/>
                  </a:lnTo>
                  <a:lnTo>
                    <a:pt x="1406674" y="682904"/>
                  </a:lnTo>
                  <a:lnTo>
                    <a:pt x="1403109" y="679339"/>
                  </a:lnTo>
                  <a:lnTo>
                    <a:pt x="1401327" y="679339"/>
                  </a:lnTo>
                  <a:lnTo>
                    <a:pt x="1399545" y="677557"/>
                  </a:lnTo>
                  <a:lnTo>
                    <a:pt x="1397763" y="677557"/>
                  </a:lnTo>
                  <a:lnTo>
                    <a:pt x="1395981" y="675775"/>
                  </a:lnTo>
                  <a:lnTo>
                    <a:pt x="1394199" y="675775"/>
                  </a:lnTo>
                  <a:lnTo>
                    <a:pt x="1392417" y="673993"/>
                  </a:lnTo>
                  <a:lnTo>
                    <a:pt x="1390635" y="673993"/>
                  </a:lnTo>
                  <a:lnTo>
                    <a:pt x="1387070" y="670429"/>
                  </a:lnTo>
                  <a:lnTo>
                    <a:pt x="1385288" y="670429"/>
                  </a:lnTo>
                  <a:lnTo>
                    <a:pt x="1383506" y="668647"/>
                  </a:lnTo>
                  <a:lnTo>
                    <a:pt x="1381724" y="668647"/>
                  </a:lnTo>
                  <a:lnTo>
                    <a:pt x="1379942" y="666865"/>
                  </a:lnTo>
                  <a:lnTo>
                    <a:pt x="1378160" y="666865"/>
                  </a:lnTo>
                  <a:lnTo>
                    <a:pt x="1374596" y="663301"/>
                  </a:lnTo>
                  <a:lnTo>
                    <a:pt x="1372814" y="663301"/>
                  </a:lnTo>
                  <a:lnTo>
                    <a:pt x="1371031" y="661518"/>
                  </a:lnTo>
                  <a:lnTo>
                    <a:pt x="1369249" y="661518"/>
                  </a:lnTo>
                  <a:lnTo>
                    <a:pt x="1367467" y="659736"/>
                  </a:lnTo>
                  <a:lnTo>
                    <a:pt x="1365685" y="659736"/>
                  </a:lnTo>
                  <a:lnTo>
                    <a:pt x="1363903" y="657954"/>
                  </a:lnTo>
                  <a:lnTo>
                    <a:pt x="1362121" y="657954"/>
                  </a:lnTo>
                  <a:lnTo>
                    <a:pt x="1358557" y="654390"/>
                  </a:lnTo>
                  <a:lnTo>
                    <a:pt x="1356775" y="654390"/>
                  </a:lnTo>
                  <a:lnTo>
                    <a:pt x="1354992" y="652608"/>
                  </a:lnTo>
                  <a:lnTo>
                    <a:pt x="1353210" y="652608"/>
                  </a:lnTo>
                  <a:lnTo>
                    <a:pt x="1351428" y="650826"/>
                  </a:lnTo>
                  <a:lnTo>
                    <a:pt x="1349646" y="650826"/>
                  </a:lnTo>
                  <a:lnTo>
                    <a:pt x="1346082" y="647262"/>
                  </a:lnTo>
                  <a:lnTo>
                    <a:pt x="1344300" y="647262"/>
                  </a:lnTo>
                  <a:lnTo>
                    <a:pt x="1342518" y="645479"/>
                  </a:lnTo>
                  <a:lnTo>
                    <a:pt x="1340736" y="645479"/>
                  </a:lnTo>
                  <a:lnTo>
                    <a:pt x="1338953" y="643697"/>
                  </a:lnTo>
                  <a:lnTo>
                    <a:pt x="1337171" y="643697"/>
                  </a:lnTo>
                  <a:lnTo>
                    <a:pt x="1335389" y="641915"/>
                  </a:lnTo>
                  <a:lnTo>
                    <a:pt x="1333607" y="641915"/>
                  </a:lnTo>
                  <a:lnTo>
                    <a:pt x="1330043" y="638351"/>
                  </a:lnTo>
                  <a:lnTo>
                    <a:pt x="1328261" y="638351"/>
                  </a:lnTo>
                  <a:lnTo>
                    <a:pt x="1326479" y="636569"/>
                  </a:lnTo>
                  <a:lnTo>
                    <a:pt x="1324697" y="636569"/>
                  </a:lnTo>
                  <a:lnTo>
                    <a:pt x="1322915" y="634787"/>
                  </a:lnTo>
                  <a:lnTo>
                    <a:pt x="1321132" y="634787"/>
                  </a:lnTo>
                  <a:lnTo>
                    <a:pt x="1317568" y="631223"/>
                  </a:lnTo>
                  <a:lnTo>
                    <a:pt x="1315786" y="631223"/>
                  </a:lnTo>
                  <a:lnTo>
                    <a:pt x="1314004" y="629440"/>
                  </a:lnTo>
                  <a:lnTo>
                    <a:pt x="1312222" y="629440"/>
                  </a:lnTo>
                  <a:lnTo>
                    <a:pt x="1310440" y="627658"/>
                  </a:lnTo>
                  <a:lnTo>
                    <a:pt x="1308658" y="627658"/>
                  </a:lnTo>
                  <a:lnTo>
                    <a:pt x="1306876" y="625876"/>
                  </a:lnTo>
                  <a:lnTo>
                    <a:pt x="1305093" y="625876"/>
                  </a:lnTo>
                  <a:lnTo>
                    <a:pt x="1301529" y="622312"/>
                  </a:lnTo>
                  <a:lnTo>
                    <a:pt x="1297965" y="622312"/>
                  </a:lnTo>
                  <a:lnTo>
                    <a:pt x="1295592" y="619939"/>
                  </a:lnTo>
                  <a:lnTo>
                    <a:pt x="1293220" y="622312"/>
                  </a:lnTo>
                  <a:lnTo>
                    <a:pt x="1288820" y="622312"/>
                  </a:lnTo>
                  <a:lnTo>
                    <a:pt x="1288820" y="624929"/>
                  </a:lnTo>
                  <a:lnTo>
                    <a:pt x="1287038" y="626711"/>
                  </a:lnTo>
                  <a:lnTo>
                    <a:pt x="1287038" y="630276"/>
                  </a:lnTo>
                  <a:lnTo>
                    <a:pt x="1285256" y="632058"/>
                  </a:lnTo>
                  <a:lnTo>
                    <a:pt x="1285256" y="637404"/>
                  </a:lnTo>
                  <a:lnTo>
                    <a:pt x="1283474" y="639186"/>
                  </a:lnTo>
                  <a:lnTo>
                    <a:pt x="1283474" y="644532"/>
                  </a:lnTo>
                  <a:lnTo>
                    <a:pt x="1282527" y="645479"/>
                  </a:lnTo>
                  <a:lnTo>
                    <a:pt x="1281926" y="645479"/>
                  </a:lnTo>
                  <a:lnTo>
                    <a:pt x="1278362" y="641915"/>
                  </a:lnTo>
                  <a:lnTo>
                    <a:pt x="1276580" y="641915"/>
                  </a:lnTo>
                  <a:lnTo>
                    <a:pt x="1274798" y="640133"/>
                  </a:lnTo>
                  <a:lnTo>
                    <a:pt x="1273015" y="640133"/>
                  </a:lnTo>
                  <a:lnTo>
                    <a:pt x="1271233" y="638351"/>
                  </a:lnTo>
                  <a:lnTo>
                    <a:pt x="1269451" y="638351"/>
                  </a:lnTo>
                  <a:lnTo>
                    <a:pt x="1267669" y="636569"/>
                  </a:lnTo>
                  <a:lnTo>
                    <a:pt x="1265887" y="636569"/>
                  </a:lnTo>
                  <a:lnTo>
                    <a:pt x="1264105" y="634787"/>
                  </a:lnTo>
                  <a:lnTo>
                    <a:pt x="1262323" y="634787"/>
                  </a:lnTo>
                  <a:lnTo>
                    <a:pt x="1259950" y="632414"/>
                  </a:lnTo>
                  <a:lnTo>
                    <a:pt x="1257578" y="634787"/>
                  </a:lnTo>
                  <a:lnTo>
                    <a:pt x="1254013" y="634787"/>
                  </a:lnTo>
                  <a:lnTo>
                    <a:pt x="1251396" y="637404"/>
                  </a:lnTo>
                  <a:lnTo>
                    <a:pt x="1251396" y="640968"/>
                  </a:lnTo>
                  <a:lnTo>
                    <a:pt x="1249614" y="642750"/>
                  </a:lnTo>
                  <a:lnTo>
                    <a:pt x="1249614" y="649879"/>
                  </a:lnTo>
                  <a:lnTo>
                    <a:pt x="1247832" y="651661"/>
                  </a:lnTo>
                  <a:lnTo>
                    <a:pt x="1247832" y="657007"/>
                  </a:lnTo>
                  <a:lnTo>
                    <a:pt x="1246050" y="658789"/>
                  </a:lnTo>
                  <a:lnTo>
                    <a:pt x="1245693" y="660928"/>
                  </a:lnTo>
                  <a:lnTo>
                    <a:pt x="1244502" y="659736"/>
                  </a:lnTo>
                  <a:lnTo>
                    <a:pt x="1242720" y="659736"/>
                  </a:lnTo>
                  <a:lnTo>
                    <a:pt x="1240938" y="657954"/>
                  </a:lnTo>
                  <a:lnTo>
                    <a:pt x="1239155" y="657954"/>
                  </a:lnTo>
                  <a:lnTo>
                    <a:pt x="1237373" y="656172"/>
                  </a:lnTo>
                  <a:lnTo>
                    <a:pt x="1235591" y="656172"/>
                  </a:lnTo>
                  <a:lnTo>
                    <a:pt x="1232027" y="652608"/>
                  </a:lnTo>
                  <a:lnTo>
                    <a:pt x="1230245" y="652608"/>
                  </a:lnTo>
                  <a:lnTo>
                    <a:pt x="1228463" y="650826"/>
                  </a:lnTo>
                  <a:lnTo>
                    <a:pt x="1226681" y="650826"/>
                  </a:lnTo>
                  <a:lnTo>
                    <a:pt x="1224899" y="649044"/>
                  </a:lnTo>
                  <a:lnTo>
                    <a:pt x="1223116" y="649044"/>
                  </a:lnTo>
                  <a:lnTo>
                    <a:pt x="1221334" y="647262"/>
                  </a:lnTo>
                  <a:lnTo>
                    <a:pt x="1219552" y="647262"/>
                  </a:lnTo>
                  <a:lnTo>
                    <a:pt x="1215988" y="643697"/>
                  </a:lnTo>
                  <a:lnTo>
                    <a:pt x="1214206" y="643697"/>
                  </a:lnTo>
                  <a:lnTo>
                    <a:pt x="1212424" y="641915"/>
                  </a:lnTo>
                  <a:lnTo>
                    <a:pt x="1210642" y="641915"/>
                  </a:lnTo>
                  <a:lnTo>
                    <a:pt x="1208860" y="640133"/>
                  </a:lnTo>
                  <a:lnTo>
                    <a:pt x="1207078" y="640133"/>
                  </a:lnTo>
                  <a:lnTo>
                    <a:pt x="1203513" y="636569"/>
                  </a:lnTo>
                  <a:lnTo>
                    <a:pt x="1201731" y="636569"/>
                  </a:lnTo>
                  <a:lnTo>
                    <a:pt x="1199949" y="634787"/>
                  </a:lnTo>
                  <a:lnTo>
                    <a:pt x="1198167" y="634787"/>
                  </a:lnTo>
                  <a:lnTo>
                    <a:pt x="1196385" y="633005"/>
                  </a:lnTo>
                  <a:lnTo>
                    <a:pt x="1194603" y="633005"/>
                  </a:lnTo>
                  <a:lnTo>
                    <a:pt x="1192821" y="631223"/>
                  </a:lnTo>
                  <a:lnTo>
                    <a:pt x="1191039" y="631223"/>
                  </a:lnTo>
                  <a:lnTo>
                    <a:pt x="1187474" y="627658"/>
                  </a:lnTo>
                  <a:lnTo>
                    <a:pt x="1185692" y="627658"/>
                  </a:lnTo>
                  <a:lnTo>
                    <a:pt x="1183910" y="625876"/>
                  </a:lnTo>
                  <a:lnTo>
                    <a:pt x="1182128" y="625876"/>
                  </a:lnTo>
                  <a:lnTo>
                    <a:pt x="1180346" y="624094"/>
                  </a:lnTo>
                  <a:lnTo>
                    <a:pt x="1178564" y="624094"/>
                  </a:lnTo>
                  <a:lnTo>
                    <a:pt x="1175000" y="620530"/>
                  </a:lnTo>
                  <a:lnTo>
                    <a:pt x="1173217" y="620530"/>
                  </a:lnTo>
                  <a:lnTo>
                    <a:pt x="1171435" y="618748"/>
                  </a:lnTo>
                  <a:lnTo>
                    <a:pt x="1169653" y="618748"/>
                  </a:lnTo>
                  <a:lnTo>
                    <a:pt x="1167871" y="616966"/>
                  </a:lnTo>
                  <a:lnTo>
                    <a:pt x="1166089" y="616966"/>
                  </a:lnTo>
                  <a:lnTo>
                    <a:pt x="1162525" y="613401"/>
                  </a:lnTo>
                  <a:lnTo>
                    <a:pt x="1160743" y="613401"/>
                  </a:lnTo>
                  <a:lnTo>
                    <a:pt x="1158961" y="611619"/>
                  </a:lnTo>
                  <a:lnTo>
                    <a:pt x="1157178" y="611619"/>
                  </a:lnTo>
                  <a:lnTo>
                    <a:pt x="1155396" y="609837"/>
                  </a:lnTo>
                  <a:lnTo>
                    <a:pt x="1153614" y="609837"/>
                  </a:lnTo>
                  <a:lnTo>
                    <a:pt x="1151832" y="608055"/>
                  </a:lnTo>
                  <a:lnTo>
                    <a:pt x="1150050" y="608055"/>
                  </a:lnTo>
                  <a:lnTo>
                    <a:pt x="1146486" y="604491"/>
                  </a:lnTo>
                  <a:lnTo>
                    <a:pt x="1144704" y="604491"/>
                  </a:lnTo>
                  <a:lnTo>
                    <a:pt x="1142922" y="602709"/>
                  </a:lnTo>
                  <a:lnTo>
                    <a:pt x="1141140" y="602709"/>
                  </a:lnTo>
                  <a:lnTo>
                    <a:pt x="1139357" y="600927"/>
                  </a:lnTo>
                  <a:lnTo>
                    <a:pt x="1137575" y="600927"/>
                  </a:lnTo>
                  <a:lnTo>
                    <a:pt x="1134011" y="597363"/>
                  </a:lnTo>
                  <a:lnTo>
                    <a:pt x="1132229" y="597363"/>
                  </a:lnTo>
                  <a:lnTo>
                    <a:pt x="1130447" y="595580"/>
                  </a:lnTo>
                  <a:lnTo>
                    <a:pt x="1128665" y="595580"/>
                  </a:lnTo>
                  <a:lnTo>
                    <a:pt x="1126883" y="593798"/>
                  </a:lnTo>
                  <a:lnTo>
                    <a:pt x="1125101" y="593798"/>
                  </a:lnTo>
                  <a:lnTo>
                    <a:pt x="1123318" y="592016"/>
                  </a:lnTo>
                  <a:lnTo>
                    <a:pt x="1121536" y="592016"/>
                  </a:lnTo>
                  <a:lnTo>
                    <a:pt x="1117972" y="588452"/>
                  </a:lnTo>
                  <a:lnTo>
                    <a:pt x="1116190" y="588452"/>
                  </a:lnTo>
                  <a:lnTo>
                    <a:pt x="1114408" y="586670"/>
                  </a:lnTo>
                  <a:lnTo>
                    <a:pt x="1112626" y="586670"/>
                  </a:lnTo>
                  <a:lnTo>
                    <a:pt x="1110844" y="584888"/>
                  </a:lnTo>
                  <a:lnTo>
                    <a:pt x="1109062" y="584888"/>
                  </a:lnTo>
                  <a:lnTo>
                    <a:pt x="1105497" y="581324"/>
                  </a:lnTo>
                  <a:lnTo>
                    <a:pt x="1103715" y="581324"/>
                  </a:lnTo>
                  <a:lnTo>
                    <a:pt x="1101933" y="579541"/>
                  </a:lnTo>
                  <a:lnTo>
                    <a:pt x="1100151" y="579541"/>
                  </a:lnTo>
                  <a:lnTo>
                    <a:pt x="1098369" y="577759"/>
                  </a:lnTo>
                  <a:lnTo>
                    <a:pt x="1096587" y="577759"/>
                  </a:lnTo>
                  <a:lnTo>
                    <a:pt x="1094805" y="575977"/>
                  </a:lnTo>
                  <a:lnTo>
                    <a:pt x="1093023" y="575977"/>
                  </a:lnTo>
                  <a:lnTo>
                    <a:pt x="1089458" y="572413"/>
                  </a:lnTo>
                  <a:lnTo>
                    <a:pt x="1087676" y="572413"/>
                  </a:lnTo>
                  <a:lnTo>
                    <a:pt x="1085894" y="570631"/>
                  </a:lnTo>
                  <a:lnTo>
                    <a:pt x="1084112" y="570631"/>
                  </a:lnTo>
                  <a:lnTo>
                    <a:pt x="1082330" y="568849"/>
                  </a:lnTo>
                  <a:lnTo>
                    <a:pt x="1080548" y="568849"/>
                  </a:lnTo>
                  <a:lnTo>
                    <a:pt x="1076984" y="565285"/>
                  </a:lnTo>
                  <a:lnTo>
                    <a:pt x="1075202" y="565285"/>
                  </a:lnTo>
                  <a:lnTo>
                    <a:pt x="1073419" y="563502"/>
                  </a:lnTo>
                  <a:lnTo>
                    <a:pt x="1071637" y="563502"/>
                  </a:lnTo>
                  <a:lnTo>
                    <a:pt x="1069855" y="561720"/>
                  </a:lnTo>
                  <a:lnTo>
                    <a:pt x="1068073" y="561720"/>
                  </a:lnTo>
                  <a:lnTo>
                    <a:pt x="1066291" y="559938"/>
                  </a:lnTo>
                  <a:lnTo>
                    <a:pt x="1064509" y="559938"/>
                  </a:lnTo>
                  <a:lnTo>
                    <a:pt x="1060945" y="556374"/>
                  </a:lnTo>
                  <a:lnTo>
                    <a:pt x="1059163" y="556374"/>
                  </a:lnTo>
                  <a:lnTo>
                    <a:pt x="1057380" y="554592"/>
                  </a:lnTo>
                  <a:lnTo>
                    <a:pt x="1055598" y="554592"/>
                  </a:lnTo>
                  <a:lnTo>
                    <a:pt x="1053816" y="552810"/>
                  </a:lnTo>
                  <a:lnTo>
                    <a:pt x="1052034" y="552810"/>
                  </a:lnTo>
                  <a:lnTo>
                    <a:pt x="1048470" y="549246"/>
                  </a:lnTo>
                  <a:lnTo>
                    <a:pt x="1046688" y="549246"/>
                  </a:lnTo>
                  <a:lnTo>
                    <a:pt x="1044906" y="547464"/>
                  </a:lnTo>
                  <a:lnTo>
                    <a:pt x="1043124" y="547464"/>
                  </a:lnTo>
                  <a:lnTo>
                    <a:pt x="1041341" y="545681"/>
                  </a:lnTo>
                  <a:lnTo>
                    <a:pt x="1039559" y="545681"/>
                  </a:lnTo>
                  <a:lnTo>
                    <a:pt x="1037777" y="543899"/>
                  </a:lnTo>
                  <a:lnTo>
                    <a:pt x="1035995" y="543899"/>
                  </a:lnTo>
                  <a:lnTo>
                    <a:pt x="1032431" y="540335"/>
                  </a:lnTo>
                  <a:lnTo>
                    <a:pt x="1030649" y="540335"/>
                  </a:lnTo>
                  <a:lnTo>
                    <a:pt x="1028867" y="538553"/>
                  </a:lnTo>
                  <a:lnTo>
                    <a:pt x="1027085" y="538553"/>
                  </a:lnTo>
                  <a:lnTo>
                    <a:pt x="1025303" y="536771"/>
                  </a:lnTo>
                  <a:lnTo>
                    <a:pt x="1023520" y="536771"/>
                  </a:lnTo>
                  <a:lnTo>
                    <a:pt x="1019956" y="533207"/>
                  </a:lnTo>
                  <a:lnTo>
                    <a:pt x="1018174" y="533207"/>
                  </a:lnTo>
                  <a:lnTo>
                    <a:pt x="1016392" y="531425"/>
                  </a:lnTo>
                  <a:lnTo>
                    <a:pt x="1014610" y="531425"/>
                  </a:lnTo>
                  <a:lnTo>
                    <a:pt x="1012828" y="529642"/>
                  </a:lnTo>
                  <a:lnTo>
                    <a:pt x="1011046" y="529642"/>
                  </a:lnTo>
                  <a:lnTo>
                    <a:pt x="1009264" y="527860"/>
                  </a:lnTo>
                  <a:lnTo>
                    <a:pt x="1007481" y="527860"/>
                  </a:lnTo>
                  <a:lnTo>
                    <a:pt x="1003917" y="524296"/>
                  </a:lnTo>
                  <a:lnTo>
                    <a:pt x="1002135" y="524296"/>
                  </a:lnTo>
                  <a:lnTo>
                    <a:pt x="1000353" y="522514"/>
                  </a:lnTo>
                  <a:lnTo>
                    <a:pt x="998571" y="522514"/>
                  </a:lnTo>
                  <a:lnTo>
                    <a:pt x="996789" y="520732"/>
                  </a:lnTo>
                  <a:lnTo>
                    <a:pt x="995007" y="520732"/>
                  </a:lnTo>
                  <a:lnTo>
                    <a:pt x="991442" y="517168"/>
                  </a:lnTo>
                  <a:lnTo>
                    <a:pt x="989660" y="517168"/>
                  </a:lnTo>
                  <a:lnTo>
                    <a:pt x="987878" y="515386"/>
                  </a:lnTo>
                  <a:lnTo>
                    <a:pt x="986096" y="515386"/>
                  </a:lnTo>
                  <a:lnTo>
                    <a:pt x="984314" y="513603"/>
                  </a:lnTo>
                  <a:lnTo>
                    <a:pt x="982532" y="513603"/>
                  </a:lnTo>
                  <a:lnTo>
                    <a:pt x="980750" y="511821"/>
                  </a:lnTo>
                  <a:lnTo>
                    <a:pt x="978968" y="511821"/>
                  </a:lnTo>
                  <a:lnTo>
                    <a:pt x="975403" y="508257"/>
                  </a:lnTo>
                  <a:lnTo>
                    <a:pt x="973621" y="508257"/>
                  </a:lnTo>
                  <a:lnTo>
                    <a:pt x="971839" y="506475"/>
                  </a:lnTo>
                  <a:lnTo>
                    <a:pt x="970057" y="506475"/>
                  </a:lnTo>
                  <a:lnTo>
                    <a:pt x="968275" y="504693"/>
                  </a:lnTo>
                  <a:lnTo>
                    <a:pt x="966493" y="504693"/>
                  </a:lnTo>
                  <a:lnTo>
                    <a:pt x="962929" y="501129"/>
                  </a:lnTo>
                  <a:lnTo>
                    <a:pt x="961147" y="501129"/>
                  </a:lnTo>
                  <a:lnTo>
                    <a:pt x="959365" y="499347"/>
                  </a:lnTo>
                  <a:lnTo>
                    <a:pt x="957582" y="499347"/>
                  </a:lnTo>
                  <a:lnTo>
                    <a:pt x="955800" y="497564"/>
                  </a:lnTo>
                  <a:lnTo>
                    <a:pt x="954018" y="497564"/>
                  </a:lnTo>
                  <a:lnTo>
                    <a:pt x="952236" y="495782"/>
                  </a:lnTo>
                  <a:lnTo>
                    <a:pt x="950454" y="495782"/>
                  </a:lnTo>
                  <a:lnTo>
                    <a:pt x="946890" y="492218"/>
                  </a:lnTo>
                  <a:lnTo>
                    <a:pt x="945108" y="492218"/>
                  </a:lnTo>
                  <a:lnTo>
                    <a:pt x="943326" y="490436"/>
                  </a:lnTo>
                  <a:lnTo>
                    <a:pt x="941543" y="490436"/>
                  </a:lnTo>
                  <a:lnTo>
                    <a:pt x="939761" y="488654"/>
                  </a:lnTo>
                  <a:lnTo>
                    <a:pt x="937979" y="488654"/>
                  </a:lnTo>
                  <a:lnTo>
                    <a:pt x="934415" y="485090"/>
                  </a:lnTo>
                  <a:lnTo>
                    <a:pt x="932633" y="485090"/>
                  </a:lnTo>
                  <a:lnTo>
                    <a:pt x="930851" y="483308"/>
                  </a:lnTo>
                  <a:lnTo>
                    <a:pt x="929069" y="483308"/>
                  </a:lnTo>
                  <a:lnTo>
                    <a:pt x="927287" y="481526"/>
                  </a:lnTo>
                  <a:lnTo>
                    <a:pt x="925504" y="481526"/>
                  </a:lnTo>
                  <a:lnTo>
                    <a:pt x="923722" y="479743"/>
                  </a:lnTo>
                  <a:lnTo>
                    <a:pt x="921940" y="479743"/>
                  </a:lnTo>
                  <a:lnTo>
                    <a:pt x="918376" y="476179"/>
                  </a:lnTo>
                  <a:lnTo>
                    <a:pt x="916594" y="476179"/>
                  </a:lnTo>
                  <a:lnTo>
                    <a:pt x="914812" y="474397"/>
                  </a:lnTo>
                  <a:lnTo>
                    <a:pt x="913030" y="474397"/>
                  </a:lnTo>
                  <a:lnTo>
                    <a:pt x="911248" y="472615"/>
                  </a:lnTo>
                  <a:lnTo>
                    <a:pt x="909466" y="472615"/>
                  </a:lnTo>
                  <a:lnTo>
                    <a:pt x="905901" y="469051"/>
                  </a:lnTo>
                  <a:lnTo>
                    <a:pt x="904119" y="469051"/>
                  </a:lnTo>
                  <a:lnTo>
                    <a:pt x="902337" y="467269"/>
                  </a:lnTo>
                  <a:lnTo>
                    <a:pt x="900555" y="467269"/>
                  </a:lnTo>
                  <a:lnTo>
                    <a:pt x="898773" y="465487"/>
                  </a:lnTo>
                  <a:lnTo>
                    <a:pt x="896991" y="465487"/>
                  </a:lnTo>
                  <a:lnTo>
                    <a:pt x="893427" y="461922"/>
                  </a:lnTo>
                  <a:lnTo>
                    <a:pt x="891644" y="461922"/>
                  </a:lnTo>
                  <a:lnTo>
                    <a:pt x="889862" y="460140"/>
                  </a:lnTo>
                  <a:lnTo>
                    <a:pt x="888080" y="460140"/>
                  </a:lnTo>
                  <a:lnTo>
                    <a:pt x="886298" y="458358"/>
                  </a:lnTo>
                  <a:lnTo>
                    <a:pt x="884516" y="458358"/>
                  </a:lnTo>
                  <a:lnTo>
                    <a:pt x="882734" y="456576"/>
                  </a:lnTo>
                  <a:lnTo>
                    <a:pt x="880952" y="456576"/>
                  </a:lnTo>
                  <a:lnTo>
                    <a:pt x="877388" y="453012"/>
                  </a:lnTo>
                  <a:lnTo>
                    <a:pt x="875605" y="453012"/>
                  </a:lnTo>
                  <a:lnTo>
                    <a:pt x="873823" y="451230"/>
                  </a:lnTo>
                  <a:lnTo>
                    <a:pt x="872041" y="451230"/>
                  </a:lnTo>
                  <a:lnTo>
                    <a:pt x="870259" y="449448"/>
                  </a:lnTo>
                  <a:lnTo>
                    <a:pt x="868477" y="449448"/>
                  </a:lnTo>
                  <a:lnTo>
                    <a:pt x="866695" y="447665"/>
                  </a:lnTo>
                  <a:lnTo>
                    <a:pt x="864913" y="447665"/>
                  </a:lnTo>
                  <a:lnTo>
                    <a:pt x="861349" y="444101"/>
                  </a:lnTo>
                  <a:lnTo>
                    <a:pt x="859566" y="444101"/>
                  </a:lnTo>
                  <a:lnTo>
                    <a:pt x="857784" y="442319"/>
                  </a:lnTo>
                  <a:lnTo>
                    <a:pt x="856002" y="442319"/>
                  </a:lnTo>
                  <a:lnTo>
                    <a:pt x="854220" y="440537"/>
                  </a:lnTo>
                  <a:lnTo>
                    <a:pt x="852438" y="440537"/>
                  </a:lnTo>
                  <a:lnTo>
                    <a:pt x="848874" y="436973"/>
                  </a:lnTo>
                  <a:lnTo>
                    <a:pt x="847092" y="436973"/>
                  </a:lnTo>
                  <a:lnTo>
                    <a:pt x="845310" y="435191"/>
                  </a:lnTo>
                  <a:lnTo>
                    <a:pt x="843528" y="435191"/>
                  </a:lnTo>
                  <a:lnTo>
                    <a:pt x="841745" y="433409"/>
                  </a:lnTo>
                  <a:lnTo>
                    <a:pt x="839963" y="433409"/>
                  </a:lnTo>
                  <a:lnTo>
                    <a:pt x="836399" y="429844"/>
                  </a:lnTo>
                  <a:lnTo>
                    <a:pt x="834617" y="429844"/>
                  </a:lnTo>
                  <a:lnTo>
                    <a:pt x="832835" y="428062"/>
                  </a:lnTo>
                  <a:lnTo>
                    <a:pt x="831053" y="428062"/>
                  </a:lnTo>
                  <a:lnTo>
                    <a:pt x="829271" y="426280"/>
                  </a:lnTo>
                  <a:lnTo>
                    <a:pt x="827489" y="426280"/>
                  </a:lnTo>
                  <a:lnTo>
                    <a:pt x="825706" y="424498"/>
                  </a:lnTo>
                  <a:lnTo>
                    <a:pt x="823924" y="424498"/>
                  </a:lnTo>
                  <a:lnTo>
                    <a:pt x="820360" y="420934"/>
                  </a:lnTo>
                  <a:lnTo>
                    <a:pt x="818578" y="420934"/>
                  </a:lnTo>
                  <a:lnTo>
                    <a:pt x="816796" y="419152"/>
                  </a:lnTo>
                  <a:lnTo>
                    <a:pt x="815014" y="419152"/>
                  </a:lnTo>
                  <a:lnTo>
                    <a:pt x="813232" y="417370"/>
                  </a:lnTo>
                  <a:lnTo>
                    <a:pt x="811450" y="417370"/>
                  </a:lnTo>
                  <a:lnTo>
                    <a:pt x="807885" y="413805"/>
                  </a:lnTo>
                  <a:lnTo>
                    <a:pt x="806103" y="413805"/>
                  </a:lnTo>
                  <a:lnTo>
                    <a:pt x="804321" y="412023"/>
                  </a:lnTo>
                  <a:lnTo>
                    <a:pt x="802539" y="412023"/>
                  </a:lnTo>
                  <a:lnTo>
                    <a:pt x="800757" y="410241"/>
                  </a:lnTo>
                  <a:lnTo>
                    <a:pt x="798975" y="410241"/>
                  </a:lnTo>
                  <a:lnTo>
                    <a:pt x="797193" y="408459"/>
                  </a:lnTo>
                  <a:lnTo>
                    <a:pt x="795411" y="408459"/>
                  </a:lnTo>
                  <a:lnTo>
                    <a:pt x="791846" y="404895"/>
                  </a:lnTo>
                  <a:lnTo>
                    <a:pt x="790064" y="404895"/>
                  </a:lnTo>
                  <a:lnTo>
                    <a:pt x="788282" y="403113"/>
                  </a:lnTo>
                  <a:lnTo>
                    <a:pt x="786500" y="403113"/>
                  </a:lnTo>
                  <a:lnTo>
                    <a:pt x="784718" y="401331"/>
                  </a:lnTo>
                  <a:lnTo>
                    <a:pt x="782936" y="401331"/>
                  </a:lnTo>
                  <a:lnTo>
                    <a:pt x="779372" y="397766"/>
                  </a:lnTo>
                  <a:lnTo>
                    <a:pt x="777590" y="397766"/>
                  </a:lnTo>
                  <a:lnTo>
                    <a:pt x="775807" y="395984"/>
                  </a:lnTo>
                  <a:lnTo>
                    <a:pt x="774025" y="395984"/>
                  </a:lnTo>
                  <a:lnTo>
                    <a:pt x="772243" y="394202"/>
                  </a:lnTo>
                  <a:lnTo>
                    <a:pt x="770461" y="394202"/>
                  </a:lnTo>
                  <a:lnTo>
                    <a:pt x="768679" y="392420"/>
                  </a:lnTo>
                  <a:lnTo>
                    <a:pt x="766897" y="392420"/>
                  </a:lnTo>
                  <a:lnTo>
                    <a:pt x="763333" y="388856"/>
                  </a:lnTo>
                  <a:lnTo>
                    <a:pt x="761551" y="388856"/>
                  </a:lnTo>
                  <a:lnTo>
                    <a:pt x="759768" y="387074"/>
                  </a:lnTo>
                  <a:lnTo>
                    <a:pt x="757986" y="387074"/>
                  </a:lnTo>
                  <a:lnTo>
                    <a:pt x="756204" y="385292"/>
                  </a:lnTo>
                  <a:lnTo>
                    <a:pt x="754422" y="385292"/>
                  </a:lnTo>
                  <a:lnTo>
                    <a:pt x="750858" y="381727"/>
                  </a:lnTo>
                  <a:lnTo>
                    <a:pt x="749076" y="381727"/>
                  </a:lnTo>
                  <a:lnTo>
                    <a:pt x="747294" y="379945"/>
                  </a:lnTo>
                  <a:lnTo>
                    <a:pt x="745512" y="379945"/>
                  </a:lnTo>
                  <a:lnTo>
                    <a:pt x="743729" y="378163"/>
                  </a:lnTo>
                  <a:lnTo>
                    <a:pt x="741947" y="378163"/>
                  </a:lnTo>
                  <a:lnTo>
                    <a:pt x="740165" y="376381"/>
                  </a:lnTo>
                  <a:lnTo>
                    <a:pt x="738383" y="376381"/>
                  </a:lnTo>
                  <a:lnTo>
                    <a:pt x="734819" y="372817"/>
                  </a:lnTo>
                  <a:lnTo>
                    <a:pt x="733037" y="372817"/>
                  </a:lnTo>
                  <a:lnTo>
                    <a:pt x="731255" y="371035"/>
                  </a:lnTo>
                  <a:lnTo>
                    <a:pt x="729473" y="371035"/>
                  </a:lnTo>
                  <a:lnTo>
                    <a:pt x="727691" y="369253"/>
                  </a:lnTo>
                  <a:lnTo>
                    <a:pt x="725908" y="369253"/>
                  </a:lnTo>
                  <a:lnTo>
                    <a:pt x="722344" y="365689"/>
                  </a:lnTo>
                  <a:lnTo>
                    <a:pt x="720562" y="365689"/>
                  </a:lnTo>
                  <a:lnTo>
                    <a:pt x="718780" y="363906"/>
                  </a:lnTo>
                  <a:lnTo>
                    <a:pt x="716998" y="363906"/>
                  </a:lnTo>
                  <a:lnTo>
                    <a:pt x="715216" y="362124"/>
                  </a:lnTo>
                  <a:lnTo>
                    <a:pt x="713434" y="362124"/>
                  </a:lnTo>
                  <a:lnTo>
                    <a:pt x="711652" y="360342"/>
                  </a:lnTo>
                  <a:lnTo>
                    <a:pt x="709869" y="360342"/>
                  </a:lnTo>
                  <a:lnTo>
                    <a:pt x="706305" y="356778"/>
                  </a:lnTo>
                  <a:lnTo>
                    <a:pt x="704523" y="356778"/>
                  </a:lnTo>
                  <a:lnTo>
                    <a:pt x="702741" y="354996"/>
                  </a:lnTo>
                  <a:lnTo>
                    <a:pt x="700959" y="354996"/>
                  </a:lnTo>
                  <a:lnTo>
                    <a:pt x="699177" y="353214"/>
                  </a:lnTo>
                  <a:lnTo>
                    <a:pt x="697395" y="353214"/>
                  </a:lnTo>
                  <a:lnTo>
                    <a:pt x="693830" y="349650"/>
                  </a:lnTo>
                  <a:lnTo>
                    <a:pt x="692048" y="349650"/>
                  </a:lnTo>
                  <a:lnTo>
                    <a:pt x="690266" y="347867"/>
                  </a:lnTo>
                  <a:lnTo>
                    <a:pt x="688484" y="347867"/>
                  </a:lnTo>
                  <a:lnTo>
                    <a:pt x="686702" y="346085"/>
                  </a:lnTo>
                  <a:lnTo>
                    <a:pt x="684920" y="346085"/>
                  </a:lnTo>
                  <a:lnTo>
                    <a:pt x="683138" y="344303"/>
                  </a:lnTo>
                  <a:lnTo>
                    <a:pt x="681356" y="344303"/>
                  </a:lnTo>
                  <a:lnTo>
                    <a:pt x="677791" y="340739"/>
                  </a:lnTo>
                  <a:lnTo>
                    <a:pt x="676009" y="340739"/>
                  </a:lnTo>
                  <a:lnTo>
                    <a:pt x="674227" y="338957"/>
                  </a:lnTo>
                  <a:lnTo>
                    <a:pt x="672445" y="338957"/>
                  </a:lnTo>
                  <a:lnTo>
                    <a:pt x="670663" y="337175"/>
                  </a:lnTo>
                  <a:lnTo>
                    <a:pt x="668881" y="337175"/>
                  </a:lnTo>
                  <a:lnTo>
                    <a:pt x="665317" y="333611"/>
                  </a:lnTo>
                  <a:lnTo>
                    <a:pt x="663535" y="333611"/>
                  </a:lnTo>
                  <a:lnTo>
                    <a:pt x="661753" y="331828"/>
                  </a:lnTo>
                  <a:lnTo>
                    <a:pt x="659970" y="331828"/>
                  </a:lnTo>
                  <a:lnTo>
                    <a:pt x="658188" y="330046"/>
                  </a:lnTo>
                  <a:lnTo>
                    <a:pt x="656406" y="330046"/>
                  </a:lnTo>
                  <a:lnTo>
                    <a:pt x="654624" y="328264"/>
                  </a:lnTo>
                  <a:lnTo>
                    <a:pt x="652842" y="328264"/>
                  </a:lnTo>
                  <a:lnTo>
                    <a:pt x="649278" y="324700"/>
                  </a:lnTo>
                  <a:lnTo>
                    <a:pt x="647496" y="324700"/>
                  </a:lnTo>
                  <a:lnTo>
                    <a:pt x="645714" y="322918"/>
                  </a:lnTo>
                  <a:lnTo>
                    <a:pt x="643931" y="322918"/>
                  </a:lnTo>
                  <a:lnTo>
                    <a:pt x="642149" y="321136"/>
                  </a:lnTo>
                  <a:lnTo>
                    <a:pt x="640367" y="321136"/>
                  </a:lnTo>
                  <a:lnTo>
                    <a:pt x="636803" y="317572"/>
                  </a:lnTo>
                  <a:lnTo>
                    <a:pt x="635021" y="317572"/>
                  </a:lnTo>
                  <a:lnTo>
                    <a:pt x="633239" y="315789"/>
                  </a:lnTo>
                  <a:lnTo>
                    <a:pt x="631457" y="315789"/>
                  </a:lnTo>
                  <a:lnTo>
                    <a:pt x="629675" y="314007"/>
                  </a:lnTo>
                  <a:lnTo>
                    <a:pt x="627892" y="314007"/>
                  </a:lnTo>
                  <a:lnTo>
                    <a:pt x="626110" y="312225"/>
                  </a:lnTo>
                  <a:lnTo>
                    <a:pt x="624328" y="312225"/>
                  </a:lnTo>
                  <a:lnTo>
                    <a:pt x="620764" y="308661"/>
                  </a:lnTo>
                  <a:lnTo>
                    <a:pt x="618982" y="308661"/>
                  </a:lnTo>
                  <a:lnTo>
                    <a:pt x="617200" y="306879"/>
                  </a:lnTo>
                  <a:lnTo>
                    <a:pt x="615418" y="306879"/>
                  </a:lnTo>
                  <a:lnTo>
                    <a:pt x="613636" y="305097"/>
                  </a:lnTo>
                  <a:lnTo>
                    <a:pt x="611854" y="305097"/>
                  </a:lnTo>
                  <a:lnTo>
                    <a:pt x="608289" y="301533"/>
                  </a:lnTo>
                  <a:lnTo>
                    <a:pt x="606507" y="301533"/>
                  </a:lnTo>
                  <a:lnTo>
                    <a:pt x="604725" y="299751"/>
                  </a:lnTo>
                  <a:lnTo>
                    <a:pt x="602943" y="299751"/>
                  </a:lnTo>
                  <a:lnTo>
                    <a:pt x="601161" y="297968"/>
                  </a:lnTo>
                  <a:lnTo>
                    <a:pt x="599379" y="297968"/>
                  </a:lnTo>
                  <a:lnTo>
                    <a:pt x="597597" y="296186"/>
                  </a:lnTo>
                  <a:lnTo>
                    <a:pt x="595815" y="296186"/>
                  </a:lnTo>
                  <a:lnTo>
                    <a:pt x="592250" y="292622"/>
                  </a:lnTo>
                  <a:lnTo>
                    <a:pt x="590468" y="292622"/>
                  </a:lnTo>
                  <a:lnTo>
                    <a:pt x="588686" y="290840"/>
                  </a:lnTo>
                  <a:lnTo>
                    <a:pt x="586904" y="290840"/>
                  </a:lnTo>
                  <a:lnTo>
                    <a:pt x="585122" y="289058"/>
                  </a:lnTo>
                  <a:lnTo>
                    <a:pt x="583340" y="289058"/>
                  </a:lnTo>
                  <a:lnTo>
                    <a:pt x="579776" y="285494"/>
                  </a:lnTo>
                  <a:lnTo>
                    <a:pt x="577993" y="285494"/>
                  </a:lnTo>
                  <a:lnTo>
                    <a:pt x="576211" y="283712"/>
                  </a:lnTo>
                  <a:lnTo>
                    <a:pt x="574429" y="283712"/>
                  </a:lnTo>
                  <a:lnTo>
                    <a:pt x="572647" y="281929"/>
                  </a:lnTo>
                  <a:lnTo>
                    <a:pt x="570865" y="281929"/>
                  </a:lnTo>
                  <a:lnTo>
                    <a:pt x="569083" y="280147"/>
                  </a:lnTo>
                  <a:lnTo>
                    <a:pt x="567301" y="280147"/>
                  </a:lnTo>
                  <a:lnTo>
                    <a:pt x="563737" y="276583"/>
                  </a:lnTo>
                  <a:lnTo>
                    <a:pt x="561954" y="276583"/>
                  </a:lnTo>
                  <a:lnTo>
                    <a:pt x="560172" y="274801"/>
                  </a:lnTo>
                  <a:lnTo>
                    <a:pt x="558390" y="274801"/>
                  </a:lnTo>
                  <a:lnTo>
                    <a:pt x="556608" y="273019"/>
                  </a:lnTo>
                  <a:lnTo>
                    <a:pt x="554826" y="273019"/>
                  </a:lnTo>
                  <a:lnTo>
                    <a:pt x="551262" y="269455"/>
                  </a:lnTo>
                  <a:lnTo>
                    <a:pt x="549480" y="269455"/>
                  </a:lnTo>
                  <a:lnTo>
                    <a:pt x="547698" y="267673"/>
                  </a:lnTo>
                  <a:lnTo>
                    <a:pt x="545916" y="267673"/>
                  </a:lnTo>
                  <a:lnTo>
                    <a:pt x="544133" y="265890"/>
                  </a:lnTo>
                  <a:lnTo>
                    <a:pt x="542351" y="265890"/>
                  </a:lnTo>
                  <a:lnTo>
                    <a:pt x="540569" y="264108"/>
                  </a:lnTo>
                  <a:lnTo>
                    <a:pt x="538787" y="264108"/>
                  </a:lnTo>
                  <a:lnTo>
                    <a:pt x="535223" y="260544"/>
                  </a:lnTo>
                  <a:lnTo>
                    <a:pt x="533441" y="260544"/>
                  </a:lnTo>
                  <a:lnTo>
                    <a:pt x="531659" y="258762"/>
                  </a:lnTo>
                  <a:lnTo>
                    <a:pt x="529877" y="258762"/>
                  </a:lnTo>
                  <a:lnTo>
                    <a:pt x="528094" y="256980"/>
                  </a:lnTo>
                  <a:lnTo>
                    <a:pt x="526312" y="256980"/>
                  </a:lnTo>
                  <a:lnTo>
                    <a:pt x="522748" y="253416"/>
                  </a:lnTo>
                  <a:lnTo>
                    <a:pt x="520966" y="253416"/>
                  </a:lnTo>
                  <a:lnTo>
                    <a:pt x="519184" y="251634"/>
                  </a:lnTo>
                  <a:lnTo>
                    <a:pt x="517402" y="251634"/>
                  </a:lnTo>
                  <a:lnTo>
                    <a:pt x="515620" y="249852"/>
                  </a:lnTo>
                  <a:lnTo>
                    <a:pt x="513838" y="249852"/>
                  </a:lnTo>
                  <a:lnTo>
                    <a:pt x="510273" y="246287"/>
                  </a:lnTo>
                  <a:lnTo>
                    <a:pt x="508491" y="246287"/>
                  </a:lnTo>
                  <a:lnTo>
                    <a:pt x="506709" y="244505"/>
                  </a:lnTo>
                  <a:lnTo>
                    <a:pt x="504927" y="244505"/>
                  </a:lnTo>
                  <a:lnTo>
                    <a:pt x="503145" y="242723"/>
                  </a:lnTo>
                  <a:lnTo>
                    <a:pt x="501363" y="242723"/>
                  </a:lnTo>
                  <a:lnTo>
                    <a:pt x="499581" y="240941"/>
                  </a:lnTo>
                  <a:lnTo>
                    <a:pt x="497799" y="240941"/>
                  </a:lnTo>
                  <a:lnTo>
                    <a:pt x="494234" y="237377"/>
                  </a:lnTo>
                  <a:lnTo>
                    <a:pt x="492452" y="237377"/>
                  </a:lnTo>
                  <a:lnTo>
                    <a:pt x="490670" y="235595"/>
                  </a:lnTo>
                  <a:lnTo>
                    <a:pt x="488888" y="235595"/>
                  </a:lnTo>
                  <a:lnTo>
                    <a:pt x="487106" y="233813"/>
                  </a:lnTo>
                  <a:lnTo>
                    <a:pt x="485324" y="233813"/>
                  </a:lnTo>
                  <a:lnTo>
                    <a:pt x="483542" y="232030"/>
                  </a:lnTo>
                  <a:lnTo>
                    <a:pt x="481760" y="232030"/>
                  </a:lnTo>
                  <a:lnTo>
                    <a:pt x="478195" y="228466"/>
                  </a:lnTo>
                  <a:lnTo>
                    <a:pt x="476413" y="228466"/>
                  </a:lnTo>
                  <a:lnTo>
                    <a:pt x="474631" y="226684"/>
                  </a:lnTo>
                  <a:lnTo>
                    <a:pt x="472849" y="226684"/>
                  </a:lnTo>
                  <a:lnTo>
                    <a:pt x="471067" y="224902"/>
                  </a:lnTo>
                  <a:lnTo>
                    <a:pt x="469285" y="224902"/>
                  </a:lnTo>
                  <a:lnTo>
                    <a:pt x="465721" y="221338"/>
                  </a:lnTo>
                  <a:lnTo>
                    <a:pt x="463939" y="221338"/>
                  </a:lnTo>
                  <a:lnTo>
                    <a:pt x="462156" y="219556"/>
                  </a:lnTo>
                  <a:lnTo>
                    <a:pt x="460374" y="219556"/>
                  </a:lnTo>
                  <a:lnTo>
                    <a:pt x="458592" y="217774"/>
                  </a:lnTo>
                  <a:lnTo>
                    <a:pt x="456810" y="217774"/>
                  </a:lnTo>
                  <a:lnTo>
                    <a:pt x="453246" y="214209"/>
                  </a:lnTo>
                  <a:lnTo>
                    <a:pt x="451464" y="214209"/>
                  </a:lnTo>
                  <a:lnTo>
                    <a:pt x="449682" y="212427"/>
                  </a:lnTo>
                  <a:lnTo>
                    <a:pt x="447900" y="212427"/>
                  </a:lnTo>
                  <a:lnTo>
                    <a:pt x="446117" y="210645"/>
                  </a:lnTo>
                  <a:lnTo>
                    <a:pt x="444335" y="210645"/>
                  </a:lnTo>
                  <a:lnTo>
                    <a:pt x="442553" y="208863"/>
                  </a:lnTo>
                  <a:lnTo>
                    <a:pt x="440771" y="208863"/>
                  </a:lnTo>
                  <a:lnTo>
                    <a:pt x="437207" y="205299"/>
                  </a:lnTo>
                  <a:lnTo>
                    <a:pt x="435425" y="205299"/>
                  </a:lnTo>
                  <a:lnTo>
                    <a:pt x="433643" y="203517"/>
                  </a:lnTo>
                  <a:lnTo>
                    <a:pt x="431861" y="203517"/>
                  </a:lnTo>
                  <a:lnTo>
                    <a:pt x="430079" y="201735"/>
                  </a:lnTo>
                  <a:lnTo>
                    <a:pt x="428296" y="201735"/>
                  </a:lnTo>
                  <a:lnTo>
                    <a:pt x="424732" y="198170"/>
                  </a:lnTo>
                  <a:lnTo>
                    <a:pt x="422950" y="198170"/>
                  </a:lnTo>
                  <a:lnTo>
                    <a:pt x="421168" y="196388"/>
                  </a:lnTo>
                  <a:lnTo>
                    <a:pt x="419386" y="196388"/>
                  </a:lnTo>
                  <a:lnTo>
                    <a:pt x="417604" y="194606"/>
                  </a:lnTo>
                  <a:lnTo>
                    <a:pt x="415822" y="194606"/>
                  </a:lnTo>
                  <a:lnTo>
                    <a:pt x="414040" y="192824"/>
                  </a:lnTo>
                  <a:lnTo>
                    <a:pt x="412257" y="192824"/>
                  </a:lnTo>
                  <a:lnTo>
                    <a:pt x="408693" y="189260"/>
                  </a:lnTo>
                  <a:lnTo>
                    <a:pt x="406911" y="189260"/>
                  </a:lnTo>
                  <a:lnTo>
                    <a:pt x="405129" y="187478"/>
                  </a:lnTo>
                  <a:lnTo>
                    <a:pt x="403347" y="187478"/>
                  </a:lnTo>
                  <a:lnTo>
                    <a:pt x="401565" y="185696"/>
                  </a:lnTo>
                  <a:lnTo>
                    <a:pt x="399783" y="185696"/>
                  </a:lnTo>
                  <a:lnTo>
                    <a:pt x="396218" y="182131"/>
                  </a:lnTo>
                  <a:lnTo>
                    <a:pt x="394436" y="182131"/>
                  </a:lnTo>
                  <a:lnTo>
                    <a:pt x="392654" y="180349"/>
                  </a:lnTo>
                  <a:lnTo>
                    <a:pt x="390872" y="180349"/>
                  </a:lnTo>
                  <a:lnTo>
                    <a:pt x="389090" y="178567"/>
                  </a:lnTo>
                  <a:lnTo>
                    <a:pt x="387308" y="178567"/>
                  </a:lnTo>
                  <a:lnTo>
                    <a:pt x="385526" y="176785"/>
                  </a:lnTo>
                  <a:lnTo>
                    <a:pt x="383744" y="176785"/>
                  </a:lnTo>
                  <a:lnTo>
                    <a:pt x="380179" y="173221"/>
                  </a:lnTo>
                  <a:lnTo>
                    <a:pt x="378397" y="173221"/>
                  </a:lnTo>
                  <a:lnTo>
                    <a:pt x="376615" y="171439"/>
                  </a:lnTo>
                  <a:lnTo>
                    <a:pt x="374833" y="171439"/>
                  </a:lnTo>
                  <a:lnTo>
                    <a:pt x="373051" y="169657"/>
                  </a:lnTo>
                  <a:lnTo>
                    <a:pt x="371269" y="169657"/>
                  </a:lnTo>
                  <a:lnTo>
                    <a:pt x="367705" y="166092"/>
                  </a:lnTo>
                  <a:lnTo>
                    <a:pt x="365923" y="166092"/>
                  </a:lnTo>
                  <a:lnTo>
                    <a:pt x="364141" y="164310"/>
                  </a:lnTo>
                  <a:lnTo>
                    <a:pt x="362358" y="164310"/>
                  </a:lnTo>
                  <a:lnTo>
                    <a:pt x="360576" y="162528"/>
                  </a:lnTo>
                  <a:lnTo>
                    <a:pt x="358794" y="162528"/>
                  </a:lnTo>
                  <a:lnTo>
                    <a:pt x="357012" y="160746"/>
                  </a:lnTo>
                  <a:lnTo>
                    <a:pt x="354049" y="160746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046" name="Vector layer 468CBD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803849" y="1395747"/>
                  </a:moveTo>
                  <a:lnTo>
                    <a:pt x="1803849" y="1500178"/>
                  </a:lnTo>
                  <a:lnTo>
                    <a:pt x="1826304" y="1500178"/>
                  </a:lnTo>
                  <a:lnTo>
                    <a:pt x="1826304" y="1395747"/>
                  </a:lnTo>
                  <a:lnTo>
                    <a:pt x="1803849" y="1395747"/>
                  </a:lnTo>
                  <a:close/>
                </a:path>
              </a:pathLst>
            </a:custGeom>
            <a:solidFill>
              <a:srgbClr val="468CBD"/>
            </a:solidFill>
            <a:ln>
              <a:noFill/>
            </a:ln>
          </p:spPr>
        </p:sp>
        <p:sp>
          <p:nvSpPr>
            <p:cNvPr id="1047" name="Vector layer 888181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889628" y="1858738"/>
                  </a:moveTo>
                  <a:lnTo>
                    <a:pt x="892480" y="1858738"/>
                  </a:lnTo>
                  <a:lnTo>
                    <a:pt x="892480" y="1856956"/>
                  </a:lnTo>
                  <a:lnTo>
                    <a:pt x="889628" y="1856956"/>
                  </a:lnTo>
                  <a:lnTo>
                    <a:pt x="889628" y="1858738"/>
                  </a:lnTo>
                  <a:close/>
                  <a:moveTo>
                    <a:pt x="1971368" y="1856956"/>
                  </a:moveTo>
                  <a:lnTo>
                    <a:pt x="1974219" y="1856956"/>
                  </a:lnTo>
                  <a:lnTo>
                    <a:pt x="1974219" y="1855174"/>
                  </a:lnTo>
                  <a:lnTo>
                    <a:pt x="1971368" y="1855174"/>
                  </a:lnTo>
                  <a:lnTo>
                    <a:pt x="1971368" y="1856956"/>
                  </a:lnTo>
                  <a:close/>
                  <a:moveTo>
                    <a:pt x="1253178" y="1858738"/>
                  </a:moveTo>
                  <a:lnTo>
                    <a:pt x="1256030" y="1858738"/>
                  </a:lnTo>
                  <a:lnTo>
                    <a:pt x="1256030" y="1855174"/>
                  </a:lnTo>
                  <a:lnTo>
                    <a:pt x="1253178" y="1855174"/>
                  </a:lnTo>
                  <a:lnTo>
                    <a:pt x="1253178" y="1858738"/>
                  </a:lnTo>
                  <a:close/>
                  <a:moveTo>
                    <a:pt x="177620" y="1792444"/>
                  </a:moveTo>
                  <a:lnTo>
                    <a:pt x="178567" y="1793391"/>
                  </a:lnTo>
                  <a:lnTo>
                    <a:pt x="178567" y="1851610"/>
                  </a:lnTo>
                  <a:lnTo>
                    <a:pt x="181419" y="1851610"/>
                  </a:lnTo>
                  <a:lnTo>
                    <a:pt x="181419" y="1792210"/>
                  </a:lnTo>
                  <a:lnTo>
                    <a:pt x="178801" y="1789593"/>
                  </a:lnTo>
                  <a:lnTo>
                    <a:pt x="172864" y="1789593"/>
                  </a:lnTo>
                  <a:lnTo>
                    <a:pt x="172864" y="1792444"/>
                  </a:lnTo>
                  <a:lnTo>
                    <a:pt x="177620" y="1792444"/>
                  </a:lnTo>
                  <a:close/>
                  <a:moveTo>
                    <a:pt x="178567" y="1785672"/>
                  </a:moveTo>
                  <a:lnTo>
                    <a:pt x="181419" y="1785672"/>
                  </a:lnTo>
                  <a:lnTo>
                    <a:pt x="181419" y="1710823"/>
                  </a:lnTo>
                  <a:lnTo>
                    <a:pt x="178567" y="1710823"/>
                  </a:lnTo>
                  <a:lnTo>
                    <a:pt x="178567" y="1785672"/>
                  </a:lnTo>
                  <a:close/>
                  <a:moveTo>
                    <a:pt x="178567" y="1703695"/>
                  </a:moveTo>
                  <a:lnTo>
                    <a:pt x="181419" y="1703695"/>
                  </a:lnTo>
                  <a:lnTo>
                    <a:pt x="181419" y="1628847"/>
                  </a:lnTo>
                  <a:lnTo>
                    <a:pt x="178567" y="1628847"/>
                  </a:lnTo>
                  <a:lnTo>
                    <a:pt x="178567" y="1703695"/>
                  </a:lnTo>
                  <a:close/>
                  <a:moveTo>
                    <a:pt x="171082" y="1622074"/>
                  </a:moveTo>
                  <a:lnTo>
                    <a:pt x="171082" y="1624926"/>
                  </a:lnTo>
                  <a:lnTo>
                    <a:pt x="178801" y="1624926"/>
                  </a:lnTo>
                  <a:lnTo>
                    <a:pt x="181419" y="1622309"/>
                  </a:lnTo>
                  <a:lnTo>
                    <a:pt x="181419" y="1548061"/>
                  </a:lnTo>
                  <a:lnTo>
                    <a:pt x="178801" y="1545444"/>
                  </a:lnTo>
                  <a:lnTo>
                    <a:pt x="174647" y="1545444"/>
                  </a:lnTo>
                  <a:lnTo>
                    <a:pt x="174647" y="1548295"/>
                  </a:lnTo>
                  <a:lnTo>
                    <a:pt x="177620" y="1548295"/>
                  </a:lnTo>
                  <a:lnTo>
                    <a:pt x="178567" y="1549242"/>
                  </a:lnTo>
                  <a:lnTo>
                    <a:pt x="178567" y="1621128"/>
                  </a:lnTo>
                  <a:lnTo>
                    <a:pt x="177620" y="1622074"/>
                  </a:lnTo>
                  <a:lnTo>
                    <a:pt x="171082" y="1622074"/>
                  </a:lnTo>
                  <a:close/>
                  <a:moveTo>
                    <a:pt x="174647" y="1540098"/>
                  </a:moveTo>
                  <a:lnTo>
                    <a:pt x="174647" y="1542949"/>
                  </a:lnTo>
                  <a:lnTo>
                    <a:pt x="178801" y="1542949"/>
                  </a:lnTo>
                  <a:lnTo>
                    <a:pt x="181419" y="1540332"/>
                  </a:lnTo>
                  <a:lnTo>
                    <a:pt x="181419" y="1513600"/>
                  </a:lnTo>
                  <a:lnTo>
                    <a:pt x="182366" y="1512653"/>
                  </a:lnTo>
                  <a:lnTo>
                    <a:pt x="183557" y="1512653"/>
                  </a:lnTo>
                  <a:lnTo>
                    <a:pt x="183557" y="1509802"/>
                  </a:lnTo>
                  <a:lnTo>
                    <a:pt x="181184" y="1509802"/>
                  </a:lnTo>
                  <a:lnTo>
                    <a:pt x="178567" y="1512419"/>
                  </a:lnTo>
                  <a:lnTo>
                    <a:pt x="178567" y="1539151"/>
                  </a:lnTo>
                  <a:lnTo>
                    <a:pt x="177620" y="1540098"/>
                  </a:lnTo>
                  <a:lnTo>
                    <a:pt x="174647" y="1540098"/>
                  </a:lnTo>
                  <a:close/>
                  <a:moveTo>
                    <a:pt x="178567" y="1496971"/>
                  </a:moveTo>
                  <a:lnTo>
                    <a:pt x="181419" y="1496971"/>
                  </a:lnTo>
                  <a:lnTo>
                    <a:pt x="181419" y="1158370"/>
                  </a:lnTo>
                  <a:lnTo>
                    <a:pt x="178567" y="1158370"/>
                  </a:lnTo>
                  <a:lnTo>
                    <a:pt x="178567" y="1496971"/>
                  </a:lnTo>
                  <a:close/>
                  <a:moveTo>
                    <a:pt x="167875" y="1014610"/>
                  </a:moveTo>
                  <a:lnTo>
                    <a:pt x="170492" y="1017227"/>
                  </a:lnTo>
                  <a:lnTo>
                    <a:pt x="177620" y="1017227"/>
                  </a:lnTo>
                  <a:lnTo>
                    <a:pt x="178567" y="1018174"/>
                  </a:lnTo>
                  <a:lnTo>
                    <a:pt x="178567" y="1144113"/>
                  </a:lnTo>
                  <a:lnTo>
                    <a:pt x="181419" y="1144113"/>
                  </a:lnTo>
                  <a:lnTo>
                    <a:pt x="181419" y="1016993"/>
                  </a:lnTo>
                  <a:lnTo>
                    <a:pt x="178801" y="1014376"/>
                  </a:lnTo>
                  <a:lnTo>
                    <a:pt x="171673" y="1014376"/>
                  </a:lnTo>
                  <a:lnTo>
                    <a:pt x="170726" y="1013429"/>
                  </a:lnTo>
                  <a:lnTo>
                    <a:pt x="170726" y="1012237"/>
                  </a:lnTo>
                  <a:lnTo>
                    <a:pt x="167875" y="1012237"/>
                  </a:lnTo>
                  <a:lnTo>
                    <a:pt x="167875" y="1014610"/>
                  </a:lnTo>
                  <a:close/>
                  <a:moveTo>
                    <a:pt x="167875" y="815014"/>
                  </a:moveTo>
                  <a:lnTo>
                    <a:pt x="170492" y="817631"/>
                  </a:lnTo>
                  <a:lnTo>
                    <a:pt x="177620" y="817631"/>
                  </a:lnTo>
                  <a:lnTo>
                    <a:pt x="178567" y="818578"/>
                  </a:lnTo>
                  <a:lnTo>
                    <a:pt x="178567" y="1010455"/>
                  </a:lnTo>
                  <a:lnTo>
                    <a:pt x="181419" y="1010455"/>
                  </a:lnTo>
                  <a:lnTo>
                    <a:pt x="181419" y="817397"/>
                  </a:lnTo>
                  <a:lnTo>
                    <a:pt x="178801" y="814780"/>
                  </a:lnTo>
                  <a:lnTo>
                    <a:pt x="171673" y="814780"/>
                  </a:lnTo>
                  <a:lnTo>
                    <a:pt x="170726" y="813833"/>
                  </a:lnTo>
                  <a:lnTo>
                    <a:pt x="170726" y="812641"/>
                  </a:lnTo>
                  <a:lnTo>
                    <a:pt x="167875" y="812641"/>
                  </a:lnTo>
                  <a:lnTo>
                    <a:pt x="167875" y="815014"/>
                  </a:lnTo>
                  <a:close/>
                  <a:moveTo>
                    <a:pt x="167875" y="615418"/>
                  </a:moveTo>
                  <a:lnTo>
                    <a:pt x="170492" y="618035"/>
                  </a:lnTo>
                  <a:lnTo>
                    <a:pt x="177620" y="618035"/>
                  </a:lnTo>
                  <a:lnTo>
                    <a:pt x="178567" y="618982"/>
                  </a:lnTo>
                  <a:lnTo>
                    <a:pt x="178567" y="810859"/>
                  </a:lnTo>
                  <a:lnTo>
                    <a:pt x="181419" y="810859"/>
                  </a:lnTo>
                  <a:lnTo>
                    <a:pt x="181419" y="617801"/>
                  </a:lnTo>
                  <a:lnTo>
                    <a:pt x="178801" y="615184"/>
                  </a:lnTo>
                  <a:lnTo>
                    <a:pt x="171673" y="615184"/>
                  </a:lnTo>
                  <a:lnTo>
                    <a:pt x="170726" y="614237"/>
                  </a:lnTo>
                  <a:lnTo>
                    <a:pt x="170726" y="613045"/>
                  </a:lnTo>
                  <a:lnTo>
                    <a:pt x="167875" y="613045"/>
                  </a:lnTo>
                  <a:lnTo>
                    <a:pt x="167875" y="615418"/>
                  </a:lnTo>
                  <a:close/>
                  <a:moveTo>
                    <a:pt x="167875" y="415822"/>
                  </a:moveTo>
                  <a:lnTo>
                    <a:pt x="170492" y="418439"/>
                  </a:lnTo>
                  <a:lnTo>
                    <a:pt x="177620" y="418439"/>
                  </a:lnTo>
                  <a:lnTo>
                    <a:pt x="178567" y="419386"/>
                  </a:lnTo>
                  <a:lnTo>
                    <a:pt x="178567" y="611263"/>
                  </a:lnTo>
                  <a:lnTo>
                    <a:pt x="181419" y="611263"/>
                  </a:lnTo>
                  <a:lnTo>
                    <a:pt x="181419" y="418205"/>
                  </a:lnTo>
                  <a:lnTo>
                    <a:pt x="178801" y="415588"/>
                  </a:lnTo>
                  <a:lnTo>
                    <a:pt x="171673" y="415588"/>
                  </a:lnTo>
                  <a:lnTo>
                    <a:pt x="170726" y="414641"/>
                  </a:lnTo>
                  <a:lnTo>
                    <a:pt x="170726" y="413449"/>
                  </a:lnTo>
                  <a:lnTo>
                    <a:pt x="167875" y="413449"/>
                  </a:lnTo>
                  <a:lnTo>
                    <a:pt x="167875" y="415822"/>
                  </a:lnTo>
                  <a:close/>
                  <a:moveTo>
                    <a:pt x="167875" y="216226"/>
                  </a:moveTo>
                  <a:lnTo>
                    <a:pt x="170492" y="218843"/>
                  </a:lnTo>
                  <a:lnTo>
                    <a:pt x="177620" y="218843"/>
                  </a:lnTo>
                  <a:lnTo>
                    <a:pt x="178567" y="219790"/>
                  </a:lnTo>
                  <a:lnTo>
                    <a:pt x="178567" y="411667"/>
                  </a:lnTo>
                  <a:lnTo>
                    <a:pt x="181419" y="411667"/>
                  </a:lnTo>
                  <a:lnTo>
                    <a:pt x="181419" y="218609"/>
                  </a:lnTo>
                  <a:lnTo>
                    <a:pt x="178801" y="215991"/>
                  </a:lnTo>
                  <a:lnTo>
                    <a:pt x="171673" y="215991"/>
                  </a:lnTo>
                  <a:lnTo>
                    <a:pt x="170726" y="215045"/>
                  </a:lnTo>
                  <a:lnTo>
                    <a:pt x="170726" y="213853"/>
                  </a:lnTo>
                  <a:lnTo>
                    <a:pt x="167875" y="213853"/>
                  </a:lnTo>
                  <a:lnTo>
                    <a:pt x="167875" y="216226"/>
                  </a:lnTo>
                  <a:close/>
                  <a:moveTo>
                    <a:pt x="178567" y="212071"/>
                  </a:moveTo>
                  <a:lnTo>
                    <a:pt x="181419" y="212071"/>
                  </a:lnTo>
                  <a:lnTo>
                    <a:pt x="181419" y="124748"/>
                  </a:lnTo>
                  <a:lnTo>
                    <a:pt x="178567" y="124748"/>
                  </a:lnTo>
                  <a:lnTo>
                    <a:pt x="178567" y="212071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048" name="Vector layer BA4C4D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83914" y="1028276"/>
                  </a:moveTo>
                  <a:lnTo>
                    <a:pt x="186765" y="1028276"/>
                  </a:lnTo>
                  <a:lnTo>
                    <a:pt x="186765" y="1014019"/>
                  </a:lnTo>
                  <a:lnTo>
                    <a:pt x="183914" y="1014019"/>
                  </a:lnTo>
                  <a:lnTo>
                    <a:pt x="183914" y="1028276"/>
                  </a:lnTo>
                  <a:close/>
                </a:path>
              </a:pathLst>
            </a:custGeom>
            <a:solidFill>
              <a:srgbClr val="BA4C4D"/>
            </a:solidFill>
            <a:ln>
              <a:noFill/>
            </a:ln>
          </p:spPr>
        </p:sp>
        <p:sp>
          <p:nvSpPr>
            <p:cNvPr id="1049" name="Vector layer 2061A6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825235" y="1395747"/>
                  </a:moveTo>
                  <a:lnTo>
                    <a:pt x="1825235" y="1500178"/>
                  </a:lnTo>
                  <a:lnTo>
                    <a:pt x="1977783" y="1500178"/>
                  </a:lnTo>
                  <a:lnTo>
                    <a:pt x="1977783" y="1395747"/>
                  </a:lnTo>
                  <a:lnTo>
                    <a:pt x="1825235" y="1395747"/>
                  </a:lnTo>
                  <a:close/>
                </a:path>
              </a:pathLst>
            </a:custGeom>
            <a:solidFill>
              <a:srgbClr val="2061A6"/>
            </a:solidFill>
            <a:ln>
              <a:noFill/>
            </a:ln>
          </p:spPr>
        </p:sp>
        <p:sp>
          <p:nvSpPr>
            <p:cNvPr id="1050" name="Vector layer AD272B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354996" y="1395747"/>
                  </a:moveTo>
                  <a:lnTo>
                    <a:pt x="354996" y="1500178"/>
                  </a:lnTo>
                  <a:lnTo>
                    <a:pt x="869312" y="1500178"/>
                  </a:lnTo>
                  <a:lnTo>
                    <a:pt x="869312" y="1395747"/>
                  </a:lnTo>
                  <a:lnTo>
                    <a:pt x="354996" y="1395747"/>
                  </a:lnTo>
                  <a:close/>
                  <a:moveTo>
                    <a:pt x="333611" y="1395747"/>
                  </a:moveTo>
                  <a:lnTo>
                    <a:pt x="333611" y="1500178"/>
                  </a:lnTo>
                  <a:lnTo>
                    <a:pt x="352501" y="1500178"/>
                  </a:lnTo>
                  <a:lnTo>
                    <a:pt x="352501" y="1395747"/>
                  </a:lnTo>
                  <a:lnTo>
                    <a:pt x="333611" y="1395747"/>
                  </a:lnTo>
                  <a:close/>
                  <a:moveTo>
                    <a:pt x="185696" y="1395747"/>
                  </a:moveTo>
                  <a:lnTo>
                    <a:pt x="185696" y="1500178"/>
                  </a:lnTo>
                  <a:lnTo>
                    <a:pt x="331116" y="1500178"/>
                  </a:lnTo>
                  <a:lnTo>
                    <a:pt x="331116" y="1395747"/>
                  </a:lnTo>
                  <a:lnTo>
                    <a:pt x="185696" y="1395747"/>
                  </a:lnTo>
                  <a:close/>
                </a:path>
              </a:pathLst>
            </a:custGeom>
            <a:solidFill>
              <a:srgbClr val="AD272B"/>
            </a:solidFill>
            <a:ln>
              <a:noFill/>
            </a:ln>
          </p:spPr>
        </p:sp>
        <p:sp>
          <p:nvSpPr>
            <p:cNvPr id="1051" name="Vector layer 98161A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351432" y="1395747"/>
                  </a:moveTo>
                  <a:lnTo>
                    <a:pt x="351432" y="1500178"/>
                  </a:lnTo>
                  <a:lnTo>
                    <a:pt x="356065" y="1500178"/>
                  </a:lnTo>
                  <a:lnTo>
                    <a:pt x="356065" y="1395747"/>
                  </a:lnTo>
                  <a:lnTo>
                    <a:pt x="351432" y="1395747"/>
                  </a:lnTo>
                  <a:close/>
                  <a:moveTo>
                    <a:pt x="330046" y="1395747"/>
                  </a:moveTo>
                  <a:lnTo>
                    <a:pt x="330046" y="1500178"/>
                  </a:lnTo>
                  <a:lnTo>
                    <a:pt x="334680" y="1500178"/>
                  </a:lnTo>
                  <a:lnTo>
                    <a:pt x="334680" y="1395747"/>
                  </a:lnTo>
                  <a:lnTo>
                    <a:pt x="330046" y="1395747"/>
                  </a:lnTo>
                  <a:close/>
                  <a:moveTo>
                    <a:pt x="183914" y="1498753"/>
                  </a:moveTo>
                  <a:lnTo>
                    <a:pt x="186765" y="1498753"/>
                  </a:lnTo>
                  <a:lnTo>
                    <a:pt x="186765" y="1397172"/>
                  </a:lnTo>
                  <a:lnTo>
                    <a:pt x="183914" y="1397172"/>
                  </a:lnTo>
                  <a:lnTo>
                    <a:pt x="183914" y="1498753"/>
                  </a:lnTo>
                  <a:close/>
                </a:path>
              </a:pathLst>
            </a:custGeom>
            <a:solidFill>
              <a:srgbClr val="98161A"/>
            </a:solidFill>
            <a:ln>
              <a:noFill/>
            </a:ln>
          </p:spPr>
        </p:sp>
        <p:sp>
          <p:nvSpPr>
            <p:cNvPr id="1052" name="Vector layer 3F3F3F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967803" y="1851966"/>
                  </a:moveTo>
                  <a:lnTo>
                    <a:pt x="1967803" y="1858382"/>
                  </a:lnTo>
                  <a:lnTo>
                    <a:pt x="1972437" y="1858382"/>
                  </a:lnTo>
                  <a:lnTo>
                    <a:pt x="1972437" y="1851966"/>
                  </a:lnTo>
                  <a:lnTo>
                    <a:pt x="1967803" y="1851966"/>
                  </a:lnTo>
                  <a:close/>
                  <a:moveTo>
                    <a:pt x="1610435" y="1851966"/>
                  </a:moveTo>
                  <a:lnTo>
                    <a:pt x="1605801" y="1856600"/>
                  </a:lnTo>
                  <a:lnTo>
                    <a:pt x="1614233" y="1856600"/>
                  </a:lnTo>
                  <a:lnTo>
                    <a:pt x="1614233" y="1851966"/>
                  </a:lnTo>
                  <a:lnTo>
                    <a:pt x="1610435" y="1851966"/>
                  </a:lnTo>
                  <a:close/>
                  <a:moveTo>
                    <a:pt x="1249614" y="1851966"/>
                  </a:moveTo>
                  <a:lnTo>
                    <a:pt x="1249614" y="1860164"/>
                  </a:lnTo>
                  <a:lnTo>
                    <a:pt x="1254247" y="1860164"/>
                  </a:lnTo>
                  <a:lnTo>
                    <a:pt x="1254247" y="1851966"/>
                  </a:lnTo>
                  <a:lnTo>
                    <a:pt x="1249614" y="1851966"/>
                  </a:lnTo>
                  <a:close/>
                  <a:moveTo>
                    <a:pt x="892245" y="1851966"/>
                  </a:moveTo>
                  <a:lnTo>
                    <a:pt x="889038" y="1855174"/>
                  </a:lnTo>
                  <a:lnTo>
                    <a:pt x="891410" y="1857547"/>
                  </a:lnTo>
                  <a:lnTo>
                    <a:pt x="891410" y="1860164"/>
                  </a:lnTo>
                  <a:lnTo>
                    <a:pt x="896044" y="1860164"/>
                  </a:lnTo>
                  <a:lnTo>
                    <a:pt x="896044" y="1851966"/>
                  </a:lnTo>
                  <a:lnTo>
                    <a:pt x="892245" y="1851966"/>
                  </a:lnTo>
                  <a:close/>
                  <a:moveTo>
                    <a:pt x="531425" y="1851966"/>
                  </a:moveTo>
                  <a:lnTo>
                    <a:pt x="531425" y="1858382"/>
                  </a:lnTo>
                  <a:lnTo>
                    <a:pt x="535223" y="1858382"/>
                  </a:lnTo>
                  <a:lnTo>
                    <a:pt x="538431" y="1855174"/>
                  </a:lnTo>
                  <a:lnTo>
                    <a:pt x="535223" y="1851966"/>
                  </a:lnTo>
                  <a:lnTo>
                    <a:pt x="531425" y="1851966"/>
                  </a:lnTo>
                  <a:close/>
                  <a:moveTo>
                    <a:pt x="1976358" y="1851254"/>
                  </a:moveTo>
                  <a:lnTo>
                    <a:pt x="1976358" y="1848402"/>
                  </a:lnTo>
                  <a:lnTo>
                    <a:pt x="187121" y="1848402"/>
                  </a:lnTo>
                  <a:lnTo>
                    <a:pt x="187121" y="1851254"/>
                  </a:lnTo>
                  <a:lnTo>
                    <a:pt x="1976358" y="1851254"/>
                  </a:lnTo>
                  <a:close/>
                  <a:moveTo>
                    <a:pt x="171439" y="1786028"/>
                  </a:moveTo>
                  <a:lnTo>
                    <a:pt x="171439" y="1790662"/>
                  </a:lnTo>
                  <a:lnTo>
                    <a:pt x="177620" y="1790662"/>
                  </a:lnTo>
                  <a:lnTo>
                    <a:pt x="179993" y="1793035"/>
                  </a:lnTo>
                  <a:lnTo>
                    <a:pt x="183201" y="1789827"/>
                  </a:lnTo>
                  <a:lnTo>
                    <a:pt x="183201" y="1786028"/>
                  </a:lnTo>
                  <a:lnTo>
                    <a:pt x="171439" y="1786028"/>
                  </a:lnTo>
                  <a:close/>
                  <a:moveTo>
                    <a:pt x="169657" y="1704051"/>
                  </a:moveTo>
                  <a:lnTo>
                    <a:pt x="169657" y="1710467"/>
                  </a:lnTo>
                  <a:lnTo>
                    <a:pt x="183201" y="1710467"/>
                  </a:lnTo>
                  <a:lnTo>
                    <a:pt x="183201" y="1704051"/>
                  </a:lnTo>
                  <a:lnTo>
                    <a:pt x="169657" y="1704051"/>
                  </a:lnTo>
                  <a:close/>
                  <a:moveTo>
                    <a:pt x="179993" y="1621484"/>
                  </a:moveTo>
                  <a:lnTo>
                    <a:pt x="177620" y="1623857"/>
                  </a:lnTo>
                  <a:lnTo>
                    <a:pt x="169657" y="1623857"/>
                  </a:lnTo>
                  <a:lnTo>
                    <a:pt x="169657" y="1628490"/>
                  </a:lnTo>
                  <a:lnTo>
                    <a:pt x="183201" y="1628490"/>
                  </a:lnTo>
                  <a:lnTo>
                    <a:pt x="183201" y="1624692"/>
                  </a:lnTo>
                  <a:lnTo>
                    <a:pt x="179993" y="1621484"/>
                  </a:lnTo>
                  <a:close/>
                  <a:moveTo>
                    <a:pt x="179993" y="1539507"/>
                  </a:moveTo>
                  <a:lnTo>
                    <a:pt x="177620" y="1541880"/>
                  </a:lnTo>
                  <a:lnTo>
                    <a:pt x="173221" y="1541880"/>
                  </a:lnTo>
                  <a:lnTo>
                    <a:pt x="173221" y="1546513"/>
                  </a:lnTo>
                  <a:lnTo>
                    <a:pt x="177620" y="1546513"/>
                  </a:lnTo>
                  <a:lnTo>
                    <a:pt x="179993" y="1548886"/>
                  </a:lnTo>
                  <a:lnTo>
                    <a:pt x="183201" y="1545678"/>
                  </a:lnTo>
                  <a:lnTo>
                    <a:pt x="183201" y="1542715"/>
                  </a:lnTo>
                  <a:lnTo>
                    <a:pt x="179993" y="1539507"/>
                  </a:lnTo>
                  <a:close/>
                  <a:moveTo>
                    <a:pt x="183557" y="1500178"/>
                  </a:moveTo>
                  <a:lnTo>
                    <a:pt x="183557" y="1497327"/>
                  </a:lnTo>
                  <a:lnTo>
                    <a:pt x="181775" y="1497327"/>
                  </a:lnTo>
                  <a:lnTo>
                    <a:pt x="181775" y="1500178"/>
                  </a:lnTo>
                  <a:lnTo>
                    <a:pt x="183557" y="1500178"/>
                  </a:lnTo>
                  <a:close/>
                  <a:moveTo>
                    <a:pt x="1292028" y="1159796"/>
                  </a:moveTo>
                  <a:lnTo>
                    <a:pt x="1292028" y="1156944"/>
                  </a:lnTo>
                  <a:lnTo>
                    <a:pt x="1290246" y="1156944"/>
                  </a:lnTo>
                  <a:lnTo>
                    <a:pt x="1290246" y="1159796"/>
                  </a:lnTo>
                  <a:lnTo>
                    <a:pt x="1292028" y="1159796"/>
                  </a:lnTo>
                  <a:close/>
                  <a:moveTo>
                    <a:pt x="1254960" y="1160743"/>
                  </a:moveTo>
                  <a:lnTo>
                    <a:pt x="1254960" y="1395390"/>
                  </a:lnTo>
                  <a:lnTo>
                    <a:pt x="1257812" y="1395390"/>
                  </a:lnTo>
                  <a:lnTo>
                    <a:pt x="1257812" y="1159562"/>
                  </a:lnTo>
                  <a:lnTo>
                    <a:pt x="1255612" y="1157362"/>
                  </a:lnTo>
                  <a:lnTo>
                    <a:pt x="1253596" y="1159378"/>
                  </a:lnTo>
                  <a:lnTo>
                    <a:pt x="1254960" y="1160743"/>
                  </a:lnTo>
                  <a:close/>
                  <a:moveTo>
                    <a:pt x="351432" y="1159562"/>
                  </a:moveTo>
                  <a:lnTo>
                    <a:pt x="351432" y="1395390"/>
                  </a:lnTo>
                  <a:lnTo>
                    <a:pt x="354283" y="1395390"/>
                  </a:lnTo>
                  <a:lnTo>
                    <a:pt x="354283" y="1160743"/>
                  </a:lnTo>
                  <a:lnTo>
                    <a:pt x="355648" y="1159378"/>
                  </a:lnTo>
                  <a:lnTo>
                    <a:pt x="353631" y="1157362"/>
                  </a:lnTo>
                  <a:lnTo>
                    <a:pt x="351432" y="1159562"/>
                  </a:lnTo>
                  <a:close/>
                  <a:moveTo>
                    <a:pt x="333254" y="1159796"/>
                  </a:moveTo>
                  <a:lnTo>
                    <a:pt x="333254" y="1156944"/>
                  </a:lnTo>
                  <a:lnTo>
                    <a:pt x="331472" y="1156944"/>
                  </a:lnTo>
                  <a:lnTo>
                    <a:pt x="331472" y="1159796"/>
                  </a:lnTo>
                  <a:lnTo>
                    <a:pt x="333254" y="1159796"/>
                  </a:lnTo>
                  <a:close/>
                  <a:moveTo>
                    <a:pt x="183557" y="1159796"/>
                  </a:moveTo>
                  <a:lnTo>
                    <a:pt x="183557" y="1156944"/>
                  </a:lnTo>
                  <a:lnTo>
                    <a:pt x="181775" y="1156944"/>
                  </a:lnTo>
                  <a:lnTo>
                    <a:pt x="181775" y="1159796"/>
                  </a:lnTo>
                  <a:lnTo>
                    <a:pt x="183557" y="1159796"/>
                  </a:lnTo>
                  <a:close/>
                  <a:moveTo>
                    <a:pt x="169657" y="1010812"/>
                  </a:moveTo>
                  <a:lnTo>
                    <a:pt x="169657" y="1015445"/>
                  </a:lnTo>
                  <a:lnTo>
                    <a:pt x="177620" y="1015445"/>
                  </a:lnTo>
                  <a:lnTo>
                    <a:pt x="179993" y="1017818"/>
                  </a:lnTo>
                  <a:lnTo>
                    <a:pt x="183201" y="1014610"/>
                  </a:lnTo>
                  <a:lnTo>
                    <a:pt x="183201" y="1010812"/>
                  </a:lnTo>
                  <a:lnTo>
                    <a:pt x="169657" y="1010812"/>
                  </a:lnTo>
                  <a:close/>
                  <a:moveTo>
                    <a:pt x="169657" y="811215"/>
                  </a:moveTo>
                  <a:lnTo>
                    <a:pt x="169657" y="815849"/>
                  </a:lnTo>
                  <a:lnTo>
                    <a:pt x="177620" y="815849"/>
                  </a:lnTo>
                  <a:lnTo>
                    <a:pt x="179993" y="818222"/>
                  </a:lnTo>
                  <a:lnTo>
                    <a:pt x="183201" y="815014"/>
                  </a:lnTo>
                  <a:lnTo>
                    <a:pt x="183201" y="811215"/>
                  </a:lnTo>
                  <a:lnTo>
                    <a:pt x="169657" y="811215"/>
                  </a:lnTo>
                  <a:close/>
                  <a:moveTo>
                    <a:pt x="169657" y="611619"/>
                  </a:moveTo>
                  <a:lnTo>
                    <a:pt x="169657" y="616253"/>
                  </a:lnTo>
                  <a:lnTo>
                    <a:pt x="177620" y="616253"/>
                  </a:lnTo>
                  <a:lnTo>
                    <a:pt x="179993" y="618626"/>
                  </a:lnTo>
                  <a:lnTo>
                    <a:pt x="183201" y="615418"/>
                  </a:lnTo>
                  <a:lnTo>
                    <a:pt x="183201" y="611619"/>
                  </a:lnTo>
                  <a:lnTo>
                    <a:pt x="169657" y="611619"/>
                  </a:lnTo>
                  <a:close/>
                  <a:moveTo>
                    <a:pt x="169657" y="412023"/>
                  </a:moveTo>
                  <a:lnTo>
                    <a:pt x="169657" y="416657"/>
                  </a:lnTo>
                  <a:lnTo>
                    <a:pt x="177620" y="416657"/>
                  </a:lnTo>
                  <a:lnTo>
                    <a:pt x="179993" y="419029"/>
                  </a:lnTo>
                  <a:lnTo>
                    <a:pt x="183201" y="415822"/>
                  </a:lnTo>
                  <a:lnTo>
                    <a:pt x="183201" y="412023"/>
                  </a:lnTo>
                  <a:lnTo>
                    <a:pt x="169657" y="412023"/>
                  </a:lnTo>
                  <a:close/>
                  <a:moveTo>
                    <a:pt x="169657" y="212427"/>
                  </a:moveTo>
                  <a:lnTo>
                    <a:pt x="169657" y="217061"/>
                  </a:lnTo>
                  <a:lnTo>
                    <a:pt x="177620" y="217061"/>
                  </a:lnTo>
                  <a:lnTo>
                    <a:pt x="179993" y="219433"/>
                  </a:lnTo>
                  <a:lnTo>
                    <a:pt x="183201" y="216226"/>
                  </a:lnTo>
                  <a:lnTo>
                    <a:pt x="183201" y="212427"/>
                  </a:lnTo>
                  <a:lnTo>
                    <a:pt x="169657" y="212427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3" name="Vector layer 000000"/>
            <p:cNvSpPr/>
            <p:nvPr/>
          </p:nvSpPr>
          <p:spPr>
            <a:xfrm>
              <a:off x="0" y="0"/>
              <a:ext cx="2017346" cy="1992396"/>
            </a:xfrm>
            <a:custGeom>
              <a:avLst/>
              <a:gdLst/>
              <a:ahLst/>
              <a:cxnLst/>
              <a:rect l="0" t="0" r="r" b="b"/>
              <a:pathLst>
                <a:path w="2017346" h="1992396" stroke="0" extrusionOk="0">
                  <a:moveTo>
                    <a:pt x="180349" y="1511584"/>
                  </a:moveTo>
                  <a:lnTo>
                    <a:pt x="180349" y="1542114"/>
                  </a:lnTo>
                  <a:lnTo>
                    <a:pt x="182131" y="1543896"/>
                  </a:lnTo>
                  <a:lnTo>
                    <a:pt x="182131" y="1544497"/>
                  </a:lnTo>
                  <a:lnTo>
                    <a:pt x="180349" y="1546279"/>
                  </a:lnTo>
                  <a:lnTo>
                    <a:pt x="180349" y="1622309"/>
                  </a:lnTo>
                  <a:lnTo>
                    <a:pt x="182131" y="1624091"/>
                  </a:lnTo>
                  <a:lnTo>
                    <a:pt x="182131" y="1626474"/>
                  </a:lnTo>
                  <a:lnTo>
                    <a:pt x="180349" y="1628256"/>
                  </a:lnTo>
                  <a:lnTo>
                    <a:pt x="180349" y="1704286"/>
                  </a:lnTo>
                  <a:lnTo>
                    <a:pt x="182131" y="1706068"/>
                  </a:lnTo>
                  <a:lnTo>
                    <a:pt x="182131" y="1708451"/>
                  </a:lnTo>
                  <a:lnTo>
                    <a:pt x="180349" y="1710233"/>
                  </a:lnTo>
                  <a:lnTo>
                    <a:pt x="180349" y="1786263"/>
                  </a:lnTo>
                  <a:lnTo>
                    <a:pt x="182131" y="1788045"/>
                  </a:lnTo>
                  <a:lnTo>
                    <a:pt x="182131" y="1790428"/>
                  </a:lnTo>
                  <a:lnTo>
                    <a:pt x="180349" y="1792210"/>
                  </a:lnTo>
                  <a:lnTo>
                    <a:pt x="180349" y="1850418"/>
                  </a:lnTo>
                  <a:lnTo>
                    <a:pt x="182131" y="1852201"/>
                  </a:lnTo>
                  <a:lnTo>
                    <a:pt x="182131" y="1854818"/>
                  </a:lnTo>
                  <a:lnTo>
                    <a:pt x="531659" y="1854818"/>
                  </a:lnTo>
                  <a:lnTo>
                    <a:pt x="533441" y="1853036"/>
                  </a:lnTo>
                  <a:lnTo>
                    <a:pt x="535824" y="1853036"/>
                  </a:lnTo>
                  <a:lnTo>
                    <a:pt x="537606" y="1854818"/>
                  </a:lnTo>
                  <a:lnTo>
                    <a:pt x="889862" y="1854818"/>
                  </a:lnTo>
                  <a:lnTo>
                    <a:pt x="891644" y="1853036"/>
                  </a:lnTo>
                  <a:lnTo>
                    <a:pt x="894028" y="1853036"/>
                  </a:lnTo>
                  <a:lnTo>
                    <a:pt x="895810" y="1854818"/>
                  </a:lnTo>
                  <a:lnTo>
                    <a:pt x="1249848" y="1854818"/>
                  </a:lnTo>
                  <a:lnTo>
                    <a:pt x="1251630" y="1853036"/>
                  </a:lnTo>
                  <a:lnTo>
                    <a:pt x="1252231" y="1853036"/>
                  </a:lnTo>
                  <a:lnTo>
                    <a:pt x="1254013" y="1854818"/>
                  </a:lnTo>
                  <a:lnTo>
                    <a:pt x="1608052" y="1854818"/>
                  </a:lnTo>
                  <a:lnTo>
                    <a:pt x="1609834" y="1853036"/>
                  </a:lnTo>
                  <a:lnTo>
                    <a:pt x="1612217" y="1853036"/>
                  </a:lnTo>
                  <a:lnTo>
                    <a:pt x="1613999" y="1854818"/>
                  </a:lnTo>
                  <a:lnTo>
                    <a:pt x="1968038" y="1854818"/>
                  </a:lnTo>
                  <a:lnTo>
                    <a:pt x="1969820" y="1853036"/>
                  </a:lnTo>
                  <a:lnTo>
                    <a:pt x="1970421" y="1853036"/>
                  </a:lnTo>
                  <a:lnTo>
                    <a:pt x="1972203" y="1854818"/>
                  </a:lnTo>
                  <a:lnTo>
                    <a:pt x="1977783" y="1854818"/>
                  </a:lnTo>
                  <a:lnTo>
                    <a:pt x="1977783" y="1850184"/>
                  </a:lnTo>
                  <a:lnTo>
                    <a:pt x="185930" y="1850184"/>
                  </a:lnTo>
                  <a:lnTo>
                    <a:pt x="184983" y="1849237"/>
                  </a:lnTo>
                  <a:lnTo>
                    <a:pt x="184983" y="1511584"/>
                  </a:lnTo>
                  <a:lnTo>
                    <a:pt x="180349" y="1511584"/>
                  </a:lnTo>
                  <a:close/>
                  <a:moveTo>
                    <a:pt x="1288820" y="1158726"/>
                  </a:moveTo>
                  <a:lnTo>
                    <a:pt x="1288820" y="1396816"/>
                  </a:lnTo>
                  <a:lnTo>
                    <a:pt x="1293454" y="1396816"/>
                  </a:lnTo>
                  <a:lnTo>
                    <a:pt x="1293454" y="1158726"/>
                  </a:lnTo>
                  <a:lnTo>
                    <a:pt x="1288820" y="1158726"/>
                  </a:lnTo>
                  <a:close/>
                  <a:moveTo>
                    <a:pt x="1253178" y="1395390"/>
                  </a:moveTo>
                  <a:lnTo>
                    <a:pt x="1256030" y="1395390"/>
                  </a:lnTo>
                  <a:lnTo>
                    <a:pt x="1256030" y="1160152"/>
                  </a:lnTo>
                  <a:lnTo>
                    <a:pt x="1253178" y="1160152"/>
                  </a:lnTo>
                  <a:lnTo>
                    <a:pt x="1253178" y="1395390"/>
                  </a:lnTo>
                  <a:close/>
                  <a:moveTo>
                    <a:pt x="353214" y="1395390"/>
                  </a:moveTo>
                  <a:lnTo>
                    <a:pt x="356065" y="1395390"/>
                  </a:lnTo>
                  <a:lnTo>
                    <a:pt x="356065" y="1160152"/>
                  </a:lnTo>
                  <a:lnTo>
                    <a:pt x="353214" y="1160152"/>
                  </a:lnTo>
                  <a:lnTo>
                    <a:pt x="353214" y="1395390"/>
                  </a:lnTo>
                  <a:close/>
                  <a:moveTo>
                    <a:pt x="330046" y="1158726"/>
                  </a:moveTo>
                  <a:lnTo>
                    <a:pt x="330046" y="1396816"/>
                  </a:lnTo>
                  <a:lnTo>
                    <a:pt x="334680" y="1396816"/>
                  </a:lnTo>
                  <a:lnTo>
                    <a:pt x="334680" y="1158726"/>
                  </a:lnTo>
                  <a:lnTo>
                    <a:pt x="330046" y="1158726"/>
                  </a:lnTo>
                  <a:close/>
                  <a:moveTo>
                    <a:pt x="180349" y="1158726"/>
                  </a:moveTo>
                  <a:lnTo>
                    <a:pt x="180349" y="1498396"/>
                  </a:lnTo>
                  <a:lnTo>
                    <a:pt x="184983" y="1498396"/>
                  </a:lnTo>
                  <a:lnTo>
                    <a:pt x="184983" y="1158726"/>
                  </a:lnTo>
                  <a:lnTo>
                    <a:pt x="180349" y="1158726"/>
                  </a:lnTo>
                  <a:close/>
                  <a:moveTo>
                    <a:pt x="180349" y="123322"/>
                  </a:moveTo>
                  <a:lnTo>
                    <a:pt x="180349" y="212661"/>
                  </a:lnTo>
                  <a:lnTo>
                    <a:pt x="182131" y="214443"/>
                  </a:lnTo>
                  <a:lnTo>
                    <a:pt x="182131" y="216827"/>
                  </a:lnTo>
                  <a:lnTo>
                    <a:pt x="180349" y="218609"/>
                  </a:lnTo>
                  <a:lnTo>
                    <a:pt x="180349" y="412257"/>
                  </a:lnTo>
                  <a:lnTo>
                    <a:pt x="182131" y="414040"/>
                  </a:lnTo>
                  <a:lnTo>
                    <a:pt x="182131" y="416423"/>
                  </a:lnTo>
                  <a:lnTo>
                    <a:pt x="180349" y="418205"/>
                  </a:lnTo>
                  <a:lnTo>
                    <a:pt x="180349" y="611854"/>
                  </a:lnTo>
                  <a:lnTo>
                    <a:pt x="182131" y="613636"/>
                  </a:lnTo>
                  <a:lnTo>
                    <a:pt x="182131" y="616019"/>
                  </a:lnTo>
                  <a:lnTo>
                    <a:pt x="180349" y="617801"/>
                  </a:lnTo>
                  <a:lnTo>
                    <a:pt x="180349" y="811450"/>
                  </a:lnTo>
                  <a:lnTo>
                    <a:pt x="182131" y="813232"/>
                  </a:lnTo>
                  <a:lnTo>
                    <a:pt x="182131" y="815615"/>
                  </a:lnTo>
                  <a:lnTo>
                    <a:pt x="180349" y="817397"/>
                  </a:lnTo>
                  <a:lnTo>
                    <a:pt x="180349" y="1011046"/>
                  </a:lnTo>
                  <a:lnTo>
                    <a:pt x="182131" y="1012828"/>
                  </a:lnTo>
                  <a:lnTo>
                    <a:pt x="182131" y="1015211"/>
                  </a:lnTo>
                  <a:lnTo>
                    <a:pt x="180349" y="1016993"/>
                  </a:lnTo>
                  <a:lnTo>
                    <a:pt x="180349" y="1145539"/>
                  </a:lnTo>
                  <a:lnTo>
                    <a:pt x="184983" y="1145539"/>
                  </a:lnTo>
                  <a:lnTo>
                    <a:pt x="184983" y="123322"/>
                  </a:lnTo>
                  <a:lnTo>
                    <a:pt x="180349" y="1233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54" name="Text: Citrate cycle (TCA cycle)"/>
            <p:cNvSpPr/>
            <p:nvPr/>
          </p:nvSpPr>
          <p:spPr>
            <a:xfrm>
              <a:off x="187121" y="29390"/>
              <a:ext cx="693240" cy="844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9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1055" name="Text: 4"/>
            <p:cNvSpPr/>
            <p:nvPr/>
          </p:nvSpPr>
          <p:spPr>
            <a:xfrm>
              <a:off x="139004" y="1526244"/>
              <a:ext cx="30714" cy="538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56" name="Text: 2"/>
            <p:cNvSpPr/>
            <p:nvPr/>
          </p:nvSpPr>
          <p:spPr>
            <a:xfrm>
              <a:off x="139004" y="1606153"/>
              <a:ext cx="32691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57" name="Text: 0"/>
            <p:cNvSpPr/>
            <p:nvPr/>
          </p:nvSpPr>
          <p:spPr>
            <a:xfrm>
              <a:off x="137222" y="1688197"/>
              <a:ext cx="31716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58" name="Text: -2"/>
            <p:cNvSpPr/>
            <p:nvPr/>
          </p:nvSpPr>
          <p:spPr>
            <a:xfrm>
              <a:off x="115837" y="1770107"/>
              <a:ext cx="49899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059" name="Text: 200"/>
            <p:cNvSpPr/>
            <p:nvPr/>
          </p:nvSpPr>
          <p:spPr>
            <a:xfrm>
              <a:off x="1578947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060" name="Text: 50"/>
            <p:cNvSpPr/>
            <p:nvPr/>
          </p:nvSpPr>
          <p:spPr>
            <a:xfrm>
              <a:off x="515029" y="1871754"/>
              <a:ext cx="54521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1061" name="Text: 250"/>
            <p:cNvSpPr/>
            <p:nvPr/>
          </p:nvSpPr>
          <p:spPr>
            <a:xfrm>
              <a:off x="1938933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1062" name="Text: 100"/>
            <p:cNvSpPr/>
            <p:nvPr/>
          </p:nvSpPr>
          <p:spPr>
            <a:xfrm>
              <a:off x="862540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063" name="Text: 150"/>
            <p:cNvSpPr/>
            <p:nvPr/>
          </p:nvSpPr>
          <p:spPr>
            <a:xfrm>
              <a:off x="1222526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1064" name="Text: Rank in Ordered Dataset"/>
            <p:cNvSpPr/>
            <p:nvPr/>
          </p:nvSpPr>
          <p:spPr>
            <a:xfrm>
              <a:off x="794820" y="1922759"/>
              <a:ext cx="586313" cy="704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1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1065" name="Text: Running Enrichment Score"/>
            <p:cNvSpPr/>
            <p:nvPr/>
          </p:nvSpPr>
          <p:spPr>
            <a:xfrm rot="16200000">
              <a:off x="-252168" y="598408"/>
              <a:ext cx="630866" cy="702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1066" name="Text: Ranked List Metric"/>
            <p:cNvSpPr/>
            <p:nvPr/>
          </p:nvSpPr>
          <p:spPr>
            <a:xfrm rot="16200000">
              <a:off x="-160501" y="1645660"/>
              <a:ext cx="436839" cy="697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1067" name="Text: 0.8"/>
            <p:cNvSpPr/>
            <p:nvPr/>
          </p:nvSpPr>
          <p:spPr>
            <a:xfrm>
              <a:off x="103362" y="196573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0.8</a:t>
              </a:r>
            </a:p>
          </p:txBody>
        </p:sp>
        <p:sp>
          <p:nvSpPr>
            <p:cNvPr id="1068" name="Text: 0.6"/>
            <p:cNvSpPr/>
            <p:nvPr/>
          </p:nvSpPr>
          <p:spPr>
            <a:xfrm>
              <a:off x="103362" y="396169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0.6</a:t>
              </a:r>
            </a:p>
          </p:txBody>
        </p:sp>
        <p:sp>
          <p:nvSpPr>
            <p:cNvPr id="1069" name="Text: 0.4"/>
            <p:cNvSpPr/>
            <p:nvPr/>
          </p:nvSpPr>
          <p:spPr>
            <a:xfrm>
              <a:off x="103362" y="595765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0.4</a:t>
              </a:r>
            </a:p>
          </p:txBody>
        </p:sp>
        <p:sp>
          <p:nvSpPr>
            <p:cNvPr id="1070" name="Text: 0.2"/>
            <p:cNvSpPr/>
            <p:nvPr/>
          </p:nvSpPr>
          <p:spPr>
            <a:xfrm>
              <a:off x="103362" y="795361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0.2</a:t>
              </a:r>
            </a:p>
          </p:txBody>
        </p:sp>
        <p:sp>
          <p:nvSpPr>
            <p:cNvPr id="1071" name="Text: 0.0"/>
            <p:cNvSpPr/>
            <p:nvPr/>
          </p:nvSpPr>
          <p:spPr>
            <a:xfrm>
              <a:off x="103362" y="994957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3D33A50-1827-1A26-1A16-C42563D2E9F2}"/>
              </a:ext>
            </a:extLst>
          </p:cNvPr>
          <p:cNvGrpSpPr/>
          <p:nvPr/>
        </p:nvGrpSpPr>
        <p:grpSpPr>
          <a:xfrm>
            <a:off x="2911603" y="2592745"/>
            <a:ext cx="1986539" cy="1853051"/>
            <a:chOff x="4239125" y="2625816"/>
            <a:chExt cx="2374398" cy="2214846"/>
          </a:xfrm>
        </p:grpSpPr>
        <p:grpSp>
          <p:nvGrpSpPr>
            <p:cNvPr id="72" name="图片 71 — editable">
              <a:extLst>
                <a:ext uri="{FF2B5EF4-FFF2-40B4-BE49-F238E27FC236}">
                  <a16:creationId xmlns:a16="http://schemas.microsoft.com/office/drawing/2014/main" id="{6DCA51D3-8C02-8B1C-F269-A703CB3FE2BE}"/>
                </a:ext>
              </a:extLst>
            </p:cNvPr>
            <p:cNvGrpSpPr/>
            <p:nvPr/>
          </p:nvGrpSpPr>
          <p:grpSpPr>
            <a:xfrm>
              <a:off x="4239125" y="2625816"/>
              <a:ext cx="2065279" cy="2214846"/>
              <a:chOff x="0" y="0"/>
              <a:chExt cx="2065279" cy="2214850"/>
            </a:xfrm>
          </p:grpSpPr>
          <p:sp>
            <p:nvSpPr>
              <p:cNvPr id="1072" name="Panel background"/>
              <p:cNvSpPr/>
              <p:nvPr/>
            </p:nvSpPr>
            <p:spPr>
              <a:xfrm>
                <a:off x="0" y="0"/>
                <a:ext cx="2065279" cy="22148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73" name="Vector layer F7F7F7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610646" y="990742"/>
                    </a:moveTo>
                    <a:lnTo>
                      <a:pt x="1614040" y="990742"/>
                    </a:lnTo>
                    <a:lnTo>
                      <a:pt x="1614040" y="988621"/>
                    </a:lnTo>
                    <a:lnTo>
                      <a:pt x="1610646" y="988621"/>
                    </a:lnTo>
                    <a:lnTo>
                      <a:pt x="1610646" y="990742"/>
                    </a:lnTo>
                    <a:close/>
                    <a:moveTo>
                      <a:pt x="1411224" y="741108"/>
                    </a:moveTo>
                    <a:lnTo>
                      <a:pt x="1411224" y="742526"/>
                    </a:lnTo>
                    <a:lnTo>
                      <a:pt x="1414619" y="742526"/>
                    </a:lnTo>
                    <a:lnTo>
                      <a:pt x="1414619" y="739702"/>
                    </a:lnTo>
                    <a:lnTo>
                      <a:pt x="1412000" y="737083"/>
                    </a:lnTo>
                    <a:lnTo>
                      <a:pt x="1409600" y="739483"/>
                    </a:lnTo>
                    <a:lnTo>
                      <a:pt x="1411224" y="741108"/>
                    </a:lnTo>
                    <a:close/>
                    <a:moveTo>
                      <a:pt x="1317030" y="572952"/>
                    </a:moveTo>
                    <a:lnTo>
                      <a:pt x="1309113" y="580868"/>
                    </a:lnTo>
                    <a:lnTo>
                      <a:pt x="1317030" y="580868"/>
                    </a:lnTo>
                    <a:lnTo>
                      <a:pt x="1317030" y="572952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</p:sp>
          <p:sp>
            <p:nvSpPr>
              <p:cNvPr id="1074" name="Vector layer F5F3F3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787078" y="2031976"/>
                    </a:moveTo>
                    <a:lnTo>
                      <a:pt x="787078" y="2028582"/>
                    </a:lnTo>
                    <a:lnTo>
                      <a:pt x="784956" y="2028582"/>
                    </a:lnTo>
                    <a:lnTo>
                      <a:pt x="784956" y="2031976"/>
                    </a:lnTo>
                    <a:lnTo>
                      <a:pt x="787078" y="2031976"/>
                    </a:lnTo>
                    <a:close/>
                    <a:moveTo>
                      <a:pt x="771027" y="1986649"/>
                    </a:moveTo>
                    <a:lnTo>
                      <a:pt x="773427" y="1989049"/>
                    </a:lnTo>
                    <a:lnTo>
                      <a:pt x="775549" y="1986928"/>
                    </a:lnTo>
                    <a:lnTo>
                      <a:pt x="773149" y="1984527"/>
                    </a:lnTo>
                    <a:lnTo>
                      <a:pt x="771027" y="1986649"/>
                    </a:lnTo>
                    <a:close/>
                    <a:moveTo>
                      <a:pt x="821943" y="1984806"/>
                    </a:moveTo>
                    <a:lnTo>
                      <a:pt x="824344" y="1982406"/>
                    </a:lnTo>
                    <a:lnTo>
                      <a:pt x="822222" y="1980284"/>
                    </a:lnTo>
                    <a:lnTo>
                      <a:pt x="819822" y="1982685"/>
                    </a:lnTo>
                    <a:lnTo>
                      <a:pt x="821943" y="1984806"/>
                    </a:lnTo>
                    <a:close/>
                    <a:moveTo>
                      <a:pt x="631008" y="1846908"/>
                    </a:moveTo>
                    <a:lnTo>
                      <a:pt x="633408" y="1844508"/>
                    </a:lnTo>
                    <a:lnTo>
                      <a:pt x="631287" y="1842387"/>
                    </a:lnTo>
                    <a:lnTo>
                      <a:pt x="628887" y="1844787"/>
                    </a:lnTo>
                    <a:lnTo>
                      <a:pt x="631008" y="1846908"/>
                    </a:lnTo>
                    <a:close/>
                    <a:moveTo>
                      <a:pt x="1765515" y="1465959"/>
                    </a:moveTo>
                    <a:lnTo>
                      <a:pt x="1768910" y="1465959"/>
                    </a:lnTo>
                    <a:lnTo>
                      <a:pt x="1768910" y="1463838"/>
                    </a:lnTo>
                    <a:lnTo>
                      <a:pt x="1765515" y="1463838"/>
                    </a:lnTo>
                    <a:lnTo>
                      <a:pt x="1765515" y="1465959"/>
                    </a:lnTo>
                    <a:close/>
                    <a:moveTo>
                      <a:pt x="1708235" y="1364127"/>
                    </a:moveTo>
                    <a:lnTo>
                      <a:pt x="1711629" y="1364127"/>
                    </a:lnTo>
                    <a:lnTo>
                      <a:pt x="1711629" y="1359884"/>
                    </a:lnTo>
                    <a:lnTo>
                      <a:pt x="1708235" y="1359884"/>
                    </a:lnTo>
                    <a:lnTo>
                      <a:pt x="1708235" y="1364127"/>
                    </a:lnTo>
                    <a:close/>
                    <a:moveTo>
                      <a:pt x="1502946" y="1328983"/>
                    </a:moveTo>
                    <a:lnTo>
                      <a:pt x="1505346" y="1331383"/>
                    </a:lnTo>
                    <a:lnTo>
                      <a:pt x="1507468" y="1329261"/>
                    </a:lnTo>
                    <a:lnTo>
                      <a:pt x="1505068" y="1326861"/>
                    </a:lnTo>
                    <a:lnTo>
                      <a:pt x="1502946" y="1328983"/>
                    </a:lnTo>
                    <a:close/>
                    <a:moveTo>
                      <a:pt x="1511432" y="1314132"/>
                    </a:moveTo>
                    <a:lnTo>
                      <a:pt x="1513832" y="1316532"/>
                    </a:lnTo>
                    <a:lnTo>
                      <a:pt x="1515954" y="1314411"/>
                    </a:lnTo>
                    <a:lnTo>
                      <a:pt x="1513554" y="1312011"/>
                    </a:lnTo>
                    <a:lnTo>
                      <a:pt x="1511432" y="1314132"/>
                    </a:lnTo>
                    <a:close/>
                    <a:moveTo>
                      <a:pt x="1539012" y="1297160"/>
                    </a:moveTo>
                    <a:lnTo>
                      <a:pt x="1541412" y="1299560"/>
                    </a:lnTo>
                    <a:lnTo>
                      <a:pt x="1543533" y="1297439"/>
                    </a:lnTo>
                    <a:lnTo>
                      <a:pt x="1541133" y="1295039"/>
                    </a:lnTo>
                    <a:lnTo>
                      <a:pt x="1539012" y="1297160"/>
                    </a:lnTo>
                    <a:close/>
                    <a:moveTo>
                      <a:pt x="1547498" y="1282310"/>
                    </a:moveTo>
                    <a:lnTo>
                      <a:pt x="1549898" y="1284710"/>
                    </a:lnTo>
                    <a:lnTo>
                      <a:pt x="1552019" y="1282588"/>
                    </a:lnTo>
                    <a:lnTo>
                      <a:pt x="1549619" y="1280188"/>
                    </a:lnTo>
                    <a:lnTo>
                      <a:pt x="1547498" y="1282310"/>
                    </a:lnTo>
                    <a:close/>
                    <a:moveTo>
                      <a:pt x="1575077" y="1265338"/>
                    </a:moveTo>
                    <a:lnTo>
                      <a:pt x="1577477" y="1267738"/>
                    </a:lnTo>
                    <a:lnTo>
                      <a:pt x="1579599" y="1265616"/>
                    </a:lnTo>
                    <a:lnTo>
                      <a:pt x="1577199" y="1263216"/>
                    </a:lnTo>
                    <a:lnTo>
                      <a:pt x="1575077" y="1265338"/>
                    </a:lnTo>
                    <a:close/>
                    <a:moveTo>
                      <a:pt x="1583563" y="1250487"/>
                    </a:moveTo>
                    <a:lnTo>
                      <a:pt x="1585963" y="1252887"/>
                    </a:lnTo>
                    <a:lnTo>
                      <a:pt x="1588085" y="1250766"/>
                    </a:lnTo>
                    <a:lnTo>
                      <a:pt x="1585685" y="1248366"/>
                    </a:lnTo>
                    <a:lnTo>
                      <a:pt x="1583563" y="1250487"/>
                    </a:lnTo>
                    <a:close/>
                    <a:moveTo>
                      <a:pt x="132455" y="1095896"/>
                    </a:moveTo>
                    <a:lnTo>
                      <a:pt x="134855" y="1093496"/>
                    </a:lnTo>
                    <a:lnTo>
                      <a:pt x="132733" y="1091374"/>
                    </a:lnTo>
                    <a:lnTo>
                      <a:pt x="130333" y="1093775"/>
                    </a:lnTo>
                    <a:lnTo>
                      <a:pt x="132455" y="1095896"/>
                    </a:lnTo>
                    <a:close/>
                    <a:moveTo>
                      <a:pt x="1580520" y="925400"/>
                    </a:moveTo>
                    <a:lnTo>
                      <a:pt x="1580520" y="928794"/>
                    </a:lnTo>
                    <a:lnTo>
                      <a:pt x="1583345" y="928794"/>
                    </a:lnTo>
                    <a:lnTo>
                      <a:pt x="1585963" y="926176"/>
                    </a:lnTo>
                    <a:lnTo>
                      <a:pt x="1583563" y="923776"/>
                    </a:lnTo>
                    <a:lnTo>
                      <a:pt x="1581939" y="925400"/>
                    </a:lnTo>
                    <a:lnTo>
                      <a:pt x="1580520" y="925400"/>
                    </a:lnTo>
                    <a:close/>
                    <a:moveTo>
                      <a:pt x="1496582" y="873138"/>
                    </a:moveTo>
                    <a:lnTo>
                      <a:pt x="1498982" y="870738"/>
                    </a:lnTo>
                    <a:lnTo>
                      <a:pt x="1496860" y="868616"/>
                    </a:lnTo>
                    <a:lnTo>
                      <a:pt x="1494460" y="871017"/>
                    </a:lnTo>
                    <a:lnTo>
                      <a:pt x="1496582" y="873138"/>
                    </a:lnTo>
                    <a:close/>
                    <a:moveTo>
                      <a:pt x="1303028" y="867695"/>
                    </a:moveTo>
                    <a:lnTo>
                      <a:pt x="1306422" y="867695"/>
                    </a:lnTo>
                    <a:lnTo>
                      <a:pt x="1306422" y="865574"/>
                    </a:lnTo>
                    <a:lnTo>
                      <a:pt x="1303028" y="865574"/>
                    </a:lnTo>
                    <a:lnTo>
                      <a:pt x="1303028" y="867695"/>
                    </a:lnTo>
                    <a:close/>
                    <a:moveTo>
                      <a:pt x="1303028" y="857088"/>
                    </a:moveTo>
                    <a:lnTo>
                      <a:pt x="1306422" y="857088"/>
                    </a:lnTo>
                    <a:lnTo>
                      <a:pt x="1306422" y="854966"/>
                    </a:lnTo>
                    <a:lnTo>
                      <a:pt x="1303028" y="854966"/>
                    </a:lnTo>
                    <a:lnTo>
                      <a:pt x="1303028" y="857088"/>
                    </a:lnTo>
                    <a:close/>
                    <a:moveTo>
                      <a:pt x="1750665" y="644937"/>
                    </a:moveTo>
                    <a:lnTo>
                      <a:pt x="1754059" y="644937"/>
                    </a:lnTo>
                    <a:lnTo>
                      <a:pt x="1754059" y="640694"/>
                    </a:lnTo>
                    <a:lnTo>
                      <a:pt x="1750665" y="640694"/>
                    </a:lnTo>
                    <a:lnTo>
                      <a:pt x="1750665" y="644937"/>
                    </a:lnTo>
                    <a:close/>
                    <a:moveTo>
                      <a:pt x="401886" y="223679"/>
                    </a:moveTo>
                    <a:lnTo>
                      <a:pt x="404286" y="226080"/>
                    </a:lnTo>
                    <a:lnTo>
                      <a:pt x="406407" y="223958"/>
                    </a:lnTo>
                    <a:lnTo>
                      <a:pt x="404007" y="221558"/>
                    </a:lnTo>
                    <a:lnTo>
                      <a:pt x="401886" y="223679"/>
                    </a:lnTo>
                    <a:close/>
                    <a:moveTo>
                      <a:pt x="416736" y="215193"/>
                    </a:moveTo>
                    <a:lnTo>
                      <a:pt x="419136" y="217593"/>
                    </a:lnTo>
                    <a:lnTo>
                      <a:pt x="421258" y="215472"/>
                    </a:lnTo>
                    <a:lnTo>
                      <a:pt x="418858" y="213072"/>
                    </a:lnTo>
                    <a:lnTo>
                      <a:pt x="416736" y="215193"/>
                    </a:lnTo>
                    <a:close/>
                    <a:moveTo>
                      <a:pt x="433708" y="187614"/>
                    </a:moveTo>
                    <a:lnTo>
                      <a:pt x="436108" y="190014"/>
                    </a:lnTo>
                    <a:lnTo>
                      <a:pt x="438230" y="187892"/>
                    </a:lnTo>
                    <a:lnTo>
                      <a:pt x="435830" y="185492"/>
                    </a:lnTo>
                    <a:lnTo>
                      <a:pt x="433708" y="187614"/>
                    </a:lnTo>
                    <a:close/>
                    <a:moveTo>
                      <a:pt x="448559" y="179128"/>
                    </a:moveTo>
                    <a:lnTo>
                      <a:pt x="450959" y="181528"/>
                    </a:lnTo>
                    <a:lnTo>
                      <a:pt x="453080" y="179406"/>
                    </a:lnTo>
                    <a:lnTo>
                      <a:pt x="450680" y="177006"/>
                    </a:lnTo>
                    <a:lnTo>
                      <a:pt x="448559" y="179128"/>
                    </a:lnTo>
                    <a:close/>
                    <a:moveTo>
                      <a:pt x="463409" y="162156"/>
                    </a:moveTo>
                    <a:lnTo>
                      <a:pt x="465809" y="164556"/>
                    </a:lnTo>
                    <a:lnTo>
                      <a:pt x="467931" y="162434"/>
                    </a:lnTo>
                    <a:lnTo>
                      <a:pt x="465531" y="160034"/>
                    </a:lnTo>
                    <a:lnTo>
                      <a:pt x="463409" y="162156"/>
                    </a:lnTo>
                    <a:close/>
                    <a:moveTo>
                      <a:pt x="465531" y="151548"/>
                    </a:moveTo>
                    <a:lnTo>
                      <a:pt x="467931" y="153948"/>
                    </a:lnTo>
                    <a:lnTo>
                      <a:pt x="470052" y="151827"/>
                    </a:lnTo>
                    <a:lnTo>
                      <a:pt x="467652" y="149427"/>
                    </a:lnTo>
                    <a:lnTo>
                      <a:pt x="465531" y="151548"/>
                    </a:lnTo>
                    <a:close/>
                    <a:moveTo>
                      <a:pt x="480381" y="143062"/>
                    </a:moveTo>
                    <a:lnTo>
                      <a:pt x="482781" y="145462"/>
                    </a:lnTo>
                    <a:lnTo>
                      <a:pt x="484903" y="143341"/>
                    </a:lnTo>
                    <a:lnTo>
                      <a:pt x="482503" y="140941"/>
                    </a:lnTo>
                    <a:lnTo>
                      <a:pt x="480381" y="143062"/>
                    </a:lnTo>
                    <a:close/>
                    <a:moveTo>
                      <a:pt x="480381" y="134576"/>
                    </a:moveTo>
                    <a:lnTo>
                      <a:pt x="482781" y="136976"/>
                    </a:lnTo>
                    <a:lnTo>
                      <a:pt x="484903" y="134855"/>
                    </a:lnTo>
                    <a:lnTo>
                      <a:pt x="482503" y="132455"/>
                    </a:lnTo>
                    <a:lnTo>
                      <a:pt x="480381" y="134576"/>
                    </a:lnTo>
                    <a:close/>
                    <a:moveTo>
                      <a:pt x="495232" y="126090"/>
                    </a:moveTo>
                    <a:lnTo>
                      <a:pt x="497632" y="128490"/>
                    </a:lnTo>
                    <a:lnTo>
                      <a:pt x="499753" y="126369"/>
                    </a:lnTo>
                    <a:lnTo>
                      <a:pt x="497353" y="123969"/>
                    </a:lnTo>
                    <a:lnTo>
                      <a:pt x="495232" y="126090"/>
                    </a:lnTo>
                    <a:close/>
                    <a:moveTo>
                      <a:pt x="497353" y="115483"/>
                    </a:moveTo>
                    <a:lnTo>
                      <a:pt x="499753" y="117883"/>
                    </a:lnTo>
                    <a:lnTo>
                      <a:pt x="501875" y="115761"/>
                    </a:lnTo>
                    <a:lnTo>
                      <a:pt x="499475" y="113361"/>
                    </a:lnTo>
                    <a:lnTo>
                      <a:pt x="497353" y="115483"/>
                    </a:lnTo>
                    <a:close/>
                    <a:moveTo>
                      <a:pt x="533419" y="102754"/>
                    </a:moveTo>
                    <a:lnTo>
                      <a:pt x="535819" y="105154"/>
                    </a:lnTo>
                    <a:lnTo>
                      <a:pt x="537941" y="103032"/>
                    </a:lnTo>
                    <a:lnTo>
                      <a:pt x="535540" y="100632"/>
                    </a:lnTo>
                    <a:lnTo>
                      <a:pt x="533419" y="102754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075" name="Vector layer EFEFEF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617358" y="2157145"/>
                    </a:moveTo>
                    <a:lnTo>
                      <a:pt x="617358" y="2153751"/>
                    </a:lnTo>
                    <a:lnTo>
                      <a:pt x="615236" y="2153751"/>
                    </a:lnTo>
                    <a:lnTo>
                      <a:pt x="615236" y="2157145"/>
                    </a:lnTo>
                    <a:lnTo>
                      <a:pt x="617358" y="2157145"/>
                    </a:lnTo>
                    <a:close/>
                    <a:moveTo>
                      <a:pt x="637373" y="2145762"/>
                    </a:moveTo>
                    <a:lnTo>
                      <a:pt x="639773" y="2148162"/>
                    </a:lnTo>
                    <a:lnTo>
                      <a:pt x="641894" y="2146040"/>
                    </a:lnTo>
                    <a:lnTo>
                      <a:pt x="639494" y="2143640"/>
                    </a:lnTo>
                    <a:lnTo>
                      <a:pt x="637373" y="2145762"/>
                    </a:lnTo>
                    <a:close/>
                    <a:moveTo>
                      <a:pt x="647483" y="2125747"/>
                    </a:moveTo>
                    <a:lnTo>
                      <a:pt x="650877" y="2125747"/>
                    </a:lnTo>
                    <a:lnTo>
                      <a:pt x="650877" y="2119382"/>
                    </a:lnTo>
                    <a:lnTo>
                      <a:pt x="647483" y="2119382"/>
                    </a:lnTo>
                    <a:lnTo>
                      <a:pt x="647483" y="2125747"/>
                    </a:lnTo>
                    <a:close/>
                    <a:moveTo>
                      <a:pt x="1025111" y="2123625"/>
                    </a:moveTo>
                    <a:lnTo>
                      <a:pt x="1028505" y="2123625"/>
                    </a:lnTo>
                    <a:lnTo>
                      <a:pt x="1028505" y="2117261"/>
                    </a:lnTo>
                    <a:lnTo>
                      <a:pt x="1025111" y="2117261"/>
                    </a:lnTo>
                    <a:lnTo>
                      <a:pt x="1025111" y="2123625"/>
                    </a:lnTo>
                    <a:close/>
                    <a:moveTo>
                      <a:pt x="1019243" y="2101489"/>
                    </a:moveTo>
                    <a:lnTo>
                      <a:pt x="1021643" y="2099089"/>
                    </a:lnTo>
                    <a:lnTo>
                      <a:pt x="1017400" y="2094846"/>
                    </a:lnTo>
                    <a:lnTo>
                      <a:pt x="1015000" y="2097246"/>
                    </a:lnTo>
                    <a:lnTo>
                      <a:pt x="1019243" y="2101489"/>
                    </a:lnTo>
                    <a:close/>
                    <a:moveTo>
                      <a:pt x="997107" y="2089257"/>
                    </a:moveTo>
                    <a:lnTo>
                      <a:pt x="997107" y="2085863"/>
                    </a:lnTo>
                    <a:lnTo>
                      <a:pt x="992864" y="2085863"/>
                    </a:lnTo>
                    <a:lnTo>
                      <a:pt x="992864" y="2089257"/>
                    </a:lnTo>
                    <a:lnTo>
                      <a:pt x="997107" y="2089257"/>
                    </a:lnTo>
                    <a:close/>
                    <a:moveTo>
                      <a:pt x="619903" y="1822372"/>
                    </a:moveTo>
                    <a:lnTo>
                      <a:pt x="623298" y="1822372"/>
                    </a:lnTo>
                    <a:lnTo>
                      <a:pt x="623298" y="1820250"/>
                    </a:lnTo>
                    <a:lnTo>
                      <a:pt x="619903" y="1820250"/>
                    </a:lnTo>
                    <a:lnTo>
                      <a:pt x="619903" y="1822372"/>
                    </a:lnTo>
                    <a:close/>
                    <a:moveTo>
                      <a:pt x="1676909" y="1723861"/>
                    </a:moveTo>
                    <a:lnTo>
                      <a:pt x="1679310" y="1721461"/>
                    </a:lnTo>
                    <a:lnTo>
                      <a:pt x="1675067" y="1717218"/>
                    </a:lnTo>
                    <a:lnTo>
                      <a:pt x="1672666" y="1719618"/>
                    </a:lnTo>
                    <a:lnTo>
                      <a:pt x="1676909" y="1723861"/>
                    </a:lnTo>
                    <a:close/>
                    <a:moveTo>
                      <a:pt x="1729450" y="1701446"/>
                    </a:moveTo>
                    <a:lnTo>
                      <a:pt x="1732844" y="1701446"/>
                    </a:lnTo>
                    <a:lnTo>
                      <a:pt x="1732844" y="1699325"/>
                    </a:lnTo>
                    <a:lnTo>
                      <a:pt x="1729450" y="1699325"/>
                    </a:lnTo>
                    <a:lnTo>
                      <a:pt x="1729450" y="1701446"/>
                    </a:lnTo>
                    <a:close/>
                    <a:moveTo>
                      <a:pt x="1729450" y="1695082"/>
                    </a:moveTo>
                    <a:lnTo>
                      <a:pt x="1732844" y="1695082"/>
                    </a:lnTo>
                    <a:lnTo>
                      <a:pt x="1732844" y="1692960"/>
                    </a:lnTo>
                    <a:lnTo>
                      <a:pt x="1729450" y="1692960"/>
                    </a:lnTo>
                    <a:lnTo>
                      <a:pt x="1729450" y="1695082"/>
                    </a:lnTo>
                    <a:close/>
                    <a:moveTo>
                      <a:pt x="1695082" y="1667078"/>
                    </a:moveTo>
                    <a:lnTo>
                      <a:pt x="1695082" y="1663683"/>
                    </a:lnTo>
                    <a:lnTo>
                      <a:pt x="1692960" y="1663683"/>
                    </a:lnTo>
                    <a:lnTo>
                      <a:pt x="1692960" y="1667078"/>
                    </a:lnTo>
                    <a:lnTo>
                      <a:pt x="1695082" y="1667078"/>
                    </a:lnTo>
                    <a:close/>
                    <a:moveTo>
                      <a:pt x="1997256" y="1545376"/>
                    </a:moveTo>
                    <a:lnTo>
                      <a:pt x="1999657" y="1547776"/>
                    </a:lnTo>
                    <a:lnTo>
                      <a:pt x="2001778" y="1545655"/>
                    </a:lnTo>
                    <a:lnTo>
                      <a:pt x="1999378" y="1543255"/>
                    </a:lnTo>
                    <a:lnTo>
                      <a:pt x="1997256" y="1545376"/>
                    </a:lnTo>
                    <a:close/>
                    <a:moveTo>
                      <a:pt x="2007367" y="1527483"/>
                    </a:moveTo>
                    <a:lnTo>
                      <a:pt x="2010761" y="1527483"/>
                    </a:lnTo>
                    <a:lnTo>
                      <a:pt x="2010761" y="1525361"/>
                    </a:lnTo>
                    <a:lnTo>
                      <a:pt x="2007367" y="1525361"/>
                    </a:lnTo>
                    <a:lnTo>
                      <a:pt x="2007367" y="1527483"/>
                    </a:lnTo>
                    <a:close/>
                    <a:moveTo>
                      <a:pt x="1710356" y="1366248"/>
                    </a:moveTo>
                    <a:lnTo>
                      <a:pt x="1713751" y="1366248"/>
                    </a:lnTo>
                    <a:lnTo>
                      <a:pt x="1713751" y="1362005"/>
                    </a:lnTo>
                    <a:lnTo>
                      <a:pt x="1710356" y="1362005"/>
                    </a:lnTo>
                    <a:lnTo>
                      <a:pt x="1710356" y="1366248"/>
                    </a:lnTo>
                    <a:close/>
                    <a:moveTo>
                      <a:pt x="49219" y="1287753"/>
                    </a:moveTo>
                    <a:lnTo>
                      <a:pt x="52613" y="1287753"/>
                    </a:lnTo>
                    <a:lnTo>
                      <a:pt x="52613" y="1285631"/>
                    </a:lnTo>
                    <a:lnTo>
                      <a:pt x="49219" y="1285631"/>
                    </a:lnTo>
                    <a:lnTo>
                      <a:pt x="49219" y="1287753"/>
                    </a:lnTo>
                    <a:close/>
                    <a:moveTo>
                      <a:pt x="58202" y="1267459"/>
                    </a:moveTo>
                    <a:lnTo>
                      <a:pt x="60602" y="1269859"/>
                    </a:lnTo>
                    <a:lnTo>
                      <a:pt x="62724" y="1267738"/>
                    </a:lnTo>
                    <a:lnTo>
                      <a:pt x="60324" y="1265338"/>
                    </a:lnTo>
                    <a:lnTo>
                      <a:pt x="58202" y="1267459"/>
                    </a:lnTo>
                    <a:close/>
                    <a:moveTo>
                      <a:pt x="1625072" y="1257627"/>
                    </a:moveTo>
                    <a:lnTo>
                      <a:pt x="1625072" y="1254233"/>
                    </a:lnTo>
                    <a:lnTo>
                      <a:pt x="1622950" y="1254233"/>
                    </a:lnTo>
                    <a:lnTo>
                      <a:pt x="1622950" y="1257627"/>
                    </a:lnTo>
                    <a:lnTo>
                      <a:pt x="1625072" y="1257627"/>
                    </a:lnTo>
                    <a:close/>
                    <a:moveTo>
                      <a:pt x="1618707" y="1257627"/>
                    </a:moveTo>
                    <a:lnTo>
                      <a:pt x="1618707" y="1254233"/>
                    </a:lnTo>
                    <a:lnTo>
                      <a:pt x="1616586" y="1254233"/>
                    </a:lnTo>
                    <a:lnTo>
                      <a:pt x="1616586" y="1257627"/>
                    </a:lnTo>
                    <a:lnTo>
                      <a:pt x="1618707" y="1257627"/>
                    </a:lnTo>
                    <a:close/>
                    <a:moveTo>
                      <a:pt x="1650954" y="1219865"/>
                    </a:moveTo>
                    <a:lnTo>
                      <a:pt x="1654349" y="1219865"/>
                    </a:lnTo>
                    <a:lnTo>
                      <a:pt x="1654349" y="1217743"/>
                    </a:lnTo>
                    <a:lnTo>
                      <a:pt x="1650954" y="1217743"/>
                    </a:lnTo>
                    <a:lnTo>
                      <a:pt x="1650954" y="1219865"/>
                    </a:lnTo>
                    <a:close/>
                    <a:moveTo>
                      <a:pt x="1614889" y="1190164"/>
                    </a:moveTo>
                    <a:lnTo>
                      <a:pt x="1618283" y="1190164"/>
                    </a:lnTo>
                    <a:lnTo>
                      <a:pt x="1618283" y="1183799"/>
                    </a:lnTo>
                    <a:lnTo>
                      <a:pt x="1614889" y="1183799"/>
                    </a:lnTo>
                    <a:lnTo>
                      <a:pt x="1614889" y="1190164"/>
                    </a:lnTo>
                    <a:close/>
                    <a:moveTo>
                      <a:pt x="384416" y="1166827"/>
                    </a:moveTo>
                    <a:lnTo>
                      <a:pt x="387811" y="1166827"/>
                    </a:lnTo>
                    <a:lnTo>
                      <a:pt x="387811" y="1164706"/>
                    </a:lnTo>
                    <a:lnTo>
                      <a:pt x="384416" y="1164706"/>
                    </a:lnTo>
                    <a:lnTo>
                      <a:pt x="384416" y="1166827"/>
                    </a:lnTo>
                    <a:close/>
                    <a:moveTo>
                      <a:pt x="1619132" y="1166827"/>
                    </a:moveTo>
                    <a:lnTo>
                      <a:pt x="1622526" y="1166827"/>
                    </a:lnTo>
                    <a:lnTo>
                      <a:pt x="1622526" y="1156220"/>
                    </a:lnTo>
                    <a:lnTo>
                      <a:pt x="1619132" y="1156220"/>
                    </a:lnTo>
                    <a:lnTo>
                      <a:pt x="1619132" y="1166827"/>
                    </a:lnTo>
                    <a:close/>
                    <a:moveTo>
                      <a:pt x="378549" y="1146812"/>
                    </a:moveTo>
                    <a:lnTo>
                      <a:pt x="380949" y="1144412"/>
                    </a:lnTo>
                    <a:lnTo>
                      <a:pt x="378828" y="1142290"/>
                    </a:lnTo>
                    <a:lnTo>
                      <a:pt x="376428" y="1144691"/>
                    </a:lnTo>
                    <a:lnTo>
                      <a:pt x="378549" y="1146812"/>
                    </a:lnTo>
                    <a:close/>
                    <a:moveTo>
                      <a:pt x="358534" y="1134580"/>
                    </a:moveTo>
                    <a:lnTo>
                      <a:pt x="358534" y="1131186"/>
                    </a:lnTo>
                    <a:lnTo>
                      <a:pt x="356413" y="1131186"/>
                    </a:lnTo>
                    <a:lnTo>
                      <a:pt x="356413" y="1134580"/>
                    </a:lnTo>
                    <a:lnTo>
                      <a:pt x="358534" y="1134580"/>
                    </a:lnTo>
                    <a:close/>
                    <a:moveTo>
                      <a:pt x="350048" y="1134580"/>
                    </a:moveTo>
                    <a:lnTo>
                      <a:pt x="350048" y="1131186"/>
                    </a:lnTo>
                    <a:lnTo>
                      <a:pt x="347927" y="1131186"/>
                    </a:lnTo>
                    <a:lnTo>
                      <a:pt x="347927" y="1134580"/>
                    </a:lnTo>
                    <a:lnTo>
                      <a:pt x="350048" y="1134580"/>
                    </a:lnTo>
                    <a:close/>
                    <a:moveTo>
                      <a:pt x="1612767" y="1137126"/>
                    </a:moveTo>
                    <a:lnTo>
                      <a:pt x="1616162" y="1137126"/>
                    </a:lnTo>
                    <a:lnTo>
                      <a:pt x="1616162" y="1126519"/>
                    </a:lnTo>
                    <a:lnTo>
                      <a:pt x="1612767" y="1126519"/>
                    </a:lnTo>
                    <a:lnTo>
                      <a:pt x="1612767" y="1137126"/>
                    </a:lnTo>
                    <a:close/>
                    <a:moveTo>
                      <a:pt x="1617010" y="1109546"/>
                    </a:moveTo>
                    <a:lnTo>
                      <a:pt x="1620405" y="1109546"/>
                    </a:lnTo>
                    <a:lnTo>
                      <a:pt x="1620405" y="1098939"/>
                    </a:lnTo>
                    <a:lnTo>
                      <a:pt x="1617010" y="1098939"/>
                    </a:lnTo>
                    <a:lnTo>
                      <a:pt x="1617010" y="1109546"/>
                    </a:lnTo>
                    <a:close/>
                    <a:moveTo>
                      <a:pt x="1610646" y="1079845"/>
                    </a:moveTo>
                    <a:lnTo>
                      <a:pt x="1614040" y="1079845"/>
                    </a:lnTo>
                    <a:lnTo>
                      <a:pt x="1614040" y="1069238"/>
                    </a:lnTo>
                    <a:lnTo>
                      <a:pt x="1610646" y="1069238"/>
                    </a:lnTo>
                    <a:lnTo>
                      <a:pt x="1610646" y="1079845"/>
                    </a:lnTo>
                    <a:close/>
                    <a:moveTo>
                      <a:pt x="1614889" y="1052266"/>
                    </a:moveTo>
                    <a:lnTo>
                      <a:pt x="1618283" y="1052266"/>
                    </a:lnTo>
                    <a:lnTo>
                      <a:pt x="1618283" y="1041658"/>
                    </a:lnTo>
                    <a:lnTo>
                      <a:pt x="1614889" y="1041658"/>
                    </a:lnTo>
                    <a:lnTo>
                      <a:pt x="1614889" y="1052266"/>
                    </a:lnTo>
                    <a:close/>
                    <a:moveTo>
                      <a:pt x="1608524" y="1020443"/>
                    </a:moveTo>
                    <a:lnTo>
                      <a:pt x="1611919" y="1020443"/>
                    </a:lnTo>
                    <a:lnTo>
                      <a:pt x="1611919" y="1014079"/>
                    </a:lnTo>
                    <a:lnTo>
                      <a:pt x="1608524" y="1014079"/>
                    </a:lnTo>
                    <a:lnTo>
                      <a:pt x="1608524" y="1020443"/>
                    </a:lnTo>
                    <a:close/>
                    <a:moveTo>
                      <a:pt x="148930" y="1020443"/>
                    </a:moveTo>
                    <a:lnTo>
                      <a:pt x="152324" y="1020443"/>
                    </a:lnTo>
                    <a:lnTo>
                      <a:pt x="152324" y="1011957"/>
                    </a:lnTo>
                    <a:lnTo>
                      <a:pt x="148930" y="1011957"/>
                    </a:lnTo>
                    <a:lnTo>
                      <a:pt x="148930" y="1020443"/>
                    </a:lnTo>
                    <a:close/>
                    <a:moveTo>
                      <a:pt x="1612767" y="990742"/>
                    </a:moveTo>
                    <a:lnTo>
                      <a:pt x="1616162" y="990742"/>
                    </a:lnTo>
                    <a:lnTo>
                      <a:pt x="1616162" y="988621"/>
                    </a:lnTo>
                    <a:lnTo>
                      <a:pt x="1612767" y="988621"/>
                    </a:lnTo>
                    <a:lnTo>
                      <a:pt x="1612767" y="990742"/>
                    </a:lnTo>
                    <a:close/>
                    <a:moveTo>
                      <a:pt x="153173" y="997107"/>
                    </a:moveTo>
                    <a:lnTo>
                      <a:pt x="156567" y="997107"/>
                    </a:lnTo>
                    <a:lnTo>
                      <a:pt x="156567" y="988621"/>
                    </a:lnTo>
                    <a:lnTo>
                      <a:pt x="153173" y="988621"/>
                    </a:lnTo>
                    <a:lnTo>
                      <a:pt x="153173" y="997107"/>
                    </a:lnTo>
                    <a:close/>
                    <a:moveTo>
                      <a:pt x="146808" y="971649"/>
                    </a:moveTo>
                    <a:lnTo>
                      <a:pt x="150202" y="971649"/>
                    </a:lnTo>
                    <a:lnTo>
                      <a:pt x="150202" y="961041"/>
                    </a:lnTo>
                    <a:lnTo>
                      <a:pt x="146808" y="961041"/>
                    </a:lnTo>
                    <a:lnTo>
                      <a:pt x="146808" y="971649"/>
                    </a:lnTo>
                    <a:close/>
                    <a:moveTo>
                      <a:pt x="151051" y="948312"/>
                    </a:moveTo>
                    <a:lnTo>
                      <a:pt x="154445" y="948312"/>
                    </a:lnTo>
                    <a:lnTo>
                      <a:pt x="154445" y="937705"/>
                    </a:lnTo>
                    <a:lnTo>
                      <a:pt x="151051" y="937705"/>
                    </a:lnTo>
                    <a:lnTo>
                      <a:pt x="151051" y="948312"/>
                    </a:lnTo>
                    <a:close/>
                    <a:moveTo>
                      <a:pt x="144687" y="920733"/>
                    </a:moveTo>
                    <a:lnTo>
                      <a:pt x="148081" y="920733"/>
                    </a:lnTo>
                    <a:lnTo>
                      <a:pt x="148081" y="912247"/>
                    </a:lnTo>
                    <a:lnTo>
                      <a:pt x="144687" y="912247"/>
                    </a:lnTo>
                    <a:lnTo>
                      <a:pt x="144687" y="920733"/>
                    </a:lnTo>
                    <a:close/>
                    <a:moveTo>
                      <a:pt x="148930" y="897396"/>
                    </a:moveTo>
                    <a:lnTo>
                      <a:pt x="152324" y="897396"/>
                    </a:lnTo>
                    <a:lnTo>
                      <a:pt x="152324" y="888910"/>
                    </a:lnTo>
                    <a:lnTo>
                      <a:pt x="148930" y="888910"/>
                    </a:lnTo>
                    <a:lnTo>
                      <a:pt x="148930" y="897396"/>
                    </a:lnTo>
                    <a:close/>
                    <a:moveTo>
                      <a:pt x="1886441" y="891032"/>
                    </a:moveTo>
                    <a:lnTo>
                      <a:pt x="1889836" y="891032"/>
                    </a:lnTo>
                    <a:lnTo>
                      <a:pt x="1889836" y="884667"/>
                    </a:lnTo>
                    <a:lnTo>
                      <a:pt x="1886441" y="884667"/>
                    </a:lnTo>
                    <a:lnTo>
                      <a:pt x="1886441" y="891032"/>
                    </a:lnTo>
                    <a:close/>
                    <a:moveTo>
                      <a:pt x="152748" y="871514"/>
                    </a:moveTo>
                    <a:lnTo>
                      <a:pt x="152748" y="868119"/>
                    </a:lnTo>
                    <a:lnTo>
                      <a:pt x="150627" y="868119"/>
                    </a:lnTo>
                    <a:lnTo>
                      <a:pt x="150627" y="871514"/>
                    </a:lnTo>
                    <a:lnTo>
                      <a:pt x="152748" y="871514"/>
                    </a:lnTo>
                    <a:close/>
                    <a:moveTo>
                      <a:pt x="1878452" y="866774"/>
                    </a:moveTo>
                    <a:lnTo>
                      <a:pt x="1880852" y="864373"/>
                    </a:lnTo>
                    <a:lnTo>
                      <a:pt x="1878731" y="862252"/>
                    </a:lnTo>
                    <a:lnTo>
                      <a:pt x="1876331" y="864652"/>
                    </a:lnTo>
                    <a:lnTo>
                      <a:pt x="1878452" y="866774"/>
                    </a:lnTo>
                    <a:close/>
                    <a:moveTo>
                      <a:pt x="121847" y="862531"/>
                    </a:moveTo>
                    <a:lnTo>
                      <a:pt x="124247" y="860130"/>
                    </a:lnTo>
                    <a:lnTo>
                      <a:pt x="122126" y="858009"/>
                    </a:lnTo>
                    <a:lnTo>
                      <a:pt x="119726" y="860409"/>
                    </a:lnTo>
                    <a:lnTo>
                      <a:pt x="121847" y="862531"/>
                    </a:lnTo>
                    <a:close/>
                    <a:moveTo>
                      <a:pt x="1856316" y="856663"/>
                    </a:moveTo>
                    <a:lnTo>
                      <a:pt x="1856316" y="853269"/>
                    </a:lnTo>
                    <a:lnTo>
                      <a:pt x="1854194" y="853269"/>
                    </a:lnTo>
                    <a:lnTo>
                      <a:pt x="1854194" y="856663"/>
                    </a:lnTo>
                    <a:lnTo>
                      <a:pt x="1856316" y="856663"/>
                    </a:lnTo>
                    <a:close/>
                    <a:moveTo>
                      <a:pt x="176509" y="840115"/>
                    </a:moveTo>
                    <a:lnTo>
                      <a:pt x="179904" y="840115"/>
                    </a:lnTo>
                    <a:lnTo>
                      <a:pt x="179904" y="835872"/>
                    </a:lnTo>
                    <a:lnTo>
                      <a:pt x="176509" y="835872"/>
                    </a:lnTo>
                    <a:lnTo>
                      <a:pt x="176509" y="840115"/>
                    </a:lnTo>
                    <a:close/>
                    <a:moveTo>
                      <a:pt x="1378977" y="790897"/>
                    </a:moveTo>
                    <a:lnTo>
                      <a:pt x="1378977" y="787502"/>
                    </a:lnTo>
                    <a:lnTo>
                      <a:pt x="1376856" y="787502"/>
                    </a:lnTo>
                    <a:lnTo>
                      <a:pt x="1376856" y="790897"/>
                    </a:lnTo>
                    <a:lnTo>
                      <a:pt x="1378977" y="790897"/>
                    </a:lnTo>
                    <a:close/>
                    <a:moveTo>
                      <a:pt x="1404860" y="765863"/>
                    </a:moveTo>
                    <a:lnTo>
                      <a:pt x="1408254" y="765863"/>
                    </a:lnTo>
                    <a:lnTo>
                      <a:pt x="1408254" y="763741"/>
                    </a:lnTo>
                    <a:lnTo>
                      <a:pt x="1404860" y="763741"/>
                    </a:lnTo>
                    <a:lnTo>
                      <a:pt x="1404860" y="765863"/>
                    </a:lnTo>
                    <a:close/>
                    <a:moveTo>
                      <a:pt x="1409103" y="719190"/>
                    </a:moveTo>
                    <a:lnTo>
                      <a:pt x="1412497" y="719190"/>
                    </a:lnTo>
                    <a:lnTo>
                      <a:pt x="1412497" y="717068"/>
                    </a:lnTo>
                    <a:lnTo>
                      <a:pt x="1409103" y="717068"/>
                    </a:lnTo>
                    <a:lnTo>
                      <a:pt x="1409103" y="719190"/>
                    </a:lnTo>
                    <a:close/>
                    <a:moveTo>
                      <a:pt x="1415467" y="706461"/>
                    </a:moveTo>
                    <a:lnTo>
                      <a:pt x="1418862" y="706461"/>
                    </a:lnTo>
                    <a:lnTo>
                      <a:pt x="1418862" y="704339"/>
                    </a:lnTo>
                    <a:lnTo>
                      <a:pt x="1415467" y="704339"/>
                    </a:lnTo>
                    <a:lnTo>
                      <a:pt x="1415467" y="706461"/>
                    </a:lnTo>
                    <a:close/>
                    <a:moveTo>
                      <a:pt x="1349276" y="703915"/>
                    </a:moveTo>
                    <a:lnTo>
                      <a:pt x="1349276" y="700521"/>
                    </a:lnTo>
                    <a:lnTo>
                      <a:pt x="1321697" y="700521"/>
                    </a:lnTo>
                    <a:lnTo>
                      <a:pt x="1321697" y="703915"/>
                    </a:lnTo>
                    <a:lnTo>
                      <a:pt x="1349276" y="703915"/>
                    </a:lnTo>
                    <a:close/>
                    <a:moveTo>
                      <a:pt x="1470202" y="701793"/>
                    </a:moveTo>
                    <a:lnTo>
                      <a:pt x="1470202" y="698399"/>
                    </a:lnTo>
                    <a:lnTo>
                      <a:pt x="1448987" y="698399"/>
                    </a:lnTo>
                    <a:lnTo>
                      <a:pt x="1448987" y="701793"/>
                    </a:lnTo>
                    <a:lnTo>
                      <a:pt x="1470202" y="701793"/>
                    </a:lnTo>
                    <a:close/>
                    <a:moveTo>
                      <a:pt x="1289874" y="699672"/>
                    </a:moveTo>
                    <a:lnTo>
                      <a:pt x="1289874" y="696278"/>
                    </a:lnTo>
                    <a:lnTo>
                      <a:pt x="1260173" y="696278"/>
                    </a:lnTo>
                    <a:lnTo>
                      <a:pt x="1260173" y="699672"/>
                    </a:lnTo>
                    <a:lnTo>
                      <a:pt x="1289874" y="699672"/>
                    </a:lnTo>
                    <a:close/>
                    <a:moveTo>
                      <a:pt x="1534272" y="700096"/>
                    </a:moveTo>
                    <a:lnTo>
                      <a:pt x="1537666" y="700096"/>
                    </a:lnTo>
                    <a:lnTo>
                      <a:pt x="1537666" y="695853"/>
                    </a:lnTo>
                    <a:lnTo>
                      <a:pt x="1534272" y="695853"/>
                    </a:lnTo>
                    <a:lnTo>
                      <a:pt x="1534272" y="700096"/>
                    </a:lnTo>
                    <a:close/>
                    <a:moveTo>
                      <a:pt x="1389585" y="694156"/>
                    </a:moveTo>
                    <a:lnTo>
                      <a:pt x="1389585" y="697550"/>
                    </a:lnTo>
                    <a:lnTo>
                      <a:pt x="1411503" y="697550"/>
                    </a:lnTo>
                    <a:lnTo>
                      <a:pt x="1414619" y="694435"/>
                    </a:lnTo>
                    <a:lnTo>
                      <a:pt x="1414619" y="691610"/>
                    </a:lnTo>
                    <a:lnTo>
                      <a:pt x="1411224" y="691610"/>
                    </a:lnTo>
                    <a:lnTo>
                      <a:pt x="1411224" y="693029"/>
                    </a:lnTo>
                    <a:lnTo>
                      <a:pt x="1410097" y="694156"/>
                    </a:lnTo>
                    <a:lnTo>
                      <a:pt x="1389585" y="694156"/>
                    </a:lnTo>
                    <a:close/>
                    <a:moveTo>
                      <a:pt x="1618707" y="686943"/>
                    </a:moveTo>
                    <a:lnTo>
                      <a:pt x="1618707" y="683549"/>
                    </a:lnTo>
                    <a:lnTo>
                      <a:pt x="1616586" y="683549"/>
                    </a:lnTo>
                    <a:lnTo>
                      <a:pt x="1616586" y="686943"/>
                    </a:lnTo>
                    <a:lnTo>
                      <a:pt x="1618707" y="686943"/>
                    </a:lnTo>
                    <a:close/>
                    <a:moveTo>
                      <a:pt x="1576277" y="686943"/>
                    </a:moveTo>
                    <a:lnTo>
                      <a:pt x="1576277" y="683549"/>
                    </a:lnTo>
                    <a:lnTo>
                      <a:pt x="1574156" y="683549"/>
                    </a:lnTo>
                    <a:lnTo>
                      <a:pt x="1574156" y="686943"/>
                    </a:lnTo>
                    <a:lnTo>
                      <a:pt x="1576277" y="686943"/>
                    </a:lnTo>
                    <a:close/>
                    <a:moveTo>
                      <a:pt x="1635679" y="684821"/>
                    </a:moveTo>
                    <a:lnTo>
                      <a:pt x="1635679" y="681427"/>
                    </a:lnTo>
                    <a:lnTo>
                      <a:pt x="1633558" y="681427"/>
                    </a:lnTo>
                    <a:lnTo>
                      <a:pt x="1633558" y="684821"/>
                    </a:lnTo>
                    <a:lnTo>
                      <a:pt x="1635679" y="684821"/>
                    </a:lnTo>
                    <a:close/>
                    <a:moveTo>
                      <a:pt x="1610221" y="682700"/>
                    </a:moveTo>
                    <a:lnTo>
                      <a:pt x="1610221" y="679306"/>
                    </a:lnTo>
                    <a:lnTo>
                      <a:pt x="1608100" y="679306"/>
                    </a:lnTo>
                    <a:lnTo>
                      <a:pt x="1608100" y="682700"/>
                    </a:lnTo>
                    <a:lnTo>
                      <a:pt x="1610221" y="682700"/>
                    </a:lnTo>
                    <a:close/>
                    <a:moveTo>
                      <a:pt x="1627193" y="680578"/>
                    </a:moveTo>
                    <a:lnTo>
                      <a:pt x="1627193" y="677184"/>
                    </a:lnTo>
                    <a:lnTo>
                      <a:pt x="1625072" y="677184"/>
                    </a:lnTo>
                    <a:lnTo>
                      <a:pt x="1625072" y="680578"/>
                    </a:lnTo>
                    <a:lnTo>
                      <a:pt x="1627193" y="680578"/>
                    </a:lnTo>
                    <a:close/>
                    <a:moveTo>
                      <a:pt x="1417589" y="683124"/>
                    </a:moveTo>
                    <a:lnTo>
                      <a:pt x="1420983" y="683124"/>
                    </a:lnTo>
                    <a:lnTo>
                      <a:pt x="1420983" y="678881"/>
                    </a:lnTo>
                    <a:lnTo>
                      <a:pt x="1417589" y="678881"/>
                    </a:lnTo>
                    <a:lnTo>
                      <a:pt x="1417589" y="683124"/>
                    </a:lnTo>
                    <a:close/>
                    <a:moveTo>
                      <a:pt x="1703568" y="676335"/>
                    </a:moveTo>
                    <a:lnTo>
                      <a:pt x="1703568" y="672941"/>
                    </a:lnTo>
                    <a:lnTo>
                      <a:pt x="1701446" y="672941"/>
                    </a:lnTo>
                    <a:lnTo>
                      <a:pt x="1701446" y="676335"/>
                    </a:lnTo>
                    <a:lnTo>
                      <a:pt x="1703568" y="676335"/>
                    </a:lnTo>
                    <a:close/>
                    <a:moveTo>
                      <a:pt x="1720540" y="674214"/>
                    </a:moveTo>
                    <a:lnTo>
                      <a:pt x="1720540" y="670819"/>
                    </a:lnTo>
                    <a:lnTo>
                      <a:pt x="1718418" y="670819"/>
                    </a:lnTo>
                    <a:lnTo>
                      <a:pt x="1718418" y="674214"/>
                    </a:lnTo>
                    <a:lnTo>
                      <a:pt x="1720540" y="674214"/>
                    </a:lnTo>
                    <a:close/>
                    <a:moveTo>
                      <a:pt x="1526283" y="675838"/>
                    </a:moveTo>
                    <a:lnTo>
                      <a:pt x="1528683" y="673438"/>
                    </a:lnTo>
                    <a:lnTo>
                      <a:pt x="1526561" y="671317"/>
                    </a:lnTo>
                    <a:lnTo>
                      <a:pt x="1524161" y="673717"/>
                    </a:lnTo>
                    <a:lnTo>
                      <a:pt x="1526283" y="675838"/>
                    </a:lnTo>
                    <a:close/>
                    <a:moveTo>
                      <a:pt x="1695082" y="672092"/>
                    </a:moveTo>
                    <a:lnTo>
                      <a:pt x="1695082" y="668698"/>
                    </a:lnTo>
                    <a:lnTo>
                      <a:pt x="1692960" y="668698"/>
                    </a:lnTo>
                    <a:lnTo>
                      <a:pt x="1692960" y="672092"/>
                    </a:lnTo>
                    <a:lnTo>
                      <a:pt x="1695082" y="672092"/>
                    </a:lnTo>
                    <a:close/>
                    <a:moveTo>
                      <a:pt x="1712054" y="669971"/>
                    </a:moveTo>
                    <a:lnTo>
                      <a:pt x="1712054" y="666576"/>
                    </a:lnTo>
                    <a:lnTo>
                      <a:pt x="1709932" y="666576"/>
                    </a:lnTo>
                    <a:lnTo>
                      <a:pt x="1709932" y="669971"/>
                    </a:lnTo>
                    <a:lnTo>
                      <a:pt x="1712054" y="669971"/>
                    </a:lnTo>
                    <a:close/>
                    <a:moveTo>
                      <a:pt x="1413346" y="670395"/>
                    </a:moveTo>
                    <a:lnTo>
                      <a:pt x="1416740" y="670395"/>
                    </a:lnTo>
                    <a:lnTo>
                      <a:pt x="1416740" y="668274"/>
                    </a:lnTo>
                    <a:lnTo>
                      <a:pt x="1413346" y="668274"/>
                    </a:lnTo>
                    <a:lnTo>
                      <a:pt x="1413346" y="670395"/>
                    </a:lnTo>
                    <a:close/>
                    <a:moveTo>
                      <a:pt x="1729026" y="667849"/>
                    </a:moveTo>
                    <a:lnTo>
                      <a:pt x="1729026" y="664455"/>
                    </a:lnTo>
                    <a:lnTo>
                      <a:pt x="1726904" y="664455"/>
                    </a:lnTo>
                    <a:lnTo>
                      <a:pt x="1726904" y="667849"/>
                    </a:lnTo>
                    <a:lnTo>
                      <a:pt x="1729026" y="667849"/>
                    </a:lnTo>
                    <a:close/>
                    <a:moveTo>
                      <a:pt x="1419710" y="657666"/>
                    </a:moveTo>
                    <a:lnTo>
                      <a:pt x="1423105" y="657666"/>
                    </a:lnTo>
                    <a:lnTo>
                      <a:pt x="1423105" y="655545"/>
                    </a:lnTo>
                    <a:lnTo>
                      <a:pt x="1419710" y="655545"/>
                    </a:lnTo>
                    <a:lnTo>
                      <a:pt x="1419710" y="657666"/>
                    </a:lnTo>
                    <a:close/>
                    <a:moveTo>
                      <a:pt x="1421832" y="634330"/>
                    </a:moveTo>
                    <a:lnTo>
                      <a:pt x="1425226" y="634330"/>
                    </a:lnTo>
                    <a:lnTo>
                      <a:pt x="1425226" y="632208"/>
                    </a:lnTo>
                    <a:lnTo>
                      <a:pt x="1421832" y="632208"/>
                    </a:lnTo>
                    <a:lnTo>
                      <a:pt x="1421832" y="634330"/>
                    </a:lnTo>
                    <a:close/>
                    <a:moveTo>
                      <a:pt x="1318872" y="582989"/>
                    </a:moveTo>
                    <a:lnTo>
                      <a:pt x="1321697" y="582989"/>
                    </a:lnTo>
                    <a:lnTo>
                      <a:pt x="1321697" y="579595"/>
                    </a:lnTo>
                    <a:lnTo>
                      <a:pt x="1320278" y="579595"/>
                    </a:lnTo>
                    <a:lnTo>
                      <a:pt x="1318654" y="577970"/>
                    </a:lnTo>
                    <a:lnTo>
                      <a:pt x="1316254" y="580371"/>
                    </a:lnTo>
                    <a:lnTo>
                      <a:pt x="1318872" y="582989"/>
                    </a:lnTo>
                    <a:close/>
                    <a:moveTo>
                      <a:pt x="1428196" y="562198"/>
                    </a:moveTo>
                    <a:lnTo>
                      <a:pt x="1431591" y="562198"/>
                    </a:lnTo>
                    <a:lnTo>
                      <a:pt x="1431591" y="560077"/>
                    </a:lnTo>
                    <a:lnTo>
                      <a:pt x="1428196" y="560077"/>
                    </a:lnTo>
                    <a:lnTo>
                      <a:pt x="1428196" y="562198"/>
                    </a:lnTo>
                    <a:close/>
                    <a:moveTo>
                      <a:pt x="1423953" y="551591"/>
                    </a:moveTo>
                    <a:lnTo>
                      <a:pt x="1427348" y="551591"/>
                    </a:lnTo>
                    <a:lnTo>
                      <a:pt x="1427348" y="549469"/>
                    </a:lnTo>
                    <a:lnTo>
                      <a:pt x="1423953" y="549469"/>
                    </a:lnTo>
                    <a:lnTo>
                      <a:pt x="1423953" y="551591"/>
                    </a:lnTo>
                    <a:close/>
                    <a:moveTo>
                      <a:pt x="383992" y="292343"/>
                    </a:moveTo>
                    <a:lnTo>
                      <a:pt x="383992" y="288949"/>
                    </a:lnTo>
                    <a:lnTo>
                      <a:pt x="381871" y="288949"/>
                    </a:lnTo>
                    <a:lnTo>
                      <a:pt x="381871" y="292343"/>
                    </a:lnTo>
                    <a:lnTo>
                      <a:pt x="383992" y="292343"/>
                    </a:lnTo>
                    <a:close/>
                    <a:moveTo>
                      <a:pt x="407753" y="263066"/>
                    </a:moveTo>
                    <a:lnTo>
                      <a:pt x="411147" y="263066"/>
                    </a:lnTo>
                    <a:lnTo>
                      <a:pt x="411147" y="260945"/>
                    </a:lnTo>
                    <a:lnTo>
                      <a:pt x="407753" y="260945"/>
                    </a:lnTo>
                    <a:lnTo>
                      <a:pt x="407753" y="263066"/>
                    </a:lnTo>
                    <a:close/>
                    <a:moveTo>
                      <a:pt x="350970" y="236408"/>
                    </a:moveTo>
                    <a:lnTo>
                      <a:pt x="353370" y="238809"/>
                    </a:lnTo>
                    <a:lnTo>
                      <a:pt x="355491" y="236687"/>
                    </a:lnTo>
                    <a:lnTo>
                      <a:pt x="353091" y="234287"/>
                    </a:lnTo>
                    <a:lnTo>
                      <a:pt x="350970" y="236408"/>
                    </a:lnTo>
                    <a:close/>
                    <a:moveTo>
                      <a:pt x="1555487" y="169720"/>
                    </a:moveTo>
                    <a:lnTo>
                      <a:pt x="1558881" y="169720"/>
                    </a:lnTo>
                    <a:lnTo>
                      <a:pt x="1558881" y="167599"/>
                    </a:lnTo>
                    <a:lnTo>
                      <a:pt x="1555487" y="167599"/>
                    </a:lnTo>
                    <a:lnTo>
                      <a:pt x="1555487" y="16972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1076" name="Vector layer F2EAE9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409103" y="1395949"/>
                    </a:moveTo>
                    <a:lnTo>
                      <a:pt x="1412497" y="1395949"/>
                    </a:lnTo>
                    <a:lnTo>
                      <a:pt x="1412497" y="1393828"/>
                    </a:lnTo>
                    <a:lnTo>
                      <a:pt x="1409103" y="1393828"/>
                    </a:lnTo>
                    <a:lnTo>
                      <a:pt x="1409103" y="1395949"/>
                    </a:lnTo>
                    <a:close/>
                    <a:moveTo>
                      <a:pt x="1613264" y="981335"/>
                    </a:moveTo>
                    <a:lnTo>
                      <a:pt x="1615664" y="978935"/>
                    </a:lnTo>
                    <a:lnTo>
                      <a:pt x="1613543" y="976813"/>
                    </a:lnTo>
                    <a:lnTo>
                      <a:pt x="1611143" y="979213"/>
                    </a:lnTo>
                    <a:lnTo>
                      <a:pt x="1613264" y="981335"/>
                    </a:lnTo>
                    <a:close/>
                    <a:moveTo>
                      <a:pt x="1230472" y="727251"/>
                    </a:moveTo>
                    <a:lnTo>
                      <a:pt x="1230472" y="723857"/>
                    </a:lnTo>
                    <a:lnTo>
                      <a:pt x="1228351" y="723857"/>
                    </a:lnTo>
                    <a:lnTo>
                      <a:pt x="1228351" y="727251"/>
                    </a:lnTo>
                    <a:lnTo>
                      <a:pt x="1230472" y="727251"/>
                    </a:lnTo>
                    <a:close/>
                    <a:moveTo>
                      <a:pt x="1623872" y="402164"/>
                    </a:moveTo>
                    <a:lnTo>
                      <a:pt x="1626272" y="399764"/>
                    </a:lnTo>
                    <a:lnTo>
                      <a:pt x="1624150" y="397643"/>
                    </a:lnTo>
                    <a:lnTo>
                      <a:pt x="1621750" y="400043"/>
                    </a:lnTo>
                    <a:lnTo>
                      <a:pt x="1623872" y="402164"/>
                    </a:lnTo>
                    <a:close/>
                  </a:path>
                </a:pathLst>
              </a:custGeom>
              <a:solidFill>
                <a:srgbClr val="F2EAE9"/>
              </a:solidFill>
              <a:ln>
                <a:noFill/>
              </a:ln>
            </p:spPr>
          </p:sp>
          <p:sp>
            <p:nvSpPr>
              <p:cNvPr id="1077" name="Vector layer E8E8E8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426572" y="830429"/>
                    </a:moveTo>
                    <a:lnTo>
                      <a:pt x="1428972" y="832830"/>
                    </a:lnTo>
                    <a:lnTo>
                      <a:pt x="1431094" y="830708"/>
                    </a:lnTo>
                    <a:lnTo>
                      <a:pt x="1428693" y="828308"/>
                    </a:lnTo>
                    <a:lnTo>
                      <a:pt x="1426572" y="830429"/>
                    </a:lnTo>
                    <a:close/>
                    <a:moveTo>
                      <a:pt x="1515178" y="731919"/>
                    </a:moveTo>
                    <a:lnTo>
                      <a:pt x="1518572" y="731919"/>
                    </a:lnTo>
                    <a:lnTo>
                      <a:pt x="1518572" y="725554"/>
                    </a:lnTo>
                    <a:lnTo>
                      <a:pt x="1515178" y="725554"/>
                    </a:lnTo>
                    <a:lnTo>
                      <a:pt x="1515178" y="731919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</p:sp>
          <p:sp>
            <p:nvSpPr>
              <p:cNvPr id="1078" name="Vector layer E5E5E5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910125" y="2070163"/>
                    </a:moveTo>
                    <a:lnTo>
                      <a:pt x="910125" y="2066769"/>
                    </a:lnTo>
                    <a:lnTo>
                      <a:pt x="908004" y="2066769"/>
                    </a:lnTo>
                    <a:lnTo>
                      <a:pt x="908004" y="2070163"/>
                    </a:lnTo>
                    <a:lnTo>
                      <a:pt x="910125" y="2070163"/>
                    </a:lnTo>
                    <a:close/>
                    <a:moveTo>
                      <a:pt x="1703568" y="1667078"/>
                    </a:moveTo>
                    <a:lnTo>
                      <a:pt x="1703568" y="1663683"/>
                    </a:lnTo>
                    <a:lnTo>
                      <a:pt x="1701446" y="1663683"/>
                    </a:lnTo>
                    <a:lnTo>
                      <a:pt x="1701446" y="1667078"/>
                    </a:lnTo>
                    <a:lnTo>
                      <a:pt x="1703568" y="1667078"/>
                    </a:lnTo>
                    <a:close/>
                    <a:moveTo>
                      <a:pt x="1943722" y="1514754"/>
                    </a:moveTo>
                    <a:lnTo>
                      <a:pt x="1947116" y="1514754"/>
                    </a:lnTo>
                    <a:lnTo>
                      <a:pt x="1947116" y="1512632"/>
                    </a:lnTo>
                    <a:lnTo>
                      <a:pt x="1943722" y="1512632"/>
                    </a:lnTo>
                    <a:lnTo>
                      <a:pt x="1943722" y="1514754"/>
                    </a:lnTo>
                    <a:close/>
                    <a:moveTo>
                      <a:pt x="1507189" y="1324740"/>
                    </a:moveTo>
                    <a:lnTo>
                      <a:pt x="1509589" y="1327140"/>
                    </a:lnTo>
                    <a:lnTo>
                      <a:pt x="1511711" y="1325018"/>
                    </a:lnTo>
                    <a:lnTo>
                      <a:pt x="1509311" y="1322618"/>
                    </a:lnTo>
                    <a:lnTo>
                      <a:pt x="1507189" y="1324740"/>
                    </a:lnTo>
                    <a:close/>
                    <a:moveTo>
                      <a:pt x="1507189" y="1318375"/>
                    </a:moveTo>
                    <a:lnTo>
                      <a:pt x="1509589" y="1320775"/>
                    </a:lnTo>
                    <a:lnTo>
                      <a:pt x="1511711" y="1318654"/>
                    </a:lnTo>
                    <a:lnTo>
                      <a:pt x="1509311" y="1316254"/>
                    </a:lnTo>
                    <a:lnTo>
                      <a:pt x="1507189" y="1318375"/>
                    </a:lnTo>
                    <a:close/>
                    <a:moveTo>
                      <a:pt x="1543255" y="1292917"/>
                    </a:moveTo>
                    <a:lnTo>
                      <a:pt x="1545655" y="1295317"/>
                    </a:lnTo>
                    <a:lnTo>
                      <a:pt x="1547776" y="1293196"/>
                    </a:lnTo>
                    <a:lnTo>
                      <a:pt x="1545376" y="1290796"/>
                    </a:lnTo>
                    <a:lnTo>
                      <a:pt x="1543255" y="1292917"/>
                    </a:lnTo>
                    <a:close/>
                    <a:moveTo>
                      <a:pt x="1543255" y="1286553"/>
                    </a:moveTo>
                    <a:lnTo>
                      <a:pt x="1545655" y="1288953"/>
                    </a:lnTo>
                    <a:lnTo>
                      <a:pt x="1547776" y="1286831"/>
                    </a:lnTo>
                    <a:lnTo>
                      <a:pt x="1545376" y="1284431"/>
                    </a:lnTo>
                    <a:lnTo>
                      <a:pt x="1543255" y="1286553"/>
                    </a:lnTo>
                    <a:close/>
                    <a:moveTo>
                      <a:pt x="104875" y="1269859"/>
                    </a:moveTo>
                    <a:lnTo>
                      <a:pt x="107275" y="1267459"/>
                    </a:lnTo>
                    <a:lnTo>
                      <a:pt x="105154" y="1265338"/>
                    </a:lnTo>
                    <a:lnTo>
                      <a:pt x="102754" y="1267738"/>
                    </a:lnTo>
                    <a:lnTo>
                      <a:pt x="104875" y="1269859"/>
                    </a:lnTo>
                    <a:close/>
                    <a:moveTo>
                      <a:pt x="1579320" y="1261095"/>
                    </a:moveTo>
                    <a:lnTo>
                      <a:pt x="1581720" y="1263495"/>
                    </a:lnTo>
                    <a:lnTo>
                      <a:pt x="1583842" y="1261373"/>
                    </a:lnTo>
                    <a:lnTo>
                      <a:pt x="1581442" y="1258973"/>
                    </a:lnTo>
                    <a:lnTo>
                      <a:pt x="1579320" y="1261095"/>
                    </a:lnTo>
                    <a:close/>
                    <a:moveTo>
                      <a:pt x="1513554" y="730997"/>
                    </a:moveTo>
                    <a:lnTo>
                      <a:pt x="1515954" y="728597"/>
                    </a:lnTo>
                    <a:lnTo>
                      <a:pt x="1513832" y="726476"/>
                    </a:lnTo>
                    <a:lnTo>
                      <a:pt x="1511432" y="728876"/>
                    </a:lnTo>
                    <a:lnTo>
                      <a:pt x="1513554" y="730997"/>
                    </a:lnTo>
                    <a:close/>
                    <a:moveTo>
                      <a:pt x="1262295" y="727251"/>
                    </a:moveTo>
                    <a:lnTo>
                      <a:pt x="1262295" y="723857"/>
                    </a:lnTo>
                    <a:lnTo>
                      <a:pt x="1260173" y="723857"/>
                    </a:lnTo>
                    <a:lnTo>
                      <a:pt x="1260173" y="727251"/>
                    </a:lnTo>
                    <a:lnTo>
                      <a:pt x="1262295" y="727251"/>
                    </a:lnTo>
                    <a:close/>
                    <a:moveTo>
                      <a:pt x="1515178" y="723433"/>
                    </a:moveTo>
                    <a:lnTo>
                      <a:pt x="1518572" y="723433"/>
                    </a:lnTo>
                    <a:lnTo>
                      <a:pt x="1518572" y="721311"/>
                    </a:lnTo>
                    <a:lnTo>
                      <a:pt x="1515178" y="721311"/>
                    </a:lnTo>
                    <a:lnTo>
                      <a:pt x="1515178" y="723433"/>
                    </a:lnTo>
                    <a:close/>
                    <a:moveTo>
                      <a:pt x="412493" y="219436"/>
                    </a:moveTo>
                    <a:lnTo>
                      <a:pt x="414893" y="221836"/>
                    </a:lnTo>
                    <a:lnTo>
                      <a:pt x="417015" y="219715"/>
                    </a:lnTo>
                    <a:lnTo>
                      <a:pt x="414615" y="217315"/>
                    </a:lnTo>
                    <a:lnTo>
                      <a:pt x="412493" y="219436"/>
                    </a:lnTo>
                    <a:close/>
                    <a:moveTo>
                      <a:pt x="1531726" y="196876"/>
                    </a:moveTo>
                    <a:lnTo>
                      <a:pt x="1531726" y="193481"/>
                    </a:lnTo>
                    <a:lnTo>
                      <a:pt x="1529604" y="193481"/>
                    </a:lnTo>
                    <a:lnTo>
                      <a:pt x="1529604" y="196876"/>
                    </a:lnTo>
                    <a:lnTo>
                      <a:pt x="1531726" y="196876"/>
                    </a:lnTo>
                    <a:close/>
                    <a:moveTo>
                      <a:pt x="444316" y="183371"/>
                    </a:moveTo>
                    <a:lnTo>
                      <a:pt x="446716" y="185771"/>
                    </a:lnTo>
                    <a:lnTo>
                      <a:pt x="448837" y="183649"/>
                    </a:lnTo>
                    <a:lnTo>
                      <a:pt x="446437" y="181249"/>
                    </a:lnTo>
                    <a:lnTo>
                      <a:pt x="444316" y="183371"/>
                    </a:lnTo>
                    <a:close/>
                    <a:moveTo>
                      <a:pt x="437951" y="183371"/>
                    </a:moveTo>
                    <a:lnTo>
                      <a:pt x="440351" y="185771"/>
                    </a:lnTo>
                    <a:lnTo>
                      <a:pt x="442473" y="183649"/>
                    </a:lnTo>
                    <a:lnTo>
                      <a:pt x="440073" y="181249"/>
                    </a:lnTo>
                    <a:lnTo>
                      <a:pt x="437951" y="183371"/>
                    </a:lnTo>
                    <a:close/>
                    <a:moveTo>
                      <a:pt x="490989" y="130333"/>
                    </a:moveTo>
                    <a:lnTo>
                      <a:pt x="493389" y="132733"/>
                    </a:lnTo>
                    <a:lnTo>
                      <a:pt x="495510" y="130612"/>
                    </a:lnTo>
                    <a:lnTo>
                      <a:pt x="493110" y="128212"/>
                    </a:lnTo>
                    <a:lnTo>
                      <a:pt x="490989" y="130333"/>
                    </a:lnTo>
                    <a:close/>
                    <a:moveTo>
                      <a:pt x="484624" y="130333"/>
                    </a:moveTo>
                    <a:lnTo>
                      <a:pt x="487024" y="132733"/>
                    </a:lnTo>
                    <a:lnTo>
                      <a:pt x="489146" y="130612"/>
                    </a:lnTo>
                    <a:lnTo>
                      <a:pt x="486746" y="128212"/>
                    </a:lnTo>
                    <a:lnTo>
                      <a:pt x="484624" y="130333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1079" name="Vector layer E6E0DF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587806" y="440351"/>
                    </a:moveTo>
                    <a:lnTo>
                      <a:pt x="1590206" y="437951"/>
                    </a:lnTo>
                    <a:lnTo>
                      <a:pt x="1588085" y="435830"/>
                    </a:lnTo>
                    <a:lnTo>
                      <a:pt x="1585685" y="438230"/>
                    </a:lnTo>
                    <a:lnTo>
                      <a:pt x="1587806" y="440351"/>
                    </a:lnTo>
                    <a:close/>
                  </a:path>
                </a:pathLst>
              </a:custGeom>
              <a:solidFill>
                <a:srgbClr val="E6E0DF"/>
              </a:solidFill>
              <a:ln>
                <a:noFill/>
              </a:ln>
            </p:spPr>
          </p:sp>
          <p:sp>
            <p:nvSpPr>
              <p:cNvPr id="1080" name="Vector layer DCDCDC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640844" y="1246244"/>
                    </a:moveTo>
                    <a:lnTo>
                      <a:pt x="1643244" y="1248644"/>
                    </a:lnTo>
                    <a:lnTo>
                      <a:pt x="1645366" y="1246523"/>
                    </a:lnTo>
                    <a:lnTo>
                      <a:pt x="1642965" y="1244123"/>
                    </a:lnTo>
                    <a:lnTo>
                      <a:pt x="1640844" y="1246244"/>
                    </a:lnTo>
                    <a:close/>
                    <a:moveTo>
                      <a:pt x="1619132" y="1181678"/>
                    </a:moveTo>
                    <a:lnTo>
                      <a:pt x="1622526" y="1181678"/>
                    </a:lnTo>
                    <a:lnTo>
                      <a:pt x="1622526" y="1171070"/>
                    </a:lnTo>
                    <a:lnTo>
                      <a:pt x="1619132" y="1171070"/>
                    </a:lnTo>
                    <a:lnTo>
                      <a:pt x="1619132" y="1181678"/>
                    </a:lnTo>
                    <a:close/>
                    <a:moveTo>
                      <a:pt x="1614889" y="1179556"/>
                    </a:moveTo>
                    <a:lnTo>
                      <a:pt x="1618283" y="1179556"/>
                    </a:lnTo>
                    <a:lnTo>
                      <a:pt x="1618283" y="1168949"/>
                    </a:lnTo>
                    <a:lnTo>
                      <a:pt x="1614889" y="1168949"/>
                    </a:lnTo>
                    <a:lnTo>
                      <a:pt x="1614889" y="1179556"/>
                    </a:lnTo>
                    <a:close/>
                    <a:moveTo>
                      <a:pt x="1617010" y="1124397"/>
                    </a:moveTo>
                    <a:lnTo>
                      <a:pt x="1620405" y="1124397"/>
                    </a:lnTo>
                    <a:lnTo>
                      <a:pt x="1620405" y="1113789"/>
                    </a:lnTo>
                    <a:lnTo>
                      <a:pt x="1617010" y="1113789"/>
                    </a:lnTo>
                    <a:lnTo>
                      <a:pt x="1617010" y="1124397"/>
                    </a:lnTo>
                    <a:close/>
                    <a:moveTo>
                      <a:pt x="1612767" y="1122275"/>
                    </a:moveTo>
                    <a:lnTo>
                      <a:pt x="1616162" y="1122275"/>
                    </a:lnTo>
                    <a:lnTo>
                      <a:pt x="1616162" y="1111668"/>
                    </a:lnTo>
                    <a:lnTo>
                      <a:pt x="1612767" y="1111668"/>
                    </a:lnTo>
                    <a:lnTo>
                      <a:pt x="1612767" y="1122275"/>
                    </a:lnTo>
                    <a:close/>
                    <a:moveTo>
                      <a:pt x="1614889" y="1067116"/>
                    </a:moveTo>
                    <a:lnTo>
                      <a:pt x="1618283" y="1067116"/>
                    </a:lnTo>
                    <a:lnTo>
                      <a:pt x="1618283" y="1056509"/>
                    </a:lnTo>
                    <a:lnTo>
                      <a:pt x="1614889" y="1056509"/>
                    </a:lnTo>
                    <a:lnTo>
                      <a:pt x="1614889" y="1067116"/>
                    </a:lnTo>
                    <a:close/>
                    <a:moveTo>
                      <a:pt x="1610646" y="1064995"/>
                    </a:moveTo>
                    <a:lnTo>
                      <a:pt x="1614040" y="1064995"/>
                    </a:lnTo>
                    <a:lnTo>
                      <a:pt x="1614040" y="1054387"/>
                    </a:lnTo>
                    <a:lnTo>
                      <a:pt x="1610646" y="1054387"/>
                    </a:lnTo>
                    <a:lnTo>
                      <a:pt x="1610646" y="1064995"/>
                    </a:lnTo>
                    <a:close/>
                    <a:moveTo>
                      <a:pt x="153173" y="1009836"/>
                    </a:moveTo>
                    <a:lnTo>
                      <a:pt x="156567" y="1009836"/>
                    </a:lnTo>
                    <a:lnTo>
                      <a:pt x="156567" y="1001350"/>
                    </a:lnTo>
                    <a:lnTo>
                      <a:pt x="153173" y="1001350"/>
                    </a:lnTo>
                    <a:lnTo>
                      <a:pt x="153173" y="1009836"/>
                    </a:lnTo>
                    <a:close/>
                    <a:moveTo>
                      <a:pt x="148930" y="1007714"/>
                    </a:moveTo>
                    <a:lnTo>
                      <a:pt x="152324" y="1007714"/>
                    </a:lnTo>
                    <a:lnTo>
                      <a:pt x="152324" y="999228"/>
                    </a:lnTo>
                    <a:lnTo>
                      <a:pt x="148930" y="999228"/>
                    </a:lnTo>
                    <a:lnTo>
                      <a:pt x="148930" y="1007714"/>
                    </a:lnTo>
                    <a:close/>
                    <a:moveTo>
                      <a:pt x="151051" y="958920"/>
                    </a:moveTo>
                    <a:lnTo>
                      <a:pt x="154445" y="958920"/>
                    </a:lnTo>
                    <a:lnTo>
                      <a:pt x="154445" y="950434"/>
                    </a:lnTo>
                    <a:lnTo>
                      <a:pt x="151051" y="950434"/>
                    </a:lnTo>
                    <a:lnTo>
                      <a:pt x="151051" y="958920"/>
                    </a:lnTo>
                    <a:close/>
                    <a:moveTo>
                      <a:pt x="146808" y="958920"/>
                    </a:moveTo>
                    <a:lnTo>
                      <a:pt x="150202" y="958920"/>
                    </a:lnTo>
                    <a:lnTo>
                      <a:pt x="150202" y="950434"/>
                    </a:lnTo>
                    <a:lnTo>
                      <a:pt x="146808" y="950434"/>
                    </a:lnTo>
                    <a:lnTo>
                      <a:pt x="146808" y="958920"/>
                    </a:lnTo>
                    <a:close/>
                    <a:moveTo>
                      <a:pt x="148930" y="910125"/>
                    </a:moveTo>
                    <a:lnTo>
                      <a:pt x="152324" y="910125"/>
                    </a:lnTo>
                    <a:lnTo>
                      <a:pt x="152324" y="901639"/>
                    </a:lnTo>
                    <a:lnTo>
                      <a:pt x="148930" y="901639"/>
                    </a:lnTo>
                    <a:lnTo>
                      <a:pt x="148930" y="910125"/>
                    </a:lnTo>
                    <a:close/>
                    <a:moveTo>
                      <a:pt x="144687" y="908004"/>
                    </a:moveTo>
                    <a:lnTo>
                      <a:pt x="148081" y="908004"/>
                    </a:lnTo>
                    <a:lnTo>
                      <a:pt x="148081" y="899518"/>
                    </a:lnTo>
                    <a:lnTo>
                      <a:pt x="144687" y="899518"/>
                    </a:lnTo>
                    <a:lnTo>
                      <a:pt x="144687" y="908004"/>
                    </a:lnTo>
                    <a:close/>
                    <a:moveTo>
                      <a:pt x="1409103" y="776470"/>
                    </a:moveTo>
                    <a:lnTo>
                      <a:pt x="1412497" y="776470"/>
                    </a:lnTo>
                    <a:lnTo>
                      <a:pt x="1412497" y="774349"/>
                    </a:lnTo>
                    <a:lnTo>
                      <a:pt x="1409103" y="774349"/>
                    </a:lnTo>
                    <a:lnTo>
                      <a:pt x="1409103" y="776470"/>
                    </a:lnTo>
                    <a:close/>
                    <a:moveTo>
                      <a:pt x="1413346" y="723433"/>
                    </a:moveTo>
                    <a:lnTo>
                      <a:pt x="1416740" y="723433"/>
                    </a:lnTo>
                    <a:lnTo>
                      <a:pt x="1416740" y="721311"/>
                    </a:lnTo>
                    <a:lnTo>
                      <a:pt x="1413346" y="721311"/>
                    </a:lnTo>
                    <a:lnTo>
                      <a:pt x="1413346" y="723433"/>
                    </a:lnTo>
                    <a:close/>
                    <a:moveTo>
                      <a:pt x="1409103" y="723433"/>
                    </a:moveTo>
                    <a:lnTo>
                      <a:pt x="1412497" y="723433"/>
                    </a:lnTo>
                    <a:lnTo>
                      <a:pt x="1412497" y="721311"/>
                    </a:lnTo>
                    <a:lnTo>
                      <a:pt x="1409103" y="721311"/>
                    </a:lnTo>
                    <a:lnTo>
                      <a:pt x="1409103" y="723433"/>
                    </a:lnTo>
                    <a:close/>
                    <a:moveTo>
                      <a:pt x="1317454" y="703915"/>
                    </a:moveTo>
                    <a:lnTo>
                      <a:pt x="1317454" y="700521"/>
                    </a:lnTo>
                    <a:lnTo>
                      <a:pt x="1287753" y="700521"/>
                    </a:lnTo>
                    <a:lnTo>
                      <a:pt x="1287753" y="703915"/>
                    </a:lnTo>
                    <a:lnTo>
                      <a:pt x="1317454" y="703915"/>
                    </a:lnTo>
                    <a:close/>
                    <a:moveTo>
                      <a:pt x="1444744" y="701793"/>
                    </a:moveTo>
                    <a:lnTo>
                      <a:pt x="1444744" y="698399"/>
                    </a:lnTo>
                    <a:lnTo>
                      <a:pt x="1419286" y="698399"/>
                    </a:lnTo>
                    <a:lnTo>
                      <a:pt x="1419286" y="701793"/>
                    </a:lnTo>
                    <a:lnTo>
                      <a:pt x="1444744" y="701793"/>
                    </a:lnTo>
                    <a:close/>
                    <a:moveTo>
                      <a:pt x="1321697" y="699672"/>
                    </a:moveTo>
                    <a:lnTo>
                      <a:pt x="1321697" y="696278"/>
                    </a:lnTo>
                    <a:lnTo>
                      <a:pt x="1294117" y="696278"/>
                    </a:lnTo>
                    <a:lnTo>
                      <a:pt x="1294117" y="699672"/>
                    </a:lnTo>
                    <a:lnTo>
                      <a:pt x="1321697" y="699672"/>
                    </a:lnTo>
                    <a:close/>
                    <a:moveTo>
                      <a:pt x="1451109" y="697550"/>
                    </a:moveTo>
                    <a:lnTo>
                      <a:pt x="1451109" y="694156"/>
                    </a:lnTo>
                    <a:lnTo>
                      <a:pt x="1421408" y="694156"/>
                    </a:lnTo>
                    <a:lnTo>
                      <a:pt x="1421408" y="697550"/>
                    </a:lnTo>
                    <a:lnTo>
                      <a:pt x="1451109" y="697550"/>
                    </a:lnTo>
                    <a:close/>
                    <a:moveTo>
                      <a:pt x="1546576" y="695429"/>
                    </a:moveTo>
                    <a:lnTo>
                      <a:pt x="1546576" y="692035"/>
                    </a:lnTo>
                    <a:lnTo>
                      <a:pt x="1544455" y="692035"/>
                    </a:lnTo>
                    <a:lnTo>
                      <a:pt x="1544455" y="695429"/>
                    </a:lnTo>
                    <a:lnTo>
                      <a:pt x="1546576" y="695429"/>
                    </a:lnTo>
                    <a:close/>
                    <a:moveTo>
                      <a:pt x="1546576" y="691186"/>
                    </a:moveTo>
                    <a:lnTo>
                      <a:pt x="1546576" y="687792"/>
                    </a:lnTo>
                    <a:lnTo>
                      <a:pt x="1544455" y="687792"/>
                    </a:lnTo>
                    <a:lnTo>
                      <a:pt x="1544455" y="691186"/>
                    </a:lnTo>
                    <a:lnTo>
                      <a:pt x="1546576" y="691186"/>
                    </a:lnTo>
                    <a:close/>
                    <a:moveTo>
                      <a:pt x="1648408" y="682700"/>
                    </a:moveTo>
                    <a:lnTo>
                      <a:pt x="1648408" y="679306"/>
                    </a:lnTo>
                    <a:lnTo>
                      <a:pt x="1646287" y="679306"/>
                    </a:lnTo>
                    <a:lnTo>
                      <a:pt x="1646287" y="682700"/>
                    </a:lnTo>
                    <a:lnTo>
                      <a:pt x="1648408" y="682700"/>
                    </a:lnTo>
                    <a:close/>
                    <a:moveTo>
                      <a:pt x="1665380" y="680578"/>
                    </a:moveTo>
                    <a:lnTo>
                      <a:pt x="1665380" y="677184"/>
                    </a:lnTo>
                    <a:lnTo>
                      <a:pt x="1663259" y="677184"/>
                    </a:lnTo>
                    <a:lnTo>
                      <a:pt x="1663259" y="680578"/>
                    </a:lnTo>
                    <a:lnTo>
                      <a:pt x="1665380" y="680578"/>
                    </a:lnTo>
                    <a:close/>
                    <a:moveTo>
                      <a:pt x="1682352" y="678457"/>
                    </a:moveTo>
                    <a:lnTo>
                      <a:pt x="1682352" y="675063"/>
                    </a:lnTo>
                    <a:lnTo>
                      <a:pt x="1680231" y="675063"/>
                    </a:lnTo>
                    <a:lnTo>
                      <a:pt x="1680231" y="678457"/>
                    </a:lnTo>
                    <a:lnTo>
                      <a:pt x="1682352" y="678457"/>
                    </a:lnTo>
                    <a:close/>
                    <a:moveTo>
                      <a:pt x="1648408" y="678457"/>
                    </a:moveTo>
                    <a:lnTo>
                      <a:pt x="1648408" y="675063"/>
                    </a:lnTo>
                    <a:lnTo>
                      <a:pt x="1646287" y="675063"/>
                    </a:lnTo>
                    <a:lnTo>
                      <a:pt x="1646287" y="678457"/>
                    </a:lnTo>
                    <a:lnTo>
                      <a:pt x="1648408" y="678457"/>
                    </a:lnTo>
                    <a:close/>
                    <a:moveTo>
                      <a:pt x="1699325" y="676335"/>
                    </a:moveTo>
                    <a:lnTo>
                      <a:pt x="1699325" y="672941"/>
                    </a:lnTo>
                    <a:lnTo>
                      <a:pt x="1697203" y="672941"/>
                    </a:lnTo>
                    <a:lnTo>
                      <a:pt x="1697203" y="676335"/>
                    </a:lnTo>
                    <a:lnTo>
                      <a:pt x="1699325" y="676335"/>
                    </a:lnTo>
                    <a:close/>
                    <a:moveTo>
                      <a:pt x="1665380" y="676335"/>
                    </a:moveTo>
                    <a:lnTo>
                      <a:pt x="1665380" y="672941"/>
                    </a:lnTo>
                    <a:lnTo>
                      <a:pt x="1663259" y="672941"/>
                    </a:lnTo>
                    <a:lnTo>
                      <a:pt x="1663259" y="676335"/>
                    </a:lnTo>
                    <a:lnTo>
                      <a:pt x="1665380" y="676335"/>
                    </a:lnTo>
                    <a:close/>
                    <a:moveTo>
                      <a:pt x="1417589" y="676760"/>
                    </a:moveTo>
                    <a:lnTo>
                      <a:pt x="1420983" y="676760"/>
                    </a:lnTo>
                    <a:lnTo>
                      <a:pt x="1420983" y="674638"/>
                    </a:lnTo>
                    <a:lnTo>
                      <a:pt x="1417589" y="674638"/>
                    </a:lnTo>
                    <a:lnTo>
                      <a:pt x="1417589" y="676760"/>
                    </a:lnTo>
                    <a:close/>
                    <a:moveTo>
                      <a:pt x="1413346" y="676760"/>
                    </a:moveTo>
                    <a:lnTo>
                      <a:pt x="1416740" y="676760"/>
                    </a:lnTo>
                    <a:lnTo>
                      <a:pt x="1416740" y="674638"/>
                    </a:lnTo>
                    <a:lnTo>
                      <a:pt x="1413346" y="674638"/>
                    </a:lnTo>
                    <a:lnTo>
                      <a:pt x="1413346" y="676760"/>
                    </a:lnTo>
                    <a:close/>
                    <a:moveTo>
                      <a:pt x="1716297" y="674214"/>
                    </a:moveTo>
                    <a:lnTo>
                      <a:pt x="1716297" y="670819"/>
                    </a:lnTo>
                    <a:lnTo>
                      <a:pt x="1714175" y="670819"/>
                    </a:lnTo>
                    <a:lnTo>
                      <a:pt x="1714175" y="674214"/>
                    </a:lnTo>
                    <a:lnTo>
                      <a:pt x="1716297" y="674214"/>
                    </a:lnTo>
                    <a:close/>
                    <a:moveTo>
                      <a:pt x="1682352" y="674214"/>
                    </a:moveTo>
                    <a:lnTo>
                      <a:pt x="1682352" y="670819"/>
                    </a:lnTo>
                    <a:lnTo>
                      <a:pt x="1680231" y="670819"/>
                    </a:lnTo>
                    <a:lnTo>
                      <a:pt x="1680231" y="674214"/>
                    </a:lnTo>
                    <a:lnTo>
                      <a:pt x="1682352" y="674214"/>
                    </a:lnTo>
                    <a:close/>
                    <a:moveTo>
                      <a:pt x="1699325" y="672092"/>
                    </a:moveTo>
                    <a:lnTo>
                      <a:pt x="1699325" y="668698"/>
                    </a:lnTo>
                    <a:lnTo>
                      <a:pt x="1697203" y="668698"/>
                    </a:lnTo>
                    <a:lnTo>
                      <a:pt x="1697203" y="672092"/>
                    </a:lnTo>
                    <a:lnTo>
                      <a:pt x="1699325" y="672092"/>
                    </a:lnTo>
                    <a:close/>
                    <a:moveTo>
                      <a:pt x="1415467" y="653423"/>
                    </a:moveTo>
                    <a:lnTo>
                      <a:pt x="1418862" y="653423"/>
                    </a:lnTo>
                    <a:lnTo>
                      <a:pt x="1418862" y="649180"/>
                    </a:lnTo>
                    <a:lnTo>
                      <a:pt x="1415467" y="649180"/>
                    </a:lnTo>
                    <a:lnTo>
                      <a:pt x="1415467" y="653423"/>
                    </a:lnTo>
                    <a:close/>
                    <a:moveTo>
                      <a:pt x="1421832" y="627965"/>
                    </a:moveTo>
                    <a:lnTo>
                      <a:pt x="1425226" y="627965"/>
                    </a:lnTo>
                    <a:lnTo>
                      <a:pt x="1425226" y="625844"/>
                    </a:lnTo>
                    <a:lnTo>
                      <a:pt x="1421832" y="625844"/>
                    </a:lnTo>
                    <a:lnTo>
                      <a:pt x="1421832" y="627965"/>
                    </a:lnTo>
                    <a:close/>
                    <a:moveTo>
                      <a:pt x="1417589" y="627965"/>
                    </a:moveTo>
                    <a:lnTo>
                      <a:pt x="1420983" y="627965"/>
                    </a:lnTo>
                    <a:lnTo>
                      <a:pt x="1420983" y="625844"/>
                    </a:lnTo>
                    <a:lnTo>
                      <a:pt x="1417589" y="625844"/>
                    </a:lnTo>
                    <a:lnTo>
                      <a:pt x="1417589" y="627965"/>
                    </a:lnTo>
                    <a:close/>
                    <a:moveTo>
                      <a:pt x="1428196" y="555834"/>
                    </a:moveTo>
                    <a:lnTo>
                      <a:pt x="1431591" y="555834"/>
                    </a:lnTo>
                    <a:lnTo>
                      <a:pt x="1431591" y="553712"/>
                    </a:lnTo>
                    <a:lnTo>
                      <a:pt x="1428196" y="553712"/>
                    </a:lnTo>
                    <a:lnTo>
                      <a:pt x="1428196" y="555834"/>
                    </a:lnTo>
                    <a:close/>
                    <a:moveTo>
                      <a:pt x="1423953" y="555834"/>
                    </a:moveTo>
                    <a:lnTo>
                      <a:pt x="1427348" y="555834"/>
                    </a:lnTo>
                    <a:lnTo>
                      <a:pt x="1427348" y="553712"/>
                    </a:lnTo>
                    <a:lnTo>
                      <a:pt x="1423953" y="553712"/>
                    </a:lnTo>
                    <a:lnTo>
                      <a:pt x="1423953" y="55583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1081" name="Vector layer D8D8D8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695082" y="1730723"/>
                    </a:moveTo>
                    <a:lnTo>
                      <a:pt x="1695082" y="1727328"/>
                    </a:lnTo>
                    <a:lnTo>
                      <a:pt x="1692960" y="1727328"/>
                    </a:lnTo>
                    <a:lnTo>
                      <a:pt x="1692960" y="1730723"/>
                    </a:lnTo>
                    <a:lnTo>
                      <a:pt x="1695082" y="1730723"/>
                    </a:lnTo>
                    <a:close/>
                    <a:moveTo>
                      <a:pt x="1721461" y="1677188"/>
                    </a:moveTo>
                    <a:lnTo>
                      <a:pt x="1723861" y="1674788"/>
                    </a:lnTo>
                    <a:lnTo>
                      <a:pt x="1721740" y="1672666"/>
                    </a:lnTo>
                    <a:lnTo>
                      <a:pt x="1719339" y="1675067"/>
                    </a:lnTo>
                    <a:lnTo>
                      <a:pt x="1721461" y="1677188"/>
                    </a:lnTo>
                    <a:close/>
                    <a:moveTo>
                      <a:pt x="1699325" y="1667078"/>
                    </a:moveTo>
                    <a:lnTo>
                      <a:pt x="1699325" y="1663683"/>
                    </a:lnTo>
                    <a:lnTo>
                      <a:pt x="1697203" y="1663683"/>
                    </a:lnTo>
                    <a:lnTo>
                      <a:pt x="1697203" y="1667078"/>
                    </a:lnTo>
                    <a:lnTo>
                      <a:pt x="1699325" y="1667078"/>
                    </a:lnTo>
                    <a:close/>
                    <a:moveTo>
                      <a:pt x="2007367" y="1523240"/>
                    </a:moveTo>
                    <a:lnTo>
                      <a:pt x="2010761" y="1523240"/>
                    </a:lnTo>
                    <a:lnTo>
                      <a:pt x="2010761" y="1521118"/>
                    </a:lnTo>
                    <a:lnTo>
                      <a:pt x="2007367" y="1521118"/>
                    </a:lnTo>
                    <a:lnTo>
                      <a:pt x="2007367" y="1523240"/>
                    </a:lnTo>
                    <a:close/>
                    <a:moveTo>
                      <a:pt x="49219" y="1291996"/>
                    </a:moveTo>
                    <a:lnTo>
                      <a:pt x="52613" y="1291996"/>
                    </a:lnTo>
                    <a:lnTo>
                      <a:pt x="52613" y="1289874"/>
                    </a:lnTo>
                    <a:lnTo>
                      <a:pt x="49219" y="1289874"/>
                    </a:lnTo>
                    <a:lnTo>
                      <a:pt x="49219" y="1291996"/>
                    </a:lnTo>
                    <a:close/>
                    <a:moveTo>
                      <a:pt x="1437179" y="830708"/>
                    </a:moveTo>
                    <a:lnTo>
                      <a:pt x="1439580" y="828308"/>
                    </a:lnTo>
                    <a:lnTo>
                      <a:pt x="1437458" y="826186"/>
                    </a:lnTo>
                    <a:lnTo>
                      <a:pt x="1435058" y="828587"/>
                    </a:lnTo>
                    <a:lnTo>
                      <a:pt x="1437179" y="830708"/>
                    </a:lnTo>
                    <a:close/>
                    <a:moveTo>
                      <a:pt x="150627" y="807869"/>
                    </a:moveTo>
                    <a:lnTo>
                      <a:pt x="150627" y="804474"/>
                    </a:lnTo>
                    <a:lnTo>
                      <a:pt x="148505" y="804474"/>
                    </a:lnTo>
                    <a:lnTo>
                      <a:pt x="148505" y="807869"/>
                    </a:lnTo>
                    <a:lnTo>
                      <a:pt x="150627" y="807869"/>
                    </a:lnTo>
                    <a:close/>
                    <a:moveTo>
                      <a:pt x="142141" y="807869"/>
                    </a:moveTo>
                    <a:lnTo>
                      <a:pt x="142141" y="804474"/>
                    </a:lnTo>
                    <a:lnTo>
                      <a:pt x="140019" y="804474"/>
                    </a:lnTo>
                    <a:lnTo>
                      <a:pt x="140019" y="807869"/>
                    </a:lnTo>
                    <a:lnTo>
                      <a:pt x="142141" y="807869"/>
                    </a:lnTo>
                    <a:close/>
                    <a:moveTo>
                      <a:pt x="1585685" y="455202"/>
                    </a:moveTo>
                    <a:lnTo>
                      <a:pt x="1588085" y="452802"/>
                    </a:lnTo>
                    <a:lnTo>
                      <a:pt x="1585963" y="450680"/>
                    </a:lnTo>
                    <a:lnTo>
                      <a:pt x="1583563" y="453080"/>
                    </a:lnTo>
                    <a:lnTo>
                      <a:pt x="1585685" y="455202"/>
                    </a:lnTo>
                    <a:close/>
                    <a:moveTo>
                      <a:pt x="377628" y="292343"/>
                    </a:moveTo>
                    <a:lnTo>
                      <a:pt x="377628" y="288949"/>
                    </a:lnTo>
                    <a:lnTo>
                      <a:pt x="375506" y="288949"/>
                    </a:lnTo>
                    <a:lnTo>
                      <a:pt x="375506" y="292343"/>
                    </a:lnTo>
                    <a:lnTo>
                      <a:pt x="377628" y="292343"/>
                    </a:lnTo>
                    <a:close/>
                    <a:moveTo>
                      <a:pt x="373385" y="228698"/>
                    </a:moveTo>
                    <a:lnTo>
                      <a:pt x="373385" y="225304"/>
                    </a:lnTo>
                    <a:lnTo>
                      <a:pt x="371263" y="225304"/>
                    </a:lnTo>
                    <a:lnTo>
                      <a:pt x="371263" y="228698"/>
                    </a:lnTo>
                    <a:lnTo>
                      <a:pt x="373385" y="228698"/>
                    </a:lnTo>
                    <a:close/>
                    <a:moveTo>
                      <a:pt x="1527483" y="196876"/>
                    </a:moveTo>
                    <a:lnTo>
                      <a:pt x="1527483" y="193481"/>
                    </a:lnTo>
                    <a:lnTo>
                      <a:pt x="1523240" y="193481"/>
                    </a:lnTo>
                    <a:lnTo>
                      <a:pt x="1523240" y="196876"/>
                    </a:lnTo>
                    <a:lnTo>
                      <a:pt x="1527483" y="196876"/>
                    </a:lnTo>
                    <a:close/>
                    <a:moveTo>
                      <a:pt x="1555487" y="165477"/>
                    </a:moveTo>
                    <a:lnTo>
                      <a:pt x="1558881" y="165477"/>
                    </a:lnTo>
                    <a:lnTo>
                      <a:pt x="1558881" y="161234"/>
                    </a:lnTo>
                    <a:lnTo>
                      <a:pt x="1555487" y="161234"/>
                    </a:lnTo>
                    <a:lnTo>
                      <a:pt x="1555487" y="165477"/>
                    </a:lnTo>
                    <a:close/>
                    <a:moveTo>
                      <a:pt x="1529604" y="133230"/>
                    </a:moveTo>
                    <a:lnTo>
                      <a:pt x="1529604" y="129836"/>
                    </a:lnTo>
                    <a:lnTo>
                      <a:pt x="1527483" y="129836"/>
                    </a:lnTo>
                    <a:lnTo>
                      <a:pt x="1527483" y="133230"/>
                    </a:lnTo>
                    <a:lnTo>
                      <a:pt x="1529604" y="133230"/>
                    </a:lnTo>
                    <a:close/>
                    <a:moveTo>
                      <a:pt x="1523240" y="133230"/>
                    </a:moveTo>
                    <a:lnTo>
                      <a:pt x="1523240" y="129836"/>
                    </a:lnTo>
                    <a:lnTo>
                      <a:pt x="1521118" y="129836"/>
                    </a:lnTo>
                    <a:lnTo>
                      <a:pt x="1521118" y="133230"/>
                    </a:lnTo>
                    <a:lnTo>
                      <a:pt x="1523240" y="133230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1082" name="Vector layer D3D2D2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841037" y="2031479"/>
                    </a:moveTo>
                    <a:lnTo>
                      <a:pt x="843437" y="2029079"/>
                    </a:lnTo>
                    <a:lnTo>
                      <a:pt x="841316" y="2026958"/>
                    </a:lnTo>
                    <a:lnTo>
                      <a:pt x="838915" y="2029358"/>
                    </a:lnTo>
                    <a:lnTo>
                      <a:pt x="841037" y="2031479"/>
                    </a:lnTo>
                    <a:close/>
                    <a:moveTo>
                      <a:pt x="1461716" y="1367946"/>
                    </a:moveTo>
                    <a:lnTo>
                      <a:pt x="1461716" y="1364551"/>
                    </a:lnTo>
                    <a:lnTo>
                      <a:pt x="1459595" y="1364551"/>
                    </a:lnTo>
                    <a:lnTo>
                      <a:pt x="1459595" y="1367946"/>
                    </a:lnTo>
                    <a:lnTo>
                      <a:pt x="1461716" y="1367946"/>
                    </a:lnTo>
                    <a:close/>
                    <a:moveTo>
                      <a:pt x="1494460" y="1335347"/>
                    </a:moveTo>
                    <a:lnTo>
                      <a:pt x="1496860" y="1337747"/>
                    </a:lnTo>
                    <a:lnTo>
                      <a:pt x="1498982" y="1335626"/>
                    </a:lnTo>
                    <a:lnTo>
                      <a:pt x="1496582" y="1333226"/>
                    </a:lnTo>
                    <a:lnTo>
                      <a:pt x="1494460" y="1335347"/>
                    </a:lnTo>
                    <a:close/>
                    <a:moveTo>
                      <a:pt x="1502946" y="1322618"/>
                    </a:moveTo>
                    <a:lnTo>
                      <a:pt x="1505346" y="1325018"/>
                    </a:lnTo>
                    <a:lnTo>
                      <a:pt x="1507468" y="1322897"/>
                    </a:lnTo>
                    <a:lnTo>
                      <a:pt x="1505068" y="1320497"/>
                    </a:lnTo>
                    <a:lnTo>
                      <a:pt x="1502946" y="1322618"/>
                    </a:lnTo>
                    <a:close/>
                    <a:moveTo>
                      <a:pt x="1519918" y="1307768"/>
                    </a:moveTo>
                    <a:lnTo>
                      <a:pt x="1522318" y="1310168"/>
                    </a:lnTo>
                    <a:lnTo>
                      <a:pt x="1524440" y="1308046"/>
                    </a:lnTo>
                    <a:lnTo>
                      <a:pt x="1522040" y="1305646"/>
                    </a:lnTo>
                    <a:lnTo>
                      <a:pt x="1519918" y="1307768"/>
                    </a:lnTo>
                    <a:close/>
                    <a:moveTo>
                      <a:pt x="1530526" y="1303525"/>
                    </a:moveTo>
                    <a:lnTo>
                      <a:pt x="1532926" y="1305925"/>
                    </a:lnTo>
                    <a:lnTo>
                      <a:pt x="1535047" y="1303803"/>
                    </a:lnTo>
                    <a:lnTo>
                      <a:pt x="1532647" y="1301403"/>
                    </a:lnTo>
                    <a:lnTo>
                      <a:pt x="1530526" y="1303525"/>
                    </a:lnTo>
                    <a:close/>
                    <a:moveTo>
                      <a:pt x="1539012" y="1290796"/>
                    </a:moveTo>
                    <a:lnTo>
                      <a:pt x="1541412" y="1293196"/>
                    </a:lnTo>
                    <a:lnTo>
                      <a:pt x="1543533" y="1291074"/>
                    </a:lnTo>
                    <a:lnTo>
                      <a:pt x="1541133" y="1288674"/>
                    </a:lnTo>
                    <a:lnTo>
                      <a:pt x="1539012" y="1290796"/>
                    </a:lnTo>
                    <a:close/>
                    <a:moveTo>
                      <a:pt x="1566591" y="1271702"/>
                    </a:moveTo>
                    <a:lnTo>
                      <a:pt x="1568991" y="1274102"/>
                    </a:lnTo>
                    <a:lnTo>
                      <a:pt x="1571113" y="1271981"/>
                    </a:lnTo>
                    <a:lnTo>
                      <a:pt x="1568713" y="1269581"/>
                    </a:lnTo>
                    <a:lnTo>
                      <a:pt x="1566591" y="1271702"/>
                    </a:lnTo>
                    <a:close/>
                    <a:moveTo>
                      <a:pt x="1575077" y="1258973"/>
                    </a:moveTo>
                    <a:lnTo>
                      <a:pt x="1577477" y="1261373"/>
                    </a:lnTo>
                    <a:lnTo>
                      <a:pt x="1579599" y="1259252"/>
                    </a:lnTo>
                    <a:lnTo>
                      <a:pt x="1577199" y="1256852"/>
                    </a:lnTo>
                    <a:lnTo>
                      <a:pt x="1575077" y="1258973"/>
                    </a:lnTo>
                    <a:close/>
                    <a:moveTo>
                      <a:pt x="1423953" y="761620"/>
                    </a:moveTo>
                    <a:lnTo>
                      <a:pt x="1427348" y="761620"/>
                    </a:lnTo>
                    <a:lnTo>
                      <a:pt x="1427348" y="759498"/>
                    </a:lnTo>
                    <a:lnTo>
                      <a:pt x="1423953" y="759498"/>
                    </a:lnTo>
                    <a:lnTo>
                      <a:pt x="1423953" y="761620"/>
                    </a:lnTo>
                    <a:close/>
                    <a:moveTo>
                      <a:pt x="408250" y="223679"/>
                    </a:moveTo>
                    <a:lnTo>
                      <a:pt x="410650" y="226080"/>
                    </a:lnTo>
                    <a:lnTo>
                      <a:pt x="412772" y="223958"/>
                    </a:lnTo>
                    <a:lnTo>
                      <a:pt x="410372" y="221558"/>
                    </a:lnTo>
                    <a:lnTo>
                      <a:pt x="408250" y="223679"/>
                    </a:lnTo>
                    <a:close/>
                    <a:moveTo>
                      <a:pt x="423101" y="206707"/>
                    </a:moveTo>
                    <a:lnTo>
                      <a:pt x="425501" y="209107"/>
                    </a:lnTo>
                    <a:lnTo>
                      <a:pt x="427622" y="206986"/>
                    </a:lnTo>
                    <a:lnTo>
                      <a:pt x="425222" y="204586"/>
                    </a:lnTo>
                    <a:lnTo>
                      <a:pt x="423101" y="206707"/>
                    </a:lnTo>
                    <a:close/>
                    <a:moveTo>
                      <a:pt x="427344" y="196100"/>
                    </a:moveTo>
                    <a:lnTo>
                      <a:pt x="429744" y="198500"/>
                    </a:lnTo>
                    <a:lnTo>
                      <a:pt x="431865" y="196378"/>
                    </a:lnTo>
                    <a:lnTo>
                      <a:pt x="429465" y="193978"/>
                    </a:lnTo>
                    <a:lnTo>
                      <a:pt x="427344" y="196100"/>
                    </a:lnTo>
                    <a:close/>
                    <a:moveTo>
                      <a:pt x="442194" y="179128"/>
                    </a:moveTo>
                    <a:lnTo>
                      <a:pt x="444594" y="181528"/>
                    </a:lnTo>
                    <a:lnTo>
                      <a:pt x="446716" y="179406"/>
                    </a:lnTo>
                    <a:lnTo>
                      <a:pt x="444316" y="177006"/>
                    </a:lnTo>
                    <a:lnTo>
                      <a:pt x="442194" y="179128"/>
                    </a:lnTo>
                    <a:close/>
                    <a:moveTo>
                      <a:pt x="454923" y="170642"/>
                    </a:moveTo>
                    <a:lnTo>
                      <a:pt x="457323" y="173042"/>
                    </a:lnTo>
                    <a:lnTo>
                      <a:pt x="459445" y="170920"/>
                    </a:lnTo>
                    <a:lnTo>
                      <a:pt x="457045" y="168520"/>
                    </a:lnTo>
                    <a:lnTo>
                      <a:pt x="454923" y="170642"/>
                    </a:lnTo>
                    <a:close/>
                    <a:moveTo>
                      <a:pt x="474017" y="143062"/>
                    </a:moveTo>
                    <a:lnTo>
                      <a:pt x="476417" y="145462"/>
                    </a:lnTo>
                    <a:lnTo>
                      <a:pt x="478538" y="143341"/>
                    </a:lnTo>
                    <a:lnTo>
                      <a:pt x="476138" y="140941"/>
                    </a:lnTo>
                    <a:lnTo>
                      <a:pt x="474017" y="143062"/>
                    </a:lnTo>
                    <a:close/>
                    <a:moveTo>
                      <a:pt x="486746" y="134576"/>
                    </a:moveTo>
                    <a:lnTo>
                      <a:pt x="489146" y="136976"/>
                    </a:lnTo>
                    <a:lnTo>
                      <a:pt x="491267" y="134855"/>
                    </a:lnTo>
                    <a:lnTo>
                      <a:pt x="488867" y="132455"/>
                    </a:lnTo>
                    <a:lnTo>
                      <a:pt x="486746" y="134576"/>
                    </a:lnTo>
                    <a:close/>
                    <a:moveTo>
                      <a:pt x="505839" y="106997"/>
                    </a:moveTo>
                    <a:lnTo>
                      <a:pt x="508240" y="109397"/>
                    </a:lnTo>
                    <a:lnTo>
                      <a:pt x="510361" y="107275"/>
                    </a:lnTo>
                    <a:lnTo>
                      <a:pt x="507961" y="104875"/>
                    </a:lnTo>
                    <a:lnTo>
                      <a:pt x="505839" y="106997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1083" name="Vector layer E5CAC7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790973" y="1440501"/>
                    </a:moveTo>
                    <a:lnTo>
                      <a:pt x="1794368" y="1440501"/>
                    </a:lnTo>
                    <a:lnTo>
                      <a:pt x="1794368" y="1438380"/>
                    </a:lnTo>
                    <a:lnTo>
                      <a:pt x="1790973" y="1438380"/>
                    </a:lnTo>
                    <a:lnTo>
                      <a:pt x="1790973" y="1440501"/>
                    </a:lnTo>
                    <a:close/>
                    <a:moveTo>
                      <a:pt x="1765091" y="1408254"/>
                    </a:moveTo>
                    <a:lnTo>
                      <a:pt x="1765091" y="1404860"/>
                    </a:lnTo>
                    <a:lnTo>
                      <a:pt x="1762970" y="1404860"/>
                    </a:lnTo>
                    <a:lnTo>
                      <a:pt x="1762970" y="1408254"/>
                    </a:lnTo>
                    <a:lnTo>
                      <a:pt x="1765091" y="1408254"/>
                    </a:lnTo>
                    <a:close/>
                    <a:moveTo>
                      <a:pt x="1756605" y="1408254"/>
                    </a:moveTo>
                    <a:lnTo>
                      <a:pt x="1756605" y="1404860"/>
                    </a:lnTo>
                    <a:lnTo>
                      <a:pt x="1754484" y="1404860"/>
                    </a:lnTo>
                    <a:lnTo>
                      <a:pt x="1754484" y="1408254"/>
                    </a:lnTo>
                    <a:lnTo>
                      <a:pt x="1756605" y="1408254"/>
                    </a:lnTo>
                    <a:close/>
                    <a:moveTo>
                      <a:pt x="121350" y="1071359"/>
                    </a:moveTo>
                    <a:lnTo>
                      <a:pt x="124744" y="1071359"/>
                    </a:lnTo>
                    <a:lnTo>
                      <a:pt x="124744" y="1067116"/>
                    </a:lnTo>
                    <a:lnTo>
                      <a:pt x="121350" y="1067116"/>
                    </a:lnTo>
                    <a:lnTo>
                      <a:pt x="121350" y="1071359"/>
                    </a:lnTo>
                    <a:close/>
                    <a:moveTo>
                      <a:pt x="130333" y="1046823"/>
                    </a:moveTo>
                    <a:lnTo>
                      <a:pt x="132733" y="1049223"/>
                    </a:lnTo>
                    <a:lnTo>
                      <a:pt x="134855" y="1047101"/>
                    </a:lnTo>
                    <a:lnTo>
                      <a:pt x="132455" y="1044701"/>
                    </a:lnTo>
                    <a:lnTo>
                      <a:pt x="130333" y="1046823"/>
                    </a:lnTo>
                    <a:close/>
                    <a:moveTo>
                      <a:pt x="1572459" y="952555"/>
                    </a:moveTo>
                    <a:lnTo>
                      <a:pt x="1575853" y="952555"/>
                    </a:lnTo>
                    <a:lnTo>
                      <a:pt x="1575853" y="948312"/>
                    </a:lnTo>
                    <a:lnTo>
                      <a:pt x="1572459" y="948312"/>
                    </a:lnTo>
                    <a:lnTo>
                      <a:pt x="1572459" y="952555"/>
                    </a:lnTo>
                    <a:close/>
                    <a:moveTo>
                      <a:pt x="1644590" y="946191"/>
                    </a:moveTo>
                    <a:lnTo>
                      <a:pt x="1647984" y="946191"/>
                    </a:lnTo>
                    <a:lnTo>
                      <a:pt x="1647984" y="944069"/>
                    </a:lnTo>
                    <a:lnTo>
                      <a:pt x="1644590" y="944069"/>
                    </a:lnTo>
                    <a:lnTo>
                      <a:pt x="1644590" y="946191"/>
                    </a:lnTo>
                    <a:close/>
                    <a:moveTo>
                      <a:pt x="1582642" y="400540"/>
                    </a:moveTo>
                    <a:lnTo>
                      <a:pt x="1582642" y="397146"/>
                    </a:lnTo>
                    <a:lnTo>
                      <a:pt x="1580520" y="397146"/>
                    </a:lnTo>
                    <a:lnTo>
                      <a:pt x="1580520" y="400540"/>
                    </a:lnTo>
                    <a:lnTo>
                      <a:pt x="1582642" y="400540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1084" name="Vector layer CBCBCB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675560" y="1800235"/>
                    </a:moveTo>
                    <a:lnTo>
                      <a:pt x="677960" y="1797835"/>
                    </a:lnTo>
                    <a:lnTo>
                      <a:pt x="675838" y="1795714"/>
                    </a:lnTo>
                    <a:lnTo>
                      <a:pt x="673438" y="1798114"/>
                    </a:lnTo>
                    <a:lnTo>
                      <a:pt x="675560" y="1800235"/>
                    </a:lnTo>
                    <a:close/>
                    <a:moveTo>
                      <a:pt x="1619132" y="1190164"/>
                    </a:moveTo>
                    <a:lnTo>
                      <a:pt x="1622526" y="1190164"/>
                    </a:lnTo>
                    <a:lnTo>
                      <a:pt x="1622526" y="1185921"/>
                    </a:lnTo>
                    <a:lnTo>
                      <a:pt x="1619132" y="1185921"/>
                    </a:lnTo>
                    <a:lnTo>
                      <a:pt x="1619132" y="1190164"/>
                    </a:lnTo>
                    <a:close/>
                    <a:moveTo>
                      <a:pt x="1614889" y="1164706"/>
                    </a:moveTo>
                    <a:lnTo>
                      <a:pt x="1618283" y="1164706"/>
                    </a:lnTo>
                    <a:lnTo>
                      <a:pt x="1618283" y="1154098"/>
                    </a:lnTo>
                    <a:lnTo>
                      <a:pt x="1614889" y="1154098"/>
                    </a:lnTo>
                    <a:lnTo>
                      <a:pt x="1614889" y="1164706"/>
                    </a:lnTo>
                    <a:close/>
                    <a:moveTo>
                      <a:pt x="1617010" y="1139248"/>
                    </a:moveTo>
                    <a:lnTo>
                      <a:pt x="1620405" y="1139248"/>
                    </a:lnTo>
                    <a:lnTo>
                      <a:pt x="1620405" y="1128640"/>
                    </a:lnTo>
                    <a:lnTo>
                      <a:pt x="1617010" y="1128640"/>
                    </a:lnTo>
                    <a:lnTo>
                      <a:pt x="1617010" y="1139248"/>
                    </a:lnTo>
                    <a:close/>
                    <a:moveTo>
                      <a:pt x="1612767" y="1107425"/>
                    </a:moveTo>
                    <a:lnTo>
                      <a:pt x="1616162" y="1107425"/>
                    </a:lnTo>
                    <a:lnTo>
                      <a:pt x="1616162" y="1096817"/>
                    </a:lnTo>
                    <a:lnTo>
                      <a:pt x="1612767" y="1096817"/>
                    </a:lnTo>
                    <a:lnTo>
                      <a:pt x="1612767" y="1107425"/>
                    </a:lnTo>
                    <a:close/>
                    <a:moveTo>
                      <a:pt x="1614889" y="1081967"/>
                    </a:moveTo>
                    <a:lnTo>
                      <a:pt x="1618283" y="1081967"/>
                    </a:lnTo>
                    <a:lnTo>
                      <a:pt x="1618283" y="1071359"/>
                    </a:lnTo>
                    <a:lnTo>
                      <a:pt x="1614889" y="1071359"/>
                    </a:lnTo>
                    <a:lnTo>
                      <a:pt x="1614889" y="1081967"/>
                    </a:lnTo>
                    <a:close/>
                    <a:moveTo>
                      <a:pt x="1610646" y="1050144"/>
                    </a:moveTo>
                    <a:lnTo>
                      <a:pt x="1614040" y="1050144"/>
                    </a:lnTo>
                    <a:lnTo>
                      <a:pt x="1614040" y="1039537"/>
                    </a:lnTo>
                    <a:lnTo>
                      <a:pt x="1610646" y="1039537"/>
                    </a:lnTo>
                    <a:lnTo>
                      <a:pt x="1610646" y="1050144"/>
                    </a:lnTo>
                    <a:close/>
                    <a:moveTo>
                      <a:pt x="153173" y="1022565"/>
                    </a:moveTo>
                    <a:lnTo>
                      <a:pt x="156567" y="1022565"/>
                    </a:lnTo>
                    <a:lnTo>
                      <a:pt x="156567" y="1014079"/>
                    </a:lnTo>
                    <a:lnTo>
                      <a:pt x="153173" y="1014079"/>
                    </a:lnTo>
                    <a:lnTo>
                      <a:pt x="153173" y="1022565"/>
                    </a:lnTo>
                    <a:close/>
                    <a:moveTo>
                      <a:pt x="1612767" y="1024686"/>
                    </a:moveTo>
                    <a:lnTo>
                      <a:pt x="1616162" y="1024686"/>
                    </a:lnTo>
                    <a:lnTo>
                      <a:pt x="1616162" y="1011957"/>
                    </a:lnTo>
                    <a:lnTo>
                      <a:pt x="1612767" y="1011957"/>
                    </a:lnTo>
                    <a:lnTo>
                      <a:pt x="1612767" y="1024686"/>
                    </a:lnTo>
                    <a:close/>
                    <a:moveTo>
                      <a:pt x="148930" y="994985"/>
                    </a:moveTo>
                    <a:lnTo>
                      <a:pt x="152324" y="994985"/>
                    </a:lnTo>
                    <a:lnTo>
                      <a:pt x="152324" y="986499"/>
                    </a:lnTo>
                    <a:lnTo>
                      <a:pt x="148930" y="986499"/>
                    </a:lnTo>
                    <a:lnTo>
                      <a:pt x="148930" y="994985"/>
                    </a:lnTo>
                    <a:close/>
                    <a:moveTo>
                      <a:pt x="151051" y="971649"/>
                    </a:moveTo>
                    <a:lnTo>
                      <a:pt x="154445" y="971649"/>
                    </a:lnTo>
                    <a:lnTo>
                      <a:pt x="154445" y="963163"/>
                    </a:lnTo>
                    <a:lnTo>
                      <a:pt x="151051" y="963163"/>
                    </a:lnTo>
                    <a:lnTo>
                      <a:pt x="151051" y="971649"/>
                    </a:lnTo>
                    <a:close/>
                    <a:moveTo>
                      <a:pt x="146808" y="946191"/>
                    </a:moveTo>
                    <a:lnTo>
                      <a:pt x="150202" y="946191"/>
                    </a:lnTo>
                    <a:lnTo>
                      <a:pt x="150202" y="937705"/>
                    </a:lnTo>
                    <a:lnTo>
                      <a:pt x="146808" y="937705"/>
                    </a:lnTo>
                    <a:lnTo>
                      <a:pt x="146808" y="946191"/>
                    </a:lnTo>
                    <a:close/>
                    <a:moveTo>
                      <a:pt x="148930" y="922854"/>
                    </a:moveTo>
                    <a:lnTo>
                      <a:pt x="152324" y="922854"/>
                    </a:lnTo>
                    <a:lnTo>
                      <a:pt x="152324" y="914368"/>
                    </a:lnTo>
                    <a:lnTo>
                      <a:pt x="148930" y="914368"/>
                    </a:lnTo>
                    <a:lnTo>
                      <a:pt x="148930" y="922854"/>
                    </a:lnTo>
                    <a:close/>
                    <a:moveTo>
                      <a:pt x="144687" y="895275"/>
                    </a:moveTo>
                    <a:lnTo>
                      <a:pt x="148081" y="895275"/>
                    </a:lnTo>
                    <a:lnTo>
                      <a:pt x="148081" y="886789"/>
                    </a:lnTo>
                    <a:lnTo>
                      <a:pt x="144687" y="886789"/>
                    </a:lnTo>
                    <a:lnTo>
                      <a:pt x="144687" y="895275"/>
                    </a:lnTo>
                    <a:close/>
                    <a:moveTo>
                      <a:pt x="1322618" y="838915"/>
                    </a:moveTo>
                    <a:lnTo>
                      <a:pt x="1325018" y="841316"/>
                    </a:lnTo>
                    <a:lnTo>
                      <a:pt x="1327140" y="839194"/>
                    </a:lnTo>
                    <a:lnTo>
                      <a:pt x="1324740" y="836794"/>
                    </a:lnTo>
                    <a:lnTo>
                      <a:pt x="1322618" y="838915"/>
                    </a:lnTo>
                    <a:close/>
                    <a:moveTo>
                      <a:pt x="1392628" y="779792"/>
                    </a:moveTo>
                    <a:lnTo>
                      <a:pt x="1395028" y="777392"/>
                    </a:lnTo>
                    <a:lnTo>
                      <a:pt x="1392907" y="775270"/>
                    </a:lnTo>
                    <a:lnTo>
                      <a:pt x="1390506" y="777670"/>
                    </a:lnTo>
                    <a:lnTo>
                      <a:pt x="1392628" y="779792"/>
                    </a:lnTo>
                    <a:close/>
                    <a:moveTo>
                      <a:pt x="1409103" y="767984"/>
                    </a:moveTo>
                    <a:lnTo>
                      <a:pt x="1412497" y="767984"/>
                    </a:lnTo>
                    <a:lnTo>
                      <a:pt x="1412497" y="763741"/>
                    </a:lnTo>
                    <a:lnTo>
                      <a:pt x="1409103" y="763741"/>
                    </a:lnTo>
                    <a:lnTo>
                      <a:pt x="1409103" y="767984"/>
                    </a:lnTo>
                    <a:close/>
                    <a:moveTo>
                      <a:pt x="1413346" y="717068"/>
                    </a:moveTo>
                    <a:lnTo>
                      <a:pt x="1416740" y="717068"/>
                    </a:lnTo>
                    <a:lnTo>
                      <a:pt x="1416740" y="714947"/>
                    </a:lnTo>
                    <a:lnTo>
                      <a:pt x="1413346" y="714947"/>
                    </a:lnTo>
                    <a:lnTo>
                      <a:pt x="1413346" y="717068"/>
                    </a:lnTo>
                    <a:close/>
                    <a:moveTo>
                      <a:pt x="1411224" y="706461"/>
                    </a:moveTo>
                    <a:lnTo>
                      <a:pt x="1414619" y="706461"/>
                    </a:lnTo>
                    <a:lnTo>
                      <a:pt x="1414619" y="704339"/>
                    </a:lnTo>
                    <a:lnTo>
                      <a:pt x="1411224" y="704339"/>
                    </a:lnTo>
                    <a:lnTo>
                      <a:pt x="1411224" y="706461"/>
                    </a:lnTo>
                    <a:close/>
                    <a:moveTo>
                      <a:pt x="1283510" y="703915"/>
                    </a:moveTo>
                    <a:lnTo>
                      <a:pt x="1283510" y="700521"/>
                    </a:lnTo>
                    <a:lnTo>
                      <a:pt x="1258052" y="700521"/>
                    </a:lnTo>
                    <a:lnTo>
                      <a:pt x="1258052" y="703915"/>
                    </a:lnTo>
                    <a:lnTo>
                      <a:pt x="1283510" y="703915"/>
                    </a:lnTo>
                    <a:close/>
                    <a:moveTo>
                      <a:pt x="1410800" y="701793"/>
                    </a:moveTo>
                    <a:lnTo>
                      <a:pt x="1410800" y="698399"/>
                    </a:lnTo>
                    <a:lnTo>
                      <a:pt x="1385342" y="698399"/>
                    </a:lnTo>
                    <a:lnTo>
                      <a:pt x="1385342" y="701793"/>
                    </a:lnTo>
                    <a:lnTo>
                      <a:pt x="1410800" y="701793"/>
                    </a:lnTo>
                    <a:close/>
                    <a:moveTo>
                      <a:pt x="1347155" y="699672"/>
                    </a:moveTo>
                    <a:lnTo>
                      <a:pt x="1347155" y="696278"/>
                    </a:lnTo>
                    <a:lnTo>
                      <a:pt x="1325940" y="696278"/>
                    </a:lnTo>
                    <a:lnTo>
                      <a:pt x="1325940" y="699672"/>
                    </a:lnTo>
                    <a:lnTo>
                      <a:pt x="1347155" y="699672"/>
                    </a:lnTo>
                    <a:close/>
                    <a:moveTo>
                      <a:pt x="1470202" y="697550"/>
                    </a:moveTo>
                    <a:lnTo>
                      <a:pt x="1470202" y="694156"/>
                    </a:lnTo>
                    <a:lnTo>
                      <a:pt x="1453230" y="694156"/>
                    </a:lnTo>
                    <a:lnTo>
                      <a:pt x="1453230" y="697550"/>
                    </a:lnTo>
                    <a:lnTo>
                      <a:pt x="1470202" y="697550"/>
                    </a:lnTo>
                    <a:close/>
                    <a:moveTo>
                      <a:pt x="1415467" y="695853"/>
                    </a:moveTo>
                    <a:lnTo>
                      <a:pt x="1418862" y="695853"/>
                    </a:lnTo>
                    <a:lnTo>
                      <a:pt x="1418862" y="691610"/>
                    </a:lnTo>
                    <a:lnTo>
                      <a:pt x="1415467" y="691610"/>
                    </a:lnTo>
                    <a:lnTo>
                      <a:pt x="1415467" y="695853"/>
                    </a:lnTo>
                    <a:close/>
                    <a:moveTo>
                      <a:pt x="1593249" y="689064"/>
                    </a:moveTo>
                    <a:lnTo>
                      <a:pt x="1593249" y="685670"/>
                    </a:lnTo>
                    <a:lnTo>
                      <a:pt x="1591128" y="685670"/>
                    </a:lnTo>
                    <a:lnTo>
                      <a:pt x="1591128" y="689064"/>
                    </a:lnTo>
                    <a:lnTo>
                      <a:pt x="1593249" y="689064"/>
                    </a:lnTo>
                    <a:close/>
                    <a:moveTo>
                      <a:pt x="1610221" y="686943"/>
                    </a:moveTo>
                    <a:lnTo>
                      <a:pt x="1610221" y="683549"/>
                    </a:lnTo>
                    <a:lnTo>
                      <a:pt x="1608100" y="683549"/>
                    </a:lnTo>
                    <a:lnTo>
                      <a:pt x="1608100" y="686943"/>
                    </a:lnTo>
                    <a:lnTo>
                      <a:pt x="1610221" y="686943"/>
                    </a:lnTo>
                    <a:close/>
                    <a:moveTo>
                      <a:pt x="1584763" y="686943"/>
                    </a:moveTo>
                    <a:lnTo>
                      <a:pt x="1584763" y="683549"/>
                    </a:lnTo>
                    <a:lnTo>
                      <a:pt x="1582642" y="683549"/>
                    </a:lnTo>
                    <a:lnTo>
                      <a:pt x="1582642" y="686943"/>
                    </a:lnTo>
                    <a:lnTo>
                      <a:pt x="1584763" y="686943"/>
                    </a:lnTo>
                    <a:close/>
                    <a:moveTo>
                      <a:pt x="1627193" y="684821"/>
                    </a:moveTo>
                    <a:lnTo>
                      <a:pt x="1627193" y="681427"/>
                    </a:lnTo>
                    <a:lnTo>
                      <a:pt x="1625072" y="681427"/>
                    </a:lnTo>
                    <a:lnTo>
                      <a:pt x="1625072" y="684821"/>
                    </a:lnTo>
                    <a:lnTo>
                      <a:pt x="1627193" y="684821"/>
                    </a:lnTo>
                    <a:close/>
                    <a:moveTo>
                      <a:pt x="1618707" y="682700"/>
                    </a:moveTo>
                    <a:lnTo>
                      <a:pt x="1618707" y="679306"/>
                    </a:lnTo>
                    <a:lnTo>
                      <a:pt x="1616586" y="679306"/>
                    </a:lnTo>
                    <a:lnTo>
                      <a:pt x="1616586" y="682700"/>
                    </a:lnTo>
                    <a:lnTo>
                      <a:pt x="1618707" y="682700"/>
                    </a:lnTo>
                    <a:close/>
                    <a:moveTo>
                      <a:pt x="1413346" y="683124"/>
                    </a:moveTo>
                    <a:lnTo>
                      <a:pt x="1416740" y="683124"/>
                    </a:lnTo>
                    <a:lnTo>
                      <a:pt x="1416740" y="681003"/>
                    </a:lnTo>
                    <a:lnTo>
                      <a:pt x="1413346" y="681003"/>
                    </a:lnTo>
                    <a:lnTo>
                      <a:pt x="1413346" y="683124"/>
                    </a:lnTo>
                    <a:close/>
                    <a:moveTo>
                      <a:pt x="1678109" y="678457"/>
                    </a:moveTo>
                    <a:lnTo>
                      <a:pt x="1678109" y="675063"/>
                    </a:lnTo>
                    <a:lnTo>
                      <a:pt x="1675988" y="675063"/>
                    </a:lnTo>
                    <a:lnTo>
                      <a:pt x="1675988" y="678457"/>
                    </a:lnTo>
                    <a:lnTo>
                      <a:pt x="1678109" y="678457"/>
                    </a:lnTo>
                    <a:close/>
                    <a:moveTo>
                      <a:pt x="1712054" y="674214"/>
                    </a:moveTo>
                    <a:lnTo>
                      <a:pt x="1712054" y="670819"/>
                    </a:lnTo>
                    <a:lnTo>
                      <a:pt x="1709932" y="670819"/>
                    </a:lnTo>
                    <a:lnTo>
                      <a:pt x="1709932" y="674214"/>
                    </a:lnTo>
                    <a:lnTo>
                      <a:pt x="1712054" y="674214"/>
                    </a:lnTo>
                    <a:close/>
                    <a:moveTo>
                      <a:pt x="1729026" y="672092"/>
                    </a:moveTo>
                    <a:lnTo>
                      <a:pt x="1729026" y="668698"/>
                    </a:lnTo>
                    <a:lnTo>
                      <a:pt x="1726904" y="668698"/>
                    </a:lnTo>
                    <a:lnTo>
                      <a:pt x="1726904" y="672092"/>
                    </a:lnTo>
                    <a:lnTo>
                      <a:pt x="1729026" y="672092"/>
                    </a:lnTo>
                    <a:close/>
                    <a:moveTo>
                      <a:pt x="1703568" y="672092"/>
                    </a:moveTo>
                    <a:lnTo>
                      <a:pt x="1703568" y="668698"/>
                    </a:lnTo>
                    <a:lnTo>
                      <a:pt x="1701446" y="668698"/>
                    </a:lnTo>
                    <a:lnTo>
                      <a:pt x="1701446" y="672092"/>
                    </a:lnTo>
                    <a:lnTo>
                      <a:pt x="1703568" y="672092"/>
                    </a:lnTo>
                    <a:close/>
                    <a:moveTo>
                      <a:pt x="1720540" y="669971"/>
                    </a:moveTo>
                    <a:lnTo>
                      <a:pt x="1720540" y="666576"/>
                    </a:lnTo>
                    <a:lnTo>
                      <a:pt x="1718418" y="666576"/>
                    </a:lnTo>
                    <a:lnTo>
                      <a:pt x="1718418" y="669971"/>
                    </a:lnTo>
                    <a:lnTo>
                      <a:pt x="1720540" y="669971"/>
                    </a:lnTo>
                    <a:close/>
                    <a:moveTo>
                      <a:pt x="1417589" y="670395"/>
                    </a:moveTo>
                    <a:lnTo>
                      <a:pt x="1420983" y="670395"/>
                    </a:lnTo>
                    <a:lnTo>
                      <a:pt x="1420983" y="668274"/>
                    </a:lnTo>
                    <a:lnTo>
                      <a:pt x="1417589" y="668274"/>
                    </a:lnTo>
                    <a:lnTo>
                      <a:pt x="1417589" y="670395"/>
                    </a:lnTo>
                    <a:close/>
                    <a:moveTo>
                      <a:pt x="1415467" y="657666"/>
                    </a:moveTo>
                    <a:lnTo>
                      <a:pt x="1418862" y="657666"/>
                    </a:lnTo>
                    <a:lnTo>
                      <a:pt x="1418862" y="655545"/>
                    </a:lnTo>
                    <a:lnTo>
                      <a:pt x="1415467" y="655545"/>
                    </a:lnTo>
                    <a:lnTo>
                      <a:pt x="1415467" y="657666"/>
                    </a:lnTo>
                    <a:close/>
                    <a:moveTo>
                      <a:pt x="1417589" y="634330"/>
                    </a:moveTo>
                    <a:lnTo>
                      <a:pt x="1420983" y="634330"/>
                    </a:lnTo>
                    <a:lnTo>
                      <a:pt x="1420983" y="632208"/>
                    </a:lnTo>
                    <a:lnTo>
                      <a:pt x="1417589" y="632208"/>
                    </a:lnTo>
                    <a:lnTo>
                      <a:pt x="1417589" y="634330"/>
                    </a:lnTo>
                    <a:close/>
                    <a:moveTo>
                      <a:pt x="1423953" y="562198"/>
                    </a:moveTo>
                    <a:lnTo>
                      <a:pt x="1427348" y="562198"/>
                    </a:lnTo>
                    <a:lnTo>
                      <a:pt x="1427348" y="560077"/>
                    </a:lnTo>
                    <a:lnTo>
                      <a:pt x="1423953" y="560077"/>
                    </a:lnTo>
                    <a:lnTo>
                      <a:pt x="1423953" y="562198"/>
                    </a:lnTo>
                    <a:close/>
                    <a:moveTo>
                      <a:pt x="1428196" y="549469"/>
                    </a:moveTo>
                    <a:lnTo>
                      <a:pt x="1431591" y="549469"/>
                    </a:lnTo>
                    <a:lnTo>
                      <a:pt x="1431591" y="547348"/>
                    </a:lnTo>
                    <a:lnTo>
                      <a:pt x="1428196" y="547348"/>
                    </a:lnTo>
                    <a:lnTo>
                      <a:pt x="1428196" y="549469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1085" name="Vector layer F6B6B1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752786" y="1465959"/>
                    </a:moveTo>
                    <a:lnTo>
                      <a:pt x="1756181" y="1465959"/>
                    </a:lnTo>
                    <a:lnTo>
                      <a:pt x="1756181" y="1459595"/>
                    </a:lnTo>
                    <a:lnTo>
                      <a:pt x="1752786" y="1459595"/>
                    </a:lnTo>
                    <a:lnTo>
                      <a:pt x="1752786" y="1465959"/>
                    </a:lnTo>
                    <a:close/>
                  </a:path>
                </a:pathLst>
              </a:custGeom>
              <a:solidFill>
                <a:srgbClr val="F6B6B1"/>
              </a:solidFill>
              <a:ln>
                <a:noFill/>
              </a:ln>
            </p:spPr>
          </p:sp>
          <p:sp>
            <p:nvSpPr>
              <p:cNvPr id="1086" name="Vector layer F8B3AC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435058" y="1405357"/>
                    </a:moveTo>
                    <a:lnTo>
                      <a:pt x="1437458" y="1407757"/>
                    </a:lnTo>
                    <a:lnTo>
                      <a:pt x="1439580" y="1405636"/>
                    </a:lnTo>
                    <a:lnTo>
                      <a:pt x="1437179" y="1403235"/>
                    </a:lnTo>
                    <a:lnTo>
                      <a:pt x="1435058" y="1405357"/>
                    </a:lnTo>
                    <a:close/>
                    <a:moveTo>
                      <a:pt x="1251687" y="875757"/>
                    </a:moveTo>
                    <a:lnTo>
                      <a:pt x="1251687" y="872362"/>
                    </a:lnTo>
                    <a:lnTo>
                      <a:pt x="1249566" y="872362"/>
                    </a:lnTo>
                    <a:lnTo>
                      <a:pt x="1249566" y="875757"/>
                    </a:lnTo>
                    <a:lnTo>
                      <a:pt x="1251687" y="875757"/>
                    </a:lnTo>
                    <a:close/>
                  </a:path>
                </a:pathLst>
              </a:custGeom>
              <a:solidFill>
                <a:srgbClr val="F8B3AC"/>
              </a:solidFill>
              <a:ln>
                <a:noFill/>
              </a:ln>
            </p:spPr>
          </p:sp>
          <p:sp>
            <p:nvSpPr>
              <p:cNvPr id="1087" name="Vector layer C7C7C7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743448" y="1937854"/>
                    </a:moveTo>
                    <a:lnTo>
                      <a:pt x="745848" y="1940255"/>
                    </a:lnTo>
                    <a:lnTo>
                      <a:pt x="747969" y="1938133"/>
                    </a:lnTo>
                    <a:lnTo>
                      <a:pt x="745569" y="1935733"/>
                    </a:lnTo>
                    <a:lnTo>
                      <a:pt x="743448" y="1937854"/>
                    </a:lnTo>
                    <a:close/>
                    <a:moveTo>
                      <a:pt x="1497503" y="1328061"/>
                    </a:moveTo>
                    <a:lnTo>
                      <a:pt x="1499624" y="1330183"/>
                    </a:lnTo>
                    <a:lnTo>
                      <a:pt x="1498703" y="1331104"/>
                    </a:lnTo>
                    <a:lnTo>
                      <a:pt x="1501103" y="1333504"/>
                    </a:lnTo>
                    <a:lnTo>
                      <a:pt x="1504425" y="1330183"/>
                    </a:lnTo>
                    <a:lnTo>
                      <a:pt x="1502303" y="1328061"/>
                    </a:lnTo>
                    <a:lnTo>
                      <a:pt x="1503225" y="1327140"/>
                    </a:lnTo>
                    <a:lnTo>
                      <a:pt x="1500825" y="1324740"/>
                    </a:lnTo>
                    <a:lnTo>
                      <a:pt x="1497503" y="1328061"/>
                    </a:lnTo>
                    <a:close/>
                    <a:moveTo>
                      <a:pt x="1515675" y="1316254"/>
                    </a:moveTo>
                    <a:lnTo>
                      <a:pt x="1518075" y="1318654"/>
                    </a:lnTo>
                    <a:lnTo>
                      <a:pt x="1520197" y="1316532"/>
                    </a:lnTo>
                    <a:lnTo>
                      <a:pt x="1517797" y="1314132"/>
                    </a:lnTo>
                    <a:lnTo>
                      <a:pt x="1515675" y="1316254"/>
                    </a:lnTo>
                    <a:close/>
                    <a:moveTo>
                      <a:pt x="1533569" y="1296239"/>
                    </a:moveTo>
                    <a:lnTo>
                      <a:pt x="1535690" y="1298360"/>
                    </a:lnTo>
                    <a:lnTo>
                      <a:pt x="1534769" y="1299282"/>
                    </a:lnTo>
                    <a:lnTo>
                      <a:pt x="1537169" y="1301682"/>
                    </a:lnTo>
                    <a:lnTo>
                      <a:pt x="1540490" y="1298360"/>
                    </a:lnTo>
                    <a:lnTo>
                      <a:pt x="1538369" y="1296239"/>
                    </a:lnTo>
                    <a:lnTo>
                      <a:pt x="1539290" y="1295317"/>
                    </a:lnTo>
                    <a:lnTo>
                      <a:pt x="1536890" y="1292917"/>
                    </a:lnTo>
                    <a:lnTo>
                      <a:pt x="1533569" y="1296239"/>
                    </a:lnTo>
                    <a:close/>
                    <a:moveTo>
                      <a:pt x="1551741" y="1284431"/>
                    </a:moveTo>
                    <a:lnTo>
                      <a:pt x="1554141" y="1286831"/>
                    </a:lnTo>
                    <a:lnTo>
                      <a:pt x="1556262" y="1284710"/>
                    </a:lnTo>
                    <a:lnTo>
                      <a:pt x="1553862" y="1282310"/>
                    </a:lnTo>
                    <a:lnTo>
                      <a:pt x="1551741" y="1284431"/>
                    </a:lnTo>
                    <a:close/>
                    <a:moveTo>
                      <a:pt x="1569634" y="1264416"/>
                    </a:moveTo>
                    <a:lnTo>
                      <a:pt x="1571756" y="1266538"/>
                    </a:lnTo>
                    <a:lnTo>
                      <a:pt x="1570834" y="1267459"/>
                    </a:lnTo>
                    <a:lnTo>
                      <a:pt x="1573234" y="1269859"/>
                    </a:lnTo>
                    <a:lnTo>
                      <a:pt x="1576556" y="1266538"/>
                    </a:lnTo>
                    <a:lnTo>
                      <a:pt x="1574435" y="1264416"/>
                    </a:lnTo>
                    <a:lnTo>
                      <a:pt x="1575356" y="1263495"/>
                    </a:lnTo>
                    <a:lnTo>
                      <a:pt x="1572956" y="1261095"/>
                    </a:lnTo>
                    <a:lnTo>
                      <a:pt x="1569634" y="1264416"/>
                    </a:lnTo>
                    <a:close/>
                    <a:moveTo>
                      <a:pt x="1324740" y="588857"/>
                    </a:moveTo>
                    <a:lnTo>
                      <a:pt x="1327140" y="586456"/>
                    </a:lnTo>
                    <a:lnTo>
                      <a:pt x="1325018" y="584335"/>
                    </a:lnTo>
                    <a:lnTo>
                      <a:pt x="1322618" y="586735"/>
                    </a:lnTo>
                    <a:lnTo>
                      <a:pt x="1324740" y="588857"/>
                    </a:lnTo>
                    <a:close/>
                    <a:moveTo>
                      <a:pt x="399764" y="227922"/>
                    </a:moveTo>
                    <a:lnTo>
                      <a:pt x="402164" y="230323"/>
                    </a:lnTo>
                    <a:lnTo>
                      <a:pt x="403086" y="229401"/>
                    </a:lnTo>
                    <a:lnTo>
                      <a:pt x="405207" y="231523"/>
                    </a:lnTo>
                    <a:lnTo>
                      <a:pt x="408529" y="228201"/>
                    </a:lnTo>
                    <a:lnTo>
                      <a:pt x="406129" y="225801"/>
                    </a:lnTo>
                    <a:lnTo>
                      <a:pt x="405207" y="226722"/>
                    </a:lnTo>
                    <a:lnTo>
                      <a:pt x="403086" y="224601"/>
                    </a:lnTo>
                    <a:lnTo>
                      <a:pt x="399764" y="227922"/>
                    </a:lnTo>
                    <a:close/>
                    <a:moveTo>
                      <a:pt x="414615" y="210950"/>
                    </a:moveTo>
                    <a:lnTo>
                      <a:pt x="417015" y="213350"/>
                    </a:lnTo>
                    <a:lnTo>
                      <a:pt x="419136" y="211229"/>
                    </a:lnTo>
                    <a:lnTo>
                      <a:pt x="416736" y="208829"/>
                    </a:lnTo>
                    <a:lnTo>
                      <a:pt x="414615" y="210950"/>
                    </a:lnTo>
                    <a:close/>
                    <a:moveTo>
                      <a:pt x="435830" y="191857"/>
                    </a:moveTo>
                    <a:lnTo>
                      <a:pt x="438230" y="194257"/>
                    </a:lnTo>
                    <a:lnTo>
                      <a:pt x="440351" y="192135"/>
                    </a:lnTo>
                    <a:lnTo>
                      <a:pt x="437951" y="189735"/>
                    </a:lnTo>
                    <a:lnTo>
                      <a:pt x="435830" y="191857"/>
                    </a:lnTo>
                    <a:close/>
                    <a:moveTo>
                      <a:pt x="446437" y="174885"/>
                    </a:moveTo>
                    <a:lnTo>
                      <a:pt x="448837" y="177285"/>
                    </a:lnTo>
                    <a:lnTo>
                      <a:pt x="449759" y="176364"/>
                    </a:lnTo>
                    <a:lnTo>
                      <a:pt x="451880" y="178485"/>
                    </a:lnTo>
                    <a:lnTo>
                      <a:pt x="455202" y="175163"/>
                    </a:lnTo>
                    <a:lnTo>
                      <a:pt x="452802" y="172763"/>
                    </a:lnTo>
                    <a:lnTo>
                      <a:pt x="451880" y="173685"/>
                    </a:lnTo>
                    <a:lnTo>
                      <a:pt x="449759" y="171563"/>
                    </a:lnTo>
                    <a:lnTo>
                      <a:pt x="446437" y="174885"/>
                    </a:lnTo>
                    <a:close/>
                    <a:moveTo>
                      <a:pt x="478260" y="138819"/>
                    </a:moveTo>
                    <a:lnTo>
                      <a:pt x="480660" y="141219"/>
                    </a:lnTo>
                    <a:lnTo>
                      <a:pt x="481581" y="140298"/>
                    </a:lnTo>
                    <a:lnTo>
                      <a:pt x="483703" y="142419"/>
                    </a:lnTo>
                    <a:lnTo>
                      <a:pt x="487024" y="139098"/>
                    </a:lnTo>
                    <a:lnTo>
                      <a:pt x="484624" y="136698"/>
                    </a:lnTo>
                    <a:lnTo>
                      <a:pt x="483703" y="137619"/>
                    </a:lnTo>
                    <a:lnTo>
                      <a:pt x="481581" y="135498"/>
                    </a:lnTo>
                    <a:lnTo>
                      <a:pt x="478260" y="138819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1088" name="Vector layer C2C2C2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990742" y="2152902"/>
                    </a:moveTo>
                    <a:lnTo>
                      <a:pt x="990742" y="2149508"/>
                    </a:lnTo>
                    <a:lnTo>
                      <a:pt x="988621" y="2149508"/>
                    </a:lnTo>
                    <a:lnTo>
                      <a:pt x="988621" y="2152902"/>
                    </a:lnTo>
                    <a:lnTo>
                      <a:pt x="990742" y="2152902"/>
                    </a:lnTo>
                    <a:close/>
                    <a:moveTo>
                      <a:pt x="961466" y="2123625"/>
                    </a:moveTo>
                    <a:lnTo>
                      <a:pt x="964860" y="2123625"/>
                    </a:lnTo>
                    <a:lnTo>
                      <a:pt x="964860" y="2121504"/>
                    </a:lnTo>
                    <a:lnTo>
                      <a:pt x="961466" y="2121504"/>
                    </a:lnTo>
                    <a:lnTo>
                      <a:pt x="961466" y="2123625"/>
                    </a:lnTo>
                    <a:close/>
                    <a:moveTo>
                      <a:pt x="583838" y="2121504"/>
                    </a:moveTo>
                    <a:lnTo>
                      <a:pt x="587232" y="2121504"/>
                    </a:lnTo>
                    <a:lnTo>
                      <a:pt x="587232" y="2119382"/>
                    </a:lnTo>
                    <a:lnTo>
                      <a:pt x="583838" y="2119382"/>
                    </a:lnTo>
                    <a:lnTo>
                      <a:pt x="583838" y="2121504"/>
                    </a:lnTo>
                    <a:close/>
                    <a:moveTo>
                      <a:pt x="959841" y="2101210"/>
                    </a:moveTo>
                    <a:lnTo>
                      <a:pt x="962241" y="2103610"/>
                    </a:lnTo>
                    <a:lnTo>
                      <a:pt x="964363" y="2101489"/>
                    </a:lnTo>
                    <a:lnTo>
                      <a:pt x="961963" y="2099089"/>
                    </a:lnTo>
                    <a:lnTo>
                      <a:pt x="959841" y="2101210"/>
                    </a:lnTo>
                    <a:close/>
                    <a:moveTo>
                      <a:pt x="613115" y="2093500"/>
                    </a:moveTo>
                    <a:lnTo>
                      <a:pt x="613115" y="2090106"/>
                    </a:lnTo>
                    <a:lnTo>
                      <a:pt x="610993" y="2090106"/>
                    </a:lnTo>
                    <a:lnTo>
                      <a:pt x="610993" y="2093500"/>
                    </a:lnTo>
                    <a:lnTo>
                      <a:pt x="613115" y="2093500"/>
                    </a:lnTo>
                    <a:close/>
                    <a:moveTo>
                      <a:pt x="667074" y="2093003"/>
                    </a:moveTo>
                    <a:lnTo>
                      <a:pt x="669474" y="2090603"/>
                    </a:lnTo>
                    <a:lnTo>
                      <a:pt x="667352" y="2088481"/>
                    </a:lnTo>
                    <a:lnTo>
                      <a:pt x="664952" y="2090881"/>
                    </a:lnTo>
                    <a:lnTo>
                      <a:pt x="667074" y="2093003"/>
                    </a:lnTo>
                    <a:close/>
                    <a:moveTo>
                      <a:pt x="934383" y="2086360"/>
                    </a:moveTo>
                    <a:lnTo>
                      <a:pt x="936783" y="2088760"/>
                    </a:lnTo>
                    <a:lnTo>
                      <a:pt x="938905" y="2086638"/>
                    </a:lnTo>
                    <a:lnTo>
                      <a:pt x="936505" y="2084238"/>
                    </a:lnTo>
                    <a:lnTo>
                      <a:pt x="934383" y="2086360"/>
                    </a:lnTo>
                    <a:close/>
                    <a:moveTo>
                      <a:pt x="690410" y="2078152"/>
                    </a:moveTo>
                    <a:lnTo>
                      <a:pt x="692810" y="2075752"/>
                    </a:lnTo>
                    <a:lnTo>
                      <a:pt x="690689" y="2073631"/>
                    </a:lnTo>
                    <a:lnTo>
                      <a:pt x="688289" y="2076031"/>
                    </a:lnTo>
                    <a:lnTo>
                      <a:pt x="690410" y="2078152"/>
                    </a:lnTo>
                    <a:close/>
                    <a:moveTo>
                      <a:pt x="908925" y="2071509"/>
                    </a:moveTo>
                    <a:lnTo>
                      <a:pt x="911325" y="2073909"/>
                    </a:lnTo>
                    <a:lnTo>
                      <a:pt x="913447" y="2071788"/>
                    </a:lnTo>
                    <a:lnTo>
                      <a:pt x="911047" y="2069388"/>
                    </a:lnTo>
                    <a:lnTo>
                      <a:pt x="908925" y="2071509"/>
                    </a:lnTo>
                    <a:close/>
                    <a:moveTo>
                      <a:pt x="751437" y="2036644"/>
                    </a:moveTo>
                    <a:lnTo>
                      <a:pt x="754831" y="2036644"/>
                    </a:lnTo>
                    <a:lnTo>
                      <a:pt x="754831" y="2034522"/>
                    </a:lnTo>
                    <a:lnTo>
                      <a:pt x="751437" y="2034522"/>
                    </a:lnTo>
                    <a:lnTo>
                      <a:pt x="751437" y="2036644"/>
                    </a:lnTo>
                    <a:close/>
                    <a:moveTo>
                      <a:pt x="832551" y="2026958"/>
                    </a:moveTo>
                    <a:lnTo>
                      <a:pt x="834951" y="2029358"/>
                    </a:lnTo>
                    <a:lnTo>
                      <a:pt x="837073" y="2027236"/>
                    </a:lnTo>
                    <a:lnTo>
                      <a:pt x="834672" y="2024836"/>
                    </a:lnTo>
                    <a:lnTo>
                      <a:pt x="832551" y="2026958"/>
                    </a:lnTo>
                    <a:close/>
                    <a:moveTo>
                      <a:pt x="683549" y="1826615"/>
                    </a:moveTo>
                    <a:lnTo>
                      <a:pt x="686943" y="1826615"/>
                    </a:lnTo>
                    <a:lnTo>
                      <a:pt x="686943" y="1824493"/>
                    </a:lnTo>
                    <a:lnTo>
                      <a:pt x="683549" y="1824493"/>
                    </a:lnTo>
                    <a:lnTo>
                      <a:pt x="683549" y="1826615"/>
                    </a:lnTo>
                    <a:close/>
                    <a:moveTo>
                      <a:pt x="683549" y="1818129"/>
                    </a:moveTo>
                    <a:lnTo>
                      <a:pt x="686943" y="1818129"/>
                    </a:lnTo>
                    <a:lnTo>
                      <a:pt x="686943" y="1816007"/>
                    </a:lnTo>
                    <a:lnTo>
                      <a:pt x="683549" y="1816007"/>
                    </a:lnTo>
                    <a:lnTo>
                      <a:pt x="683549" y="1818129"/>
                    </a:lnTo>
                    <a:close/>
                    <a:moveTo>
                      <a:pt x="1699325" y="1730723"/>
                    </a:moveTo>
                    <a:lnTo>
                      <a:pt x="1699325" y="1727328"/>
                    </a:lnTo>
                    <a:lnTo>
                      <a:pt x="1697203" y="1727328"/>
                    </a:lnTo>
                    <a:lnTo>
                      <a:pt x="1697203" y="1730723"/>
                    </a:lnTo>
                    <a:lnTo>
                      <a:pt x="1699325" y="1730723"/>
                    </a:lnTo>
                    <a:close/>
                    <a:moveTo>
                      <a:pt x="1665805" y="1699325"/>
                    </a:moveTo>
                    <a:lnTo>
                      <a:pt x="1669199" y="1699325"/>
                    </a:lnTo>
                    <a:lnTo>
                      <a:pt x="1669199" y="1695082"/>
                    </a:lnTo>
                    <a:lnTo>
                      <a:pt x="1665805" y="1695082"/>
                    </a:lnTo>
                    <a:lnTo>
                      <a:pt x="1665805" y="1699325"/>
                    </a:lnTo>
                    <a:close/>
                    <a:moveTo>
                      <a:pt x="1943722" y="1523240"/>
                    </a:moveTo>
                    <a:lnTo>
                      <a:pt x="1947116" y="1523240"/>
                    </a:lnTo>
                    <a:lnTo>
                      <a:pt x="1947116" y="1521118"/>
                    </a:lnTo>
                    <a:lnTo>
                      <a:pt x="1943722" y="1521118"/>
                    </a:lnTo>
                    <a:lnTo>
                      <a:pt x="1943722" y="1523240"/>
                    </a:lnTo>
                    <a:close/>
                    <a:moveTo>
                      <a:pt x="1942097" y="1509311"/>
                    </a:moveTo>
                    <a:lnTo>
                      <a:pt x="1944498" y="1511711"/>
                    </a:lnTo>
                    <a:lnTo>
                      <a:pt x="1946619" y="1509589"/>
                    </a:lnTo>
                    <a:lnTo>
                      <a:pt x="1944219" y="1507189"/>
                    </a:lnTo>
                    <a:lnTo>
                      <a:pt x="1942097" y="1509311"/>
                    </a:lnTo>
                    <a:close/>
                    <a:moveTo>
                      <a:pt x="1914518" y="1498703"/>
                    </a:moveTo>
                    <a:lnTo>
                      <a:pt x="1916918" y="1501103"/>
                    </a:lnTo>
                    <a:lnTo>
                      <a:pt x="1919040" y="1498982"/>
                    </a:lnTo>
                    <a:lnTo>
                      <a:pt x="1916639" y="1496582"/>
                    </a:lnTo>
                    <a:lnTo>
                      <a:pt x="1914518" y="1498703"/>
                    </a:lnTo>
                    <a:close/>
                    <a:moveTo>
                      <a:pt x="1886938" y="1488096"/>
                    </a:moveTo>
                    <a:lnTo>
                      <a:pt x="1889338" y="1490496"/>
                    </a:lnTo>
                    <a:lnTo>
                      <a:pt x="1891460" y="1488374"/>
                    </a:lnTo>
                    <a:lnTo>
                      <a:pt x="1889060" y="1485974"/>
                    </a:lnTo>
                    <a:lnTo>
                      <a:pt x="1886938" y="1488096"/>
                    </a:lnTo>
                    <a:close/>
                    <a:moveTo>
                      <a:pt x="1859359" y="1477488"/>
                    </a:moveTo>
                    <a:lnTo>
                      <a:pt x="1861759" y="1479888"/>
                    </a:lnTo>
                    <a:lnTo>
                      <a:pt x="1863880" y="1477767"/>
                    </a:lnTo>
                    <a:lnTo>
                      <a:pt x="1861480" y="1475367"/>
                    </a:lnTo>
                    <a:lnTo>
                      <a:pt x="1859359" y="1477488"/>
                    </a:lnTo>
                    <a:close/>
                    <a:moveTo>
                      <a:pt x="1736311" y="1405357"/>
                    </a:moveTo>
                    <a:lnTo>
                      <a:pt x="1738712" y="1407757"/>
                    </a:lnTo>
                    <a:lnTo>
                      <a:pt x="1740833" y="1405636"/>
                    </a:lnTo>
                    <a:lnTo>
                      <a:pt x="1738433" y="1403235"/>
                    </a:lnTo>
                    <a:lnTo>
                      <a:pt x="1736311" y="1405357"/>
                    </a:lnTo>
                    <a:close/>
                    <a:moveTo>
                      <a:pt x="1685395" y="1326861"/>
                    </a:moveTo>
                    <a:lnTo>
                      <a:pt x="1687796" y="1329261"/>
                    </a:lnTo>
                    <a:lnTo>
                      <a:pt x="1689917" y="1327140"/>
                    </a:lnTo>
                    <a:lnTo>
                      <a:pt x="1687517" y="1324740"/>
                    </a:lnTo>
                    <a:lnTo>
                      <a:pt x="1685395" y="1326861"/>
                    </a:lnTo>
                    <a:close/>
                    <a:moveTo>
                      <a:pt x="1681152" y="1320497"/>
                    </a:moveTo>
                    <a:lnTo>
                      <a:pt x="1683553" y="1322897"/>
                    </a:lnTo>
                    <a:lnTo>
                      <a:pt x="1685674" y="1320775"/>
                    </a:lnTo>
                    <a:lnTo>
                      <a:pt x="1683274" y="1318375"/>
                    </a:lnTo>
                    <a:lnTo>
                      <a:pt x="1681152" y="1320497"/>
                    </a:lnTo>
                    <a:close/>
                    <a:moveTo>
                      <a:pt x="112864" y="1291996"/>
                    </a:moveTo>
                    <a:lnTo>
                      <a:pt x="116258" y="1291996"/>
                    </a:lnTo>
                    <a:lnTo>
                      <a:pt x="116258" y="1289874"/>
                    </a:lnTo>
                    <a:lnTo>
                      <a:pt x="112864" y="1289874"/>
                    </a:lnTo>
                    <a:lnTo>
                      <a:pt x="112864" y="1291996"/>
                    </a:lnTo>
                    <a:close/>
                    <a:moveTo>
                      <a:pt x="1657816" y="1284431"/>
                    </a:moveTo>
                    <a:lnTo>
                      <a:pt x="1660216" y="1286831"/>
                    </a:lnTo>
                    <a:lnTo>
                      <a:pt x="1662338" y="1284710"/>
                    </a:lnTo>
                    <a:lnTo>
                      <a:pt x="1659937" y="1282310"/>
                    </a:lnTo>
                    <a:lnTo>
                      <a:pt x="1657816" y="1284431"/>
                    </a:lnTo>
                    <a:close/>
                    <a:moveTo>
                      <a:pt x="1587309" y="1226229"/>
                    </a:moveTo>
                    <a:lnTo>
                      <a:pt x="1590704" y="1226229"/>
                    </a:lnTo>
                    <a:lnTo>
                      <a:pt x="1590704" y="1221986"/>
                    </a:lnTo>
                    <a:lnTo>
                      <a:pt x="1587309" y="1221986"/>
                    </a:lnTo>
                    <a:lnTo>
                      <a:pt x="1587309" y="1226229"/>
                    </a:lnTo>
                    <a:close/>
                    <a:moveTo>
                      <a:pt x="356413" y="1198225"/>
                    </a:moveTo>
                    <a:lnTo>
                      <a:pt x="356413" y="1194831"/>
                    </a:lnTo>
                    <a:lnTo>
                      <a:pt x="350048" y="1194831"/>
                    </a:lnTo>
                    <a:lnTo>
                      <a:pt x="350048" y="1198225"/>
                    </a:lnTo>
                    <a:lnTo>
                      <a:pt x="356413" y="1198225"/>
                    </a:lnTo>
                    <a:close/>
                    <a:moveTo>
                      <a:pt x="121847" y="1174392"/>
                    </a:moveTo>
                    <a:lnTo>
                      <a:pt x="124247" y="1171991"/>
                    </a:lnTo>
                    <a:lnTo>
                      <a:pt x="122126" y="1169870"/>
                    </a:lnTo>
                    <a:lnTo>
                      <a:pt x="119726" y="1172270"/>
                    </a:lnTo>
                    <a:lnTo>
                      <a:pt x="121847" y="1174392"/>
                    </a:lnTo>
                    <a:close/>
                    <a:moveTo>
                      <a:pt x="123969" y="1168027"/>
                    </a:moveTo>
                    <a:lnTo>
                      <a:pt x="126369" y="1165627"/>
                    </a:lnTo>
                    <a:lnTo>
                      <a:pt x="124247" y="1163505"/>
                    </a:lnTo>
                    <a:lnTo>
                      <a:pt x="121847" y="1165906"/>
                    </a:lnTo>
                    <a:lnTo>
                      <a:pt x="123969" y="1168027"/>
                    </a:lnTo>
                    <a:close/>
                    <a:moveTo>
                      <a:pt x="126090" y="1161663"/>
                    </a:moveTo>
                    <a:lnTo>
                      <a:pt x="128490" y="1159262"/>
                    </a:lnTo>
                    <a:lnTo>
                      <a:pt x="126369" y="1157141"/>
                    </a:lnTo>
                    <a:lnTo>
                      <a:pt x="123969" y="1159541"/>
                    </a:lnTo>
                    <a:lnTo>
                      <a:pt x="126090" y="1161663"/>
                    </a:lnTo>
                    <a:close/>
                    <a:moveTo>
                      <a:pt x="312782" y="1146533"/>
                    </a:moveTo>
                    <a:lnTo>
                      <a:pt x="315183" y="1148934"/>
                    </a:lnTo>
                    <a:lnTo>
                      <a:pt x="317304" y="1146812"/>
                    </a:lnTo>
                    <a:lnTo>
                      <a:pt x="314904" y="1144412"/>
                    </a:lnTo>
                    <a:lnTo>
                      <a:pt x="312782" y="1146533"/>
                    </a:lnTo>
                    <a:close/>
                    <a:moveTo>
                      <a:pt x="308539" y="1144412"/>
                    </a:moveTo>
                    <a:lnTo>
                      <a:pt x="310940" y="1146812"/>
                    </a:lnTo>
                    <a:lnTo>
                      <a:pt x="313061" y="1144691"/>
                    </a:lnTo>
                    <a:lnTo>
                      <a:pt x="310661" y="1142290"/>
                    </a:lnTo>
                    <a:lnTo>
                      <a:pt x="308539" y="1144412"/>
                    </a:lnTo>
                    <a:close/>
                    <a:moveTo>
                      <a:pt x="255502" y="1118954"/>
                    </a:moveTo>
                    <a:lnTo>
                      <a:pt x="257902" y="1121354"/>
                    </a:lnTo>
                    <a:lnTo>
                      <a:pt x="260024" y="1119233"/>
                    </a:lnTo>
                    <a:lnTo>
                      <a:pt x="257623" y="1116832"/>
                    </a:lnTo>
                    <a:lnTo>
                      <a:pt x="255502" y="1118954"/>
                    </a:lnTo>
                    <a:close/>
                    <a:moveTo>
                      <a:pt x="251259" y="1116832"/>
                    </a:moveTo>
                    <a:lnTo>
                      <a:pt x="253659" y="1119233"/>
                    </a:lnTo>
                    <a:lnTo>
                      <a:pt x="255781" y="1117111"/>
                    </a:lnTo>
                    <a:lnTo>
                      <a:pt x="253380" y="1114711"/>
                    </a:lnTo>
                    <a:lnTo>
                      <a:pt x="251259" y="1116832"/>
                    </a:lnTo>
                    <a:close/>
                    <a:moveTo>
                      <a:pt x="202464" y="1093496"/>
                    </a:moveTo>
                    <a:lnTo>
                      <a:pt x="204864" y="1095896"/>
                    </a:lnTo>
                    <a:lnTo>
                      <a:pt x="206986" y="1093775"/>
                    </a:lnTo>
                    <a:lnTo>
                      <a:pt x="204586" y="1091374"/>
                    </a:lnTo>
                    <a:lnTo>
                      <a:pt x="202464" y="1093496"/>
                    </a:lnTo>
                    <a:close/>
                    <a:moveTo>
                      <a:pt x="198221" y="1091374"/>
                    </a:moveTo>
                    <a:lnTo>
                      <a:pt x="200621" y="1093775"/>
                    </a:lnTo>
                    <a:lnTo>
                      <a:pt x="202743" y="1091653"/>
                    </a:lnTo>
                    <a:lnTo>
                      <a:pt x="200343" y="1089253"/>
                    </a:lnTo>
                    <a:lnTo>
                      <a:pt x="198221" y="1091374"/>
                    </a:lnTo>
                    <a:close/>
                    <a:moveTo>
                      <a:pt x="193978" y="1089253"/>
                    </a:moveTo>
                    <a:lnTo>
                      <a:pt x="196378" y="1091653"/>
                    </a:lnTo>
                    <a:lnTo>
                      <a:pt x="198500" y="1089532"/>
                    </a:lnTo>
                    <a:lnTo>
                      <a:pt x="196100" y="1087131"/>
                    </a:lnTo>
                    <a:lnTo>
                      <a:pt x="193978" y="1089253"/>
                    </a:lnTo>
                    <a:close/>
                    <a:moveTo>
                      <a:pt x="1852073" y="920308"/>
                    </a:moveTo>
                    <a:lnTo>
                      <a:pt x="1852073" y="916914"/>
                    </a:lnTo>
                    <a:lnTo>
                      <a:pt x="1849951" y="916914"/>
                    </a:lnTo>
                    <a:lnTo>
                      <a:pt x="1849951" y="920308"/>
                    </a:lnTo>
                    <a:lnTo>
                      <a:pt x="1852073" y="920308"/>
                    </a:lnTo>
                    <a:close/>
                    <a:moveTo>
                      <a:pt x="1587806" y="902561"/>
                    </a:moveTo>
                    <a:lnTo>
                      <a:pt x="1590206" y="904961"/>
                    </a:lnTo>
                    <a:lnTo>
                      <a:pt x="1592328" y="902839"/>
                    </a:lnTo>
                    <a:lnTo>
                      <a:pt x="1589928" y="900439"/>
                    </a:lnTo>
                    <a:lnTo>
                      <a:pt x="1587806" y="902561"/>
                    </a:lnTo>
                    <a:close/>
                    <a:moveTo>
                      <a:pt x="1526283" y="894074"/>
                    </a:moveTo>
                    <a:lnTo>
                      <a:pt x="1528683" y="896475"/>
                    </a:lnTo>
                    <a:lnTo>
                      <a:pt x="1530804" y="894353"/>
                    </a:lnTo>
                    <a:lnTo>
                      <a:pt x="1528404" y="891953"/>
                    </a:lnTo>
                    <a:lnTo>
                      <a:pt x="1526283" y="894074"/>
                    </a:lnTo>
                    <a:close/>
                    <a:moveTo>
                      <a:pt x="1581442" y="887710"/>
                    </a:moveTo>
                    <a:lnTo>
                      <a:pt x="1583842" y="890110"/>
                    </a:lnTo>
                    <a:lnTo>
                      <a:pt x="1585963" y="887989"/>
                    </a:lnTo>
                    <a:lnTo>
                      <a:pt x="1583563" y="885588"/>
                    </a:lnTo>
                    <a:lnTo>
                      <a:pt x="1581442" y="887710"/>
                    </a:lnTo>
                    <a:close/>
                    <a:moveTo>
                      <a:pt x="1822796" y="891032"/>
                    </a:moveTo>
                    <a:lnTo>
                      <a:pt x="1826190" y="891032"/>
                    </a:lnTo>
                    <a:lnTo>
                      <a:pt x="1826190" y="884667"/>
                    </a:lnTo>
                    <a:lnTo>
                      <a:pt x="1822796" y="884667"/>
                    </a:lnTo>
                    <a:lnTo>
                      <a:pt x="1822796" y="891032"/>
                    </a:lnTo>
                    <a:close/>
                    <a:moveTo>
                      <a:pt x="1570834" y="862252"/>
                    </a:moveTo>
                    <a:lnTo>
                      <a:pt x="1573234" y="864652"/>
                    </a:lnTo>
                    <a:lnTo>
                      <a:pt x="1575356" y="862531"/>
                    </a:lnTo>
                    <a:lnTo>
                      <a:pt x="1572956" y="860130"/>
                    </a:lnTo>
                    <a:lnTo>
                      <a:pt x="1570834" y="862252"/>
                    </a:lnTo>
                    <a:close/>
                    <a:moveTo>
                      <a:pt x="1358684" y="837073"/>
                    </a:moveTo>
                    <a:lnTo>
                      <a:pt x="1361084" y="834672"/>
                    </a:lnTo>
                    <a:lnTo>
                      <a:pt x="1358963" y="832551"/>
                    </a:lnTo>
                    <a:lnTo>
                      <a:pt x="1356562" y="834951"/>
                    </a:lnTo>
                    <a:lnTo>
                      <a:pt x="1358684" y="837073"/>
                    </a:lnTo>
                    <a:close/>
                    <a:moveTo>
                      <a:pt x="1326861" y="834672"/>
                    </a:moveTo>
                    <a:lnTo>
                      <a:pt x="1329261" y="837073"/>
                    </a:lnTo>
                    <a:lnTo>
                      <a:pt x="1331383" y="834951"/>
                    </a:lnTo>
                    <a:lnTo>
                      <a:pt x="1328983" y="832551"/>
                    </a:lnTo>
                    <a:lnTo>
                      <a:pt x="1326861" y="834672"/>
                    </a:lnTo>
                    <a:close/>
                    <a:moveTo>
                      <a:pt x="1829658" y="832551"/>
                    </a:moveTo>
                    <a:lnTo>
                      <a:pt x="1832058" y="834951"/>
                    </a:lnTo>
                    <a:lnTo>
                      <a:pt x="1834179" y="832830"/>
                    </a:lnTo>
                    <a:lnTo>
                      <a:pt x="1831779" y="830429"/>
                    </a:lnTo>
                    <a:lnTo>
                      <a:pt x="1829658" y="832551"/>
                    </a:lnTo>
                    <a:close/>
                    <a:moveTo>
                      <a:pt x="1373534" y="828587"/>
                    </a:moveTo>
                    <a:lnTo>
                      <a:pt x="1375935" y="826186"/>
                    </a:lnTo>
                    <a:lnTo>
                      <a:pt x="1373813" y="824065"/>
                    </a:lnTo>
                    <a:lnTo>
                      <a:pt x="1371413" y="826465"/>
                    </a:lnTo>
                    <a:lnTo>
                      <a:pt x="1373534" y="828587"/>
                    </a:lnTo>
                    <a:close/>
                    <a:moveTo>
                      <a:pt x="1553862" y="821943"/>
                    </a:moveTo>
                    <a:lnTo>
                      <a:pt x="1556262" y="824344"/>
                    </a:lnTo>
                    <a:lnTo>
                      <a:pt x="1558384" y="822222"/>
                    </a:lnTo>
                    <a:lnTo>
                      <a:pt x="1555984" y="819822"/>
                    </a:lnTo>
                    <a:lnTo>
                      <a:pt x="1553862" y="821943"/>
                    </a:lnTo>
                    <a:close/>
                    <a:moveTo>
                      <a:pt x="1823293" y="817700"/>
                    </a:moveTo>
                    <a:lnTo>
                      <a:pt x="1825693" y="820101"/>
                    </a:lnTo>
                    <a:lnTo>
                      <a:pt x="1827815" y="817979"/>
                    </a:lnTo>
                    <a:lnTo>
                      <a:pt x="1825415" y="815579"/>
                    </a:lnTo>
                    <a:lnTo>
                      <a:pt x="1823293" y="817700"/>
                    </a:lnTo>
                    <a:close/>
                    <a:moveTo>
                      <a:pt x="1816929" y="802850"/>
                    </a:moveTo>
                    <a:lnTo>
                      <a:pt x="1819329" y="805250"/>
                    </a:lnTo>
                    <a:lnTo>
                      <a:pt x="1821450" y="803129"/>
                    </a:lnTo>
                    <a:lnTo>
                      <a:pt x="1819050" y="800728"/>
                    </a:lnTo>
                    <a:lnTo>
                      <a:pt x="1816929" y="802850"/>
                    </a:lnTo>
                    <a:close/>
                    <a:moveTo>
                      <a:pt x="1371413" y="790121"/>
                    </a:moveTo>
                    <a:lnTo>
                      <a:pt x="1373813" y="792521"/>
                    </a:lnTo>
                    <a:lnTo>
                      <a:pt x="1375935" y="790400"/>
                    </a:lnTo>
                    <a:lnTo>
                      <a:pt x="1373534" y="787999"/>
                    </a:lnTo>
                    <a:lnTo>
                      <a:pt x="1371413" y="790121"/>
                    </a:lnTo>
                    <a:close/>
                    <a:moveTo>
                      <a:pt x="1536890" y="781635"/>
                    </a:moveTo>
                    <a:lnTo>
                      <a:pt x="1539290" y="784035"/>
                    </a:lnTo>
                    <a:lnTo>
                      <a:pt x="1541412" y="781913"/>
                    </a:lnTo>
                    <a:lnTo>
                      <a:pt x="1539012" y="779513"/>
                    </a:lnTo>
                    <a:lnTo>
                      <a:pt x="1536890" y="781635"/>
                    </a:lnTo>
                    <a:close/>
                    <a:moveTo>
                      <a:pt x="1356562" y="781635"/>
                    </a:moveTo>
                    <a:lnTo>
                      <a:pt x="1358963" y="784035"/>
                    </a:lnTo>
                    <a:lnTo>
                      <a:pt x="1361084" y="781913"/>
                    </a:lnTo>
                    <a:lnTo>
                      <a:pt x="1358684" y="779513"/>
                    </a:lnTo>
                    <a:lnTo>
                      <a:pt x="1356562" y="781635"/>
                    </a:lnTo>
                    <a:close/>
                    <a:moveTo>
                      <a:pt x="1341712" y="773149"/>
                    </a:moveTo>
                    <a:lnTo>
                      <a:pt x="1344112" y="775549"/>
                    </a:lnTo>
                    <a:lnTo>
                      <a:pt x="1346233" y="773427"/>
                    </a:lnTo>
                    <a:lnTo>
                      <a:pt x="1343833" y="771027"/>
                    </a:lnTo>
                    <a:lnTo>
                      <a:pt x="1341712" y="773149"/>
                    </a:lnTo>
                    <a:close/>
                    <a:moveTo>
                      <a:pt x="1802078" y="768906"/>
                    </a:moveTo>
                    <a:lnTo>
                      <a:pt x="1804478" y="771306"/>
                    </a:lnTo>
                    <a:lnTo>
                      <a:pt x="1806600" y="769184"/>
                    </a:lnTo>
                    <a:lnTo>
                      <a:pt x="1804200" y="766784"/>
                    </a:lnTo>
                    <a:lnTo>
                      <a:pt x="1802078" y="768906"/>
                    </a:lnTo>
                    <a:close/>
                    <a:moveTo>
                      <a:pt x="1321842" y="762044"/>
                    </a:moveTo>
                    <a:lnTo>
                      <a:pt x="1329759" y="769960"/>
                    </a:lnTo>
                    <a:lnTo>
                      <a:pt x="1329759" y="762044"/>
                    </a:lnTo>
                    <a:lnTo>
                      <a:pt x="1321842" y="762044"/>
                    </a:lnTo>
                    <a:close/>
                    <a:moveTo>
                      <a:pt x="1795714" y="754055"/>
                    </a:moveTo>
                    <a:lnTo>
                      <a:pt x="1798114" y="756455"/>
                    </a:lnTo>
                    <a:lnTo>
                      <a:pt x="1800235" y="754334"/>
                    </a:lnTo>
                    <a:lnTo>
                      <a:pt x="1797835" y="751934"/>
                    </a:lnTo>
                    <a:lnTo>
                      <a:pt x="1795714" y="754055"/>
                    </a:lnTo>
                    <a:close/>
                    <a:moveTo>
                      <a:pt x="1252609" y="722233"/>
                    </a:moveTo>
                    <a:lnTo>
                      <a:pt x="1255009" y="724633"/>
                    </a:lnTo>
                    <a:lnTo>
                      <a:pt x="1257130" y="722511"/>
                    </a:lnTo>
                    <a:lnTo>
                      <a:pt x="1254730" y="720111"/>
                    </a:lnTo>
                    <a:lnTo>
                      <a:pt x="1252609" y="722233"/>
                    </a:lnTo>
                    <a:close/>
                    <a:moveTo>
                      <a:pt x="1774499" y="705261"/>
                    </a:moveTo>
                    <a:lnTo>
                      <a:pt x="1776899" y="707661"/>
                    </a:lnTo>
                    <a:lnTo>
                      <a:pt x="1779020" y="705539"/>
                    </a:lnTo>
                    <a:lnTo>
                      <a:pt x="1776620" y="703139"/>
                    </a:lnTo>
                    <a:lnTo>
                      <a:pt x="1774499" y="705261"/>
                    </a:lnTo>
                    <a:close/>
                    <a:moveTo>
                      <a:pt x="1470626" y="693732"/>
                    </a:moveTo>
                    <a:lnTo>
                      <a:pt x="1474021" y="693732"/>
                    </a:lnTo>
                    <a:lnTo>
                      <a:pt x="1474021" y="691610"/>
                    </a:lnTo>
                    <a:lnTo>
                      <a:pt x="1470626" y="691610"/>
                    </a:lnTo>
                    <a:lnTo>
                      <a:pt x="1470626" y="693732"/>
                    </a:lnTo>
                    <a:close/>
                    <a:moveTo>
                      <a:pt x="1449908" y="664952"/>
                    </a:moveTo>
                    <a:lnTo>
                      <a:pt x="1452309" y="667352"/>
                    </a:lnTo>
                    <a:lnTo>
                      <a:pt x="1454430" y="665231"/>
                    </a:lnTo>
                    <a:lnTo>
                      <a:pt x="1452030" y="662831"/>
                    </a:lnTo>
                    <a:lnTo>
                      <a:pt x="1449908" y="664952"/>
                    </a:lnTo>
                    <a:close/>
                    <a:moveTo>
                      <a:pt x="1485974" y="658588"/>
                    </a:moveTo>
                    <a:lnTo>
                      <a:pt x="1488374" y="660988"/>
                    </a:lnTo>
                    <a:lnTo>
                      <a:pt x="1490496" y="658866"/>
                    </a:lnTo>
                    <a:lnTo>
                      <a:pt x="1488096" y="656466"/>
                    </a:lnTo>
                    <a:lnTo>
                      <a:pt x="1485974" y="658588"/>
                    </a:lnTo>
                    <a:close/>
                    <a:moveTo>
                      <a:pt x="1517797" y="656745"/>
                    </a:moveTo>
                    <a:lnTo>
                      <a:pt x="1520197" y="654345"/>
                    </a:lnTo>
                    <a:lnTo>
                      <a:pt x="1518075" y="652223"/>
                    </a:lnTo>
                    <a:lnTo>
                      <a:pt x="1515675" y="654623"/>
                    </a:lnTo>
                    <a:lnTo>
                      <a:pt x="1517797" y="656745"/>
                    </a:lnTo>
                    <a:close/>
                    <a:moveTo>
                      <a:pt x="1326861" y="652223"/>
                    </a:moveTo>
                    <a:lnTo>
                      <a:pt x="1329261" y="654623"/>
                    </a:lnTo>
                    <a:lnTo>
                      <a:pt x="1331383" y="652502"/>
                    </a:lnTo>
                    <a:lnTo>
                      <a:pt x="1328983" y="650102"/>
                    </a:lnTo>
                    <a:lnTo>
                      <a:pt x="1326861" y="652223"/>
                    </a:lnTo>
                    <a:close/>
                    <a:moveTo>
                      <a:pt x="1519918" y="650380"/>
                    </a:moveTo>
                    <a:lnTo>
                      <a:pt x="1522318" y="647980"/>
                    </a:lnTo>
                    <a:lnTo>
                      <a:pt x="1520197" y="645859"/>
                    </a:lnTo>
                    <a:lnTo>
                      <a:pt x="1517797" y="648259"/>
                    </a:lnTo>
                    <a:lnTo>
                      <a:pt x="1519918" y="650380"/>
                    </a:lnTo>
                    <a:close/>
                    <a:moveTo>
                      <a:pt x="1481731" y="647980"/>
                    </a:moveTo>
                    <a:lnTo>
                      <a:pt x="1484131" y="650380"/>
                    </a:lnTo>
                    <a:lnTo>
                      <a:pt x="1486253" y="648259"/>
                    </a:lnTo>
                    <a:lnTo>
                      <a:pt x="1483853" y="645859"/>
                    </a:lnTo>
                    <a:lnTo>
                      <a:pt x="1481731" y="647980"/>
                    </a:lnTo>
                    <a:close/>
                    <a:moveTo>
                      <a:pt x="1324740" y="647980"/>
                    </a:moveTo>
                    <a:lnTo>
                      <a:pt x="1327140" y="650380"/>
                    </a:lnTo>
                    <a:lnTo>
                      <a:pt x="1329261" y="648259"/>
                    </a:lnTo>
                    <a:lnTo>
                      <a:pt x="1326861" y="645859"/>
                    </a:lnTo>
                    <a:lnTo>
                      <a:pt x="1324740" y="647980"/>
                    </a:lnTo>
                    <a:close/>
                    <a:moveTo>
                      <a:pt x="1322618" y="643737"/>
                    </a:moveTo>
                    <a:lnTo>
                      <a:pt x="1325018" y="646137"/>
                    </a:lnTo>
                    <a:lnTo>
                      <a:pt x="1327140" y="644016"/>
                    </a:lnTo>
                    <a:lnTo>
                      <a:pt x="1324740" y="641616"/>
                    </a:lnTo>
                    <a:lnTo>
                      <a:pt x="1322618" y="643737"/>
                    </a:lnTo>
                    <a:close/>
                    <a:moveTo>
                      <a:pt x="1522040" y="644016"/>
                    </a:moveTo>
                    <a:lnTo>
                      <a:pt x="1524440" y="641616"/>
                    </a:lnTo>
                    <a:lnTo>
                      <a:pt x="1522318" y="639494"/>
                    </a:lnTo>
                    <a:lnTo>
                      <a:pt x="1519918" y="641894"/>
                    </a:lnTo>
                    <a:lnTo>
                      <a:pt x="1522040" y="644016"/>
                    </a:lnTo>
                    <a:close/>
                    <a:moveTo>
                      <a:pt x="1320497" y="639494"/>
                    </a:moveTo>
                    <a:lnTo>
                      <a:pt x="1322897" y="641894"/>
                    </a:lnTo>
                    <a:lnTo>
                      <a:pt x="1325018" y="639773"/>
                    </a:lnTo>
                    <a:lnTo>
                      <a:pt x="1322618" y="637373"/>
                    </a:lnTo>
                    <a:lnTo>
                      <a:pt x="1320497" y="639494"/>
                    </a:lnTo>
                    <a:close/>
                    <a:moveTo>
                      <a:pt x="1477488" y="637373"/>
                    </a:moveTo>
                    <a:lnTo>
                      <a:pt x="1479888" y="639773"/>
                    </a:lnTo>
                    <a:lnTo>
                      <a:pt x="1482010" y="637651"/>
                    </a:lnTo>
                    <a:lnTo>
                      <a:pt x="1479610" y="635251"/>
                    </a:lnTo>
                    <a:lnTo>
                      <a:pt x="1477488" y="637373"/>
                    </a:lnTo>
                    <a:close/>
                    <a:moveTo>
                      <a:pt x="1405357" y="637373"/>
                    </a:moveTo>
                    <a:lnTo>
                      <a:pt x="1407757" y="639773"/>
                    </a:lnTo>
                    <a:lnTo>
                      <a:pt x="1409879" y="637651"/>
                    </a:lnTo>
                    <a:lnTo>
                      <a:pt x="1407478" y="635251"/>
                    </a:lnTo>
                    <a:lnTo>
                      <a:pt x="1405357" y="637373"/>
                    </a:lnTo>
                    <a:close/>
                    <a:moveTo>
                      <a:pt x="1473245" y="626765"/>
                    </a:moveTo>
                    <a:lnTo>
                      <a:pt x="1475645" y="629165"/>
                    </a:lnTo>
                    <a:lnTo>
                      <a:pt x="1477767" y="627044"/>
                    </a:lnTo>
                    <a:lnTo>
                      <a:pt x="1475367" y="624644"/>
                    </a:lnTo>
                    <a:lnTo>
                      <a:pt x="1473245" y="626765"/>
                    </a:lnTo>
                    <a:close/>
                    <a:moveTo>
                      <a:pt x="1551741" y="557034"/>
                    </a:moveTo>
                    <a:lnTo>
                      <a:pt x="1554141" y="554634"/>
                    </a:lnTo>
                    <a:lnTo>
                      <a:pt x="1552019" y="552512"/>
                    </a:lnTo>
                    <a:lnTo>
                      <a:pt x="1549619" y="554913"/>
                    </a:lnTo>
                    <a:lnTo>
                      <a:pt x="1551741" y="557034"/>
                    </a:lnTo>
                    <a:close/>
                    <a:moveTo>
                      <a:pt x="1579320" y="350970"/>
                    </a:moveTo>
                    <a:lnTo>
                      <a:pt x="1581720" y="353370"/>
                    </a:lnTo>
                    <a:lnTo>
                      <a:pt x="1583842" y="351248"/>
                    </a:lnTo>
                    <a:lnTo>
                      <a:pt x="1581442" y="348848"/>
                    </a:lnTo>
                    <a:lnTo>
                      <a:pt x="1579320" y="350970"/>
                    </a:lnTo>
                    <a:close/>
                    <a:moveTo>
                      <a:pt x="344108" y="260945"/>
                    </a:moveTo>
                    <a:lnTo>
                      <a:pt x="347502" y="260945"/>
                    </a:lnTo>
                    <a:lnTo>
                      <a:pt x="347502" y="256702"/>
                    </a:lnTo>
                    <a:lnTo>
                      <a:pt x="344108" y="256702"/>
                    </a:lnTo>
                    <a:lnTo>
                      <a:pt x="344108" y="260945"/>
                    </a:lnTo>
                    <a:close/>
                    <a:moveTo>
                      <a:pt x="1547498" y="143341"/>
                    </a:moveTo>
                    <a:lnTo>
                      <a:pt x="1549898" y="140941"/>
                    </a:lnTo>
                    <a:lnTo>
                      <a:pt x="1547776" y="138819"/>
                    </a:lnTo>
                    <a:lnTo>
                      <a:pt x="1545376" y="141219"/>
                    </a:lnTo>
                    <a:lnTo>
                      <a:pt x="1547498" y="143341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1089" name="Vector layer BEBEBE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639494" y="2103610"/>
                    </a:moveTo>
                    <a:lnTo>
                      <a:pt x="641894" y="2101210"/>
                    </a:lnTo>
                    <a:lnTo>
                      <a:pt x="639773" y="2099089"/>
                    </a:lnTo>
                    <a:lnTo>
                      <a:pt x="637373" y="2101489"/>
                    </a:lnTo>
                    <a:lnTo>
                      <a:pt x="639494" y="2103610"/>
                    </a:lnTo>
                    <a:close/>
                    <a:moveTo>
                      <a:pt x="1674788" y="1674788"/>
                    </a:moveTo>
                    <a:lnTo>
                      <a:pt x="1677188" y="1677188"/>
                    </a:lnTo>
                    <a:lnTo>
                      <a:pt x="1679310" y="1675067"/>
                    </a:lnTo>
                    <a:lnTo>
                      <a:pt x="1676909" y="1672666"/>
                    </a:lnTo>
                    <a:lnTo>
                      <a:pt x="1674788" y="1674788"/>
                    </a:lnTo>
                    <a:close/>
                    <a:moveTo>
                      <a:pt x="1715096" y="1630515"/>
                    </a:moveTo>
                    <a:lnTo>
                      <a:pt x="1717497" y="1628115"/>
                    </a:lnTo>
                    <a:lnTo>
                      <a:pt x="1715375" y="1625993"/>
                    </a:lnTo>
                    <a:lnTo>
                      <a:pt x="1712975" y="1628393"/>
                    </a:lnTo>
                    <a:lnTo>
                      <a:pt x="1715096" y="1630515"/>
                    </a:lnTo>
                    <a:close/>
                    <a:moveTo>
                      <a:pt x="1458394" y="1362927"/>
                    </a:moveTo>
                    <a:lnTo>
                      <a:pt x="1460795" y="1365327"/>
                    </a:lnTo>
                    <a:lnTo>
                      <a:pt x="1462916" y="1363206"/>
                    </a:lnTo>
                    <a:lnTo>
                      <a:pt x="1460516" y="1360805"/>
                    </a:lnTo>
                    <a:lnTo>
                      <a:pt x="1458394" y="1362927"/>
                    </a:lnTo>
                    <a:close/>
                    <a:moveTo>
                      <a:pt x="1494460" y="1331104"/>
                    </a:moveTo>
                    <a:lnTo>
                      <a:pt x="1496860" y="1333504"/>
                    </a:lnTo>
                    <a:lnTo>
                      <a:pt x="1498982" y="1331383"/>
                    </a:lnTo>
                    <a:lnTo>
                      <a:pt x="1496582" y="1328983"/>
                    </a:lnTo>
                    <a:lnTo>
                      <a:pt x="1494460" y="1331104"/>
                    </a:lnTo>
                    <a:close/>
                    <a:moveTo>
                      <a:pt x="1502946" y="1326861"/>
                    </a:moveTo>
                    <a:lnTo>
                      <a:pt x="1505346" y="1329261"/>
                    </a:lnTo>
                    <a:lnTo>
                      <a:pt x="1507468" y="1327140"/>
                    </a:lnTo>
                    <a:lnTo>
                      <a:pt x="1505068" y="1324740"/>
                    </a:lnTo>
                    <a:lnTo>
                      <a:pt x="1502946" y="1326861"/>
                    </a:lnTo>
                    <a:close/>
                    <a:moveTo>
                      <a:pt x="1519918" y="1312011"/>
                    </a:moveTo>
                    <a:lnTo>
                      <a:pt x="1522318" y="1314411"/>
                    </a:lnTo>
                    <a:lnTo>
                      <a:pt x="1524440" y="1312289"/>
                    </a:lnTo>
                    <a:lnTo>
                      <a:pt x="1522040" y="1309889"/>
                    </a:lnTo>
                    <a:lnTo>
                      <a:pt x="1519918" y="1312011"/>
                    </a:lnTo>
                    <a:close/>
                    <a:moveTo>
                      <a:pt x="1530526" y="1299282"/>
                    </a:moveTo>
                    <a:lnTo>
                      <a:pt x="1532926" y="1301682"/>
                    </a:lnTo>
                    <a:lnTo>
                      <a:pt x="1535047" y="1299560"/>
                    </a:lnTo>
                    <a:lnTo>
                      <a:pt x="1532647" y="1297160"/>
                    </a:lnTo>
                    <a:lnTo>
                      <a:pt x="1530526" y="1299282"/>
                    </a:lnTo>
                    <a:close/>
                    <a:moveTo>
                      <a:pt x="1539012" y="1295039"/>
                    </a:moveTo>
                    <a:lnTo>
                      <a:pt x="1541412" y="1297439"/>
                    </a:lnTo>
                    <a:lnTo>
                      <a:pt x="1543533" y="1295317"/>
                    </a:lnTo>
                    <a:lnTo>
                      <a:pt x="1541133" y="1292917"/>
                    </a:lnTo>
                    <a:lnTo>
                      <a:pt x="1539012" y="1295039"/>
                    </a:lnTo>
                    <a:close/>
                    <a:moveTo>
                      <a:pt x="1555984" y="1280188"/>
                    </a:moveTo>
                    <a:lnTo>
                      <a:pt x="1558384" y="1282588"/>
                    </a:lnTo>
                    <a:lnTo>
                      <a:pt x="1560505" y="1280467"/>
                    </a:lnTo>
                    <a:lnTo>
                      <a:pt x="1558105" y="1278067"/>
                    </a:lnTo>
                    <a:lnTo>
                      <a:pt x="1555984" y="1280188"/>
                    </a:lnTo>
                    <a:close/>
                    <a:moveTo>
                      <a:pt x="1566591" y="1267459"/>
                    </a:moveTo>
                    <a:lnTo>
                      <a:pt x="1568991" y="1269859"/>
                    </a:lnTo>
                    <a:lnTo>
                      <a:pt x="1571113" y="1267738"/>
                    </a:lnTo>
                    <a:lnTo>
                      <a:pt x="1568713" y="1265338"/>
                    </a:lnTo>
                    <a:lnTo>
                      <a:pt x="1566591" y="1267459"/>
                    </a:lnTo>
                    <a:close/>
                    <a:moveTo>
                      <a:pt x="1575077" y="1263216"/>
                    </a:moveTo>
                    <a:lnTo>
                      <a:pt x="1577477" y="1265616"/>
                    </a:lnTo>
                    <a:lnTo>
                      <a:pt x="1579599" y="1263495"/>
                    </a:lnTo>
                    <a:lnTo>
                      <a:pt x="1577199" y="1261095"/>
                    </a:lnTo>
                    <a:lnTo>
                      <a:pt x="1575077" y="1263216"/>
                    </a:lnTo>
                    <a:close/>
                    <a:moveTo>
                      <a:pt x="1585685" y="1250487"/>
                    </a:moveTo>
                    <a:lnTo>
                      <a:pt x="1588085" y="1252887"/>
                    </a:lnTo>
                    <a:lnTo>
                      <a:pt x="1590206" y="1250766"/>
                    </a:lnTo>
                    <a:lnTo>
                      <a:pt x="1587806" y="1248366"/>
                    </a:lnTo>
                    <a:lnTo>
                      <a:pt x="1585685" y="1250487"/>
                    </a:lnTo>
                    <a:close/>
                    <a:moveTo>
                      <a:pt x="1592049" y="1248366"/>
                    </a:moveTo>
                    <a:lnTo>
                      <a:pt x="1594449" y="1250766"/>
                    </a:lnTo>
                    <a:lnTo>
                      <a:pt x="1596571" y="1248644"/>
                    </a:lnTo>
                    <a:lnTo>
                      <a:pt x="1594171" y="1246244"/>
                    </a:lnTo>
                    <a:lnTo>
                      <a:pt x="1592049" y="1248366"/>
                    </a:lnTo>
                    <a:close/>
                    <a:moveTo>
                      <a:pt x="1642965" y="1204093"/>
                    </a:moveTo>
                    <a:lnTo>
                      <a:pt x="1645366" y="1201693"/>
                    </a:lnTo>
                    <a:lnTo>
                      <a:pt x="1643244" y="1199571"/>
                    </a:lnTo>
                    <a:lnTo>
                      <a:pt x="1640844" y="1201971"/>
                    </a:lnTo>
                    <a:lnTo>
                      <a:pt x="1642965" y="1204093"/>
                    </a:lnTo>
                    <a:close/>
                    <a:moveTo>
                      <a:pt x="1369291" y="800728"/>
                    </a:moveTo>
                    <a:lnTo>
                      <a:pt x="1371692" y="803129"/>
                    </a:lnTo>
                    <a:lnTo>
                      <a:pt x="1373813" y="801007"/>
                    </a:lnTo>
                    <a:lnTo>
                      <a:pt x="1371413" y="798607"/>
                    </a:lnTo>
                    <a:lnTo>
                      <a:pt x="1369291" y="800728"/>
                    </a:lnTo>
                    <a:close/>
                    <a:moveTo>
                      <a:pt x="355213" y="283360"/>
                    </a:moveTo>
                    <a:lnTo>
                      <a:pt x="357613" y="280960"/>
                    </a:lnTo>
                    <a:lnTo>
                      <a:pt x="355491" y="278838"/>
                    </a:lnTo>
                    <a:lnTo>
                      <a:pt x="353091" y="281239"/>
                    </a:lnTo>
                    <a:lnTo>
                      <a:pt x="355213" y="283360"/>
                    </a:lnTo>
                    <a:close/>
                    <a:moveTo>
                      <a:pt x="399764" y="232165"/>
                    </a:moveTo>
                    <a:lnTo>
                      <a:pt x="402164" y="234566"/>
                    </a:lnTo>
                    <a:lnTo>
                      <a:pt x="404286" y="232444"/>
                    </a:lnTo>
                    <a:lnTo>
                      <a:pt x="401886" y="230044"/>
                    </a:lnTo>
                    <a:lnTo>
                      <a:pt x="399764" y="232165"/>
                    </a:lnTo>
                    <a:close/>
                    <a:moveTo>
                      <a:pt x="404007" y="223679"/>
                    </a:moveTo>
                    <a:lnTo>
                      <a:pt x="406407" y="226080"/>
                    </a:lnTo>
                    <a:lnTo>
                      <a:pt x="408529" y="223958"/>
                    </a:lnTo>
                    <a:lnTo>
                      <a:pt x="406129" y="221558"/>
                    </a:lnTo>
                    <a:lnTo>
                      <a:pt x="404007" y="223679"/>
                    </a:lnTo>
                    <a:close/>
                    <a:moveTo>
                      <a:pt x="418858" y="206707"/>
                    </a:moveTo>
                    <a:lnTo>
                      <a:pt x="421258" y="209107"/>
                    </a:lnTo>
                    <a:lnTo>
                      <a:pt x="423379" y="206986"/>
                    </a:lnTo>
                    <a:lnTo>
                      <a:pt x="420979" y="204586"/>
                    </a:lnTo>
                    <a:lnTo>
                      <a:pt x="418858" y="206707"/>
                    </a:lnTo>
                    <a:close/>
                    <a:moveTo>
                      <a:pt x="431587" y="196100"/>
                    </a:moveTo>
                    <a:lnTo>
                      <a:pt x="433987" y="198500"/>
                    </a:lnTo>
                    <a:lnTo>
                      <a:pt x="436108" y="196378"/>
                    </a:lnTo>
                    <a:lnTo>
                      <a:pt x="433708" y="193978"/>
                    </a:lnTo>
                    <a:lnTo>
                      <a:pt x="431587" y="196100"/>
                    </a:lnTo>
                    <a:close/>
                    <a:moveTo>
                      <a:pt x="435830" y="187614"/>
                    </a:moveTo>
                    <a:lnTo>
                      <a:pt x="438230" y="190014"/>
                    </a:lnTo>
                    <a:lnTo>
                      <a:pt x="440351" y="187892"/>
                    </a:lnTo>
                    <a:lnTo>
                      <a:pt x="437951" y="185492"/>
                    </a:lnTo>
                    <a:lnTo>
                      <a:pt x="435830" y="187614"/>
                    </a:lnTo>
                    <a:close/>
                    <a:moveTo>
                      <a:pt x="1502946" y="187892"/>
                    </a:moveTo>
                    <a:lnTo>
                      <a:pt x="1505346" y="185492"/>
                    </a:lnTo>
                    <a:lnTo>
                      <a:pt x="1503225" y="183371"/>
                    </a:lnTo>
                    <a:lnTo>
                      <a:pt x="1500825" y="185771"/>
                    </a:lnTo>
                    <a:lnTo>
                      <a:pt x="1502946" y="187892"/>
                    </a:lnTo>
                    <a:close/>
                    <a:moveTo>
                      <a:pt x="446437" y="179128"/>
                    </a:moveTo>
                    <a:lnTo>
                      <a:pt x="448837" y="181528"/>
                    </a:lnTo>
                    <a:lnTo>
                      <a:pt x="450959" y="179406"/>
                    </a:lnTo>
                    <a:lnTo>
                      <a:pt x="448559" y="177006"/>
                    </a:lnTo>
                    <a:lnTo>
                      <a:pt x="446437" y="179128"/>
                    </a:lnTo>
                    <a:close/>
                    <a:moveTo>
                      <a:pt x="450680" y="170642"/>
                    </a:moveTo>
                    <a:lnTo>
                      <a:pt x="453080" y="173042"/>
                    </a:lnTo>
                    <a:lnTo>
                      <a:pt x="455202" y="170920"/>
                    </a:lnTo>
                    <a:lnTo>
                      <a:pt x="452802" y="168520"/>
                    </a:lnTo>
                    <a:lnTo>
                      <a:pt x="450680" y="170642"/>
                    </a:lnTo>
                    <a:close/>
                    <a:moveTo>
                      <a:pt x="463409" y="160034"/>
                    </a:moveTo>
                    <a:lnTo>
                      <a:pt x="465809" y="162434"/>
                    </a:lnTo>
                    <a:lnTo>
                      <a:pt x="467931" y="160313"/>
                    </a:lnTo>
                    <a:lnTo>
                      <a:pt x="465531" y="157913"/>
                    </a:lnTo>
                    <a:lnTo>
                      <a:pt x="463409" y="160034"/>
                    </a:lnTo>
                    <a:close/>
                    <a:moveTo>
                      <a:pt x="465531" y="153670"/>
                    </a:moveTo>
                    <a:lnTo>
                      <a:pt x="467931" y="156070"/>
                    </a:lnTo>
                    <a:lnTo>
                      <a:pt x="470052" y="153948"/>
                    </a:lnTo>
                    <a:lnTo>
                      <a:pt x="467652" y="151548"/>
                    </a:lnTo>
                    <a:lnTo>
                      <a:pt x="465531" y="153670"/>
                    </a:lnTo>
                    <a:close/>
                    <a:moveTo>
                      <a:pt x="478260" y="143062"/>
                    </a:moveTo>
                    <a:lnTo>
                      <a:pt x="480660" y="145462"/>
                    </a:lnTo>
                    <a:lnTo>
                      <a:pt x="482781" y="143341"/>
                    </a:lnTo>
                    <a:lnTo>
                      <a:pt x="480381" y="140941"/>
                    </a:lnTo>
                    <a:lnTo>
                      <a:pt x="478260" y="143062"/>
                    </a:lnTo>
                    <a:close/>
                    <a:moveTo>
                      <a:pt x="1500825" y="140941"/>
                    </a:moveTo>
                    <a:lnTo>
                      <a:pt x="1503225" y="143341"/>
                    </a:lnTo>
                    <a:lnTo>
                      <a:pt x="1505346" y="141219"/>
                    </a:lnTo>
                    <a:lnTo>
                      <a:pt x="1502946" y="138819"/>
                    </a:lnTo>
                    <a:lnTo>
                      <a:pt x="1500825" y="140941"/>
                    </a:lnTo>
                    <a:close/>
                    <a:moveTo>
                      <a:pt x="482503" y="134576"/>
                    </a:moveTo>
                    <a:lnTo>
                      <a:pt x="484903" y="136976"/>
                    </a:lnTo>
                    <a:lnTo>
                      <a:pt x="487024" y="134855"/>
                    </a:lnTo>
                    <a:lnTo>
                      <a:pt x="484624" y="132455"/>
                    </a:lnTo>
                    <a:lnTo>
                      <a:pt x="482503" y="134576"/>
                    </a:lnTo>
                    <a:close/>
                    <a:moveTo>
                      <a:pt x="497353" y="117604"/>
                    </a:moveTo>
                    <a:lnTo>
                      <a:pt x="499753" y="120004"/>
                    </a:lnTo>
                    <a:lnTo>
                      <a:pt x="501875" y="117883"/>
                    </a:lnTo>
                    <a:lnTo>
                      <a:pt x="499475" y="115483"/>
                    </a:lnTo>
                    <a:lnTo>
                      <a:pt x="497353" y="117604"/>
                    </a:lnTo>
                    <a:close/>
                    <a:moveTo>
                      <a:pt x="510082" y="106997"/>
                    </a:moveTo>
                    <a:lnTo>
                      <a:pt x="512483" y="109397"/>
                    </a:lnTo>
                    <a:lnTo>
                      <a:pt x="514604" y="107275"/>
                    </a:lnTo>
                    <a:lnTo>
                      <a:pt x="512204" y="104875"/>
                    </a:lnTo>
                    <a:lnTo>
                      <a:pt x="510082" y="106997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1090" name="Vector layer BABABA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908004" y="2072285"/>
                    </a:moveTo>
                    <a:lnTo>
                      <a:pt x="909422" y="2072285"/>
                    </a:lnTo>
                    <a:lnTo>
                      <a:pt x="911544" y="2074406"/>
                    </a:lnTo>
                    <a:lnTo>
                      <a:pt x="913665" y="2074406"/>
                    </a:lnTo>
                    <a:lnTo>
                      <a:pt x="917908" y="2078649"/>
                    </a:lnTo>
                    <a:lnTo>
                      <a:pt x="920030" y="2078649"/>
                    </a:lnTo>
                    <a:lnTo>
                      <a:pt x="922151" y="2080771"/>
                    </a:lnTo>
                    <a:lnTo>
                      <a:pt x="924273" y="2080771"/>
                    </a:lnTo>
                    <a:lnTo>
                      <a:pt x="928516" y="2085014"/>
                    </a:lnTo>
                    <a:lnTo>
                      <a:pt x="930637" y="2085014"/>
                    </a:lnTo>
                    <a:lnTo>
                      <a:pt x="932759" y="2087135"/>
                    </a:lnTo>
                    <a:lnTo>
                      <a:pt x="934880" y="2087135"/>
                    </a:lnTo>
                    <a:lnTo>
                      <a:pt x="937002" y="2089257"/>
                    </a:lnTo>
                    <a:lnTo>
                      <a:pt x="939123" y="2089257"/>
                    </a:lnTo>
                    <a:lnTo>
                      <a:pt x="943366" y="2093500"/>
                    </a:lnTo>
                    <a:lnTo>
                      <a:pt x="945488" y="2093500"/>
                    </a:lnTo>
                    <a:lnTo>
                      <a:pt x="947609" y="2095621"/>
                    </a:lnTo>
                    <a:lnTo>
                      <a:pt x="949731" y="2095621"/>
                    </a:lnTo>
                    <a:lnTo>
                      <a:pt x="953974" y="2099864"/>
                    </a:lnTo>
                    <a:lnTo>
                      <a:pt x="956095" y="2099864"/>
                    </a:lnTo>
                    <a:lnTo>
                      <a:pt x="958217" y="2101986"/>
                    </a:lnTo>
                    <a:lnTo>
                      <a:pt x="960338" y="2101986"/>
                    </a:lnTo>
                    <a:lnTo>
                      <a:pt x="962460" y="2104107"/>
                    </a:lnTo>
                    <a:lnTo>
                      <a:pt x="965284" y="2104107"/>
                    </a:lnTo>
                    <a:lnTo>
                      <a:pt x="965284" y="2100713"/>
                    </a:lnTo>
                    <a:lnTo>
                      <a:pt x="963866" y="2100713"/>
                    </a:lnTo>
                    <a:lnTo>
                      <a:pt x="961744" y="2098592"/>
                    </a:lnTo>
                    <a:lnTo>
                      <a:pt x="959623" y="2098592"/>
                    </a:lnTo>
                    <a:lnTo>
                      <a:pt x="955380" y="2094349"/>
                    </a:lnTo>
                    <a:lnTo>
                      <a:pt x="953258" y="2094349"/>
                    </a:lnTo>
                    <a:lnTo>
                      <a:pt x="951137" y="2092227"/>
                    </a:lnTo>
                    <a:lnTo>
                      <a:pt x="949015" y="2092227"/>
                    </a:lnTo>
                    <a:lnTo>
                      <a:pt x="944772" y="2087984"/>
                    </a:lnTo>
                    <a:lnTo>
                      <a:pt x="942651" y="2087984"/>
                    </a:lnTo>
                    <a:lnTo>
                      <a:pt x="940529" y="2085863"/>
                    </a:lnTo>
                    <a:lnTo>
                      <a:pt x="938408" y="2085863"/>
                    </a:lnTo>
                    <a:lnTo>
                      <a:pt x="936286" y="2083741"/>
                    </a:lnTo>
                    <a:lnTo>
                      <a:pt x="934165" y="2083741"/>
                    </a:lnTo>
                    <a:lnTo>
                      <a:pt x="929922" y="2079498"/>
                    </a:lnTo>
                    <a:lnTo>
                      <a:pt x="927800" y="2079498"/>
                    </a:lnTo>
                    <a:lnTo>
                      <a:pt x="925679" y="2077376"/>
                    </a:lnTo>
                    <a:lnTo>
                      <a:pt x="923557" y="2077376"/>
                    </a:lnTo>
                    <a:lnTo>
                      <a:pt x="919314" y="2073133"/>
                    </a:lnTo>
                    <a:lnTo>
                      <a:pt x="917193" y="2073133"/>
                    </a:lnTo>
                    <a:lnTo>
                      <a:pt x="915071" y="2071012"/>
                    </a:lnTo>
                    <a:lnTo>
                      <a:pt x="912950" y="2071012"/>
                    </a:lnTo>
                    <a:lnTo>
                      <a:pt x="910828" y="2068890"/>
                    </a:lnTo>
                    <a:lnTo>
                      <a:pt x="908004" y="2072285"/>
                    </a:lnTo>
                    <a:close/>
                    <a:moveTo>
                      <a:pt x="697272" y="2068890"/>
                    </a:moveTo>
                    <a:lnTo>
                      <a:pt x="695150" y="2071012"/>
                    </a:lnTo>
                    <a:lnTo>
                      <a:pt x="693029" y="2071012"/>
                    </a:lnTo>
                    <a:lnTo>
                      <a:pt x="688786" y="2075255"/>
                    </a:lnTo>
                    <a:lnTo>
                      <a:pt x="686664" y="2075255"/>
                    </a:lnTo>
                    <a:lnTo>
                      <a:pt x="682421" y="2079498"/>
                    </a:lnTo>
                    <a:lnTo>
                      <a:pt x="680300" y="2079498"/>
                    </a:lnTo>
                    <a:lnTo>
                      <a:pt x="676057" y="2083741"/>
                    </a:lnTo>
                    <a:lnTo>
                      <a:pt x="673935" y="2083741"/>
                    </a:lnTo>
                    <a:lnTo>
                      <a:pt x="671814" y="2085863"/>
                    </a:lnTo>
                    <a:lnTo>
                      <a:pt x="669692" y="2085863"/>
                    </a:lnTo>
                    <a:lnTo>
                      <a:pt x="665449" y="2090106"/>
                    </a:lnTo>
                    <a:lnTo>
                      <a:pt x="663328" y="2090106"/>
                    </a:lnTo>
                    <a:lnTo>
                      <a:pt x="659085" y="2094349"/>
                    </a:lnTo>
                    <a:lnTo>
                      <a:pt x="656963" y="2094349"/>
                    </a:lnTo>
                    <a:lnTo>
                      <a:pt x="652720" y="2098592"/>
                    </a:lnTo>
                    <a:lnTo>
                      <a:pt x="650599" y="2098592"/>
                    </a:lnTo>
                    <a:lnTo>
                      <a:pt x="648477" y="2100713"/>
                    </a:lnTo>
                    <a:lnTo>
                      <a:pt x="646356" y="2100713"/>
                    </a:lnTo>
                    <a:lnTo>
                      <a:pt x="640840" y="2106229"/>
                    </a:lnTo>
                    <a:lnTo>
                      <a:pt x="647762" y="2106229"/>
                    </a:lnTo>
                    <a:lnTo>
                      <a:pt x="652005" y="2101986"/>
                    </a:lnTo>
                    <a:lnTo>
                      <a:pt x="654126" y="2101986"/>
                    </a:lnTo>
                    <a:lnTo>
                      <a:pt x="658369" y="2097743"/>
                    </a:lnTo>
                    <a:lnTo>
                      <a:pt x="660491" y="2097743"/>
                    </a:lnTo>
                    <a:lnTo>
                      <a:pt x="662612" y="2095621"/>
                    </a:lnTo>
                    <a:lnTo>
                      <a:pt x="664734" y="2095621"/>
                    </a:lnTo>
                    <a:lnTo>
                      <a:pt x="668977" y="2091378"/>
                    </a:lnTo>
                    <a:lnTo>
                      <a:pt x="671098" y="2091378"/>
                    </a:lnTo>
                    <a:lnTo>
                      <a:pt x="675341" y="2087135"/>
                    </a:lnTo>
                    <a:lnTo>
                      <a:pt x="677463" y="2087135"/>
                    </a:lnTo>
                    <a:lnTo>
                      <a:pt x="679584" y="2085014"/>
                    </a:lnTo>
                    <a:lnTo>
                      <a:pt x="681706" y="2085014"/>
                    </a:lnTo>
                    <a:lnTo>
                      <a:pt x="685949" y="2080771"/>
                    </a:lnTo>
                    <a:lnTo>
                      <a:pt x="688070" y="2080771"/>
                    </a:lnTo>
                    <a:lnTo>
                      <a:pt x="692313" y="2076528"/>
                    </a:lnTo>
                    <a:lnTo>
                      <a:pt x="694435" y="2076528"/>
                    </a:lnTo>
                    <a:lnTo>
                      <a:pt x="698678" y="2072285"/>
                    </a:lnTo>
                    <a:lnTo>
                      <a:pt x="700096" y="2072285"/>
                    </a:lnTo>
                    <a:lnTo>
                      <a:pt x="700096" y="2068890"/>
                    </a:lnTo>
                    <a:lnTo>
                      <a:pt x="697272" y="2068890"/>
                    </a:lnTo>
                    <a:close/>
                    <a:moveTo>
                      <a:pt x="734962" y="2046051"/>
                    </a:moveTo>
                    <a:lnTo>
                      <a:pt x="737362" y="2048451"/>
                    </a:lnTo>
                    <a:lnTo>
                      <a:pt x="739483" y="2046330"/>
                    </a:lnTo>
                    <a:lnTo>
                      <a:pt x="737083" y="2043930"/>
                    </a:lnTo>
                    <a:lnTo>
                      <a:pt x="734962" y="2046051"/>
                    </a:lnTo>
                    <a:close/>
                    <a:moveTo>
                      <a:pt x="767281" y="2024339"/>
                    </a:moveTo>
                    <a:lnTo>
                      <a:pt x="763038" y="2028582"/>
                    </a:lnTo>
                    <a:lnTo>
                      <a:pt x="760917" y="2028582"/>
                    </a:lnTo>
                    <a:lnTo>
                      <a:pt x="758795" y="2030703"/>
                    </a:lnTo>
                    <a:lnTo>
                      <a:pt x="756674" y="2030703"/>
                    </a:lnTo>
                    <a:lnTo>
                      <a:pt x="751158" y="2036219"/>
                    </a:lnTo>
                    <a:lnTo>
                      <a:pt x="758080" y="2036219"/>
                    </a:lnTo>
                    <a:lnTo>
                      <a:pt x="762323" y="2031976"/>
                    </a:lnTo>
                    <a:lnTo>
                      <a:pt x="764444" y="2031976"/>
                    </a:lnTo>
                    <a:lnTo>
                      <a:pt x="768687" y="2027733"/>
                    </a:lnTo>
                    <a:lnTo>
                      <a:pt x="770106" y="2027733"/>
                    </a:lnTo>
                    <a:lnTo>
                      <a:pt x="770106" y="2024339"/>
                    </a:lnTo>
                    <a:lnTo>
                      <a:pt x="767281" y="2024339"/>
                    </a:lnTo>
                    <a:close/>
                    <a:moveTo>
                      <a:pt x="830926" y="2027733"/>
                    </a:moveTo>
                    <a:lnTo>
                      <a:pt x="833048" y="2027733"/>
                    </a:lnTo>
                    <a:lnTo>
                      <a:pt x="835169" y="2029855"/>
                    </a:lnTo>
                    <a:lnTo>
                      <a:pt x="837291" y="2029855"/>
                    </a:lnTo>
                    <a:lnTo>
                      <a:pt x="838915" y="2031479"/>
                    </a:lnTo>
                    <a:lnTo>
                      <a:pt x="841316" y="2029079"/>
                    </a:lnTo>
                    <a:lnTo>
                      <a:pt x="838697" y="2026460"/>
                    </a:lnTo>
                    <a:lnTo>
                      <a:pt x="836575" y="2026460"/>
                    </a:lnTo>
                    <a:lnTo>
                      <a:pt x="834454" y="2024339"/>
                    </a:lnTo>
                    <a:lnTo>
                      <a:pt x="832332" y="2024339"/>
                    </a:lnTo>
                    <a:lnTo>
                      <a:pt x="830708" y="2022714"/>
                    </a:lnTo>
                    <a:lnTo>
                      <a:pt x="828308" y="2025115"/>
                    </a:lnTo>
                    <a:lnTo>
                      <a:pt x="830926" y="2027733"/>
                    </a:lnTo>
                    <a:close/>
                    <a:moveTo>
                      <a:pt x="673438" y="1849030"/>
                    </a:moveTo>
                    <a:lnTo>
                      <a:pt x="677184" y="1852776"/>
                    </a:lnTo>
                    <a:lnTo>
                      <a:pt x="677184" y="1854897"/>
                    </a:lnTo>
                    <a:lnTo>
                      <a:pt x="683549" y="1861262"/>
                    </a:lnTo>
                    <a:lnTo>
                      <a:pt x="683549" y="1863383"/>
                    </a:lnTo>
                    <a:lnTo>
                      <a:pt x="692035" y="1871869"/>
                    </a:lnTo>
                    <a:lnTo>
                      <a:pt x="692035" y="1873991"/>
                    </a:lnTo>
                    <a:lnTo>
                      <a:pt x="700521" y="1882477"/>
                    </a:lnTo>
                    <a:lnTo>
                      <a:pt x="700521" y="1884598"/>
                    </a:lnTo>
                    <a:lnTo>
                      <a:pt x="706885" y="1890963"/>
                    </a:lnTo>
                    <a:lnTo>
                      <a:pt x="706885" y="1893084"/>
                    </a:lnTo>
                    <a:lnTo>
                      <a:pt x="715371" y="1901570"/>
                    </a:lnTo>
                    <a:lnTo>
                      <a:pt x="715371" y="1903692"/>
                    </a:lnTo>
                    <a:lnTo>
                      <a:pt x="723857" y="1912178"/>
                    </a:lnTo>
                    <a:lnTo>
                      <a:pt x="723857" y="1914299"/>
                    </a:lnTo>
                    <a:lnTo>
                      <a:pt x="730222" y="1920664"/>
                    </a:lnTo>
                    <a:lnTo>
                      <a:pt x="730222" y="1922785"/>
                    </a:lnTo>
                    <a:lnTo>
                      <a:pt x="738708" y="1931271"/>
                    </a:lnTo>
                    <a:lnTo>
                      <a:pt x="738708" y="1933393"/>
                    </a:lnTo>
                    <a:lnTo>
                      <a:pt x="747194" y="1941879"/>
                    </a:lnTo>
                    <a:lnTo>
                      <a:pt x="747194" y="1944000"/>
                    </a:lnTo>
                    <a:lnTo>
                      <a:pt x="753558" y="1950365"/>
                    </a:lnTo>
                    <a:lnTo>
                      <a:pt x="753558" y="1952486"/>
                    </a:lnTo>
                    <a:lnTo>
                      <a:pt x="762044" y="1960972"/>
                    </a:lnTo>
                    <a:lnTo>
                      <a:pt x="762044" y="1963094"/>
                    </a:lnTo>
                    <a:lnTo>
                      <a:pt x="770530" y="1971580"/>
                    </a:lnTo>
                    <a:lnTo>
                      <a:pt x="770530" y="1973702"/>
                    </a:lnTo>
                    <a:lnTo>
                      <a:pt x="777392" y="1980563"/>
                    </a:lnTo>
                    <a:lnTo>
                      <a:pt x="779792" y="1978163"/>
                    </a:lnTo>
                    <a:lnTo>
                      <a:pt x="776046" y="1974417"/>
                    </a:lnTo>
                    <a:lnTo>
                      <a:pt x="776046" y="1972296"/>
                    </a:lnTo>
                    <a:lnTo>
                      <a:pt x="767560" y="1963809"/>
                    </a:lnTo>
                    <a:lnTo>
                      <a:pt x="767560" y="1961688"/>
                    </a:lnTo>
                    <a:lnTo>
                      <a:pt x="761196" y="1955323"/>
                    </a:lnTo>
                    <a:lnTo>
                      <a:pt x="761196" y="1953202"/>
                    </a:lnTo>
                    <a:lnTo>
                      <a:pt x="752710" y="1944716"/>
                    </a:lnTo>
                    <a:lnTo>
                      <a:pt x="752710" y="1942594"/>
                    </a:lnTo>
                    <a:lnTo>
                      <a:pt x="744224" y="1934108"/>
                    </a:lnTo>
                    <a:lnTo>
                      <a:pt x="744224" y="1931987"/>
                    </a:lnTo>
                    <a:lnTo>
                      <a:pt x="737859" y="1925622"/>
                    </a:lnTo>
                    <a:lnTo>
                      <a:pt x="737859" y="1923501"/>
                    </a:lnTo>
                    <a:lnTo>
                      <a:pt x="729373" y="1915015"/>
                    </a:lnTo>
                    <a:lnTo>
                      <a:pt x="729373" y="1912893"/>
                    </a:lnTo>
                    <a:lnTo>
                      <a:pt x="720887" y="1904407"/>
                    </a:lnTo>
                    <a:lnTo>
                      <a:pt x="720887" y="1902286"/>
                    </a:lnTo>
                    <a:lnTo>
                      <a:pt x="714522" y="1895921"/>
                    </a:lnTo>
                    <a:lnTo>
                      <a:pt x="714522" y="1893800"/>
                    </a:lnTo>
                    <a:lnTo>
                      <a:pt x="706036" y="1885314"/>
                    </a:lnTo>
                    <a:lnTo>
                      <a:pt x="706036" y="1883192"/>
                    </a:lnTo>
                    <a:lnTo>
                      <a:pt x="697550" y="1874706"/>
                    </a:lnTo>
                    <a:lnTo>
                      <a:pt x="697550" y="1872585"/>
                    </a:lnTo>
                    <a:lnTo>
                      <a:pt x="691186" y="1866220"/>
                    </a:lnTo>
                    <a:lnTo>
                      <a:pt x="691186" y="1864099"/>
                    </a:lnTo>
                    <a:lnTo>
                      <a:pt x="682700" y="1855613"/>
                    </a:lnTo>
                    <a:lnTo>
                      <a:pt x="682700" y="1853491"/>
                    </a:lnTo>
                    <a:lnTo>
                      <a:pt x="673438" y="1849030"/>
                    </a:lnTo>
                    <a:close/>
                    <a:moveTo>
                      <a:pt x="1744798" y="1500825"/>
                    </a:moveTo>
                    <a:lnTo>
                      <a:pt x="1742179" y="1503443"/>
                    </a:lnTo>
                    <a:lnTo>
                      <a:pt x="1742179" y="1509808"/>
                    </a:lnTo>
                    <a:lnTo>
                      <a:pt x="1740057" y="1511929"/>
                    </a:lnTo>
                    <a:lnTo>
                      <a:pt x="1740057" y="1518294"/>
                    </a:lnTo>
                    <a:lnTo>
                      <a:pt x="1737936" y="1520415"/>
                    </a:lnTo>
                    <a:lnTo>
                      <a:pt x="1737936" y="1526780"/>
                    </a:lnTo>
                    <a:lnTo>
                      <a:pt x="1735814" y="1528901"/>
                    </a:lnTo>
                    <a:lnTo>
                      <a:pt x="1735814" y="1535266"/>
                    </a:lnTo>
                    <a:lnTo>
                      <a:pt x="1733693" y="1537387"/>
                    </a:lnTo>
                    <a:lnTo>
                      <a:pt x="1733693" y="1545873"/>
                    </a:lnTo>
                    <a:lnTo>
                      <a:pt x="1731571" y="1547995"/>
                    </a:lnTo>
                    <a:lnTo>
                      <a:pt x="1731571" y="1554359"/>
                    </a:lnTo>
                    <a:lnTo>
                      <a:pt x="1729450" y="1556481"/>
                    </a:lnTo>
                    <a:lnTo>
                      <a:pt x="1729450" y="1562845"/>
                    </a:lnTo>
                    <a:lnTo>
                      <a:pt x="1727328" y="1564967"/>
                    </a:lnTo>
                    <a:lnTo>
                      <a:pt x="1727328" y="1571331"/>
                    </a:lnTo>
                    <a:lnTo>
                      <a:pt x="1725207" y="1573453"/>
                    </a:lnTo>
                    <a:lnTo>
                      <a:pt x="1725207" y="1581939"/>
                    </a:lnTo>
                    <a:lnTo>
                      <a:pt x="1723085" y="1584060"/>
                    </a:lnTo>
                    <a:lnTo>
                      <a:pt x="1723085" y="1590425"/>
                    </a:lnTo>
                    <a:lnTo>
                      <a:pt x="1720964" y="1592546"/>
                    </a:lnTo>
                    <a:lnTo>
                      <a:pt x="1720964" y="1598911"/>
                    </a:lnTo>
                    <a:lnTo>
                      <a:pt x="1718842" y="1601032"/>
                    </a:lnTo>
                    <a:lnTo>
                      <a:pt x="1718842" y="1607397"/>
                    </a:lnTo>
                    <a:lnTo>
                      <a:pt x="1716721" y="1609518"/>
                    </a:lnTo>
                    <a:lnTo>
                      <a:pt x="1716721" y="1618004"/>
                    </a:lnTo>
                    <a:lnTo>
                      <a:pt x="1714599" y="1620126"/>
                    </a:lnTo>
                    <a:lnTo>
                      <a:pt x="1714599" y="1626490"/>
                    </a:lnTo>
                    <a:lnTo>
                      <a:pt x="1712478" y="1628612"/>
                    </a:lnTo>
                    <a:lnTo>
                      <a:pt x="1712478" y="1634976"/>
                    </a:lnTo>
                    <a:lnTo>
                      <a:pt x="1710356" y="1637098"/>
                    </a:lnTo>
                    <a:lnTo>
                      <a:pt x="1710356" y="1643462"/>
                    </a:lnTo>
                    <a:lnTo>
                      <a:pt x="1708235" y="1645584"/>
                    </a:lnTo>
                    <a:lnTo>
                      <a:pt x="1708235" y="1651948"/>
                    </a:lnTo>
                    <a:lnTo>
                      <a:pt x="1706113" y="1654070"/>
                    </a:lnTo>
                    <a:lnTo>
                      <a:pt x="1706113" y="1662556"/>
                    </a:lnTo>
                    <a:lnTo>
                      <a:pt x="1704489" y="1664180"/>
                    </a:lnTo>
                    <a:lnTo>
                      <a:pt x="1706889" y="1666581"/>
                    </a:lnTo>
                    <a:lnTo>
                      <a:pt x="1709508" y="1663962"/>
                    </a:lnTo>
                    <a:lnTo>
                      <a:pt x="1709508" y="1657597"/>
                    </a:lnTo>
                    <a:lnTo>
                      <a:pt x="1711629" y="1655476"/>
                    </a:lnTo>
                    <a:lnTo>
                      <a:pt x="1711629" y="1649111"/>
                    </a:lnTo>
                    <a:lnTo>
                      <a:pt x="1713751" y="1646990"/>
                    </a:lnTo>
                    <a:lnTo>
                      <a:pt x="1713751" y="1640625"/>
                    </a:lnTo>
                    <a:lnTo>
                      <a:pt x="1715872" y="1638504"/>
                    </a:lnTo>
                    <a:lnTo>
                      <a:pt x="1715872" y="1630018"/>
                    </a:lnTo>
                    <a:lnTo>
                      <a:pt x="1717994" y="1627896"/>
                    </a:lnTo>
                    <a:lnTo>
                      <a:pt x="1717994" y="1621532"/>
                    </a:lnTo>
                    <a:lnTo>
                      <a:pt x="1720115" y="1619410"/>
                    </a:lnTo>
                    <a:lnTo>
                      <a:pt x="1720115" y="1613046"/>
                    </a:lnTo>
                    <a:lnTo>
                      <a:pt x="1722237" y="1610924"/>
                    </a:lnTo>
                    <a:lnTo>
                      <a:pt x="1722237" y="1604560"/>
                    </a:lnTo>
                    <a:lnTo>
                      <a:pt x="1724358" y="1602438"/>
                    </a:lnTo>
                    <a:lnTo>
                      <a:pt x="1724358" y="1593952"/>
                    </a:lnTo>
                    <a:lnTo>
                      <a:pt x="1726480" y="1591831"/>
                    </a:lnTo>
                    <a:lnTo>
                      <a:pt x="1726480" y="1585466"/>
                    </a:lnTo>
                    <a:lnTo>
                      <a:pt x="1728601" y="1583345"/>
                    </a:lnTo>
                    <a:lnTo>
                      <a:pt x="1728601" y="1576980"/>
                    </a:lnTo>
                    <a:lnTo>
                      <a:pt x="1730723" y="1574859"/>
                    </a:lnTo>
                    <a:lnTo>
                      <a:pt x="1730723" y="1568494"/>
                    </a:lnTo>
                    <a:lnTo>
                      <a:pt x="1732844" y="1566373"/>
                    </a:lnTo>
                    <a:lnTo>
                      <a:pt x="1732844" y="1560008"/>
                    </a:lnTo>
                    <a:lnTo>
                      <a:pt x="1734966" y="1557887"/>
                    </a:lnTo>
                    <a:lnTo>
                      <a:pt x="1734966" y="1549401"/>
                    </a:lnTo>
                    <a:lnTo>
                      <a:pt x="1737087" y="1547279"/>
                    </a:lnTo>
                    <a:lnTo>
                      <a:pt x="1737087" y="1540915"/>
                    </a:lnTo>
                    <a:lnTo>
                      <a:pt x="1739209" y="1538793"/>
                    </a:lnTo>
                    <a:lnTo>
                      <a:pt x="1739209" y="1532429"/>
                    </a:lnTo>
                    <a:lnTo>
                      <a:pt x="1741330" y="1530307"/>
                    </a:lnTo>
                    <a:lnTo>
                      <a:pt x="1741330" y="1523943"/>
                    </a:lnTo>
                    <a:lnTo>
                      <a:pt x="1743452" y="1521821"/>
                    </a:lnTo>
                    <a:lnTo>
                      <a:pt x="1743452" y="1513335"/>
                    </a:lnTo>
                    <a:lnTo>
                      <a:pt x="1745573" y="1511214"/>
                    </a:lnTo>
                    <a:lnTo>
                      <a:pt x="1745573" y="1504849"/>
                    </a:lnTo>
                    <a:lnTo>
                      <a:pt x="1744798" y="1500825"/>
                    </a:lnTo>
                    <a:close/>
                    <a:moveTo>
                      <a:pt x="1850097" y="1472748"/>
                    </a:moveTo>
                    <a:lnTo>
                      <a:pt x="1855613" y="1478264"/>
                    </a:lnTo>
                    <a:lnTo>
                      <a:pt x="1859856" y="1478264"/>
                    </a:lnTo>
                    <a:lnTo>
                      <a:pt x="1861977" y="1480385"/>
                    </a:lnTo>
                    <a:lnTo>
                      <a:pt x="1864099" y="1480385"/>
                    </a:lnTo>
                    <a:lnTo>
                      <a:pt x="1866220" y="1482507"/>
                    </a:lnTo>
                    <a:lnTo>
                      <a:pt x="1870463" y="1482507"/>
                    </a:lnTo>
                    <a:lnTo>
                      <a:pt x="1872585" y="1484628"/>
                    </a:lnTo>
                    <a:lnTo>
                      <a:pt x="1876828" y="1484628"/>
                    </a:lnTo>
                    <a:lnTo>
                      <a:pt x="1878949" y="1486750"/>
                    </a:lnTo>
                    <a:lnTo>
                      <a:pt x="1881071" y="1486750"/>
                    </a:lnTo>
                    <a:lnTo>
                      <a:pt x="1883192" y="1488871"/>
                    </a:lnTo>
                    <a:lnTo>
                      <a:pt x="1887435" y="1488871"/>
                    </a:lnTo>
                    <a:lnTo>
                      <a:pt x="1889557" y="1490993"/>
                    </a:lnTo>
                    <a:lnTo>
                      <a:pt x="1891678" y="1490993"/>
                    </a:lnTo>
                    <a:lnTo>
                      <a:pt x="1893800" y="1493114"/>
                    </a:lnTo>
                    <a:lnTo>
                      <a:pt x="1898043" y="1493114"/>
                    </a:lnTo>
                    <a:lnTo>
                      <a:pt x="1900164" y="1495236"/>
                    </a:lnTo>
                    <a:lnTo>
                      <a:pt x="1904407" y="1495236"/>
                    </a:lnTo>
                    <a:lnTo>
                      <a:pt x="1906529" y="1497357"/>
                    </a:lnTo>
                    <a:lnTo>
                      <a:pt x="1908650" y="1497357"/>
                    </a:lnTo>
                    <a:lnTo>
                      <a:pt x="1910772" y="1499479"/>
                    </a:lnTo>
                    <a:lnTo>
                      <a:pt x="1915015" y="1499479"/>
                    </a:lnTo>
                    <a:lnTo>
                      <a:pt x="1917136" y="1501600"/>
                    </a:lnTo>
                    <a:lnTo>
                      <a:pt x="1919258" y="1501600"/>
                    </a:lnTo>
                    <a:lnTo>
                      <a:pt x="1921379" y="1503722"/>
                    </a:lnTo>
                    <a:lnTo>
                      <a:pt x="1925622" y="1503722"/>
                    </a:lnTo>
                    <a:lnTo>
                      <a:pt x="1927744" y="1505843"/>
                    </a:lnTo>
                    <a:lnTo>
                      <a:pt x="1931987" y="1505843"/>
                    </a:lnTo>
                    <a:lnTo>
                      <a:pt x="1934108" y="1507965"/>
                    </a:lnTo>
                    <a:lnTo>
                      <a:pt x="1936230" y="1507965"/>
                    </a:lnTo>
                    <a:lnTo>
                      <a:pt x="1938351" y="1510086"/>
                    </a:lnTo>
                    <a:lnTo>
                      <a:pt x="1942594" y="1510086"/>
                    </a:lnTo>
                    <a:lnTo>
                      <a:pt x="1944219" y="1511711"/>
                    </a:lnTo>
                    <a:lnTo>
                      <a:pt x="1946619" y="1509311"/>
                    </a:lnTo>
                    <a:lnTo>
                      <a:pt x="1944000" y="1506692"/>
                    </a:lnTo>
                    <a:lnTo>
                      <a:pt x="1941879" y="1506692"/>
                    </a:lnTo>
                    <a:lnTo>
                      <a:pt x="1939757" y="1504570"/>
                    </a:lnTo>
                    <a:lnTo>
                      <a:pt x="1935514" y="1504570"/>
                    </a:lnTo>
                    <a:lnTo>
                      <a:pt x="1933393" y="1502449"/>
                    </a:lnTo>
                    <a:lnTo>
                      <a:pt x="1929150" y="1502449"/>
                    </a:lnTo>
                    <a:lnTo>
                      <a:pt x="1927028" y="1500327"/>
                    </a:lnTo>
                    <a:lnTo>
                      <a:pt x="1924907" y="1500327"/>
                    </a:lnTo>
                    <a:lnTo>
                      <a:pt x="1922785" y="1498206"/>
                    </a:lnTo>
                    <a:lnTo>
                      <a:pt x="1918542" y="1498206"/>
                    </a:lnTo>
                    <a:lnTo>
                      <a:pt x="1916421" y="1496084"/>
                    </a:lnTo>
                    <a:lnTo>
                      <a:pt x="1914299" y="1496084"/>
                    </a:lnTo>
                    <a:lnTo>
                      <a:pt x="1912178" y="1493963"/>
                    </a:lnTo>
                    <a:lnTo>
                      <a:pt x="1907935" y="1493963"/>
                    </a:lnTo>
                    <a:lnTo>
                      <a:pt x="1905813" y="1491841"/>
                    </a:lnTo>
                    <a:lnTo>
                      <a:pt x="1901570" y="1491841"/>
                    </a:lnTo>
                    <a:lnTo>
                      <a:pt x="1899449" y="1489720"/>
                    </a:lnTo>
                    <a:lnTo>
                      <a:pt x="1897327" y="1489720"/>
                    </a:lnTo>
                    <a:lnTo>
                      <a:pt x="1895206" y="1487598"/>
                    </a:lnTo>
                    <a:lnTo>
                      <a:pt x="1890963" y="1487598"/>
                    </a:lnTo>
                    <a:lnTo>
                      <a:pt x="1888841" y="1485477"/>
                    </a:lnTo>
                    <a:lnTo>
                      <a:pt x="1886720" y="1485477"/>
                    </a:lnTo>
                    <a:lnTo>
                      <a:pt x="1884598" y="1483355"/>
                    </a:lnTo>
                    <a:lnTo>
                      <a:pt x="1880355" y="1483355"/>
                    </a:lnTo>
                    <a:lnTo>
                      <a:pt x="1878234" y="1481234"/>
                    </a:lnTo>
                    <a:lnTo>
                      <a:pt x="1873991" y="1481234"/>
                    </a:lnTo>
                    <a:lnTo>
                      <a:pt x="1871869" y="1479112"/>
                    </a:lnTo>
                    <a:lnTo>
                      <a:pt x="1869748" y="1479112"/>
                    </a:lnTo>
                    <a:lnTo>
                      <a:pt x="1867626" y="1476991"/>
                    </a:lnTo>
                    <a:lnTo>
                      <a:pt x="1863383" y="1476991"/>
                    </a:lnTo>
                    <a:lnTo>
                      <a:pt x="1861262" y="1474869"/>
                    </a:lnTo>
                    <a:lnTo>
                      <a:pt x="1859140" y="1474869"/>
                    </a:lnTo>
                    <a:lnTo>
                      <a:pt x="1857019" y="1472748"/>
                    </a:lnTo>
                    <a:lnTo>
                      <a:pt x="1850097" y="1472748"/>
                    </a:lnTo>
                    <a:close/>
                    <a:moveTo>
                      <a:pt x="1788573" y="1449411"/>
                    </a:moveTo>
                    <a:lnTo>
                      <a:pt x="1794089" y="1454927"/>
                    </a:lnTo>
                    <a:lnTo>
                      <a:pt x="1798332" y="1454927"/>
                    </a:lnTo>
                    <a:lnTo>
                      <a:pt x="1800454" y="1457049"/>
                    </a:lnTo>
                    <a:lnTo>
                      <a:pt x="1804697" y="1457049"/>
                    </a:lnTo>
                    <a:lnTo>
                      <a:pt x="1806818" y="1459170"/>
                    </a:lnTo>
                    <a:lnTo>
                      <a:pt x="1808940" y="1459170"/>
                    </a:lnTo>
                    <a:lnTo>
                      <a:pt x="1811061" y="1461292"/>
                    </a:lnTo>
                    <a:lnTo>
                      <a:pt x="1815304" y="1461292"/>
                    </a:lnTo>
                    <a:lnTo>
                      <a:pt x="1817426" y="1463413"/>
                    </a:lnTo>
                    <a:lnTo>
                      <a:pt x="1822372" y="1463413"/>
                    </a:lnTo>
                    <a:lnTo>
                      <a:pt x="1822372" y="1460019"/>
                    </a:lnTo>
                    <a:lnTo>
                      <a:pt x="1818832" y="1460019"/>
                    </a:lnTo>
                    <a:lnTo>
                      <a:pt x="1816710" y="1457897"/>
                    </a:lnTo>
                    <a:lnTo>
                      <a:pt x="1814589" y="1457897"/>
                    </a:lnTo>
                    <a:lnTo>
                      <a:pt x="1812467" y="1455776"/>
                    </a:lnTo>
                    <a:lnTo>
                      <a:pt x="1808224" y="1455776"/>
                    </a:lnTo>
                    <a:lnTo>
                      <a:pt x="1806103" y="1453654"/>
                    </a:lnTo>
                    <a:lnTo>
                      <a:pt x="1801860" y="1453654"/>
                    </a:lnTo>
                    <a:lnTo>
                      <a:pt x="1799738" y="1451533"/>
                    </a:lnTo>
                    <a:lnTo>
                      <a:pt x="1797617" y="1451533"/>
                    </a:lnTo>
                    <a:lnTo>
                      <a:pt x="1795495" y="1449411"/>
                    </a:lnTo>
                    <a:lnTo>
                      <a:pt x="1788573" y="1449411"/>
                    </a:lnTo>
                    <a:close/>
                    <a:moveTo>
                      <a:pt x="1721461" y="1382299"/>
                    </a:moveTo>
                    <a:lnTo>
                      <a:pt x="1723085" y="1383923"/>
                    </a:lnTo>
                    <a:lnTo>
                      <a:pt x="1723085" y="1386045"/>
                    </a:lnTo>
                    <a:lnTo>
                      <a:pt x="1727328" y="1390288"/>
                    </a:lnTo>
                    <a:lnTo>
                      <a:pt x="1727328" y="1392409"/>
                    </a:lnTo>
                    <a:lnTo>
                      <a:pt x="1729450" y="1394531"/>
                    </a:lnTo>
                    <a:lnTo>
                      <a:pt x="1729450" y="1396652"/>
                    </a:lnTo>
                    <a:lnTo>
                      <a:pt x="1733693" y="1400895"/>
                    </a:lnTo>
                    <a:lnTo>
                      <a:pt x="1733693" y="1403017"/>
                    </a:lnTo>
                    <a:lnTo>
                      <a:pt x="1737936" y="1407260"/>
                    </a:lnTo>
                    <a:lnTo>
                      <a:pt x="1737936" y="1409382"/>
                    </a:lnTo>
                    <a:lnTo>
                      <a:pt x="1743452" y="1414897"/>
                    </a:lnTo>
                    <a:lnTo>
                      <a:pt x="1743452" y="1407975"/>
                    </a:lnTo>
                    <a:lnTo>
                      <a:pt x="1739209" y="1403732"/>
                    </a:lnTo>
                    <a:lnTo>
                      <a:pt x="1739209" y="1401611"/>
                    </a:lnTo>
                    <a:lnTo>
                      <a:pt x="1734966" y="1397368"/>
                    </a:lnTo>
                    <a:lnTo>
                      <a:pt x="1734966" y="1395246"/>
                    </a:lnTo>
                    <a:lnTo>
                      <a:pt x="1730723" y="1391003"/>
                    </a:lnTo>
                    <a:lnTo>
                      <a:pt x="1730723" y="1388882"/>
                    </a:lnTo>
                    <a:lnTo>
                      <a:pt x="1726480" y="1384639"/>
                    </a:lnTo>
                    <a:lnTo>
                      <a:pt x="1726480" y="1382517"/>
                    </a:lnTo>
                    <a:lnTo>
                      <a:pt x="1721461" y="1382299"/>
                    </a:lnTo>
                    <a:close/>
                    <a:moveTo>
                      <a:pt x="1438380" y="1381523"/>
                    </a:moveTo>
                    <a:lnTo>
                      <a:pt x="1438380" y="1384918"/>
                    </a:lnTo>
                    <a:lnTo>
                      <a:pt x="1441204" y="1384918"/>
                    </a:lnTo>
                    <a:lnTo>
                      <a:pt x="1443823" y="1382299"/>
                    </a:lnTo>
                    <a:lnTo>
                      <a:pt x="1441422" y="1379899"/>
                    </a:lnTo>
                    <a:lnTo>
                      <a:pt x="1439798" y="1381523"/>
                    </a:lnTo>
                    <a:lnTo>
                      <a:pt x="1438380" y="1381523"/>
                    </a:lnTo>
                    <a:close/>
                    <a:moveTo>
                      <a:pt x="1460516" y="1362927"/>
                    </a:moveTo>
                    <a:lnTo>
                      <a:pt x="1462916" y="1365327"/>
                    </a:lnTo>
                    <a:lnTo>
                      <a:pt x="1465038" y="1363206"/>
                    </a:lnTo>
                    <a:lnTo>
                      <a:pt x="1462637" y="1360805"/>
                    </a:lnTo>
                    <a:lnTo>
                      <a:pt x="1460516" y="1362927"/>
                    </a:lnTo>
                    <a:close/>
                    <a:moveTo>
                      <a:pt x="1633704" y="1249990"/>
                    </a:moveTo>
                    <a:lnTo>
                      <a:pt x="1640347" y="1256633"/>
                    </a:lnTo>
                    <a:lnTo>
                      <a:pt x="1640347" y="1258755"/>
                    </a:lnTo>
                    <a:lnTo>
                      <a:pt x="1644590" y="1262998"/>
                    </a:lnTo>
                    <a:lnTo>
                      <a:pt x="1644590" y="1265119"/>
                    </a:lnTo>
                    <a:lnTo>
                      <a:pt x="1648833" y="1269362"/>
                    </a:lnTo>
                    <a:lnTo>
                      <a:pt x="1648833" y="1271484"/>
                    </a:lnTo>
                    <a:lnTo>
                      <a:pt x="1650954" y="1273605"/>
                    </a:lnTo>
                    <a:lnTo>
                      <a:pt x="1650954" y="1275727"/>
                    </a:lnTo>
                    <a:lnTo>
                      <a:pt x="1655197" y="1279970"/>
                    </a:lnTo>
                    <a:lnTo>
                      <a:pt x="1655197" y="1282091"/>
                    </a:lnTo>
                    <a:lnTo>
                      <a:pt x="1659440" y="1286334"/>
                    </a:lnTo>
                    <a:lnTo>
                      <a:pt x="1659440" y="1288456"/>
                    </a:lnTo>
                    <a:lnTo>
                      <a:pt x="1663683" y="1292699"/>
                    </a:lnTo>
                    <a:lnTo>
                      <a:pt x="1663683" y="1294820"/>
                    </a:lnTo>
                    <a:lnTo>
                      <a:pt x="1667926" y="1299063"/>
                    </a:lnTo>
                    <a:lnTo>
                      <a:pt x="1667926" y="1301185"/>
                    </a:lnTo>
                    <a:lnTo>
                      <a:pt x="1672169" y="1305428"/>
                    </a:lnTo>
                    <a:lnTo>
                      <a:pt x="1672169" y="1307549"/>
                    </a:lnTo>
                    <a:lnTo>
                      <a:pt x="1674291" y="1309671"/>
                    </a:lnTo>
                    <a:lnTo>
                      <a:pt x="1674291" y="1311792"/>
                    </a:lnTo>
                    <a:lnTo>
                      <a:pt x="1678534" y="1316035"/>
                    </a:lnTo>
                    <a:lnTo>
                      <a:pt x="1678534" y="1318157"/>
                    </a:lnTo>
                    <a:lnTo>
                      <a:pt x="1682777" y="1322400"/>
                    </a:lnTo>
                    <a:lnTo>
                      <a:pt x="1682777" y="1324521"/>
                    </a:lnTo>
                    <a:lnTo>
                      <a:pt x="1687020" y="1328764"/>
                    </a:lnTo>
                    <a:lnTo>
                      <a:pt x="1687020" y="1330886"/>
                    </a:lnTo>
                    <a:lnTo>
                      <a:pt x="1691263" y="1335129"/>
                    </a:lnTo>
                    <a:lnTo>
                      <a:pt x="1691263" y="1337250"/>
                    </a:lnTo>
                    <a:lnTo>
                      <a:pt x="1693881" y="1339869"/>
                    </a:lnTo>
                    <a:lnTo>
                      <a:pt x="1696282" y="1337469"/>
                    </a:lnTo>
                    <a:lnTo>
                      <a:pt x="1694657" y="1335844"/>
                    </a:lnTo>
                    <a:lnTo>
                      <a:pt x="1694657" y="1333723"/>
                    </a:lnTo>
                    <a:lnTo>
                      <a:pt x="1692536" y="1331601"/>
                    </a:lnTo>
                    <a:lnTo>
                      <a:pt x="1692536" y="1329480"/>
                    </a:lnTo>
                    <a:lnTo>
                      <a:pt x="1688293" y="1325237"/>
                    </a:lnTo>
                    <a:lnTo>
                      <a:pt x="1688293" y="1323115"/>
                    </a:lnTo>
                    <a:lnTo>
                      <a:pt x="1684050" y="1318872"/>
                    </a:lnTo>
                    <a:lnTo>
                      <a:pt x="1684050" y="1316751"/>
                    </a:lnTo>
                    <a:lnTo>
                      <a:pt x="1679807" y="1312508"/>
                    </a:lnTo>
                    <a:lnTo>
                      <a:pt x="1679807" y="1310386"/>
                    </a:lnTo>
                    <a:lnTo>
                      <a:pt x="1675564" y="1306143"/>
                    </a:lnTo>
                    <a:lnTo>
                      <a:pt x="1675564" y="1304022"/>
                    </a:lnTo>
                    <a:lnTo>
                      <a:pt x="1671321" y="1299779"/>
                    </a:lnTo>
                    <a:lnTo>
                      <a:pt x="1671321" y="1297657"/>
                    </a:lnTo>
                    <a:lnTo>
                      <a:pt x="1669199" y="1295536"/>
                    </a:lnTo>
                    <a:lnTo>
                      <a:pt x="1669199" y="1293414"/>
                    </a:lnTo>
                    <a:lnTo>
                      <a:pt x="1664956" y="1289171"/>
                    </a:lnTo>
                    <a:lnTo>
                      <a:pt x="1664956" y="1287050"/>
                    </a:lnTo>
                    <a:lnTo>
                      <a:pt x="1660713" y="1282807"/>
                    </a:lnTo>
                    <a:lnTo>
                      <a:pt x="1660713" y="1280685"/>
                    </a:lnTo>
                    <a:lnTo>
                      <a:pt x="1656470" y="1276442"/>
                    </a:lnTo>
                    <a:lnTo>
                      <a:pt x="1656470" y="1274321"/>
                    </a:lnTo>
                    <a:lnTo>
                      <a:pt x="1652227" y="1270078"/>
                    </a:lnTo>
                    <a:lnTo>
                      <a:pt x="1652227" y="1267956"/>
                    </a:lnTo>
                    <a:lnTo>
                      <a:pt x="1647984" y="1263713"/>
                    </a:lnTo>
                    <a:lnTo>
                      <a:pt x="1647984" y="1261592"/>
                    </a:lnTo>
                    <a:lnTo>
                      <a:pt x="1643741" y="1257349"/>
                    </a:lnTo>
                    <a:lnTo>
                      <a:pt x="1643741" y="1255227"/>
                    </a:lnTo>
                    <a:lnTo>
                      <a:pt x="1641620" y="1253106"/>
                    </a:lnTo>
                    <a:lnTo>
                      <a:pt x="1641620" y="1249990"/>
                    </a:lnTo>
                    <a:lnTo>
                      <a:pt x="1633704" y="1249990"/>
                    </a:lnTo>
                    <a:close/>
                    <a:moveTo>
                      <a:pt x="1594171" y="1244123"/>
                    </a:moveTo>
                    <a:lnTo>
                      <a:pt x="1586182" y="1252112"/>
                    </a:lnTo>
                    <a:lnTo>
                      <a:pt x="1584060" y="1252112"/>
                    </a:lnTo>
                    <a:lnTo>
                      <a:pt x="1567088" y="1269084"/>
                    </a:lnTo>
                    <a:lnTo>
                      <a:pt x="1564967" y="1269084"/>
                    </a:lnTo>
                    <a:lnTo>
                      <a:pt x="1550116" y="1283934"/>
                    </a:lnTo>
                    <a:lnTo>
                      <a:pt x="1547995" y="1283934"/>
                    </a:lnTo>
                    <a:lnTo>
                      <a:pt x="1531023" y="1300906"/>
                    </a:lnTo>
                    <a:lnTo>
                      <a:pt x="1528901" y="1300906"/>
                    </a:lnTo>
                    <a:lnTo>
                      <a:pt x="1514051" y="1315757"/>
                    </a:lnTo>
                    <a:lnTo>
                      <a:pt x="1511929" y="1315757"/>
                    </a:lnTo>
                    <a:lnTo>
                      <a:pt x="1494957" y="1332729"/>
                    </a:lnTo>
                    <a:lnTo>
                      <a:pt x="1492836" y="1332729"/>
                    </a:lnTo>
                    <a:lnTo>
                      <a:pt x="1483077" y="1342488"/>
                    </a:lnTo>
                    <a:lnTo>
                      <a:pt x="1489999" y="1342488"/>
                    </a:lnTo>
                    <a:lnTo>
                      <a:pt x="1506971" y="1325516"/>
                    </a:lnTo>
                    <a:lnTo>
                      <a:pt x="1509092" y="1325516"/>
                    </a:lnTo>
                    <a:lnTo>
                      <a:pt x="1523943" y="1310665"/>
                    </a:lnTo>
                    <a:lnTo>
                      <a:pt x="1526064" y="1310665"/>
                    </a:lnTo>
                    <a:lnTo>
                      <a:pt x="1543036" y="1293693"/>
                    </a:lnTo>
                    <a:lnTo>
                      <a:pt x="1545158" y="1293693"/>
                    </a:lnTo>
                    <a:lnTo>
                      <a:pt x="1560008" y="1278842"/>
                    </a:lnTo>
                    <a:lnTo>
                      <a:pt x="1562130" y="1278842"/>
                    </a:lnTo>
                    <a:lnTo>
                      <a:pt x="1579102" y="1261870"/>
                    </a:lnTo>
                    <a:lnTo>
                      <a:pt x="1581223" y="1261870"/>
                    </a:lnTo>
                    <a:lnTo>
                      <a:pt x="1594171" y="1244123"/>
                    </a:lnTo>
                    <a:close/>
                    <a:moveTo>
                      <a:pt x="142565" y="1101060"/>
                    </a:moveTo>
                    <a:lnTo>
                      <a:pt x="142565" y="1104600"/>
                    </a:lnTo>
                    <a:lnTo>
                      <a:pt x="140444" y="1106722"/>
                    </a:lnTo>
                    <a:lnTo>
                      <a:pt x="140444" y="1110965"/>
                    </a:lnTo>
                    <a:lnTo>
                      <a:pt x="138322" y="1113086"/>
                    </a:lnTo>
                    <a:lnTo>
                      <a:pt x="138322" y="1117329"/>
                    </a:lnTo>
                    <a:lnTo>
                      <a:pt x="136201" y="1119451"/>
                    </a:lnTo>
                    <a:lnTo>
                      <a:pt x="136201" y="1123694"/>
                    </a:lnTo>
                    <a:lnTo>
                      <a:pt x="134079" y="1125815"/>
                    </a:lnTo>
                    <a:lnTo>
                      <a:pt x="134079" y="1132180"/>
                    </a:lnTo>
                    <a:lnTo>
                      <a:pt x="131958" y="1134302"/>
                    </a:lnTo>
                    <a:lnTo>
                      <a:pt x="131958" y="1138545"/>
                    </a:lnTo>
                    <a:lnTo>
                      <a:pt x="129836" y="1140666"/>
                    </a:lnTo>
                    <a:lnTo>
                      <a:pt x="129836" y="1144909"/>
                    </a:lnTo>
                    <a:lnTo>
                      <a:pt x="127715" y="1147031"/>
                    </a:lnTo>
                    <a:lnTo>
                      <a:pt x="127715" y="1151274"/>
                    </a:lnTo>
                    <a:lnTo>
                      <a:pt x="125593" y="1153395"/>
                    </a:lnTo>
                    <a:lnTo>
                      <a:pt x="125593" y="1157638"/>
                    </a:lnTo>
                    <a:lnTo>
                      <a:pt x="123472" y="1159760"/>
                    </a:lnTo>
                    <a:lnTo>
                      <a:pt x="123472" y="1164003"/>
                    </a:lnTo>
                    <a:lnTo>
                      <a:pt x="121350" y="1166124"/>
                    </a:lnTo>
                    <a:lnTo>
                      <a:pt x="121350" y="1170367"/>
                    </a:lnTo>
                    <a:lnTo>
                      <a:pt x="119229" y="1172489"/>
                    </a:lnTo>
                    <a:lnTo>
                      <a:pt x="119229" y="1176732"/>
                    </a:lnTo>
                    <a:lnTo>
                      <a:pt x="117107" y="1178853"/>
                    </a:lnTo>
                    <a:lnTo>
                      <a:pt x="117107" y="1183096"/>
                    </a:lnTo>
                    <a:lnTo>
                      <a:pt x="114986" y="1185218"/>
                    </a:lnTo>
                    <a:lnTo>
                      <a:pt x="114986" y="1189461"/>
                    </a:lnTo>
                    <a:lnTo>
                      <a:pt x="112864" y="1191582"/>
                    </a:lnTo>
                    <a:lnTo>
                      <a:pt x="112864" y="1195825"/>
                    </a:lnTo>
                    <a:lnTo>
                      <a:pt x="110742" y="1197947"/>
                    </a:lnTo>
                    <a:lnTo>
                      <a:pt x="110742" y="1202190"/>
                    </a:lnTo>
                    <a:lnTo>
                      <a:pt x="108621" y="1204311"/>
                    </a:lnTo>
                    <a:lnTo>
                      <a:pt x="108621" y="1208554"/>
                    </a:lnTo>
                    <a:lnTo>
                      <a:pt x="106499" y="1210676"/>
                    </a:lnTo>
                    <a:lnTo>
                      <a:pt x="106499" y="1214919"/>
                    </a:lnTo>
                    <a:lnTo>
                      <a:pt x="104378" y="1217040"/>
                    </a:lnTo>
                    <a:lnTo>
                      <a:pt x="104378" y="1221283"/>
                    </a:lnTo>
                    <a:lnTo>
                      <a:pt x="102256" y="1223405"/>
                    </a:lnTo>
                    <a:lnTo>
                      <a:pt x="102256" y="1227648"/>
                    </a:lnTo>
                    <a:lnTo>
                      <a:pt x="100135" y="1229769"/>
                    </a:lnTo>
                    <a:lnTo>
                      <a:pt x="100135" y="1234012"/>
                    </a:lnTo>
                    <a:lnTo>
                      <a:pt x="98013" y="1236134"/>
                    </a:lnTo>
                    <a:lnTo>
                      <a:pt x="98013" y="1240377"/>
                    </a:lnTo>
                    <a:lnTo>
                      <a:pt x="95892" y="1242498"/>
                    </a:lnTo>
                    <a:lnTo>
                      <a:pt x="95892" y="1246741"/>
                    </a:lnTo>
                    <a:lnTo>
                      <a:pt x="93770" y="1248863"/>
                    </a:lnTo>
                    <a:lnTo>
                      <a:pt x="93770" y="1255227"/>
                    </a:lnTo>
                    <a:lnTo>
                      <a:pt x="91649" y="1257349"/>
                    </a:lnTo>
                    <a:lnTo>
                      <a:pt x="91649" y="1260876"/>
                    </a:lnTo>
                    <a:lnTo>
                      <a:pt x="94268" y="1263495"/>
                    </a:lnTo>
                    <a:lnTo>
                      <a:pt x="96668" y="1261095"/>
                    </a:lnTo>
                    <a:lnTo>
                      <a:pt x="95043" y="1259470"/>
                    </a:lnTo>
                    <a:lnTo>
                      <a:pt x="95043" y="1258755"/>
                    </a:lnTo>
                    <a:lnTo>
                      <a:pt x="97165" y="1256633"/>
                    </a:lnTo>
                    <a:lnTo>
                      <a:pt x="97165" y="1252390"/>
                    </a:lnTo>
                    <a:lnTo>
                      <a:pt x="99286" y="1250269"/>
                    </a:lnTo>
                    <a:lnTo>
                      <a:pt x="99286" y="1246026"/>
                    </a:lnTo>
                    <a:lnTo>
                      <a:pt x="101408" y="1243904"/>
                    </a:lnTo>
                    <a:lnTo>
                      <a:pt x="101408" y="1239661"/>
                    </a:lnTo>
                    <a:lnTo>
                      <a:pt x="103529" y="1237540"/>
                    </a:lnTo>
                    <a:lnTo>
                      <a:pt x="103529" y="1233297"/>
                    </a:lnTo>
                    <a:lnTo>
                      <a:pt x="105651" y="1231175"/>
                    </a:lnTo>
                    <a:lnTo>
                      <a:pt x="105651" y="1226932"/>
                    </a:lnTo>
                    <a:lnTo>
                      <a:pt x="107772" y="1224811"/>
                    </a:lnTo>
                    <a:lnTo>
                      <a:pt x="107772" y="1220568"/>
                    </a:lnTo>
                    <a:lnTo>
                      <a:pt x="109894" y="1218446"/>
                    </a:lnTo>
                    <a:lnTo>
                      <a:pt x="109894" y="1214203"/>
                    </a:lnTo>
                    <a:lnTo>
                      <a:pt x="112015" y="1212082"/>
                    </a:lnTo>
                    <a:lnTo>
                      <a:pt x="112015" y="1207839"/>
                    </a:lnTo>
                    <a:lnTo>
                      <a:pt x="114137" y="1205717"/>
                    </a:lnTo>
                    <a:lnTo>
                      <a:pt x="114137" y="1199353"/>
                    </a:lnTo>
                    <a:lnTo>
                      <a:pt x="116258" y="1197231"/>
                    </a:lnTo>
                    <a:lnTo>
                      <a:pt x="116258" y="1192988"/>
                    </a:lnTo>
                    <a:lnTo>
                      <a:pt x="118380" y="1190867"/>
                    </a:lnTo>
                    <a:lnTo>
                      <a:pt x="118380" y="1186624"/>
                    </a:lnTo>
                    <a:lnTo>
                      <a:pt x="120501" y="1184502"/>
                    </a:lnTo>
                    <a:lnTo>
                      <a:pt x="120501" y="1180259"/>
                    </a:lnTo>
                    <a:lnTo>
                      <a:pt x="122623" y="1178138"/>
                    </a:lnTo>
                    <a:lnTo>
                      <a:pt x="122623" y="1173895"/>
                    </a:lnTo>
                    <a:lnTo>
                      <a:pt x="124744" y="1171773"/>
                    </a:lnTo>
                    <a:lnTo>
                      <a:pt x="124744" y="1167530"/>
                    </a:lnTo>
                    <a:lnTo>
                      <a:pt x="126866" y="1165409"/>
                    </a:lnTo>
                    <a:lnTo>
                      <a:pt x="126866" y="1161166"/>
                    </a:lnTo>
                    <a:lnTo>
                      <a:pt x="128987" y="1159044"/>
                    </a:lnTo>
                    <a:lnTo>
                      <a:pt x="128987" y="1154801"/>
                    </a:lnTo>
                    <a:lnTo>
                      <a:pt x="131109" y="1152680"/>
                    </a:lnTo>
                    <a:lnTo>
                      <a:pt x="131109" y="1148437"/>
                    </a:lnTo>
                    <a:lnTo>
                      <a:pt x="133230" y="1146315"/>
                    </a:lnTo>
                    <a:lnTo>
                      <a:pt x="133230" y="1142072"/>
                    </a:lnTo>
                    <a:lnTo>
                      <a:pt x="135352" y="1139951"/>
                    </a:lnTo>
                    <a:lnTo>
                      <a:pt x="135352" y="1135708"/>
                    </a:lnTo>
                    <a:lnTo>
                      <a:pt x="137473" y="1133586"/>
                    </a:lnTo>
                    <a:lnTo>
                      <a:pt x="137473" y="1129343"/>
                    </a:lnTo>
                    <a:lnTo>
                      <a:pt x="139595" y="1127222"/>
                    </a:lnTo>
                    <a:lnTo>
                      <a:pt x="139595" y="1122978"/>
                    </a:lnTo>
                    <a:lnTo>
                      <a:pt x="141716" y="1120857"/>
                    </a:lnTo>
                    <a:lnTo>
                      <a:pt x="141716" y="1116614"/>
                    </a:lnTo>
                    <a:lnTo>
                      <a:pt x="143838" y="1114492"/>
                    </a:lnTo>
                    <a:lnTo>
                      <a:pt x="143838" y="1110249"/>
                    </a:lnTo>
                    <a:lnTo>
                      <a:pt x="145959" y="1108128"/>
                    </a:lnTo>
                    <a:lnTo>
                      <a:pt x="142565" y="1101060"/>
                    </a:lnTo>
                    <a:close/>
                    <a:moveTo>
                      <a:pt x="188814" y="1087907"/>
                    </a:moveTo>
                    <a:lnTo>
                      <a:pt x="190232" y="1087907"/>
                    </a:lnTo>
                    <a:lnTo>
                      <a:pt x="192354" y="1090029"/>
                    </a:lnTo>
                    <a:lnTo>
                      <a:pt x="194475" y="1090029"/>
                    </a:lnTo>
                    <a:lnTo>
                      <a:pt x="196597" y="1092150"/>
                    </a:lnTo>
                    <a:lnTo>
                      <a:pt x="198718" y="1092150"/>
                    </a:lnTo>
                    <a:lnTo>
                      <a:pt x="200840" y="1094272"/>
                    </a:lnTo>
                    <a:lnTo>
                      <a:pt x="202961" y="1094272"/>
                    </a:lnTo>
                    <a:lnTo>
                      <a:pt x="205083" y="1096393"/>
                    </a:lnTo>
                    <a:lnTo>
                      <a:pt x="207204" y="1096393"/>
                    </a:lnTo>
                    <a:lnTo>
                      <a:pt x="209326" y="1098515"/>
                    </a:lnTo>
                    <a:lnTo>
                      <a:pt x="211447" y="1098515"/>
                    </a:lnTo>
                    <a:lnTo>
                      <a:pt x="213569" y="1100636"/>
                    </a:lnTo>
                    <a:lnTo>
                      <a:pt x="215690" y="1100636"/>
                    </a:lnTo>
                    <a:lnTo>
                      <a:pt x="217812" y="1102758"/>
                    </a:lnTo>
                    <a:lnTo>
                      <a:pt x="219933" y="1102758"/>
                    </a:lnTo>
                    <a:lnTo>
                      <a:pt x="222055" y="1104879"/>
                    </a:lnTo>
                    <a:lnTo>
                      <a:pt x="224176" y="1104879"/>
                    </a:lnTo>
                    <a:lnTo>
                      <a:pt x="226298" y="1107001"/>
                    </a:lnTo>
                    <a:lnTo>
                      <a:pt x="228419" y="1107001"/>
                    </a:lnTo>
                    <a:lnTo>
                      <a:pt x="230541" y="1109122"/>
                    </a:lnTo>
                    <a:lnTo>
                      <a:pt x="232662" y="1109122"/>
                    </a:lnTo>
                    <a:lnTo>
                      <a:pt x="234784" y="1111244"/>
                    </a:lnTo>
                    <a:lnTo>
                      <a:pt x="239027" y="1111244"/>
                    </a:lnTo>
                    <a:lnTo>
                      <a:pt x="241148" y="1113365"/>
                    </a:lnTo>
                    <a:lnTo>
                      <a:pt x="243270" y="1113365"/>
                    </a:lnTo>
                    <a:lnTo>
                      <a:pt x="245391" y="1115487"/>
                    </a:lnTo>
                    <a:lnTo>
                      <a:pt x="247513" y="1115487"/>
                    </a:lnTo>
                    <a:lnTo>
                      <a:pt x="249634" y="1117608"/>
                    </a:lnTo>
                    <a:lnTo>
                      <a:pt x="251756" y="1117608"/>
                    </a:lnTo>
                    <a:lnTo>
                      <a:pt x="253877" y="1119730"/>
                    </a:lnTo>
                    <a:lnTo>
                      <a:pt x="255999" y="1119730"/>
                    </a:lnTo>
                    <a:lnTo>
                      <a:pt x="258120" y="1121851"/>
                    </a:lnTo>
                    <a:lnTo>
                      <a:pt x="260242" y="1121851"/>
                    </a:lnTo>
                    <a:lnTo>
                      <a:pt x="262363" y="1123973"/>
                    </a:lnTo>
                    <a:lnTo>
                      <a:pt x="264485" y="1123973"/>
                    </a:lnTo>
                    <a:lnTo>
                      <a:pt x="266606" y="1126094"/>
                    </a:lnTo>
                    <a:lnTo>
                      <a:pt x="268728" y="1126094"/>
                    </a:lnTo>
                    <a:lnTo>
                      <a:pt x="270849" y="1128216"/>
                    </a:lnTo>
                    <a:lnTo>
                      <a:pt x="272971" y="1128216"/>
                    </a:lnTo>
                    <a:lnTo>
                      <a:pt x="275092" y="1130337"/>
                    </a:lnTo>
                    <a:lnTo>
                      <a:pt x="277214" y="1130337"/>
                    </a:lnTo>
                    <a:lnTo>
                      <a:pt x="279335" y="1132459"/>
                    </a:lnTo>
                    <a:lnTo>
                      <a:pt x="281457" y="1132459"/>
                    </a:lnTo>
                    <a:lnTo>
                      <a:pt x="283579" y="1134580"/>
                    </a:lnTo>
                    <a:lnTo>
                      <a:pt x="285700" y="1134580"/>
                    </a:lnTo>
                    <a:lnTo>
                      <a:pt x="287822" y="1136702"/>
                    </a:lnTo>
                    <a:lnTo>
                      <a:pt x="292065" y="1136702"/>
                    </a:lnTo>
                    <a:lnTo>
                      <a:pt x="294186" y="1138823"/>
                    </a:lnTo>
                    <a:lnTo>
                      <a:pt x="296308" y="1138823"/>
                    </a:lnTo>
                    <a:lnTo>
                      <a:pt x="298429" y="1140945"/>
                    </a:lnTo>
                    <a:lnTo>
                      <a:pt x="300551" y="1140945"/>
                    </a:lnTo>
                    <a:lnTo>
                      <a:pt x="302672" y="1143066"/>
                    </a:lnTo>
                    <a:lnTo>
                      <a:pt x="304794" y="1143066"/>
                    </a:lnTo>
                    <a:lnTo>
                      <a:pt x="306915" y="1145188"/>
                    </a:lnTo>
                    <a:lnTo>
                      <a:pt x="309037" y="1145188"/>
                    </a:lnTo>
                    <a:lnTo>
                      <a:pt x="311158" y="1147309"/>
                    </a:lnTo>
                    <a:lnTo>
                      <a:pt x="313280" y="1147309"/>
                    </a:lnTo>
                    <a:lnTo>
                      <a:pt x="315401" y="1149431"/>
                    </a:lnTo>
                    <a:lnTo>
                      <a:pt x="317523" y="1149431"/>
                    </a:lnTo>
                    <a:lnTo>
                      <a:pt x="319644" y="1151552"/>
                    </a:lnTo>
                    <a:lnTo>
                      <a:pt x="322469" y="1151552"/>
                    </a:lnTo>
                    <a:lnTo>
                      <a:pt x="322469" y="1148158"/>
                    </a:lnTo>
                    <a:lnTo>
                      <a:pt x="321050" y="1148158"/>
                    </a:lnTo>
                    <a:lnTo>
                      <a:pt x="318929" y="1146036"/>
                    </a:lnTo>
                    <a:lnTo>
                      <a:pt x="316807" y="1146036"/>
                    </a:lnTo>
                    <a:lnTo>
                      <a:pt x="314686" y="1143915"/>
                    </a:lnTo>
                    <a:lnTo>
                      <a:pt x="312564" y="1143915"/>
                    </a:lnTo>
                    <a:lnTo>
                      <a:pt x="310443" y="1141793"/>
                    </a:lnTo>
                    <a:lnTo>
                      <a:pt x="308321" y="1141793"/>
                    </a:lnTo>
                    <a:lnTo>
                      <a:pt x="306200" y="1139672"/>
                    </a:lnTo>
                    <a:lnTo>
                      <a:pt x="304078" y="1139672"/>
                    </a:lnTo>
                    <a:lnTo>
                      <a:pt x="301957" y="1137550"/>
                    </a:lnTo>
                    <a:lnTo>
                      <a:pt x="299835" y="1137550"/>
                    </a:lnTo>
                    <a:lnTo>
                      <a:pt x="297714" y="1135429"/>
                    </a:lnTo>
                    <a:lnTo>
                      <a:pt x="295592" y="1135429"/>
                    </a:lnTo>
                    <a:lnTo>
                      <a:pt x="293471" y="1133307"/>
                    </a:lnTo>
                    <a:lnTo>
                      <a:pt x="291349" y="1133307"/>
                    </a:lnTo>
                    <a:lnTo>
                      <a:pt x="289228" y="1131186"/>
                    </a:lnTo>
                    <a:lnTo>
                      <a:pt x="287106" y="1131186"/>
                    </a:lnTo>
                    <a:lnTo>
                      <a:pt x="284985" y="1129064"/>
                    </a:lnTo>
                    <a:lnTo>
                      <a:pt x="282863" y="1129064"/>
                    </a:lnTo>
                    <a:lnTo>
                      <a:pt x="280742" y="1126943"/>
                    </a:lnTo>
                    <a:lnTo>
                      <a:pt x="276498" y="1126943"/>
                    </a:lnTo>
                    <a:lnTo>
                      <a:pt x="274377" y="1124821"/>
                    </a:lnTo>
                    <a:lnTo>
                      <a:pt x="272255" y="1124821"/>
                    </a:lnTo>
                    <a:lnTo>
                      <a:pt x="270134" y="1122700"/>
                    </a:lnTo>
                    <a:lnTo>
                      <a:pt x="268012" y="1122700"/>
                    </a:lnTo>
                    <a:lnTo>
                      <a:pt x="265891" y="1120578"/>
                    </a:lnTo>
                    <a:lnTo>
                      <a:pt x="263769" y="1120578"/>
                    </a:lnTo>
                    <a:lnTo>
                      <a:pt x="261648" y="1118457"/>
                    </a:lnTo>
                    <a:lnTo>
                      <a:pt x="259526" y="1118457"/>
                    </a:lnTo>
                    <a:lnTo>
                      <a:pt x="257405" y="1116335"/>
                    </a:lnTo>
                    <a:lnTo>
                      <a:pt x="255283" y="1116335"/>
                    </a:lnTo>
                    <a:lnTo>
                      <a:pt x="253162" y="1114214"/>
                    </a:lnTo>
                    <a:lnTo>
                      <a:pt x="251040" y="1114214"/>
                    </a:lnTo>
                    <a:lnTo>
                      <a:pt x="248919" y="1112092"/>
                    </a:lnTo>
                    <a:lnTo>
                      <a:pt x="246797" y="1112092"/>
                    </a:lnTo>
                    <a:lnTo>
                      <a:pt x="244676" y="1109971"/>
                    </a:lnTo>
                    <a:lnTo>
                      <a:pt x="242554" y="1109971"/>
                    </a:lnTo>
                    <a:lnTo>
                      <a:pt x="240433" y="1107849"/>
                    </a:lnTo>
                    <a:lnTo>
                      <a:pt x="238311" y="1107849"/>
                    </a:lnTo>
                    <a:lnTo>
                      <a:pt x="236190" y="1105728"/>
                    </a:lnTo>
                    <a:lnTo>
                      <a:pt x="234068" y="1105728"/>
                    </a:lnTo>
                    <a:lnTo>
                      <a:pt x="231947" y="1103606"/>
                    </a:lnTo>
                    <a:lnTo>
                      <a:pt x="229825" y="1103606"/>
                    </a:lnTo>
                    <a:lnTo>
                      <a:pt x="227704" y="1101485"/>
                    </a:lnTo>
                    <a:lnTo>
                      <a:pt x="225582" y="1101485"/>
                    </a:lnTo>
                    <a:lnTo>
                      <a:pt x="223461" y="1099363"/>
                    </a:lnTo>
                    <a:lnTo>
                      <a:pt x="221339" y="1099363"/>
                    </a:lnTo>
                    <a:lnTo>
                      <a:pt x="219218" y="1097242"/>
                    </a:lnTo>
                    <a:lnTo>
                      <a:pt x="214975" y="1097242"/>
                    </a:lnTo>
                    <a:lnTo>
                      <a:pt x="212853" y="1095120"/>
                    </a:lnTo>
                    <a:lnTo>
                      <a:pt x="210732" y="1095120"/>
                    </a:lnTo>
                    <a:lnTo>
                      <a:pt x="208610" y="1092999"/>
                    </a:lnTo>
                    <a:lnTo>
                      <a:pt x="206489" y="1092999"/>
                    </a:lnTo>
                    <a:lnTo>
                      <a:pt x="204367" y="1090877"/>
                    </a:lnTo>
                    <a:lnTo>
                      <a:pt x="202246" y="1090877"/>
                    </a:lnTo>
                    <a:lnTo>
                      <a:pt x="200124" y="1088756"/>
                    </a:lnTo>
                    <a:lnTo>
                      <a:pt x="198003" y="1088756"/>
                    </a:lnTo>
                    <a:lnTo>
                      <a:pt x="195881" y="1086634"/>
                    </a:lnTo>
                    <a:lnTo>
                      <a:pt x="193760" y="1086634"/>
                    </a:lnTo>
                    <a:lnTo>
                      <a:pt x="191638" y="1084513"/>
                    </a:lnTo>
                    <a:lnTo>
                      <a:pt x="188814" y="1087907"/>
                    </a:lnTo>
                    <a:close/>
                    <a:moveTo>
                      <a:pt x="1610646" y="1014079"/>
                    </a:moveTo>
                    <a:lnTo>
                      <a:pt x="1610646" y="1035997"/>
                    </a:lnTo>
                    <a:lnTo>
                      <a:pt x="1612767" y="1038118"/>
                    </a:lnTo>
                    <a:lnTo>
                      <a:pt x="1612767" y="1093277"/>
                    </a:lnTo>
                    <a:lnTo>
                      <a:pt x="1614889" y="1095399"/>
                    </a:lnTo>
                    <a:lnTo>
                      <a:pt x="1614889" y="1150558"/>
                    </a:lnTo>
                    <a:lnTo>
                      <a:pt x="1617010" y="1152680"/>
                    </a:lnTo>
                    <a:lnTo>
                      <a:pt x="1617010" y="1190164"/>
                    </a:lnTo>
                    <a:lnTo>
                      <a:pt x="1620405" y="1190164"/>
                    </a:lnTo>
                    <a:lnTo>
                      <a:pt x="1620405" y="1140666"/>
                    </a:lnTo>
                    <a:lnTo>
                      <a:pt x="1618283" y="1138545"/>
                    </a:lnTo>
                    <a:lnTo>
                      <a:pt x="1618283" y="1083385"/>
                    </a:lnTo>
                    <a:lnTo>
                      <a:pt x="1616162" y="1081264"/>
                    </a:lnTo>
                    <a:lnTo>
                      <a:pt x="1616162" y="1026105"/>
                    </a:lnTo>
                    <a:lnTo>
                      <a:pt x="1614040" y="1023983"/>
                    </a:lnTo>
                    <a:lnTo>
                      <a:pt x="1610646" y="1014079"/>
                    </a:lnTo>
                    <a:close/>
                    <a:moveTo>
                      <a:pt x="1824069" y="891177"/>
                    </a:moveTo>
                    <a:lnTo>
                      <a:pt x="1819547" y="895699"/>
                    </a:lnTo>
                    <a:lnTo>
                      <a:pt x="1813183" y="895699"/>
                    </a:lnTo>
                    <a:lnTo>
                      <a:pt x="1811061" y="897820"/>
                    </a:lnTo>
                    <a:lnTo>
                      <a:pt x="1804697" y="897820"/>
                    </a:lnTo>
                    <a:lnTo>
                      <a:pt x="1802575" y="899942"/>
                    </a:lnTo>
                    <a:lnTo>
                      <a:pt x="1798332" y="899942"/>
                    </a:lnTo>
                    <a:lnTo>
                      <a:pt x="1796211" y="902063"/>
                    </a:lnTo>
                    <a:lnTo>
                      <a:pt x="1789846" y="902063"/>
                    </a:lnTo>
                    <a:lnTo>
                      <a:pt x="1787725" y="904185"/>
                    </a:lnTo>
                    <a:lnTo>
                      <a:pt x="1781360" y="904185"/>
                    </a:lnTo>
                    <a:lnTo>
                      <a:pt x="1779239" y="906306"/>
                    </a:lnTo>
                    <a:lnTo>
                      <a:pt x="1772874" y="906306"/>
                    </a:lnTo>
                    <a:lnTo>
                      <a:pt x="1770753" y="908428"/>
                    </a:lnTo>
                    <a:lnTo>
                      <a:pt x="1764388" y="908428"/>
                    </a:lnTo>
                    <a:lnTo>
                      <a:pt x="1762267" y="910549"/>
                    </a:lnTo>
                    <a:lnTo>
                      <a:pt x="1755902" y="910549"/>
                    </a:lnTo>
                    <a:lnTo>
                      <a:pt x="1753781" y="912671"/>
                    </a:lnTo>
                    <a:lnTo>
                      <a:pt x="1747416" y="912671"/>
                    </a:lnTo>
                    <a:lnTo>
                      <a:pt x="1745295" y="914792"/>
                    </a:lnTo>
                    <a:lnTo>
                      <a:pt x="1741052" y="914792"/>
                    </a:lnTo>
                    <a:lnTo>
                      <a:pt x="1738930" y="916914"/>
                    </a:lnTo>
                    <a:lnTo>
                      <a:pt x="1732566" y="916914"/>
                    </a:lnTo>
                    <a:lnTo>
                      <a:pt x="1730444" y="919035"/>
                    </a:lnTo>
                    <a:lnTo>
                      <a:pt x="1724080" y="919035"/>
                    </a:lnTo>
                    <a:lnTo>
                      <a:pt x="1721958" y="921157"/>
                    </a:lnTo>
                    <a:lnTo>
                      <a:pt x="1715594" y="921157"/>
                    </a:lnTo>
                    <a:lnTo>
                      <a:pt x="1713472" y="923278"/>
                    </a:lnTo>
                    <a:lnTo>
                      <a:pt x="1707108" y="923278"/>
                    </a:lnTo>
                    <a:lnTo>
                      <a:pt x="1704986" y="925400"/>
                    </a:lnTo>
                    <a:lnTo>
                      <a:pt x="1698622" y="925400"/>
                    </a:lnTo>
                    <a:lnTo>
                      <a:pt x="1696500" y="927521"/>
                    </a:lnTo>
                    <a:lnTo>
                      <a:pt x="1692257" y="927521"/>
                    </a:lnTo>
                    <a:lnTo>
                      <a:pt x="1690136" y="929643"/>
                    </a:lnTo>
                    <a:lnTo>
                      <a:pt x="1683771" y="929643"/>
                    </a:lnTo>
                    <a:lnTo>
                      <a:pt x="1681649" y="931764"/>
                    </a:lnTo>
                    <a:lnTo>
                      <a:pt x="1675285" y="931764"/>
                    </a:lnTo>
                    <a:lnTo>
                      <a:pt x="1673163" y="933886"/>
                    </a:lnTo>
                    <a:lnTo>
                      <a:pt x="1666799" y="933886"/>
                    </a:lnTo>
                    <a:lnTo>
                      <a:pt x="1664677" y="936007"/>
                    </a:lnTo>
                    <a:lnTo>
                      <a:pt x="1658313" y="936007"/>
                    </a:lnTo>
                    <a:lnTo>
                      <a:pt x="1656191" y="938129"/>
                    </a:lnTo>
                    <a:lnTo>
                      <a:pt x="1649827" y="938129"/>
                    </a:lnTo>
                    <a:lnTo>
                      <a:pt x="1647705" y="940250"/>
                    </a:lnTo>
                    <a:lnTo>
                      <a:pt x="1646287" y="940250"/>
                    </a:lnTo>
                    <a:lnTo>
                      <a:pt x="1646287" y="943645"/>
                    </a:lnTo>
                    <a:lnTo>
                      <a:pt x="1651233" y="943645"/>
                    </a:lnTo>
                    <a:lnTo>
                      <a:pt x="1653354" y="941523"/>
                    </a:lnTo>
                    <a:lnTo>
                      <a:pt x="1659719" y="941523"/>
                    </a:lnTo>
                    <a:lnTo>
                      <a:pt x="1661840" y="939402"/>
                    </a:lnTo>
                    <a:lnTo>
                      <a:pt x="1666083" y="939402"/>
                    </a:lnTo>
                    <a:lnTo>
                      <a:pt x="1668205" y="937280"/>
                    </a:lnTo>
                    <a:lnTo>
                      <a:pt x="1674569" y="937280"/>
                    </a:lnTo>
                    <a:lnTo>
                      <a:pt x="1676691" y="935159"/>
                    </a:lnTo>
                    <a:lnTo>
                      <a:pt x="1683055" y="935159"/>
                    </a:lnTo>
                    <a:lnTo>
                      <a:pt x="1685177" y="933037"/>
                    </a:lnTo>
                    <a:lnTo>
                      <a:pt x="1691542" y="933037"/>
                    </a:lnTo>
                    <a:lnTo>
                      <a:pt x="1693663" y="930916"/>
                    </a:lnTo>
                    <a:lnTo>
                      <a:pt x="1700028" y="930916"/>
                    </a:lnTo>
                    <a:lnTo>
                      <a:pt x="1702149" y="928794"/>
                    </a:lnTo>
                    <a:lnTo>
                      <a:pt x="1708514" y="928794"/>
                    </a:lnTo>
                    <a:lnTo>
                      <a:pt x="1710635" y="926673"/>
                    </a:lnTo>
                    <a:lnTo>
                      <a:pt x="1717000" y="926673"/>
                    </a:lnTo>
                    <a:lnTo>
                      <a:pt x="1719121" y="924551"/>
                    </a:lnTo>
                    <a:lnTo>
                      <a:pt x="1723364" y="924551"/>
                    </a:lnTo>
                    <a:lnTo>
                      <a:pt x="1725486" y="922430"/>
                    </a:lnTo>
                    <a:lnTo>
                      <a:pt x="1731850" y="922430"/>
                    </a:lnTo>
                    <a:lnTo>
                      <a:pt x="1733972" y="920308"/>
                    </a:lnTo>
                    <a:lnTo>
                      <a:pt x="1740336" y="920308"/>
                    </a:lnTo>
                    <a:lnTo>
                      <a:pt x="1742458" y="918187"/>
                    </a:lnTo>
                    <a:lnTo>
                      <a:pt x="1748822" y="918187"/>
                    </a:lnTo>
                    <a:lnTo>
                      <a:pt x="1750944" y="916065"/>
                    </a:lnTo>
                    <a:lnTo>
                      <a:pt x="1757308" y="916065"/>
                    </a:lnTo>
                    <a:lnTo>
                      <a:pt x="1759430" y="913944"/>
                    </a:lnTo>
                    <a:lnTo>
                      <a:pt x="1765794" y="913944"/>
                    </a:lnTo>
                    <a:lnTo>
                      <a:pt x="1767916" y="911822"/>
                    </a:lnTo>
                    <a:lnTo>
                      <a:pt x="1774280" y="911822"/>
                    </a:lnTo>
                    <a:lnTo>
                      <a:pt x="1776402" y="909701"/>
                    </a:lnTo>
                    <a:lnTo>
                      <a:pt x="1780645" y="909701"/>
                    </a:lnTo>
                    <a:lnTo>
                      <a:pt x="1782766" y="907579"/>
                    </a:lnTo>
                    <a:lnTo>
                      <a:pt x="1789131" y="907579"/>
                    </a:lnTo>
                    <a:lnTo>
                      <a:pt x="1791252" y="905458"/>
                    </a:lnTo>
                    <a:lnTo>
                      <a:pt x="1797617" y="905458"/>
                    </a:lnTo>
                    <a:lnTo>
                      <a:pt x="1799738" y="903336"/>
                    </a:lnTo>
                    <a:lnTo>
                      <a:pt x="1806103" y="903336"/>
                    </a:lnTo>
                    <a:lnTo>
                      <a:pt x="1808224" y="901215"/>
                    </a:lnTo>
                    <a:lnTo>
                      <a:pt x="1814589" y="901215"/>
                    </a:lnTo>
                    <a:lnTo>
                      <a:pt x="1816710" y="899093"/>
                    </a:lnTo>
                    <a:lnTo>
                      <a:pt x="1824069" y="899093"/>
                    </a:lnTo>
                    <a:lnTo>
                      <a:pt x="1824069" y="891177"/>
                    </a:lnTo>
                    <a:close/>
                    <a:moveTo>
                      <a:pt x="1288674" y="872859"/>
                    </a:moveTo>
                    <a:lnTo>
                      <a:pt x="1291074" y="875260"/>
                    </a:lnTo>
                    <a:lnTo>
                      <a:pt x="1293196" y="873138"/>
                    </a:lnTo>
                    <a:lnTo>
                      <a:pt x="1290796" y="870738"/>
                    </a:lnTo>
                    <a:lnTo>
                      <a:pt x="1288674" y="872859"/>
                    </a:lnTo>
                    <a:close/>
                    <a:moveTo>
                      <a:pt x="144687" y="871938"/>
                    </a:moveTo>
                    <a:lnTo>
                      <a:pt x="144687" y="883249"/>
                    </a:lnTo>
                    <a:lnTo>
                      <a:pt x="146808" y="885370"/>
                    </a:lnTo>
                    <a:lnTo>
                      <a:pt x="146808" y="934165"/>
                    </a:lnTo>
                    <a:lnTo>
                      <a:pt x="148930" y="936286"/>
                    </a:lnTo>
                    <a:lnTo>
                      <a:pt x="148930" y="985081"/>
                    </a:lnTo>
                    <a:lnTo>
                      <a:pt x="151051" y="987202"/>
                    </a:lnTo>
                    <a:lnTo>
                      <a:pt x="151051" y="1033875"/>
                    </a:lnTo>
                    <a:lnTo>
                      <a:pt x="156567" y="1039391"/>
                    </a:lnTo>
                    <a:lnTo>
                      <a:pt x="156567" y="1026105"/>
                    </a:lnTo>
                    <a:lnTo>
                      <a:pt x="154445" y="1023983"/>
                    </a:lnTo>
                    <a:lnTo>
                      <a:pt x="154445" y="975189"/>
                    </a:lnTo>
                    <a:lnTo>
                      <a:pt x="152324" y="973067"/>
                    </a:lnTo>
                    <a:lnTo>
                      <a:pt x="152324" y="924273"/>
                    </a:lnTo>
                    <a:lnTo>
                      <a:pt x="150202" y="922151"/>
                    </a:lnTo>
                    <a:lnTo>
                      <a:pt x="150202" y="875478"/>
                    </a:lnTo>
                    <a:lnTo>
                      <a:pt x="148081" y="873357"/>
                    </a:lnTo>
                    <a:lnTo>
                      <a:pt x="144687" y="871938"/>
                    </a:lnTo>
                    <a:close/>
                    <a:moveTo>
                      <a:pt x="1492339" y="871017"/>
                    </a:moveTo>
                    <a:lnTo>
                      <a:pt x="1497079" y="875757"/>
                    </a:lnTo>
                    <a:lnTo>
                      <a:pt x="1499200" y="875757"/>
                    </a:lnTo>
                    <a:lnTo>
                      <a:pt x="1503443" y="880000"/>
                    </a:lnTo>
                    <a:lnTo>
                      <a:pt x="1505565" y="880000"/>
                    </a:lnTo>
                    <a:lnTo>
                      <a:pt x="1509808" y="884243"/>
                    </a:lnTo>
                    <a:lnTo>
                      <a:pt x="1511929" y="884243"/>
                    </a:lnTo>
                    <a:lnTo>
                      <a:pt x="1516172" y="888486"/>
                    </a:lnTo>
                    <a:lnTo>
                      <a:pt x="1518294" y="888486"/>
                    </a:lnTo>
                    <a:lnTo>
                      <a:pt x="1524658" y="894850"/>
                    </a:lnTo>
                    <a:lnTo>
                      <a:pt x="1526780" y="894850"/>
                    </a:lnTo>
                    <a:lnTo>
                      <a:pt x="1531023" y="899093"/>
                    </a:lnTo>
                    <a:lnTo>
                      <a:pt x="1533144" y="899093"/>
                    </a:lnTo>
                    <a:lnTo>
                      <a:pt x="1537387" y="903336"/>
                    </a:lnTo>
                    <a:lnTo>
                      <a:pt x="1539509" y="903336"/>
                    </a:lnTo>
                    <a:lnTo>
                      <a:pt x="1545873" y="909701"/>
                    </a:lnTo>
                    <a:lnTo>
                      <a:pt x="1547995" y="909701"/>
                    </a:lnTo>
                    <a:lnTo>
                      <a:pt x="1552238" y="913944"/>
                    </a:lnTo>
                    <a:lnTo>
                      <a:pt x="1554359" y="913944"/>
                    </a:lnTo>
                    <a:lnTo>
                      <a:pt x="1558602" y="918187"/>
                    </a:lnTo>
                    <a:lnTo>
                      <a:pt x="1560724" y="918187"/>
                    </a:lnTo>
                    <a:lnTo>
                      <a:pt x="1567088" y="924551"/>
                    </a:lnTo>
                    <a:lnTo>
                      <a:pt x="1569210" y="924551"/>
                    </a:lnTo>
                    <a:lnTo>
                      <a:pt x="1573453" y="928794"/>
                    </a:lnTo>
                    <a:lnTo>
                      <a:pt x="1575574" y="928794"/>
                    </a:lnTo>
                    <a:lnTo>
                      <a:pt x="1577696" y="930916"/>
                    </a:lnTo>
                    <a:lnTo>
                      <a:pt x="1580520" y="930916"/>
                    </a:lnTo>
                    <a:lnTo>
                      <a:pt x="1580520" y="927521"/>
                    </a:lnTo>
                    <a:lnTo>
                      <a:pt x="1579102" y="927521"/>
                    </a:lnTo>
                    <a:lnTo>
                      <a:pt x="1574859" y="923278"/>
                    </a:lnTo>
                    <a:lnTo>
                      <a:pt x="1572737" y="923278"/>
                    </a:lnTo>
                    <a:lnTo>
                      <a:pt x="1568494" y="919035"/>
                    </a:lnTo>
                    <a:lnTo>
                      <a:pt x="1566373" y="919035"/>
                    </a:lnTo>
                    <a:lnTo>
                      <a:pt x="1562130" y="914792"/>
                    </a:lnTo>
                    <a:lnTo>
                      <a:pt x="1560008" y="914792"/>
                    </a:lnTo>
                    <a:lnTo>
                      <a:pt x="1553644" y="908428"/>
                    </a:lnTo>
                    <a:lnTo>
                      <a:pt x="1551522" y="908428"/>
                    </a:lnTo>
                    <a:lnTo>
                      <a:pt x="1547279" y="904185"/>
                    </a:lnTo>
                    <a:lnTo>
                      <a:pt x="1545158" y="904185"/>
                    </a:lnTo>
                    <a:lnTo>
                      <a:pt x="1540915" y="899942"/>
                    </a:lnTo>
                    <a:lnTo>
                      <a:pt x="1538793" y="899942"/>
                    </a:lnTo>
                    <a:lnTo>
                      <a:pt x="1532429" y="893577"/>
                    </a:lnTo>
                    <a:lnTo>
                      <a:pt x="1530307" y="893577"/>
                    </a:lnTo>
                    <a:lnTo>
                      <a:pt x="1526064" y="889334"/>
                    </a:lnTo>
                    <a:lnTo>
                      <a:pt x="1523943" y="889334"/>
                    </a:lnTo>
                    <a:lnTo>
                      <a:pt x="1519700" y="885091"/>
                    </a:lnTo>
                    <a:lnTo>
                      <a:pt x="1517578" y="885091"/>
                    </a:lnTo>
                    <a:lnTo>
                      <a:pt x="1511214" y="878727"/>
                    </a:lnTo>
                    <a:lnTo>
                      <a:pt x="1509092" y="878727"/>
                    </a:lnTo>
                    <a:lnTo>
                      <a:pt x="1504849" y="874484"/>
                    </a:lnTo>
                    <a:lnTo>
                      <a:pt x="1502728" y="874484"/>
                    </a:lnTo>
                    <a:lnTo>
                      <a:pt x="1500606" y="872362"/>
                    </a:lnTo>
                    <a:lnTo>
                      <a:pt x="1492339" y="871017"/>
                    </a:lnTo>
                    <a:close/>
                    <a:moveTo>
                      <a:pt x="1308968" y="865149"/>
                    </a:moveTo>
                    <a:lnTo>
                      <a:pt x="1308968" y="861755"/>
                    </a:lnTo>
                    <a:lnTo>
                      <a:pt x="1306846" y="861755"/>
                    </a:lnTo>
                    <a:lnTo>
                      <a:pt x="1306846" y="865149"/>
                    </a:lnTo>
                    <a:lnTo>
                      <a:pt x="1308968" y="865149"/>
                    </a:lnTo>
                    <a:close/>
                    <a:moveTo>
                      <a:pt x="1568216" y="852845"/>
                    </a:moveTo>
                    <a:lnTo>
                      <a:pt x="1568216" y="857791"/>
                    </a:lnTo>
                    <a:lnTo>
                      <a:pt x="1570337" y="859912"/>
                    </a:lnTo>
                    <a:lnTo>
                      <a:pt x="1570337" y="862034"/>
                    </a:lnTo>
                    <a:lnTo>
                      <a:pt x="1572459" y="864155"/>
                    </a:lnTo>
                    <a:lnTo>
                      <a:pt x="1572459" y="868398"/>
                    </a:lnTo>
                    <a:lnTo>
                      <a:pt x="1574580" y="870520"/>
                    </a:lnTo>
                    <a:lnTo>
                      <a:pt x="1574580" y="872641"/>
                    </a:lnTo>
                    <a:lnTo>
                      <a:pt x="1576702" y="874763"/>
                    </a:lnTo>
                    <a:lnTo>
                      <a:pt x="1576702" y="876884"/>
                    </a:lnTo>
                    <a:lnTo>
                      <a:pt x="1578823" y="879006"/>
                    </a:lnTo>
                    <a:lnTo>
                      <a:pt x="1578823" y="883249"/>
                    </a:lnTo>
                    <a:lnTo>
                      <a:pt x="1580945" y="885370"/>
                    </a:lnTo>
                    <a:lnTo>
                      <a:pt x="1580945" y="887492"/>
                    </a:lnTo>
                    <a:lnTo>
                      <a:pt x="1583066" y="889613"/>
                    </a:lnTo>
                    <a:lnTo>
                      <a:pt x="1583066" y="891735"/>
                    </a:lnTo>
                    <a:lnTo>
                      <a:pt x="1585188" y="893856"/>
                    </a:lnTo>
                    <a:lnTo>
                      <a:pt x="1585188" y="898099"/>
                    </a:lnTo>
                    <a:lnTo>
                      <a:pt x="1587309" y="900221"/>
                    </a:lnTo>
                    <a:lnTo>
                      <a:pt x="1587309" y="902342"/>
                    </a:lnTo>
                    <a:lnTo>
                      <a:pt x="1589431" y="904464"/>
                    </a:lnTo>
                    <a:lnTo>
                      <a:pt x="1589431" y="908707"/>
                    </a:lnTo>
                    <a:lnTo>
                      <a:pt x="1591552" y="910828"/>
                    </a:lnTo>
                    <a:lnTo>
                      <a:pt x="1591552" y="912950"/>
                    </a:lnTo>
                    <a:lnTo>
                      <a:pt x="1593674" y="915071"/>
                    </a:lnTo>
                    <a:lnTo>
                      <a:pt x="1593674" y="916490"/>
                    </a:lnTo>
                    <a:lnTo>
                      <a:pt x="1597068" y="916490"/>
                    </a:lnTo>
                    <a:lnTo>
                      <a:pt x="1597068" y="913665"/>
                    </a:lnTo>
                    <a:lnTo>
                      <a:pt x="1594947" y="911544"/>
                    </a:lnTo>
                    <a:lnTo>
                      <a:pt x="1594947" y="907301"/>
                    </a:lnTo>
                    <a:lnTo>
                      <a:pt x="1592825" y="905179"/>
                    </a:lnTo>
                    <a:lnTo>
                      <a:pt x="1592825" y="903058"/>
                    </a:lnTo>
                    <a:lnTo>
                      <a:pt x="1590704" y="900936"/>
                    </a:lnTo>
                    <a:lnTo>
                      <a:pt x="1590704" y="898815"/>
                    </a:lnTo>
                    <a:lnTo>
                      <a:pt x="1588582" y="896693"/>
                    </a:lnTo>
                    <a:lnTo>
                      <a:pt x="1588582" y="892450"/>
                    </a:lnTo>
                    <a:lnTo>
                      <a:pt x="1586461" y="890329"/>
                    </a:lnTo>
                    <a:lnTo>
                      <a:pt x="1586461" y="888207"/>
                    </a:lnTo>
                    <a:lnTo>
                      <a:pt x="1584339" y="886086"/>
                    </a:lnTo>
                    <a:lnTo>
                      <a:pt x="1584339" y="881843"/>
                    </a:lnTo>
                    <a:lnTo>
                      <a:pt x="1582218" y="879721"/>
                    </a:lnTo>
                    <a:lnTo>
                      <a:pt x="1582218" y="877600"/>
                    </a:lnTo>
                    <a:lnTo>
                      <a:pt x="1580096" y="875478"/>
                    </a:lnTo>
                    <a:lnTo>
                      <a:pt x="1580096" y="873357"/>
                    </a:lnTo>
                    <a:lnTo>
                      <a:pt x="1577975" y="871235"/>
                    </a:lnTo>
                    <a:lnTo>
                      <a:pt x="1577975" y="866992"/>
                    </a:lnTo>
                    <a:lnTo>
                      <a:pt x="1575853" y="864871"/>
                    </a:lnTo>
                    <a:lnTo>
                      <a:pt x="1575853" y="862749"/>
                    </a:lnTo>
                    <a:lnTo>
                      <a:pt x="1573731" y="860628"/>
                    </a:lnTo>
                    <a:lnTo>
                      <a:pt x="1573731" y="858506"/>
                    </a:lnTo>
                    <a:lnTo>
                      <a:pt x="1568216" y="852845"/>
                    </a:lnTo>
                    <a:close/>
                    <a:moveTo>
                      <a:pt x="1305646" y="853766"/>
                    </a:moveTo>
                    <a:lnTo>
                      <a:pt x="1308046" y="856166"/>
                    </a:lnTo>
                    <a:lnTo>
                      <a:pt x="1310168" y="854045"/>
                    </a:lnTo>
                    <a:lnTo>
                      <a:pt x="1307768" y="851644"/>
                    </a:lnTo>
                    <a:lnTo>
                      <a:pt x="1305646" y="853766"/>
                    </a:lnTo>
                    <a:close/>
                    <a:moveTo>
                      <a:pt x="1434137" y="829084"/>
                    </a:moveTo>
                    <a:lnTo>
                      <a:pt x="1434137" y="825689"/>
                    </a:lnTo>
                    <a:lnTo>
                      <a:pt x="1432015" y="825689"/>
                    </a:lnTo>
                    <a:lnTo>
                      <a:pt x="1432015" y="829084"/>
                    </a:lnTo>
                    <a:lnTo>
                      <a:pt x="1434137" y="829084"/>
                    </a:lnTo>
                    <a:close/>
                    <a:moveTo>
                      <a:pt x="1378553" y="819046"/>
                    </a:moveTo>
                    <a:lnTo>
                      <a:pt x="1371910" y="825689"/>
                    </a:lnTo>
                    <a:lnTo>
                      <a:pt x="1369788" y="825689"/>
                    </a:lnTo>
                    <a:lnTo>
                      <a:pt x="1367667" y="827811"/>
                    </a:lnTo>
                    <a:lnTo>
                      <a:pt x="1365545" y="827811"/>
                    </a:lnTo>
                    <a:lnTo>
                      <a:pt x="1361302" y="832054"/>
                    </a:lnTo>
                    <a:lnTo>
                      <a:pt x="1359181" y="832054"/>
                    </a:lnTo>
                    <a:lnTo>
                      <a:pt x="1357059" y="834175"/>
                    </a:lnTo>
                    <a:lnTo>
                      <a:pt x="1355641" y="834175"/>
                    </a:lnTo>
                    <a:lnTo>
                      <a:pt x="1355641" y="837570"/>
                    </a:lnTo>
                    <a:lnTo>
                      <a:pt x="1358465" y="837570"/>
                    </a:lnTo>
                    <a:lnTo>
                      <a:pt x="1360587" y="835448"/>
                    </a:lnTo>
                    <a:lnTo>
                      <a:pt x="1362708" y="835448"/>
                    </a:lnTo>
                    <a:lnTo>
                      <a:pt x="1364830" y="833327"/>
                    </a:lnTo>
                    <a:lnTo>
                      <a:pt x="1366951" y="833327"/>
                    </a:lnTo>
                    <a:lnTo>
                      <a:pt x="1371194" y="829084"/>
                    </a:lnTo>
                    <a:lnTo>
                      <a:pt x="1373316" y="829084"/>
                    </a:lnTo>
                    <a:lnTo>
                      <a:pt x="1375437" y="826962"/>
                    </a:lnTo>
                    <a:lnTo>
                      <a:pt x="1378553" y="826962"/>
                    </a:lnTo>
                    <a:lnTo>
                      <a:pt x="1378553" y="819046"/>
                    </a:lnTo>
                    <a:close/>
                    <a:moveTo>
                      <a:pt x="1371413" y="800728"/>
                    </a:moveTo>
                    <a:lnTo>
                      <a:pt x="1369788" y="802353"/>
                    </a:lnTo>
                    <a:lnTo>
                      <a:pt x="1367667" y="802353"/>
                    </a:lnTo>
                    <a:lnTo>
                      <a:pt x="1359181" y="810839"/>
                    </a:lnTo>
                    <a:lnTo>
                      <a:pt x="1357059" y="810839"/>
                    </a:lnTo>
                    <a:lnTo>
                      <a:pt x="1348573" y="819325"/>
                    </a:lnTo>
                    <a:lnTo>
                      <a:pt x="1346452" y="819325"/>
                    </a:lnTo>
                    <a:lnTo>
                      <a:pt x="1337966" y="827811"/>
                    </a:lnTo>
                    <a:lnTo>
                      <a:pt x="1335844" y="827811"/>
                    </a:lnTo>
                    <a:lnTo>
                      <a:pt x="1331104" y="832551"/>
                    </a:lnTo>
                    <a:lnTo>
                      <a:pt x="1333504" y="834951"/>
                    </a:lnTo>
                    <a:lnTo>
                      <a:pt x="1335129" y="833327"/>
                    </a:lnTo>
                    <a:lnTo>
                      <a:pt x="1337250" y="833327"/>
                    </a:lnTo>
                    <a:lnTo>
                      <a:pt x="1345736" y="824841"/>
                    </a:lnTo>
                    <a:lnTo>
                      <a:pt x="1347858" y="824841"/>
                    </a:lnTo>
                    <a:lnTo>
                      <a:pt x="1356344" y="816355"/>
                    </a:lnTo>
                    <a:lnTo>
                      <a:pt x="1358465" y="816355"/>
                    </a:lnTo>
                    <a:lnTo>
                      <a:pt x="1366951" y="807869"/>
                    </a:lnTo>
                    <a:lnTo>
                      <a:pt x="1369073" y="807869"/>
                    </a:lnTo>
                    <a:lnTo>
                      <a:pt x="1371413" y="800728"/>
                    </a:lnTo>
                    <a:close/>
                    <a:moveTo>
                      <a:pt x="1530526" y="767063"/>
                    </a:moveTo>
                    <a:lnTo>
                      <a:pt x="1532150" y="768687"/>
                    </a:lnTo>
                    <a:lnTo>
                      <a:pt x="1532150" y="770809"/>
                    </a:lnTo>
                    <a:lnTo>
                      <a:pt x="1534272" y="772930"/>
                    </a:lnTo>
                    <a:lnTo>
                      <a:pt x="1534272" y="777173"/>
                    </a:lnTo>
                    <a:lnTo>
                      <a:pt x="1536393" y="779295"/>
                    </a:lnTo>
                    <a:lnTo>
                      <a:pt x="1536393" y="781416"/>
                    </a:lnTo>
                    <a:lnTo>
                      <a:pt x="1538515" y="783538"/>
                    </a:lnTo>
                    <a:lnTo>
                      <a:pt x="1538515" y="787781"/>
                    </a:lnTo>
                    <a:lnTo>
                      <a:pt x="1540636" y="789902"/>
                    </a:lnTo>
                    <a:lnTo>
                      <a:pt x="1540636" y="792024"/>
                    </a:lnTo>
                    <a:lnTo>
                      <a:pt x="1542758" y="794145"/>
                    </a:lnTo>
                    <a:lnTo>
                      <a:pt x="1542758" y="796267"/>
                    </a:lnTo>
                    <a:lnTo>
                      <a:pt x="1544879" y="798388"/>
                    </a:lnTo>
                    <a:lnTo>
                      <a:pt x="1544879" y="802631"/>
                    </a:lnTo>
                    <a:lnTo>
                      <a:pt x="1547001" y="804753"/>
                    </a:lnTo>
                    <a:lnTo>
                      <a:pt x="1547001" y="806874"/>
                    </a:lnTo>
                    <a:lnTo>
                      <a:pt x="1549122" y="808996"/>
                    </a:lnTo>
                    <a:lnTo>
                      <a:pt x="1549122" y="811117"/>
                    </a:lnTo>
                    <a:lnTo>
                      <a:pt x="1551244" y="813239"/>
                    </a:lnTo>
                    <a:lnTo>
                      <a:pt x="1551244" y="817482"/>
                    </a:lnTo>
                    <a:lnTo>
                      <a:pt x="1553365" y="819603"/>
                    </a:lnTo>
                    <a:lnTo>
                      <a:pt x="1553365" y="821725"/>
                    </a:lnTo>
                    <a:lnTo>
                      <a:pt x="1555487" y="823846"/>
                    </a:lnTo>
                    <a:lnTo>
                      <a:pt x="1555487" y="828089"/>
                    </a:lnTo>
                    <a:lnTo>
                      <a:pt x="1557608" y="830211"/>
                    </a:lnTo>
                    <a:lnTo>
                      <a:pt x="1557608" y="832332"/>
                    </a:lnTo>
                    <a:lnTo>
                      <a:pt x="1560227" y="834951"/>
                    </a:lnTo>
                    <a:lnTo>
                      <a:pt x="1562627" y="832551"/>
                    </a:lnTo>
                    <a:lnTo>
                      <a:pt x="1561002" y="830926"/>
                    </a:lnTo>
                    <a:lnTo>
                      <a:pt x="1561002" y="826683"/>
                    </a:lnTo>
                    <a:lnTo>
                      <a:pt x="1558881" y="824562"/>
                    </a:lnTo>
                    <a:lnTo>
                      <a:pt x="1558881" y="822440"/>
                    </a:lnTo>
                    <a:lnTo>
                      <a:pt x="1556759" y="820319"/>
                    </a:lnTo>
                    <a:lnTo>
                      <a:pt x="1556759" y="816076"/>
                    </a:lnTo>
                    <a:lnTo>
                      <a:pt x="1554638" y="813954"/>
                    </a:lnTo>
                    <a:lnTo>
                      <a:pt x="1554638" y="811833"/>
                    </a:lnTo>
                    <a:lnTo>
                      <a:pt x="1552516" y="809711"/>
                    </a:lnTo>
                    <a:lnTo>
                      <a:pt x="1552516" y="807590"/>
                    </a:lnTo>
                    <a:lnTo>
                      <a:pt x="1550395" y="805468"/>
                    </a:lnTo>
                    <a:lnTo>
                      <a:pt x="1550395" y="801225"/>
                    </a:lnTo>
                    <a:lnTo>
                      <a:pt x="1548273" y="799104"/>
                    </a:lnTo>
                    <a:lnTo>
                      <a:pt x="1548273" y="796982"/>
                    </a:lnTo>
                    <a:lnTo>
                      <a:pt x="1546152" y="794861"/>
                    </a:lnTo>
                    <a:lnTo>
                      <a:pt x="1546152" y="792739"/>
                    </a:lnTo>
                    <a:lnTo>
                      <a:pt x="1544030" y="790618"/>
                    </a:lnTo>
                    <a:lnTo>
                      <a:pt x="1544030" y="786375"/>
                    </a:lnTo>
                    <a:lnTo>
                      <a:pt x="1541909" y="784253"/>
                    </a:lnTo>
                    <a:lnTo>
                      <a:pt x="1541909" y="782132"/>
                    </a:lnTo>
                    <a:lnTo>
                      <a:pt x="1539787" y="780010"/>
                    </a:lnTo>
                    <a:lnTo>
                      <a:pt x="1539787" y="775767"/>
                    </a:lnTo>
                    <a:lnTo>
                      <a:pt x="1537666" y="773646"/>
                    </a:lnTo>
                    <a:lnTo>
                      <a:pt x="1537666" y="771524"/>
                    </a:lnTo>
                    <a:lnTo>
                      <a:pt x="1535544" y="769403"/>
                    </a:lnTo>
                    <a:lnTo>
                      <a:pt x="1535544" y="767281"/>
                    </a:lnTo>
                    <a:lnTo>
                      <a:pt x="1530526" y="767063"/>
                    </a:lnTo>
                    <a:close/>
                    <a:moveTo>
                      <a:pt x="1330183" y="767560"/>
                    </a:moveTo>
                    <a:lnTo>
                      <a:pt x="1331601" y="767560"/>
                    </a:lnTo>
                    <a:lnTo>
                      <a:pt x="1335844" y="771803"/>
                    </a:lnTo>
                    <a:lnTo>
                      <a:pt x="1337966" y="771803"/>
                    </a:lnTo>
                    <a:lnTo>
                      <a:pt x="1340087" y="773925"/>
                    </a:lnTo>
                    <a:lnTo>
                      <a:pt x="1342209" y="773925"/>
                    </a:lnTo>
                    <a:lnTo>
                      <a:pt x="1344330" y="776046"/>
                    </a:lnTo>
                    <a:lnTo>
                      <a:pt x="1346452" y="776046"/>
                    </a:lnTo>
                    <a:lnTo>
                      <a:pt x="1350695" y="780289"/>
                    </a:lnTo>
                    <a:lnTo>
                      <a:pt x="1352816" y="780289"/>
                    </a:lnTo>
                    <a:lnTo>
                      <a:pt x="1354938" y="782411"/>
                    </a:lnTo>
                    <a:lnTo>
                      <a:pt x="1357059" y="782411"/>
                    </a:lnTo>
                    <a:lnTo>
                      <a:pt x="1359181" y="784532"/>
                    </a:lnTo>
                    <a:lnTo>
                      <a:pt x="1361302" y="784532"/>
                    </a:lnTo>
                    <a:lnTo>
                      <a:pt x="1365545" y="788775"/>
                    </a:lnTo>
                    <a:lnTo>
                      <a:pt x="1367667" y="788775"/>
                    </a:lnTo>
                    <a:lnTo>
                      <a:pt x="1369788" y="790897"/>
                    </a:lnTo>
                    <a:lnTo>
                      <a:pt x="1371910" y="790897"/>
                    </a:lnTo>
                    <a:lnTo>
                      <a:pt x="1378553" y="797540"/>
                    </a:lnTo>
                    <a:lnTo>
                      <a:pt x="1378553" y="789624"/>
                    </a:lnTo>
                    <a:lnTo>
                      <a:pt x="1375437" y="789624"/>
                    </a:lnTo>
                    <a:lnTo>
                      <a:pt x="1373316" y="787502"/>
                    </a:lnTo>
                    <a:lnTo>
                      <a:pt x="1371194" y="787502"/>
                    </a:lnTo>
                    <a:lnTo>
                      <a:pt x="1366951" y="783259"/>
                    </a:lnTo>
                    <a:lnTo>
                      <a:pt x="1364830" y="783259"/>
                    </a:lnTo>
                    <a:lnTo>
                      <a:pt x="1362708" y="781138"/>
                    </a:lnTo>
                    <a:lnTo>
                      <a:pt x="1360587" y="781138"/>
                    </a:lnTo>
                    <a:lnTo>
                      <a:pt x="1358465" y="779016"/>
                    </a:lnTo>
                    <a:lnTo>
                      <a:pt x="1356344" y="779016"/>
                    </a:lnTo>
                    <a:lnTo>
                      <a:pt x="1352101" y="774773"/>
                    </a:lnTo>
                    <a:lnTo>
                      <a:pt x="1349979" y="774773"/>
                    </a:lnTo>
                    <a:lnTo>
                      <a:pt x="1347858" y="772652"/>
                    </a:lnTo>
                    <a:lnTo>
                      <a:pt x="1345736" y="772652"/>
                    </a:lnTo>
                    <a:lnTo>
                      <a:pt x="1343615" y="770530"/>
                    </a:lnTo>
                    <a:lnTo>
                      <a:pt x="1341493" y="770530"/>
                    </a:lnTo>
                    <a:lnTo>
                      <a:pt x="1337250" y="766287"/>
                    </a:lnTo>
                    <a:lnTo>
                      <a:pt x="1335129" y="766287"/>
                    </a:lnTo>
                    <a:lnTo>
                      <a:pt x="1333007" y="764166"/>
                    </a:lnTo>
                    <a:lnTo>
                      <a:pt x="1330183" y="767560"/>
                    </a:lnTo>
                    <a:close/>
                    <a:moveTo>
                      <a:pt x="1418583" y="762044"/>
                    </a:moveTo>
                    <a:lnTo>
                      <a:pt x="1414340" y="766287"/>
                    </a:lnTo>
                    <a:lnTo>
                      <a:pt x="1411224" y="766287"/>
                    </a:lnTo>
                    <a:lnTo>
                      <a:pt x="1411224" y="774203"/>
                    </a:lnTo>
                    <a:lnTo>
                      <a:pt x="1419989" y="765439"/>
                    </a:lnTo>
                    <a:lnTo>
                      <a:pt x="1421408" y="765439"/>
                    </a:lnTo>
                    <a:lnTo>
                      <a:pt x="1421408" y="762044"/>
                    </a:lnTo>
                    <a:lnTo>
                      <a:pt x="1418583" y="762044"/>
                    </a:lnTo>
                    <a:close/>
                    <a:moveTo>
                      <a:pt x="1379899" y="760698"/>
                    </a:moveTo>
                    <a:lnTo>
                      <a:pt x="1381523" y="762323"/>
                    </a:lnTo>
                    <a:lnTo>
                      <a:pt x="1381523" y="764444"/>
                    </a:lnTo>
                    <a:lnTo>
                      <a:pt x="1383645" y="766566"/>
                    </a:lnTo>
                    <a:lnTo>
                      <a:pt x="1383645" y="768687"/>
                    </a:lnTo>
                    <a:lnTo>
                      <a:pt x="1385766" y="770809"/>
                    </a:lnTo>
                    <a:lnTo>
                      <a:pt x="1385766" y="772930"/>
                    </a:lnTo>
                    <a:lnTo>
                      <a:pt x="1387888" y="775052"/>
                    </a:lnTo>
                    <a:lnTo>
                      <a:pt x="1387888" y="780289"/>
                    </a:lnTo>
                    <a:lnTo>
                      <a:pt x="1395804" y="780289"/>
                    </a:lnTo>
                    <a:lnTo>
                      <a:pt x="1391282" y="775767"/>
                    </a:lnTo>
                    <a:lnTo>
                      <a:pt x="1391282" y="773646"/>
                    </a:lnTo>
                    <a:lnTo>
                      <a:pt x="1389161" y="771524"/>
                    </a:lnTo>
                    <a:lnTo>
                      <a:pt x="1389161" y="769403"/>
                    </a:lnTo>
                    <a:lnTo>
                      <a:pt x="1387039" y="767281"/>
                    </a:lnTo>
                    <a:lnTo>
                      <a:pt x="1387039" y="765160"/>
                    </a:lnTo>
                    <a:lnTo>
                      <a:pt x="1384918" y="763038"/>
                    </a:lnTo>
                    <a:lnTo>
                      <a:pt x="1384918" y="760917"/>
                    </a:lnTo>
                    <a:lnTo>
                      <a:pt x="1379899" y="760698"/>
                    </a:lnTo>
                    <a:close/>
                    <a:moveTo>
                      <a:pt x="1406981" y="760917"/>
                    </a:moveTo>
                    <a:lnTo>
                      <a:pt x="1406981" y="767984"/>
                    </a:lnTo>
                    <a:lnTo>
                      <a:pt x="1410376" y="767984"/>
                    </a:lnTo>
                    <a:lnTo>
                      <a:pt x="1410376" y="762323"/>
                    </a:lnTo>
                    <a:lnTo>
                      <a:pt x="1412497" y="760201"/>
                    </a:lnTo>
                    <a:lnTo>
                      <a:pt x="1412497" y="740405"/>
                    </a:lnTo>
                    <a:lnTo>
                      <a:pt x="1409103" y="740405"/>
                    </a:lnTo>
                    <a:lnTo>
                      <a:pt x="1409103" y="758795"/>
                    </a:lnTo>
                    <a:lnTo>
                      <a:pt x="1406981" y="760917"/>
                    </a:lnTo>
                    <a:close/>
                    <a:moveTo>
                      <a:pt x="1465959" y="723857"/>
                    </a:moveTo>
                    <a:lnTo>
                      <a:pt x="1465959" y="727251"/>
                    </a:lnTo>
                    <a:lnTo>
                      <a:pt x="1468784" y="727251"/>
                    </a:lnTo>
                    <a:lnTo>
                      <a:pt x="1471402" y="724633"/>
                    </a:lnTo>
                    <a:lnTo>
                      <a:pt x="1469002" y="722233"/>
                    </a:lnTo>
                    <a:lnTo>
                      <a:pt x="1467378" y="723857"/>
                    </a:lnTo>
                    <a:lnTo>
                      <a:pt x="1465959" y="723857"/>
                    </a:lnTo>
                    <a:close/>
                    <a:moveTo>
                      <a:pt x="1473245" y="717990"/>
                    </a:moveTo>
                    <a:lnTo>
                      <a:pt x="1475645" y="720390"/>
                    </a:lnTo>
                    <a:lnTo>
                      <a:pt x="1477767" y="718268"/>
                    </a:lnTo>
                    <a:lnTo>
                      <a:pt x="1475367" y="715868"/>
                    </a:lnTo>
                    <a:lnTo>
                      <a:pt x="1473245" y="717990"/>
                    </a:lnTo>
                    <a:close/>
                    <a:moveTo>
                      <a:pt x="1242001" y="716147"/>
                    </a:moveTo>
                    <a:lnTo>
                      <a:pt x="1246741" y="720887"/>
                    </a:lnTo>
                    <a:lnTo>
                      <a:pt x="1248863" y="720887"/>
                    </a:lnTo>
                    <a:lnTo>
                      <a:pt x="1250984" y="723008"/>
                    </a:lnTo>
                    <a:lnTo>
                      <a:pt x="1253106" y="723008"/>
                    </a:lnTo>
                    <a:lnTo>
                      <a:pt x="1255227" y="725130"/>
                    </a:lnTo>
                    <a:lnTo>
                      <a:pt x="1258052" y="725130"/>
                    </a:lnTo>
                    <a:lnTo>
                      <a:pt x="1258052" y="721736"/>
                    </a:lnTo>
                    <a:lnTo>
                      <a:pt x="1256633" y="721736"/>
                    </a:lnTo>
                    <a:lnTo>
                      <a:pt x="1254512" y="719614"/>
                    </a:lnTo>
                    <a:lnTo>
                      <a:pt x="1252390" y="719614"/>
                    </a:lnTo>
                    <a:lnTo>
                      <a:pt x="1248147" y="715371"/>
                    </a:lnTo>
                    <a:lnTo>
                      <a:pt x="1242001" y="716147"/>
                    </a:lnTo>
                    <a:close/>
                    <a:moveTo>
                      <a:pt x="1413346" y="702218"/>
                    </a:moveTo>
                    <a:lnTo>
                      <a:pt x="1413346" y="707879"/>
                    </a:lnTo>
                    <a:lnTo>
                      <a:pt x="1411224" y="710001"/>
                    </a:lnTo>
                    <a:lnTo>
                      <a:pt x="1411224" y="723433"/>
                    </a:lnTo>
                    <a:lnTo>
                      <a:pt x="1414619" y="723433"/>
                    </a:lnTo>
                    <a:lnTo>
                      <a:pt x="1414619" y="715650"/>
                    </a:lnTo>
                    <a:lnTo>
                      <a:pt x="1416740" y="713528"/>
                    </a:lnTo>
                    <a:lnTo>
                      <a:pt x="1413346" y="702218"/>
                    </a:lnTo>
                    <a:close/>
                    <a:moveTo>
                      <a:pt x="1351822" y="698120"/>
                    </a:moveTo>
                    <a:lnTo>
                      <a:pt x="1351822" y="705042"/>
                    </a:lnTo>
                    <a:lnTo>
                      <a:pt x="1353944" y="707164"/>
                    </a:lnTo>
                    <a:lnTo>
                      <a:pt x="1353944" y="709285"/>
                    </a:lnTo>
                    <a:lnTo>
                      <a:pt x="1356065" y="711407"/>
                    </a:lnTo>
                    <a:lnTo>
                      <a:pt x="1356065" y="713528"/>
                    </a:lnTo>
                    <a:lnTo>
                      <a:pt x="1358187" y="715650"/>
                    </a:lnTo>
                    <a:lnTo>
                      <a:pt x="1358187" y="717771"/>
                    </a:lnTo>
                    <a:lnTo>
                      <a:pt x="1360308" y="719893"/>
                    </a:lnTo>
                    <a:lnTo>
                      <a:pt x="1360308" y="722014"/>
                    </a:lnTo>
                    <a:lnTo>
                      <a:pt x="1362927" y="724633"/>
                    </a:lnTo>
                    <a:lnTo>
                      <a:pt x="1365327" y="722233"/>
                    </a:lnTo>
                    <a:lnTo>
                      <a:pt x="1363703" y="720608"/>
                    </a:lnTo>
                    <a:lnTo>
                      <a:pt x="1363703" y="718487"/>
                    </a:lnTo>
                    <a:lnTo>
                      <a:pt x="1361581" y="716365"/>
                    </a:lnTo>
                    <a:lnTo>
                      <a:pt x="1361581" y="714244"/>
                    </a:lnTo>
                    <a:lnTo>
                      <a:pt x="1359460" y="712122"/>
                    </a:lnTo>
                    <a:lnTo>
                      <a:pt x="1359460" y="707879"/>
                    </a:lnTo>
                    <a:lnTo>
                      <a:pt x="1357338" y="705758"/>
                    </a:lnTo>
                    <a:lnTo>
                      <a:pt x="1357338" y="703636"/>
                    </a:lnTo>
                    <a:lnTo>
                      <a:pt x="1351822" y="698120"/>
                    </a:lnTo>
                    <a:close/>
                    <a:moveTo>
                      <a:pt x="1470202" y="699672"/>
                    </a:moveTo>
                    <a:lnTo>
                      <a:pt x="1470202" y="696278"/>
                    </a:lnTo>
                    <a:lnTo>
                      <a:pt x="1419286" y="696278"/>
                    </a:lnTo>
                    <a:lnTo>
                      <a:pt x="1419286" y="699672"/>
                    </a:lnTo>
                    <a:lnTo>
                      <a:pt x="1470202" y="699672"/>
                    </a:lnTo>
                    <a:close/>
                    <a:moveTo>
                      <a:pt x="1356065" y="696278"/>
                    </a:moveTo>
                    <a:lnTo>
                      <a:pt x="1356065" y="701793"/>
                    </a:lnTo>
                    <a:lnTo>
                      <a:pt x="1381802" y="701793"/>
                    </a:lnTo>
                    <a:lnTo>
                      <a:pt x="1383923" y="699672"/>
                    </a:lnTo>
                    <a:lnTo>
                      <a:pt x="1410800" y="699672"/>
                    </a:lnTo>
                    <a:lnTo>
                      <a:pt x="1410800" y="696278"/>
                    </a:lnTo>
                    <a:lnTo>
                      <a:pt x="1356065" y="696278"/>
                    </a:lnTo>
                    <a:close/>
                    <a:moveTo>
                      <a:pt x="1769758" y="691610"/>
                    </a:moveTo>
                    <a:lnTo>
                      <a:pt x="1769758" y="694435"/>
                    </a:lnTo>
                    <a:lnTo>
                      <a:pt x="1771880" y="696556"/>
                    </a:lnTo>
                    <a:lnTo>
                      <a:pt x="1771880" y="700799"/>
                    </a:lnTo>
                    <a:lnTo>
                      <a:pt x="1774001" y="702921"/>
                    </a:lnTo>
                    <a:lnTo>
                      <a:pt x="1774001" y="705042"/>
                    </a:lnTo>
                    <a:lnTo>
                      <a:pt x="1776123" y="707164"/>
                    </a:lnTo>
                    <a:lnTo>
                      <a:pt x="1776123" y="709285"/>
                    </a:lnTo>
                    <a:lnTo>
                      <a:pt x="1778244" y="711407"/>
                    </a:lnTo>
                    <a:lnTo>
                      <a:pt x="1778244" y="715650"/>
                    </a:lnTo>
                    <a:lnTo>
                      <a:pt x="1780366" y="717771"/>
                    </a:lnTo>
                    <a:lnTo>
                      <a:pt x="1780366" y="719893"/>
                    </a:lnTo>
                    <a:lnTo>
                      <a:pt x="1782487" y="722014"/>
                    </a:lnTo>
                    <a:lnTo>
                      <a:pt x="1782487" y="724136"/>
                    </a:lnTo>
                    <a:lnTo>
                      <a:pt x="1784609" y="726257"/>
                    </a:lnTo>
                    <a:lnTo>
                      <a:pt x="1784609" y="730500"/>
                    </a:lnTo>
                    <a:lnTo>
                      <a:pt x="1786730" y="732622"/>
                    </a:lnTo>
                    <a:lnTo>
                      <a:pt x="1786730" y="734743"/>
                    </a:lnTo>
                    <a:lnTo>
                      <a:pt x="1788852" y="736865"/>
                    </a:lnTo>
                    <a:lnTo>
                      <a:pt x="1788852" y="738986"/>
                    </a:lnTo>
                    <a:lnTo>
                      <a:pt x="1790973" y="741108"/>
                    </a:lnTo>
                    <a:lnTo>
                      <a:pt x="1790973" y="745351"/>
                    </a:lnTo>
                    <a:lnTo>
                      <a:pt x="1793095" y="747472"/>
                    </a:lnTo>
                    <a:lnTo>
                      <a:pt x="1793095" y="749594"/>
                    </a:lnTo>
                    <a:lnTo>
                      <a:pt x="1795216" y="751715"/>
                    </a:lnTo>
                    <a:lnTo>
                      <a:pt x="1795216" y="753837"/>
                    </a:lnTo>
                    <a:lnTo>
                      <a:pt x="1797338" y="755958"/>
                    </a:lnTo>
                    <a:lnTo>
                      <a:pt x="1797338" y="758080"/>
                    </a:lnTo>
                    <a:lnTo>
                      <a:pt x="1799459" y="760201"/>
                    </a:lnTo>
                    <a:lnTo>
                      <a:pt x="1799459" y="764444"/>
                    </a:lnTo>
                    <a:lnTo>
                      <a:pt x="1801581" y="766566"/>
                    </a:lnTo>
                    <a:lnTo>
                      <a:pt x="1801581" y="768687"/>
                    </a:lnTo>
                    <a:lnTo>
                      <a:pt x="1803703" y="770809"/>
                    </a:lnTo>
                    <a:lnTo>
                      <a:pt x="1803703" y="772930"/>
                    </a:lnTo>
                    <a:lnTo>
                      <a:pt x="1805824" y="775052"/>
                    </a:lnTo>
                    <a:lnTo>
                      <a:pt x="1805824" y="779295"/>
                    </a:lnTo>
                    <a:lnTo>
                      <a:pt x="1807946" y="781416"/>
                    </a:lnTo>
                    <a:lnTo>
                      <a:pt x="1807946" y="783538"/>
                    </a:lnTo>
                    <a:lnTo>
                      <a:pt x="1810067" y="785659"/>
                    </a:lnTo>
                    <a:lnTo>
                      <a:pt x="1810067" y="787781"/>
                    </a:lnTo>
                    <a:lnTo>
                      <a:pt x="1812189" y="789902"/>
                    </a:lnTo>
                    <a:lnTo>
                      <a:pt x="1812189" y="794145"/>
                    </a:lnTo>
                    <a:lnTo>
                      <a:pt x="1814310" y="796267"/>
                    </a:lnTo>
                    <a:lnTo>
                      <a:pt x="1814310" y="798388"/>
                    </a:lnTo>
                    <a:lnTo>
                      <a:pt x="1816432" y="800510"/>
                    </a:lnTo>
                    <a:lnTo>
                      <a:pt x="1816432" y="802631"/>
                    </a:lnTo>
                    <a:lnTo>
                      <a:pt x="1818553" y="804753"/>
                    </a:lnTo>
                    <a:lnTo>
                      <a:pt x="1818553" y="808996"/>
                    </a:lnTo>
                    <a:lnTo>
                      <a:pt x="1820675" y="811117"/>
                    </a:lnTo>
                    <a:lnTo>
                      <a:pt x="1820675" y="813239"/>
                    </a:lnTo>
                    <a:lnTo>
                      <a:pt x="1822796" y="815360"/>
                    </a:lnTo>
                    <a:lnTo>
                      <a:pt x="1822796" y="817482"/>
                    </a:lnTo>
                    <a:lnTo>
                      <a:pt x="1824918" y="819603"/>
                    </a:lnTo>
                    <a:lnTo>
                      <a:pt x="1824918" y="821725"/>
                    </a:lnTo>
                    <a:lnTo>
                      <a:pt x="1827039" y="823846"/>
                    </a:lnTo>
                    <a:lnTo>
                      <a:pt x="1827039" y="828089"/>
                    </a:lnTo>
                    <a:lnTo>
                      <a:pt x="1829161" y="830211"/>
                    </a:lnTo>
                    <a:lnTo>
                      <a:pt x="1829161" y="832332"/>
                    </a:lnTo>
                    <a:lnTo>
                      <a:pt x="1831282" y="834454"/>
                    </a:lnTo>
                    <a:lnTo>
                      <a:pt x="1831282" y="836575"/>
                    </a:lnTo>
                    <a:lnTo>
                      <a:pt x="1833404" y="838697"/>
                    </a:lnTo>
                    <a:lnTo>
                      <a:pt x="1833404" y="842940"/>
                    </a:lnTo>
                    <a:lnTo>
                      <a:pt x="1835525" y="845062"/>
                    </a:lnTo>
                    <a:lnTo>
                      <a:pt x="1835525" y="847183"/>
                    </a:lnTo>
                    <a:lnTo>
                      <a:pt x="1837647" y="849305"/>
                    </a:lnTo>
                    <a:lnTo>
                      <a:pt x="1837647" y="851426"/>
                    </a:lnTo>
                    <a:lnTo>
                      <a:pt x="1839768" y="853548"/>
                    </a:lnTo>
                    <a:lnTo>
                      <a:pt x="1839768" y="858785"/>
                    </a:lnTo>
                    <a:lnTo>
                      <a:pt x="1847684" y="858785"/>
                    </a:lnTo>
                    <a:lnTo>
                      <a:pt x="1843162" y="854263"/>
                    </a:lnTo>
                    <a:lnTo>
                      <a:pt x="1843162" y="852142"/>
                    </a:lnTo>
                    <a:lnTo>
                      <a:pt x="1841041" y="850020"/>
                    </a:lnTo>
                    <a:lnTo>
                      <a:pt x="1841041" y="847899"/>
                    </a:lnTo>
                    <a:lnTo>
                      <a:pt x="1838919" y="845777"/>
                    </a:lnTo>
                    <a:lnTo>
                      <a:pt x="1838919" y="841534"/>
                    </a:lnTo>
                    <a:lnTo>
                      <a:pt x="1836798" y="839412"/>
                    </a:lnTo>
                    <a:lnTo>
                      <a:pt x="1836798" y="837291"/>
                    </a:lnTo>
                    <a:lnTo>
                      <a:pt x="1834676" y="835169"/>
                    </a:lnTo>
                    <a:lnTo>
                      <a:pt x="1834676" y="833048"/>
                    </a:lnTo>
                    <a:lnTo>
                      <a:pt x="1832555" y="830926"/>
                    </a:lnTo>
                    <a:lnTo>
                      <a:pt x="1832555" y="826683"/>
                    </a:lnTo>
                    <a:lnTo>
                      <a:pt x="1830433" y="824562"/>
                    </a:lnTo>
                    <a:lnTo>
                      <a:pt x="1830433" y="822440"/>
                    </a:lnTo>
                    <a:lnTo>
                      <a:pt x="1828312" y="820319"/>
                    </a:lnTo>
                    <a:lnTo>
                      <a:pt x="1828312" y="818197"/>
                    </a:lnTo>
                    <a:lnTo>
                      <a:pt x="1826190" y="816076"/>
                    </a:lnTo>
                    <a:lnTo>
                      <a:pt x="1826190" y="813954"/>
                    </a:lnTo>
                    <a:lnTo>
                      <a:pt x="1824069" y="811833"/>
                    </a:lnTo>
                    <a:lnTo>
                      <a:pt x="1824069" y="807590"/>
                    </a:lnTo>
                    <a:lnTo>
                      <a:pt x="1821947" y="805468"/>
                    </a:lnTo>
                    <a:lnTo>
                      <a:pt x="1821947" y="803347"/>
                    </a:lnTo>
                    <a:lnTo>
                      <a:pt x="1819826" y="801225"/>
                    </a:lnTo>
                    <a:lnTo>
                      <a:pt x="1819826" y="799104"/>
                    </a:lnTo>
                    <a:lnTo>
                      <a:pt x="1817704" y="796982"/>
                    </a:lnTo>
                    <a:lnTo>
                      <a:pt x="1817704" y="792739"/>
                    </a:lnTo>
                    <a:lnTo>
                      <a:pt x="1815583" y="790618"/>
                    </a:lnTo>
                    <a:lnTo>
                      <a:pt x="1815583" y="788496"/>
                    </a:lnTo>
                    <a:lnTo>
                      <a:pt x="1813461" y="786375"/>
                    </a:lnTo>
                    <a:lnTo>
                      <a:pt x="1813461" y="784253"/>
                    </a:lnTo>
                    <a:lnTo>
                      <a:pt x="1811340" y="782132"/>
                    </a:lnTo>
                    <a:lnTo>
                      <a:pt x="1811340" y="777889"/>
                    </a:lnTo>
                    <a:lnTo>
                      <a:pt x="1809218" y="775767"/>
                    </a:lnTo>
                    <a:lnTo>
                      <a:pt x="1809218" y="773646"/>
                    </a:lnTo>
                    <a:lnTo>
                      <a:pt x="1807097" y="771524"/>
                    </a:lnTo>
                    <a:lnTo>
                      <a:pt x="1807097" y="769403"/>
                    </a:lnTo>
                    <a:lnTo>
                      <a:pt x="1804975" y="767281"/>
                    </a:lnTo>
                    <a:lnTo>
                      <a:pt x="1804975" y="763038"/>
                    </a:lnTo>
                    <a:lnTo>
                      <a:pt x="1802854" y="760917"/>
                    </a:lnTo>
                    <a:lnTo>
                      <a:pt x="1802854" y="758795"/>
                    </a:lnTo>
                    <a:lnTo>
                      <a:pt x="1800732" y="756674"/>
                    </a:lnTo>
                    <a:lnTo>
                      <a:pt x="1800732" y="754552"/>
                    </a:lnTo>
                    <a:lnTo>
                      <a:pt x="1798611" y="752431"/>
                    </a:lnTo>
                    <a:lnTo>
                      <a:pt x="1798611" y="750309"/>
                    </a:lnTo>
                    <a:lnTo>
                      <a:pt x="1796489" y="748188"/>
                    </a:lnTo>
                    <a:lnTo>
                      <a:pt x="1796489" y="743945"/>
                    </a:lnTo>
                    <a:lnTo>
                      <a:pt x="1794368" y="741823"/>
                    </a:lnTo>
                    <a:lnTo>
                      <a:pt x="1794368" y="739702"/>
                    </a:lnTo>
                    <a:lnTo>
                      <a:pt x="1792246" y="737580"/>
                    </a:lnTo>
                    <a:lnTo>
                      <a:pt x="1792246" y="735459"/>
                    </a:lnTo>
                    <a:lnTo>
                      <a:pt x="1790125" y="733337"/>
                    </a:lnTo>
                    <a:lnTo>
                      <a:pt x="1790125" y="729094"/>
                    </a:lnTo>
                    <a:lnTo>
                      <a:pt x="1788003" y="726973"/>
                    </a:lnTo>
                    <a:lnTo>
                      <a:pt x="1788003" y="724851"/>
                    </a:lnTo>
                    <a:lnTo>
                      <a:pt x="1785882" y="722730"/>
                    </a:lnTo>
                    <a:lnTo>
                      <a:pt x="1785882" y="720608"/>
                    </a:lnTo>
                    <a:lnTo>
                      <a:pt x="1783760" y="718487"/>
                    </a:lnTo>
                    <a:lnTo>
                      <a:pt x="1783760" y="714244"/>
                    </a:lnTo>
                    <a:lnTo>
                      <a:pt x="1781639" y="712122"/>
                    </a:lnTo>
                    <a:lnTo>
                      <a:pt x="1781639" y="710001"/>
                    </a:lnTo>
                    <a:lnTo>
                      <a:pt x="1779517" y="707879"/>
                    </a:lnTo>
                    <a:lnTo>
                      <a:pt x="1779517" y="705758"/>
                    </a:lnTo>
                    <a:lnTo>
                      <a:pt x="1777396" y="703636"/>
                    </a:lnTo>
                    <a:lnTo>
                      <a:pt x="1777396" y="699393"/>
                    </a:lnTo>
                    <a:lnTo>
                      <a:pt x="1775274" y="697272"/>
                    </a:lnTo>
                    <a:lnTo>
                      <a:pt x="1775274" y="695150"/>
                    </a:lnTo>
                    <a:lnTo>
                      <a:pt x="1773153" y="693029"/>
                    </a:lnTo>
                    <a:lnTo>
                      <a:pt x="1769758" y="691610"/>
                    </a:lnTo>
                    <a:close/>
                    <a:moveTo>
                      <a:pt x="1721958" y="666576"/>
                    </a:moveTo>
                    <a:lnTo>
                      <a:pt x="1719837" y="668698"/>
                    </a:lnTo>
                    <a:lnTo>
                      <a:pt x="1704986" y="668698"/>
                    </a:lnTo>
                    <a:lnTo>
                      <a:pt x="1702865" y="670819"/>
                    </a:lnTo>
                    <a:lnTo>
                      <a:pt x="1688014" y="670819"/>
                    </a:lnTo>
                    <a:lnTo>
                      <a:pt x="1685892" y="672941"/>
                    </a:lnTo>
                    <a:lnTo>
                      <a:pt x="1671042" y="672941"/>
                    </a:lnTo>
                    <a:lnTo>
                      <a:pt x="1668920" y="675063"/>
                    </a:lnTo>
                    <a:lnTo>
                      <a:pt x="1654070" y="675063"/>
                    </a:lnTo>
                    <a:lnTo>
                      <a:pt x="1651948" y="677184"/>
                    </a:lnTo>
                    <a:lnTo>
                      <a:pt x="1637098" y="677184"/>
                    </a:lnTo>
                    <a:lnTo>
                      <a:pt x="1634976" y="679306"/>
                    </a:lnTo>
                    <a:lnTo>
                      <a:pt x="1620126" y="679306"/>
                    </a:lnTo>
                    <a:lnTo>
                      <a:pt x="1618004" y="681427"/>
                    </a:lnTo>
                    <a:lnTo>
                      <a:pt x="1603154" y="681427"/>
                    </a:lnTo>
                    <a:lnTo>
                      <a:pt x="1601032" y="683549"/>
                    </a:lnTo>
                    <a:lnTo>
                      <a:pt x="1586182" y="683549"/>
                    </a:lnTo>
                    <a:lnTo>
                      <a:pt x="1584060" y="685670"/>
                    </a:lnTo>
                    <a:lnTo>
                      <a:pt x="1569210" y="685670"/>
                    </a:lnTo>
                    <a:lnTo>
                      <a:pt x="1567088" y="687792"/>
                    </a:lnTo>
                    <a:lnTo>
                      <a:pt x="1552238" y="687792"/>
                    </a:lnTo>
                    <a:lnTo>
                      <a:pt x="1550116" y="689913"/>
                    </a:lnTo>
                    <a:lnTo>
                      <a:pt x="1536672" y="689913"/>
                    </a:lnTo>
                    <a:lnTo>
                      <a:pt x="1535047" y="688289"/>
                    </a:lnTo>
                    <a:lnTo>
                      <a:pt x="1532647" y="690689"/>
                    </a:lnTo>
                    <a:lnTo>
                      <a:pt x="1534272" y="692313"/>
                    </a:lnTo>
                    <a:lnTo>
                      <a:pt x="1534272" y="697829"/>
                    </a:lnTo>
                    <a:lnTo>
                      <a:pt x="1538793" y="693307"/>
                    </a:lnTo>
                    <a:lnTo>
                      <a:pt x="1555765" y="693307"/>
                    </a:lnTo>
                    <a:lnTo>
                      <a:pt x="1557887" y="691186"/>
                    </a:lnTo>
                    <a:lnTo>
                      <a:pt x="1570616" y="691186"/>
                    </a:lnTo>
                    <a:lnTo>
                      <a:pt x="1572737" y="689064"/>
                    </a:lnTo>
                    <a:lnTo>
                      <a:pt x="1587588" y="689064"/>
                    </a:lnTo>
                    <a:lnTo>
                      <a:pt x="1589709" y="686943"/>
                    </a:lnTo>
                    <a:lnTo>
                      <a:pt x="1604560" y="686943"/>
                    </a:lnTo>
                    <a:lnTo>
                      <a:pt x="1606681" y="684821"/>
                    </a:lnTo>
                    <a:lnTo>
                      <a:pt x="1621532" y="684821"/>
                    </a:lnTo>
                    <a:lnTo>
                      <a:pt x="1623653" y="682700"/>
                    </a:lnTo>
                    <a:lnTo>
                      <a:pt x="1638504" y="682700"/>
                    </a:lnTo>
                    <a:lnTo>
                      <a:pt x="1640625" y="680578"/>
                    </a:lnTo>
                    <a:lnTo>
                      <a:pt x="1657597" y="680578"/>
                    </a:lnTo>
                    <a:lnTo>
                      <a:pt x="1659719" y="678457"/>
                    </a:lnTo>
                    <a:lnTo>
                      <a:pt x="1674569" y="678457"/>
                    </a:lnTo>
                    <a:lnTo>
                      <a:pt x="1676691" y="676335"/>
                    </a:lnTo>
                    <a:lnTo>
                      <a:pt x="1691542" y="676335"/>
                    </a:lnTo>
                    <a:lnTo>
                      <a:pt x="1693663" y="674214"/>
                    </a:lnTo>
                    <a:lnTo>
                      <a:pt x="1708514" y="674214"/>
                    </a:lnTo>
                    <a:lnTo>
                      <a:pt x="1710635" y="672092"/>
                    </a:lnTo>
                    <a:lnTo>
                      <a:pt x="1723364" y="672092"/>
                    </a:lnTo>
                    <a:lnTo>
                      <a:pt x="1725486" y="669971"/>
                    </a:lnTo>
                    <a:lnTo>
                      <a:pt x="1731147" y="669971"/>
                    </a:lnTo>
                    <a:lnTo>
                      <a:pt x="1731147" y="666576"/>
                    </a:lnTo>
                    <a:lnTo>
                      <a:pt x="1721958" y="666576"/>
                    </a:lnTo>
                    <a:close/>
                    <a:moveTo>
                      <a:pt x="1417589" y="649180"/>
                    </a:moveTo>
                    <a:lnTo>
                      <a:pt x="1417589" y="659085"/>
                    </a:lnTo>
                    <a:lnTo>
                      <a:pt x="1415467" y="661206"/>
                    </a:lnTo>
                    <a:lnTo>
                      <a:pt x="1415467" y="682421"/>
                    </a:lnTo>
                    <a:lnTo>
                      <a:pt x="1413346" y="684543"/>
                    </a:lnTo>
                    <a:lnTo>
                      <a:pt x="1413346" y="693732"/>
                    </a:lnTo>
                    <a:lnTo>
                      <a:pt x="1416740" y="693732"/>
                    </a:lnTo>
                    <a:lnTo>
                      <a:pt x="1416740" y="690192"/>
                    </a:lnTo>
                    <a:lnTo>
                      <a:pt x="1418862" y="688070"/>
                    </a:lnTo>
                    <a:lnTo>
                      <a:pt x="1418862" y="666855"/>
                    </a:lnTo>
                    <a:lnTo>
                      <a:pt x="1420983" y="664734"/>
                    </a:lnTo>
                    <a:lnTo>
                      <a:pt x="1417589" y="649180"/>
                    </a:lnTo>
                    <a:close/>
                    <a:moveTo>
                      <a:pt x="1422329" y="648259"/>
                    </a:moveTo>
                    <a:lnTo>
                      <a:pt x="1424948" y="650877"/>
                    </a:lnTo>
                    <a:lnTo>
                      <a:pt x="1427069" y="650877"/>
                    </a:lnTo>
                    <a:lnTo>
                      <a:pt x="1431312" y="655120"/>
                    </a:lnTo>
                    <a:lnTo>
                      <a:pt x="1433434" y="655120"/>
                    </a:lnTo>
                    <a:lnTo>
                      <a:pt x="1437677" y="659363"/>
                    </a:lnTo>
                    <a:lnTo>
                      <a:pt x="1439798" y="659363"/>
                    </a:lnTo>
                    <a:lnTo>
                      <a:pt x="1441920" y="661485"/>
                    </a:lnTo>
                    <a:lnTo>
                      <a:pt x="1444041" y="661485"/>
                    </a:lnTo>
                    <a:lnTo>
                      <a:pt x="1448284" y="665728"/>
                    </a:lnTo>
                    <a:lnTo>
                      <a:pt x="1450406" y="665728"/>
                    </a:lnTo>
                    <a:lnTo>
                      <a:pt x="1454649" y="669971"/>
                    </a:lnTo>
                    <a:lnTo>
                      <a:pt x="1456770" y="669971"/>
                    </a:lnTo>
                    <a:lnTo>
                      <a:pt x="1458892" y="672092"/>
                    </a:lnTo>
                    <a:lnTo>
                      <a:pt x="1461013" y="672092"/>
                    </a:lnTo>
                    <a:lnTo>
                      <a:pt x="1465256" y="676335"/>
                    </a:lnTo>
                    <a:lnTo>
                      <a:pt x="1467378" y="676335"/>
                    </a:lnTo>
                    <a:lnTo>
                      <a:pt x="1469499" y="678457"/>
                    </a:lnTo>
                    <a:lnTo>
                      <a:pt x="1471621" y="678457"/>
                    </a:lnTo>
                    <a:lnTo>
                      <a:pt x="1473245" y="680081"/>
                    </a:lnTo>
                    <a:lnTo>
                      <a:pt x="1475645" y="677681"/>
                    </a:lnTo>
                    <a:lnTo>
                      <a:pt x="1473027" y="675063"/>
                    </a:lnTo>
                    <a:lnTo>
                      <a:pt x="1470905" y="675063"/>
                    </a:lnTo>
                    <a:lnTo>
                      <a:pt x="1466662" y="670819"/>
                    </a:lnTo>
                    <a:lnTo>
                      <a:pt x="1464541" y="670819"/>
                    </a:lnTo>
                    <a:lnTo>
                      <a:pt x="1462419" y="668698"/>
                    </a:lnTo>
                    <a:lnTo>
                      <a:pt x="1460298" y="668698"/>
                    </a:lnTo>
                    <a:lnTo>
                      <a:pt x="1456055" y="664455"/>
                    </a:lnTo>
                    <a:lnTo>
                      <a:pt x="1453933" y="664455"/>
                    </a:lnTo>
                    <a:lnTo>
                      <a:pt x="1449690" y="660212"/>
                    </a:lnTo>
                    <a:lnTo>
                      <a:pt x="1447569" y="660212"/>
                    </a:lnTo>
                    <a:lnTo>
                      <a:pt x="1445447" y="658090"/>
                    </a:lnTo>
                    <a:lnTo>
                      <a:pt x="1443326" y="658090"/>
                    </a:lnTo>
                    <a:lnTo>
                      <a:pt x="1439083" y="653847"/>
                    </a:lnTo>
                    <a:lnTo>
                      <a:pt x="1436961" y="653847"/>
                    </a:lnTo>
                    <a:lnTo>
                      <a:pt x="1434840" y="651726"/>
                    </a:lnTo>
                    <a:lnTo>
                      <a:pt x="1432718" y="651726"/>
                    </a:lnTo>
                    <a:lnTo>
                      <a:pt x="1428475" y="647483"/>
                    </a:lnTo>
                    <a:lnTo>
                      <a:pt x="1422329" y="648259"/>
                    </a:lnTo>
                    <a:close/>
                    <a:moveTo>
                      <a:pt x="1314132" y="627044"/>
                    </a:moveTo>
                    <a:lnTo>
                      <a:pt x="1315757" y="628668"/>
                    </a:lnTo>
                    <a:lnTo>
                      <a:pt x="1315757" y="630790"/>
                    </a:lnTo>
                    <a:lnTo>
                      <a:pt x="1317878" y="632911"/>
                    </a:lnTo>
                    <a:lnTo>
                      <a:pt x="1317878" y="635033"/>
                    </a:lnTo>
                    <a:lnTo>
                      <a:pt x="1320000" y="637154"/>
                    </a:lnTo>
                    <a:lnTo>
                      <a:pt x="1320000" y="639276"/>
                    </a:lnTo>
                    <a:lnTo>
                      <a:pt x="1322121" y="641397"/>
                    </a:lnTo>
                    <a:lnTo>
                      <a:pt x="1322121" y="643519"/>
                    </a:lnTo>
                    <a:lnTo>
                      <a:pt x="1324243" y="645640"/>
                    </a:lnTo>
                    <a:lnTo>
                      <a:pt x="1324243" y="647762"/>
                    </a:lnTo>
                    <a:lnTo>
                      <a:pt x="1326364" y="649883"/>
                    </a:lnTo>
                    <a:lnTo>
                      <a:pt x="1326364" y="652005"/>
                    </a:lnTo>
                    <a:lnTo>
                      <a:pt x="1328486" y="654126"/>
                    </a:lnTo>
                    <a:lnTo>
                      <a:pt x="1328486" y="656248"/>
                    </a:lnTo>
                    <a:lnTo>
                      <a:pt x="1330607" y="658369"/>
                    </a:lnTo>
                    <a:lnTo>
                      <a:pt x="1330607" y="660491"/>
                    </a:lnTo>
                    <a:lnTo>
                      <a:pt x="1332729" y="662612"/>
                    </a:lnTo>
                    <a:lnTo>
                      <a:pt x="1332729" y="664734"/>
                    </a:lnTo>
                    <a:lnTo>
                      <a:pt x="1334850" y="666855"/>
                    </a:lnTo>
                    <a:lnTo>
                      <a:pt x="1334850" y="668977"/>
                    </a:lnTo>
                    <a:lnTo>
                      <a:pt x="1336972" y="671098"/>
                    </a:lnTo>
                    <a:lnTo>
                      <a:pt x="1336972" y="673220"/>
                    </a:lnTo>
                    <a:lnTo>
                      <a:pt x="1339093" y="675341"/>
                    </a:lnTo>
                    <a:lnTo>
                      <a:pt x="1339093" y="677463"/>
                    </a:lnTo>
                    <a:lnTo>
                      <a:pt x="1341215" y="679584"/>
                    </a:lnTo>
                    <a:lnTo>
                      <a:pt x="1341215" y="683827"/>
                    </a:lnTo>
                    <a:lnTo>
                      <a:pt x="1343336" y="685949"/>
                    </a:lnTo>
                    <a:lnTo>
                      <a:pt x="1343336" y="688070"/>
                    </a:lnTo>
                    <a:lnTo>
                      <a:pt x="1345458" y="690192"/>
                    </a:lnTo>
                    <a:lnTo>
                      <a:pt x="1345458" y="692313"/>
                    </a:lnTo>
                    <a:lnTo>
                      <a:pt x="1347579" y="694435"/>
                    </a:lnTo>
                    <a:lnTo>
                      <a:pt x="1347579" y="697272"/>
                    </a:lnTo>
                    <a:lnTo>
                      <a:pt x="1346452" y="698399"/>
                    </a:lnTo>
                    <a:lnTo>
                      <a:pt x="1245747" y="698399"/>
                    </a:lnTo>
                    <a:lnTo>
                      <a:pt x="1245747" y="703915"/>
                    </a:lnTo>
                    <a:lnTo>
                      <a:pt x="1254512" y="703915"/>
                    </a:lnTo>
                    <a:lnTo>
                      <a:pt x="1256633" y="701793"/>
                    </a:lnTo>
                    <a:lnTo>
                      <a:pt x="1347858" y="701793"/>
                    </a:lnTo>
                    <a:lnTo>
                      <a:pt x="1351398" y="698253"/>
                    </a:lnTo>
                    <a:lnTo>
                      <a:pt x="1352319" y="699175"/>
                    </a:lnTo>
                    <a:lnTo>
                      <a:pt x="1354720" y="696775"/>
                    </a:lnTo>
                    <a:lnTo>
                      <a:pt x="1350974" y="693029"/>
                    </a:lnTo>
                    <a:lnTo>
                      <a:pt x="1350974" y="690907"/>
                    </a:lnTo>
                    <a:lnTo>
                      <a:pt x="1348852" y="688786"/>
                    </a:lnTo>
                    <a:lnTo>
                      <a:pt x="1348852" y="686664"/>
                    </a:lnTo>
                    <a:lnTo>
                      <a:pt x="1346731" y="684543"/>
                    </a:lnTo>
                    <a:lnTo>
                      <a:pt x="1346731" y="682421"/>
                    </a:lnTo>
                    <a:lnTo>
                      <a:pt x="1344609" y="680300"/>
                    </a:lnTo>
                    <a:lnTo>
                      <a:pt x="1344609" y="678178"/>
                    </a:lnTo>
                    <a:lnTo>
                      <a:pt x="1342488" y="676057"/>
                    </a:lnTo>
                    <a:lnTo>
                      <a:pt x="1342488" y="673935"/>
                    </a:lnTo>
                    <a:lnTo>
                      <a:pt x="1340366" y="671814"/>
                    </a:lnTo>
                    <a:lnTo>
                      <a:pt x="1340366" y="669692"/>
                    </a:lnTo>
                    <a:lnTo>
                      <a:pt x="1338245" y="667571"/>
                    </a:lnTo>
                    <a:lnTo>
                      <a:pt x="1338245" y="665449"/>
                    </a:lnTo>
                    <a:lnTo>
                      <a:pt x="1336123" y="663328"/>
                    </a:lnTo>
                    <a:lnTo>
                      <a:pt x="1336123" y="661206"/>
                    </a:lnTo>
                    <a:lnTo>
                      <a:pt x="1334002" y="659085"/>
                    </a:lnTo>
                    <a:lnTo>
                      <a:pt x="1334002" y="656963"/>
                    </a:lnTo>
                    <a:lnTo>
                      <a:pt x="1331880" y="654842"/>
                    </a:lnTo>
                    <a:lnTo>
                      <a:pt x="1331880" y="652720"/>
                    </a:lnTo>
                    <a:lnTo>
                      <a:pt x="1329759" y="650599"/>
                    </a:lnTo>
                    <a:lnTo>
                      <a:pt x="1329759" y="648477"/>
                    </a:lnTo>
                    <a:lnTo>
                      <a:pt x="1327637" y="646356"/>
                    </a:lnTo>
                    <a:lnTo>
                      <a:pt x="1327637" y="644234"/>
                    </a:lnTo>
                    <a:lnTo>
                      <a:pt x="1325516" y="642113"/>
                    </a:lnTo>
                    <a:lnTo>
                      <a:pt x="1325516" y="639991"/>
                    </a:lnTo>
                    <a:lnTo>
                      <a:pt x="1323394" y="637870"/>
                    </a:lnTo>
                    <a:lnTo>
                      <a:pt x="1323394" y="635748"/>
                    </a:lnTo>
                    <a:lnTo>
                      <a:pt x="1321273" y="633627"/>
                    </a:lnTo>
                    <a:lnTo>
                      <a:pt x="1321273" y="631505"/>
                    </a:lnTo>
                    <a:lnTo>
                      <a:pt x="1319151" y="629384"/>
                    </a:lnTo>
                    <a:lnTo>
                      <a:pt x="1319151" y="627262"/>
                    </a:lnTo>
                    <a:lnTo>
                      <a:pt x="1314132" y="627044"/>
                    </a:lnTo>
                    <a:close/>
                    <a:moveTo>
                      <a:pt x="1472748" y="623722"/>
                    </a:moveTo>
                    <a:lnTo>
                      <a:pt x="1472748" y="626547"/>
                    </a:lnTo>
                    <a:lnTo>
                      <a:pt x="1474869" y="628668"/>
                    </a:lnTo>
                    <a:lnTo>
                      <a:pt x="1474869" y="632911"/>
                    </a:lnTo>
                    <a:lnTo>
                      <a:pt x="1476991" y="635033"/>
                    </a:lnTo>
                    <a:lnTo>
                      <a:pt x="1476991" y="637154"/>
                    </a:lnTo>
                    <a:lnTo>
                      <a:pt x="1479112" y="639276"/>
                    </a:lnTo>
                    <a:lnTo>
                      <a:pt x="1479112" y="643519"/>
                    </a:lnTo>
                    <a:lnTo>
                      <a:pt x="1481234" y="645640"/>
                    </a:lnTo>
                    <a:lnTo>
                      <a:pt x="1481234" y="647762"/>
                    </a:lnTo>
                    <a:lnTo>
                      <a:pt x="1483355" y="649883"/>
                    </a:lnTo>
                    <a:lnTo>
                      <a:pt x="1483355" y="654126"/>
                    </a:lnTo>
                    <a:lnTo>
                      <a:pt x="1485477" y="656248"/>
                    </a:lnTo>
                    <a:lnTo>
                      <a:pt x="1485477" y="658369"/>
                    </a:lnTo>
                    <a:lnTo>
                      <a:pt x="1487598" y="660491"/>
                    </a:lnTo>
                    <a:lnTo>
                      <a:pt x="1487598" y="664734"/>
                    </a:lnTo>
                    <a:lnTo>
                      <a:pt x="1493114" y="670250"/>
                    </a:lnTo>
                    <a:lnTo>
                      <a:pt x="1493114" y="663328"/>
                    </a:lnTo>
                    <a:lnTo>
                      <a:pt x="1490993" y="661206"/>
                    </a:lnTo>
                    <a:lnTo>
                      <a:pt x="1490993" y="659085"/>
                    </a:lnTo>
                    <a:lnTo>
                      <a:pt x="1488871" y="656963"/>
                    </a:lnTo>
                    <a:lnTo>
                      <a:pt x="1488871" y="652720"/>
                    </a:lnTo>
                    <a:lnTo>
                      <a:pt x="1486750" y="650599"/>
                    </a:lnTo>
                    <a:lnTo>
                      <a:pt x="1486750" y="648477"/>
                    </a:lnTo>
                    <a:lnTo>
                      <a:pt x="1484628" y="646356"/>
                    </a:lnTo>
                    <a:lnTo>
                      <a:pt x="1484628" y="642113"/>
                    </a:lnTo>
                    <a:lnTo>
                      <a:pt x="1482507" y="639991"/>
                    </a:lnTo>
                    <a:lnTo>
                      <a:pt x="1482507" y="637870"/>
                    </a:lnTo>
                    <a:lnTo>
                      <a:pt x="1480385" y="635748"/>
                    </a:lnTo>
                    <a:lnTo>
                      <a:pt x="1480385" y="631505"/>
                    </a:lnTo>
                    <a:lnTo>
                      <a:pt x="1478264" y="629384"/>
                    </a:lnTo>
                    <a:lnTo>
                      <a:pt x="1478264" y="627262"/>
                    </a:lnTo>
                    <a:lnTo>
                      <a:pt x="1476142" y="625141"/>
                    </a:lnTo>
                    <a:lnTo>
                      <a:pt x="1472748" y="623722"/>
                    </a:lnTo>
                    <a:close/>
                    <a:moveTo>
                      <a:pt x="1419710" y="623722"/>
                    </a:moveTo>
                    <a:lnTo>
                      <a:pt x="1419710" y="635748"/>
                    </a:lnTo>
                    <a:lnTo>
                      <a:pt x="1417589" y="637870"/>
                    </a:lnTo>
                    <a:lnTo>
                      <a:pt x="1417589" y="642391"/>
                    </a:lnTo>
                    <a:lnTo>
                      <a:pt x="1423105" y="642391"/>
                    </a:lnTo>
                    <a:lnTo>
                      <a:pt x="1419710" y="623722"/>
                    </a:lnTo>
                    <a:close/>
                    <a:moveTo>
                      <a:pt x="1381099" y="623298"/>
                    </a:moveTo>
                    <a:lnTo>
                      <a:pt x="1382517" y="623298"/>
                    </a:lnTo>
                    <a:lnTo>
                      <a:pt x="1386760" y="627541"/>
                    </a:lnTo>
                    <a:lnTo>
                      <a:pt x="1388882" y="627541"/>
                    </a:lnTo>
                    <a:lnTo>
                      <a:pt x="1393125" y="631784"/>
                    </a:lnTo>
                    <a:lnTo>
                      <a:pt x="1395246" y="631784"/>
                    </a:lnTo>
                    <a:lnTo>
                      <a:pt x="1397368" y="633905"/>
                    </a:lnTo>
                    <a:lnTo>
                      <a:pt x="1399489" y="633905"/>
                    </a:lnTo>
                    <a:lnTo>
                      <a:pt x="1403732" y="638148"/>
                    </a:lnTo>
                    <a:lnTo>
                      <a:pt x="1405854" y="638148"/>
                    </a:lnTo>
                    <a:lnTo>
                      <a:pt x="1410097" y="642391"/>
                    </a:lnTo>
                    <a:lnTo>
                      <a:pt x="1412219" y="642391"/>
                    </a:lnTo>
                    <a:lnTo>
                      <a:pt x="1415964" y="646137"/>
                    </a:lnTo>
                    <a:lnTo>
                      <a:pt x="1418365" y="643737"/>
                    </a:lnTo>
                    <a:lnTo>
                      <a:pt x="1411503" y="636875"/>
                    </a:lnTo>
                    <a:lnTo>
                      <a:pt x="1409382" y="636875"/>
                    </a:lnTo>
                    <a:lnTo>
                      <a:pt x="1405139" y="632632"/>
                    </a:lnTo>
                    <a:lnTo>
                      <a:pt x="1403017" y="632632"/>
                    </a:lnTo>
                    <a:lnTo>
                      <a:pt x="1400895" y="630511"/>
                    </a:lnTo>
                    <a:lnTo>
                      <a:pt x="1398774" y="630511"/>
                    </a:lnTo>
                    <a:lnTo>
                      <a:pt x="1394531" y="626268"/>
                    </a:lnTo>
                    <a:lnTo>
                      <a:pt x="1392409" y="626268"/>
                    </a:lnTo>
                    <a:lnTo>
                      <a:pt x="1390288" y="624146"/>
                    </a:lnTo>
                    <a:lnTo>
                      <a:pt x="1388166" y="624146"/>
                    </a:lnTo>
                    <a:lnTo>
                      <a:pt x="1383923" y="619903"/>
                    </a:lnTo>
                    <a:lnTo>
                      <a:pt x="1381099" y="623298"/>
                    </a:lnTo>
                    <a:close/>
                    <a:moveTo>
                      <a:pt x="1311089" y="578746"/>
                    </a:moveTo>
                    <a:lnTo>
                      <a:pt x="1311089" y="575352"/>
                    </a:lnTo>
                    <a:lnTo>
                      <a:pt x="1308968" y="575352"/>
                    </a:lnTo>
                    <a:lnTo>
                      <a:pt x="1308968" y="578746"/>
                    </a:lnTo>
                    <a:lnTo>
                      <a:pt x="1311089" y="578746"/>
                    </a:lnTo>
                    <a:close/>
                    <a:moveTo>
                      <a:pt x="1426075" y="543529"/>
                    </a:moveTo>
                    <a:lnTo>
                      <a:pt x="1426075" y="563617"/>
                    </a:lnTo>
                    <a:lnTo>
                      <a:pt x="1423953" y="565739"/>
                    </a:lnTo>
                    <a:lnTo>
                      <a:pt x="1423953" y="574928"/>
                    </a:lnTo>
                    <a:lnTo>
                      <a:pt x="1427348" y="574928"/>
                    </a:lnTo>
                    <a:lnTo>
                      <a:pt x="1427348" y="571388"/>
                    </a:lnTo>
                    <a:lnTo>
                      <a:pt x="1429469" y="569266"/>
                    </a:lnTo>
                    <a:lnTo>
                      <a:pt x="1429469" y="548051"/>
                    </a:lnTo>
                    <a:lnTo>
                      <a:pt x="1433991" y="543529"/>
                    </a:lnTo>
                    <a:lnTo>
                      <a:pt x="1426075" y="543529"/>
                    </a:lnTo>
                    <a:close/>
                    <a:moveTo>
                      <a:pt x="1440925" y="543105"/>
                    </a:moveTo>
                    <a:lnTo>
                      <a:pt x="1440925" y="548051"/>
                    </a:lnTo>
                    <a:lnTo>
                      <a:pt x="1443047" y="550172"/>
                    </a:lnTo>
                    <a:lnTo>
                      <a:pt x="1443047" y="552294"/>
                    </a:lnTo>
                    <a:lnTo>
                      <a:pt x="1445168" y="554415"/>
                    </a:lnTo>
                    <a:lnTo>
                      <a:pt x="1445168" y="558658"/>
                    </a:lnTo>
                    <a:lnTo>
                      <a:pt x="1447290" y="560780"/>
                    </a:lnTo>
                    <a:lnTo>
                      <a:pt x="1447290" y="562902"/>
                    </a:lnTo>
                    <a:lnTo>
                      <a:pt x="1449411" y="565023"/>
                    </a:lnTo>
                    <a:lnTo>
                      <a:pt x="1449411" y="569266"/>
                    </a:lnTo>
                    <a:lnTo>
                      <a:pt x="1451533" y="571388"/>
                    </a:lnTo>
                    <a:lnTo>
                      <a:pt x="1451533" y="573509"/>
                    </a:lnTo>
                    <a:lnTo>
                      <a:pt x="1453654" y="575631"/>
                    </a:lnTo>
                    <a:lnTo>
                      <a:pt x="1453654" y="579874"/>
                    </a:lnTo>
                    <a:lnTo>
                      <a:pt x="1455776" y="581995"/>
                    </a:lnTo>
                    <a:lnTo>
                      <a:pt x="1455776" y="583414"/>
                    </a:lnTo>
                    <a:lnTo>
                      <a:pt x="1459170" y="583414"/>
                    </a:lnTo>
                    <a:lnTo>
                      <a:pt x="1459170" y="578468"/>
                    </a:lnTo>
                    <a:lnTo>
                      <a:pt x="1457049" y="576346"/>
                    </a:lnTo>
                    <a:lnTo>
                      <a:pt x="1457049" y="574225"/>
                    </a:lnTo>
                    <a:lnTo>
                      <a:pt x="1454927" y="572103"/>
                    </a:lnTo>
                    <a:lnTo>
                      <a:pt x="1454927" y="567860"/>
                    </a:lnTo>
                    <a:lnTo>
                      <a:pt x="1452806" y="565739"/>
                    </a:lnTo>
                    <a:lnTo>
                      <a:pt x="1452806" y="563617"/>
                    </a:lnTo>
                    <a:lnTo>
                      <a:pt x="1450684" y="561495"/>
                    </a:lnTo>
                    <a:lnTo>
                      <a:pt x="1450684" y="557252"/>
                    </a:lnTo>
                    <a:lnTo>
                      <a:pt x="1448563" y="555131"/>
                    </a:lnTo>
                    <a:lnTo>
                      <a:pt x="1448563" y="553009"/>
                    </a:lnTo>
                    <a:lnTo>
                      <a:pt x="1446441" y="550888"/>
                    </a:lnTo>
                    <a:lnTo>
                      <a:pt x="1446441" y="546645"/>
                    </a:lnTo>
                    <a:lnTo>
                      <a:pt x="1444320" y="544523"/>
                    </a:lnTo>
                    <a:lnTo>
                      <a:pt x="1440925" y="543105"/>
                    </a:lnTo>
                    <a:close/>
                    <a:moveTo>
                      <a:pt x="1568216" y="500675"/>
                    </a:moveTo>
                    <a:lnTo>
                      <a:pt x="1568216" y="502093"/>
                    </a:lnTo>
                    <a:lnTo>
                      <a:pt x="1566094" y="504215"/>
                    </a:lnTo>
                    <a:lnTo>
                      <a:pt x="1566094" y="508458"/>
                    </a:lnTo>
                    <a:lnTo>
                      <a:pt x="1563973" y="510579"/>
                    </a:lnTo>
                    <a:lnTo>
                      <a:pt x="1563973" y="514822"/>
                    </a:lnTo>
                    <a:lnTo>
                      <a:pt x="1561851" y="516944"/>
                    </a:lnTo>
                    <a:lnTo>
                      <a:pt x="1561851" y="521187"/>
                    </a:lnTo>
                    <a:lnTo>
                      <a:pt x="1559730" y="523308"/>
                    </a:lnTo>
                    <a:lnTo>
                      <a:pt x="1559730" y="527551"/>
                    </a:lnTo>
                    <a:lnTo>
                      <a:pt x="1557608" y="529673"/>
                    </a:lnTo>
                    <a:lnTo>
                      <a:pt x="1557608" y="533916"/>
                    </a:lnTo>
                    <a:lnTo>
                      <a:pt x="1555487" y="536037"/>
                    </a:lnTo>
                    <a:lnTo>
                      <a:pt x="1555487" y="540280"/>
                    </a:lnTo>
                    <a:lnTo>
                      <a:pt x="1553365" y="542402"/>
                    </a:lnTo>
                    <a:lnTo>
                      <a:pt x="1553365" y="546645"/>
                    </a:lnTo>
                    <a:lnTo>
                      <a:pt x="1551244" y="548766"/>
                    </a:lnTo>
                    <a:lnTo>
                      <a:pt x="1551244" y="553009"/>
                    </a:lnTo>
                    <a:lnTo>
                      <a:pt x="1549122" y="555131"/>
                    </a:lnTo>
                    <a:lnTo>
                      <a:pt x="1549122" y="559374"/>
                    </a:lnTo>
                    <a:lnTo>
                      <a:pt x="1547001" y="561495"/>
                    </a:lnTo>
                    <a:lnTo>
                      <a:pt x="1547001" y="565739"/>
                    </a:lnTo>
                    <a:lnTo>
                      <a:pt x="1544879" y="567860"/>
                    </a:lnTo>
                    <a:lnTo>
                      <a:pt x="1544879" y="572103"/>
                    </a:lnTo>
                    <a:lnTo>
                      <a:pt x="1542758" y="574225"/>
                    </a:lnTo>
                    <a:lnTo>
                      <a:pt x="1542758" y="578468"/>
                    </a:lnTo>
                    <a:lnTo>
                      <a:pt x="1540636" y="580589"/>
                    </a:lnTo>
                    <a:lnTo>
                      <a:pt x="1540636" y="582711"/>
                    </a:lnTo>
                    <a:lnTo>
                      <a:pt x="1538515" y="584832"/>
                    </a:lnTo>
                    <a:lnTo>
                      <a:pt x="1538515" y="589075"/>
                    </a:lnTo>
                    <a:lnTo>
                      <a:pt x="1536393" y="591197"/>
                    </a:lnTo>
                    <a:lnTo>
                      <a:pt x="1536393" y="595440"/>
                    </a:lnTo>
                    <a:lnTo>
                      <a:pt x="1534272" y="597561"/>
                    </a:lnTo>
                    <a:lnTo>
                      <a:pt x="1534272" y="601804"/>
                    </a:lnTo>
                    <a:lnTo>
                      <a:pt x="1532150" y="603926"/>
                    </a:lnTo>
                    <a:lnTo>
                      <a:pt x="1532150" y="608169"/>
                    </a:lnTo>
                    <a:lnTo>
                      <a:pt x="1530029" y="610290"/>
                    </a:lnTo>
                    <a:lnTo>
                      <a:pt x="1530029" y="614533"/>
                    </a:lnTo>
                    <a:lnTo>
                      <a:pt x="1527907" y="616655"/>
                    </a:lnTo>
                    <a:lnTo>
                      <a:pt x="1527907" y="620898"/>
                    </a:lnTo>
                    <a:lnTo>
                      <a:pt x="1525786" y="623019"/>
                    </a:lnTo>
                    <a:lnTo>
                      <a:pt x="1525786" y="627262"/>
                    </a:lnTo>
                    <a:lnTo>
                      <a:pt x="1523664" y="629384"/>
                    </a:lnTo>
                    <a:lnTo>
                      <a:pt x="1523664" y="633627"/>
                    </a:lnTo>
                    <a:lnTo>
                      <a:pt x="1521543" y="635748"/>
                    </a:lnTo>
                    <a:lnTo>
                      <a:pt x="1521543" y="639991"/>
                    </a:lnTo>
                    <a:lnTo>
                      <a:pt x="1519421" y="642113"/>
                    </a:lnTo>
                    <a:lnTo>
                      <a:pt x="1519421" y="646356"/>
                    </a:lnTo>
                    <a:lnTo>
                      <a:pt x="1517299" y="648477"/>
                    </a:lnTo>
                    <a:lnTo>
                      <a:pt x="1517299" y="652720"/>
                    </a:lnTo>
                    <a:lnTo>
                      <a:pt x="1515178" y="654842"/>
                    </a:lnTo>
                    <a:lnTo>
                      <a:pt x="1515178" y="659085"/>
                    </a:lnTo>
                    <a:lnTo>
                      <a:pt x="1513056" y="661206"/>
                    </a:lnTo>
                    <a:lnTo>
                      <a:pt x="1513056" y="663328"/>
                    </a:lnTo>
                    <a:lnTo>
                      <a:pt x="1508535" y="667849"/>
                    </a:lnTo>
                    <a:lnTo>
                      <a:pt x="1516451" y="667849"/>
                    </a:lnTo>
                    <a:lnTo>
                      <a:pt x="1516451" y="662612"/>
                    </a:lnTo>
                    <a:lnTo>
                      <a:pt x="1518572" y="660491"/>
                    </a:lnTo>
                    <a:lnTo>
                      <a:pt x="1518572" y="656248"/>
                    </a:lnTo>
                    <a:lnTo>
                      <a:pt x="1520694" y="654126"/>
                    </a:lnTo>
                    <a:lnTo>
                      <a:pt x="1520694" y="649883"/>
                    </a:lnTo>
                    <a:lnTo>
                      <a:pt x="1522815" y="647762"/>
                    </a:lnTo>
                    <a:lnTo>
                      <a:pt x="1522815" y="643519"/>
                    </a:lnTo>
                    <a:lnTo>
                      <a:pt x="1524937" y="641397"/>
                    </a:lnTo>
                    <a:lnTo>
                      <a:pt x="1524937" y="637154"/>
                    </a:lnTo>
                    <a:lnTo>
                      <a:pt x="1527058" y="635033"/>
                    </a:lnTo>
                    <a:lnTo>
                      <a:pt x="1527058" y="630790"/>
                    </a:lnTo>
                    <a:lnTo>
                      <a:pt x="1529180" y="628668"/>
                    </a:lnTo>
                    <a:lnTo>
                      <a:pt x="1529180" y="624425"/>
                    </a:lnTo>
                    <a:lnTo>
                      <a:pt x="1531301" y="622304"/>
                    </a:lnTo>
                    <a:lnTo>
                      <a:pt x="1531301" y="620182"/>
                    </a:lnTo>
                    <a:lnTo>
                      <a:pt x="1533423" y="618061"/>
                    </a:lnTo>
                    <a:lnTo>
                      <a:pt x="1533423" y="613818"/>
                    </a:lnTo>
                    <a:lnTo>
                      <a:pt x="1535544" y="611696"/>
                    </a:lnTo>
                    <a:lnTo>
                      <a:pt x="1535544" y="607453"/>
                    </a:lnTo>
                    <a:lnTo>
                      <a:pt x="1537666" y="605332"/>
                    </a:lnTo>
                    <a:lnTo>
                      <a:pt x="1537666" y="601089"/>
                    </a:lnTo>
                    <a:lnTo>
                      <a:pt x="1539787" y="598967"/>
                    </a:lnTo>
                    <a:lnTo>
                      <a:pt x="1539787" y="594724"/>
                    </a:lnTo>
                    <a:lnTo>
                      <a:pt x="1541909" y="592603"/>
                    </a:lnTo>
                    <a:lnTo>
                      <a:pt x="1541909" y="588360"/>
                    </a:lnTo>
                    <a:lnTo>
                      <a:pt x="1544030" y="586238"/>
                    </a:lnTo>
                    <a:lnTo>
                      <a:pt x="1544030" y="581995"/>
                    </a:lnTo>
                    <a:lnTo>
                      <a:pt x="1546152" y="579874"/>
                    </a:lnTo>
                    <a:lnTo>
                      <a:pt x="1546152" y="575631"/>
                    </a:lnTo>
                    <a:lnTo>
                      <a:pt x="1548273" y="573509"/>
                    </a:lnTo>
                    <a:lnTo>
                      <a:pt x="1548273" y="569266"/>
                    </a:lnTo>
                    <a:lnTo>
                      <a:pt x="1550395" y="567145"/>
                    </a:lnTo>
                    <a:lnTo>
                      <a:pt x="1550395" y="562902"/>
                    </a:lnTo>
                    <a:lnTo>
                      <a:pt x="1552516" y="560780"/>
                    </a:lnTo>
                    <a:lnTo>
                      <a:pt x="1552516" y="556537"/>
                    </a:lnTo>
                    <a:lnTo>
                      <a:pt x="1554638" y="554415"/>
                    </a:lnTo>
                    <a:lnTo>
                      <a:pt x="1554638" y="550172"/>
                    </a:lnTo>
                    <a:lnTo>
                      <a:pt x="1556759" y="548051"/>
                    </a:lnTo>
                    <a:lnTo>
                      <a:pt x="1556759" y="543808"/>
                    </a:lnTo>
                    <a:lnTo>
                      <a:pt x="1558881" y="541686"/>
                    </a:lnTo>
                    <a:lnTo>
                      <a:pt x="1558881" y="537443"/>
                    </a:lnTo>
                    <a:lnTo>
                      <a:pt x="1561002" y="535322"/>
                    </a:lnTo>
                    <a:lnTo>
                      <a:pt x="1561002" y="531079"/>
                    </a:lnTo>
                    <a:lnTo>
                      <a:pt x="1563124" y="528957"/>
                    </a:lnTo>
                    <a:lnTo>
                      <a:pt x="1563124" y="526836"/>
                    </a:lnTo>
                    <a:lnTo>
                      <a:pt x="1565245" y="524714"/>
                    </a:lnTo>
                    <a:lnTo>
                      <a:pt x="1565245" y="520471"/>
                    </a:lnTo>
                    <a:lnTo>
                      <a:pt x="1567367" y="518350"/>
                    </a:lnTo>
                    <a:lnTo>
                      <a:pt x="1567367" y="514107"/>
                    </a:lnTo>
                    <a:lnTo>
                      <a:pt x="1569488" y="511985"/>
                    </a:lnTo>
                    <a:lnTo>
                      <a:pt x="1569488" y="507742"/>
                    </a:lnTo>
                    <a:lnTo>
                      <a:pt x="1571610" y="505621"/>
                    </a:lnTo>
                    <a:lnTo>
                      <a:pt x="1568216" y="500675"/>
                    </a:lnTo>
                    <a:close/>
                    <a:moveTo>
                      <a:pt x="1585188" y="449056"/>
                    </a:moveTo>
                    <a:lnTo>
                      <a:pt x="1585188" y="451880"/>
                    </a:lnTo>
                    <a:lnTo>
                      <a:pt x="1588582" y="451880"/>
                    </a:lnTo>
                    <a:lnTo>
                      <a:pt x="1588582" y="450462"/>
                    </a:lnTo>
                    <a:lnTo>
                      <a:pt x="1590704" y="448340"/>
                    </a:lnTo>
                    <a:lnTo>
                      <a:pt x="1590704" y="444097"/>
                    </a:lnTo>
                    <a:lnTo>
                      <a:pt x="1592328" y="442473"/>
                    </a:lnTo>
                    <a:lnTo>
                      <a:pt x="1589928" y="440073"/>
                    </a:lnTo>
                    <a:lnTo>
                      <a:pt x="1587309" y="442691"/>
                    </a:lnTo>
                    <a:lnTo>
                      <a:pt x="1587309" y="446934"/>
                    </a:lnTo>
                    <a:lnTo>
                      <a:pt x="1585188" y="449056"/>
                    </a:lnTo>
                    <a:close/>
                    <a:moveTo>
                      <a:pt x="1532647" y="196378"/>
                    </a:moveTo>
                    <a:lnTo>
                      <a:pt x="1534272" y="198003"/>
                    </a:lnTo>
                    <a:lnTo>
                      <a:pt x="1534272" y="202246"/>
                    </a:lnTo>
                    <a:lnTo>
                      <a:pt x="1536393" y="204367"/>
                    </a:lnTo>
                    <a:lnTo>
                      <a:pt x="1536393" y="210732"/>
                    </a:lnTo>
                    <a:lnTo>
                      <a:pt x="1538515" y="212853"/>
                    </a:lnTo>
                    <a:lnTo>
                      <a:pt x="1538515" y="217096"/>
                    </a:lnTo>
                    <a:lnTo>
                      <a:pt x="1540636" y="219218"/>
                    </a:lnTo>
                    <a:lnTo>
                      <a:pt x="1540636" y="223461"/>
                    </a:lnTo>
                    <a:lnTo>
                      <a:pt x="1542758" y="225582"/>
                    </a:lnTo>
                    <a:lnTo>
                      <a:pt x="1542758" y="231947"/>
                    </a:lnTo>
                    <a:lnTo>
                      <a:pt x="1544879" y="234068"/>
                    </a:lnTo>
                    <a:lnTo>
                      <a:pt x="1544879" y="238311"/>
                    </a:lnTo>
                    <a:lnTo>
                      <a:pt x="1547001" y="240433"/>
                    </a:lnTo>
                    <a:lnTo>
                      <a:pt x="1547001" y="244676"/>
                    </a:lnTo>
                    <a:lnTo>
                      <a:pt x="1549122" y="246797"/>
                    </a:lnTo>
                    <a:lnTo>
                      <a:pt x="1549122" y="253162"/>
                    </a:lnTo>
                    <a:lnTo>
                      <a:pt x="1551244" y="255283"/>
                    </a:lnTo>
                    <a:lnTo>
                      <a:pt x="1551244" y="259526"/>
                    </a:lnTo>
                    <a:lnTo>
                      <a:pt x="1553365" y="261648"/>
                    </a:lnTo>
                    <a:lnTo>
                      <a:pt x="1553365" y="265891"/>
                    </a:lnTo>
                    <a:lnTo>
                      <a:pt x="1555487" y="268012"/>
                    </a:lnTo>
                    <a:lnTo>
                      <a:pt x="1555487" y="274377"/>
                    </a:lnTo>
                    <a:lnTo>
                      <a:pt x="1557608" y="276498"/>
                    </a:lnTo>
                    <a:lnTo>
                      <a:pt x="1557608" y="280742"/>
                    </a:lnTo>
                    <a:lnTo>
                      <a:pt x="1559730" y="282863"/>
                    </a:lnTo>
                    <a:lnTo>
                      <a:pt x="1559730" y="287106"/>
                    </a:lnTo>
                    <a:lnTo>
                      <a:pt x="1561851" y="289228"/>
                    </a:lnTo>
                    <a:lnTo>
                      <a:pt x="1561851" y="295592"/>
                    </a:lnTo>
                    <a:lnTo>
                      <a:pt x="1563973" y="297714"/>
                    </a:lnTo>
                    <a:lnTo>
                      <a:pt x="1563973" y="301957"/>
                    </a:lnTo>
                    <a:lnTo>
                      <a:pt x="1566094" y="304078"/>
                    </a:lnTo>
                    <a:lnTo>
                      <a:pt x="1566094" y="308321"/>
                    </a:lnTo>
                    <a:lnTo>
                      <a:pt x="1568216" y="310443"/>
                    </a:lnTo>
                    <a:lnTo>
                      <a:pt x="1568216" y="316807"/>
                    </a:lnTo>
                    <a:lnTo>
                      <a:pt x="1570337" y="318929"/>
                    </a:lnTo>
                    <a:lnTo>
                      <a:pt x="1570337" y="323172"/>
                    </a:lnTo>
                    <a:lnTo>
                      <a:pt x="1572459" y="325293"/>
                    </a:lnTo>
                    <a:lnTo>
                      <a:pt x="1572459" y="329536"/>
                    </a:lnTo>
                    <a:lnTo>
                      <a:pt x="1574580" y="331658"/>
                    </a:lnTo>
                    <a:lnTo>
                      <a:pt x="1574580" y="338022"/>
                    </a:lnTo>
                    <a:lnTo>
                      <a:pt x="1576702" y="340144"/>
                    </a:lnTo>
                    <a:lnTo>
                      <a:pt x="1576702" y="344387"/>
                    </a:lnTo>
                    <a:lnTo>
                      <a:pt x="1578823" y="346508"/>
                    </a:lnTo>
                    <a:lnTo>
                      <a:pt x="1578823" y="350751"/>
                    </a:lnTo>
                    <a:lnTo>
                      <a:pt x="1580945" y="352873"/>
                    </a:lnTo>
                    <a:lnTo>
                      <a:pt x="1580945" y="359237"/>
                    </a:lnTo>
                    <a:lnTo>
                      <a:pt x="1586461" y="364753"/>
                    </a:lnTo>
                    <a:lnTo>
                      <a:pt x="1586461" y="357831"/>
                    </a:lnTo>
                    <a:lnTo>
                      <a:pt x="1584339" y="355710"/>
                    </a:lnTo>
                    <a:lnTo>
                      <a:pt x="1584339" y="351467"/>
                    </a:lnTo>
                    <a:lnTo>
                      <a:pt x="1582218" y="349345"/>
                    </a:lnTo>
                    <a:lnTo>
                      <a:pt x="1582218" y="342981"/>
                    </a:lnTo>
                    <a:lnTo>
                      <a:pt x="1580096" y="340859"/>
                    </a:lnTo>
                    <a:lnTo>
                      <a:pt x="1580096" y="336616"/>
                    </a:lnTo>
                    <a:lnTo>
                      <a:pt x="1577975" y="334495"/>
                    </a:lnTo>
                    <a:lnTo>
                      <a:pt x="1577975" y="330252"/>
                    </a:lnTo>
                    <a:lnTo>
                      <a:pt x="1575853" y="328130"/>
                    </a:lnTo>
                    <a:lnTo>
                      <a:pt x="1575853" y="321766"/>
                    </a:lnTo>
                    <a:lnTo>
                      <a:pt x="1573731" y="319644"/>
                    </a:lnTo>
                    <a:lnTo>
                      <a:pt x="1573731" y="315401"/>
                    </a:lnTo>
                    <a:lnTo>
                      <a:pt x="1571610" y="313280"/>
                    </a:lnTo>
                    <a:lnTo>
                      <a:pt x="1571610" y="309037"/>
                    </a:lnTo>
                    <a:lnTo>
                      <a:pt x="1569488" y="306915"/>
                    </a:lnTo>
                    <a:lnTo>
                      <a:pt x="1569488" y="302672"/>
                    </a:lnTo>
                    <a:lnTo>
                      <a:pt x="1567367" y="300551"/>
                    </a:lnTo>
                    <a:lnTo>
                      <a:pt x="1567367" y="294186"/>
                    </a:lnTo>
                    <a:lnTo>
                      <a:pt x="1565245" y="292065"/>
                    </a:lnTo>
                    <a:lnTo>
                      <a:pt x="1565245" y="287822"/>
                    </a:lnTo>
                    <a:lnTo>
                      <a:pt x="1563124" y="285700"/>
                    </a:lnTo>
                    <a:lnTo>
                      <a:pt x="1563124" y="279335"/>
                    </a:lnTo>
                    <a:lnTo>
                      <a:pt x="1561002" y="277214"/>
                    </a:lnTo>
                    <a:lnTo>
                      <a:pt x="1561002" y="272971"/>
                    </a:lnTo>
                    <a:lnTo>
                      <a:pt x="1558881" y="270849"/>
                    </a:lnTo>
                    <a:lnTo>
                      <a:pt x="1558881" y="266606"/>
                    </a:lnTo>
                    <a:lnTo>
                      <a:pt x="1556759" y="264485"/>
                    </a:lnTo>
                    <a:lnTo>
                      <a:pt x="1556759" y="260242"/>
                    </a:lnTo>
                    <a:lnTo>
                      <a:pt x="1554638" y="258120"/>
                    </a:lnTo>
                    <a:lnTo>
                      <a:pt x="1554638" y="251756"/>
                    </a:lnTo>
                    <a:lnTo>
                      <a:pt x="1552516" y="249634"/>
                    </a:lnTo>
                    <a:lnTo>
                      <a:pt x="1552516" y="245391"/>
                    </a:lnTo>
                    <a:lnTo>
                      <a:pt x="1550395" y="243270"/>
                    </a:lnTo>
                    <a:lnTo>
                      <a:pt x="1550395" y="239027"/>
                    </a:lnTo>
                    <a:lnTo>
                      <a:pt x="1548273" y="236905"/>
                    </a:lnTo>
                    <a:lnTo>
                      <a:pt x="1548273" y="230541"/>
                    </a:lnTo>
                    <a:lnTo>
                      <a:pt x="1546152" y="228419"/>
                    </a:lnTo>
                    <a:lnTo>
                      <a:pt x="1546152" y="224176"/>
                    </a:lnTo>
                    <a:lnTo>
                      <a:pt x="1544030" y="222055"/>
                    </a:lnTo>
                    <a:lnTo>
                      <a:pt x="1544030" y="217812"/>
                    </a:lnTo>
                    <a:lnTo>
                      <a:pt x="1541909" y="215690"/>
                    </a:lnTo>
                    <a:lnTo>
                      <a:pt x="1541909" y="209326"/>
                    </a:lnTo>
                    <a:lnTo>
                      <a:pt x="1539787" y="207204"/>
                    </a:lnTo>
                    <a:lnTo>
                      <a:pt x="1539787" y="202961"/>
                    </a:lnTo>
                    <a:lnTo>
                      <a:pt x="1537666" y="200840"/>
                    </a:lnTo>
                    <a:lnTo>
                      <a:pt x="1537666" y="196597"/>
                    </a:lnTo>
                    <a:lnTo>
                      <a:pt x="1532647" y="196378"/>
                    </a:lnTo>
                    <a:close/>
                    <a:moveTo>
                      <a:pt x="510082" y="104875"/>
                    </a:moveTo>
                    <a:lnTo>
                      <a:pt x="501099" y="113858"/>
                    </a:lnTo>
                    <a:lnTo>
                      <a:pt x="501099" y="115980"/>
                    </a:lnTo>
                    <a:lnTo>
                      <a:pt x="486249" y="130830"/>
                    </a:lnTo>
                    <a:lnTo>
                      <a:pt x="486249" y="132952"/>
                    </a:lnTo>
                    <a:lnTo>
                      <a:pt x="469277" y="149924"/>
                    </a:lnTo>
                    <a:lnTo>
                      <a:pt x="469277" y="152045"/>
                    </a:lnTo>
                    <a:lnTo>
                      <a:pt x="454426" y="166896"/>
                    </a:lnTo>
                    <a:lnTo>
                      <a:pt x="454426" y="169017"/>
                    </a:lnTo>
                    <a:lnTo>
                      <a:pt x="439576" y="183868"/>
                    </a:lnTo>
                    <a:lnTo>
                      <a:pt x="439576" y="185989"/>
                    </a:lnTo>
                    <a:lnTo>
                      <a:pt x="422604" y="202961"/>
                    </a:lnTo>
                    <a:lnTo>
                      <a:pt x="422604" y="205083"/>
                    </a:lnTo>
                    <a:lnTo>
                      <a:pt x="407753" y="219933"/>
                    </a:lnTo>
                    <a:lnTo>
                      <a:pt x="407753" y="222055"/>
                    </a:lnTo>
                    <a:lnTo>
                      <a:pt x="397643" y="232165"/>
                    </a:lnTo>
                    <a:lnTo>
                      <a:pt x="400043" y="234566"/>
                    </a:lnTo>
                    <a:lnTo>
                      <a:pt x="417512" y="217096"/>
                    </a:lnTo>
                    <a:lnTo>
                      <a:pt x="417512" y="214975"/>
                    </a:lnTo>
                    <a:lnTo>
                      <a:pt x="432362" y="200124"/>
                    </a:lnTo>
                    <a:lnTo>
                      <a:pt x="432362" y="198003"/>
                    </a:lnTo>
                    <a:lnTo>
                      <a:pt x="447213" y="183152"/>
                    </a:lnTo>
                    <a:lnTo>
                      <a:pt x="447213" y="181031"/>
                    </a:lnTo>
                    <a:lnTo>
                      <a:pt x="464185" y="164059"/>
                    </a:lnTo>
                    <a:lnTo>
                      <a:pt x="464185" y="161937"/>
                    </a:lnTo>
                    <a:lnTo>
                      <a:pt x="479036" y="147087"/>
                    </a:lnTo>
                    <a:lnTo>
                      <a:pt x="479036" y="144965"/>
                    </a:lnTo>
                    <a:lnTo>
                      <a:pt x="496008" y="127993"/>
                    </a:lnTo>
                    <a:lnTo>
                      <a:pt x="496008" y="125872"/>
                    </a:lnTo>
                    <a:lnTo>
                      <a:pt x="510858" y="111021"/>
                    </a:lnTo>
                    <a:lnTo>
                      <a:pt x="510082" y="104875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1091" name="Vector layer B7B7B7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1676909" y="1721740"/>
                    </a:moveTo>
                    <a:lnTo>
                      <a:pt x="1679310" y="1719339"/>
                    </a:lnTo>
                    <a:lnTo>
                      <a:pt x="1677188" y="1717218"/>
                    </a:lnTo>
                    <a:lnTo>
                      <a:pt x="1674788" y="1719618"/>
                    </a:lnTo>
                    <a:lnTo>
                      <a:pt x="1676909" y="1721740"/>
                    </a:lnTo>
                    <a:close/>
                    <a:moveTo>
                      <a:pt x="1997256" y="1543255"/>
                    </a:moveTo>
                    <a:lnTo>
                      <a:pt x="1999657" y="1545655"/>
                    </a:lnTo>
                    <a:lnTo>
                      <a:pt x="2001778" y="1543533"/>
                    </a:lnTo>
                    <a:lnTo>
                      <a:pt x="1999378" y="1541133"/>
                    </a:lnTo>
                    <a:lnTo>
                      <a:pt x="1997256" y="1543255"/>
                    </a:lnTo>
                    <a:close/>
                    <a:moveTo>
                      <a:pt x="2001499" y="1505346"/>
                    </a:moveTo>
                    <a:lnTo>
                      <a:pt x="2003900" y="1502946"/>
                    </a:lnTo>
                    <a:lnTo>
                      <a:pt x="2001778" y="1500825"/>
                    </a:lnTo>
                    <a:lnTo>
                      <a:pt x="1999378" y="1503225"/>
                    </a:lnTo>
                    <a:lnTo>
                      <a:pt x="2001499" y="1505346"/>
                    </a:lnTo>
                    <a:close/>
                    <a:moveTo>
                      <a:pt x="58202" y="1269581"/>
                    </a:moveTo>
                    <a:lnTo>
                      <a:pt x="60602" y="1271981"/>
                    </a:lnTo>
                    <a:lnTo>
                      <a:pt x="62724" y="1269859"/>
                    </a:lnTo>
                    <a:lnTo>
                      <a:pt x="60324" y="1267459"/>
                    </a:lnTo>
                    <a:lnTo>
                      <a:pt x="58202" y="1269581"/>
                    </a:lnTo>
                    <a:close/>
                    <a:moveTo>
                      <a:pt x="1596292" y="1201693"/>
                    </a:moveTo>
                    <a:lnTo>
                      <a:pt x="1598692" y="1204093"/>
                    </a:lnTo>
                    <a:lnTo>
                      <a:pt x="1600814" y="1201971"/>
                    </a:lnTo>
                    <a:lnTo>
                      <a:pt x="1598414" y="1199571"/>
                    </a:lnTo>
                    <a:lnTo>
                      <a:pt x="1596292" y="1201693"/>
                    </a:lnTo>
                    <a:close/>
                    <a:moveTo>
                      <a:pt x="123969" y="862531"/>
                    </a:moveTo>
                    <a:lnTo>
                      <a:pt x="126369" y="860130"/>
                    </a:lnTo>
                    <a:lnTo>
                      <a:pt x="124247" y="858009"/>
                    </a:lnTo>
                    <a:lnTo>
                      <a:pt x="121847" y="860409"/>
                    </a:lnTo>
                    <a:lnTo>
                      <a:pt x="123969" y="862531"/>
                    </a:lnTo>
                    <a:close/>
                    <a:moveTo>
                      <a:pt x="1373037" y="801928"/>
                    </a:moveTo>
                    <a:lnTo>
                      <a:pt x="1376432" y="801928"/>
                    </a:lnTo>
                    <a:lnTo>
                      <a:pt x="1376432" y="799807"/>
                    </a:lnTo>
                    <a:lnTo>
                      <a:pt x="1373037" y="799807"/>
                    </a:lnTo>
                    <a:lnTo>
                      <a:pt x="1373037" y="801928"/>
                    </a:lnTo>
                    <a:close/>
                    <a:moveTo>
                      <a:pt x="1377777" y="790121"/>
                    </a:moveTo>
                    <a:lnTo>
                      <a:pt x="1380178" y="792521"/>
                    </a:lnTo>
                    <a:lnTo>
                      <a:pt x="1382299" y="790400"/>
                    </a:lnTo>
                    <a:lnTo>
                      <a:pt x="1379899" y="787999"/>
                    </a:lnTo>
                    <a:lnTo>
                      <a:pt x="1377777" y="790121"/>
                    </a:lnTo>
                    <a:close/>
                    <a:moveTo>
                      <a:pt x="1404435" y="778168"/>
                    </a:moveTo>
                    <a:lnTo>
                      <a:pt x="1404435" y="774773"/>
                    </a:lnTo>
                    <a:lnTo>
                      <a:pt x="1402314" y="774773"/>
                    </a:lnTo>
                    <a:lnTo>
                      <a:pt x="1402314" y="778168"/>
                    </a:lnTo>
                    <a:lnTo>
                      <a:pt x="1404435" y="778168"/>
                    </a:lnTo>
                    <a:close/>
                    <a:moveTo>
                      <a:pt x="353091" y="236408"/>
                    </a:moveTo>
                    <a:lnTo>
                      <a:pt x="355491" y="238809"/>
                    </a:lnTo>
                    <a:lnTo>
                      <a:pt x="357613" y="236687"/>
                    </a:lnTo>
                    <a:lnTo>
                      <a:pt x="355213" y="234287"/>
                    </a:lnTo>
                    <a:lnTo>
                      <a:pt x="353091" y="236408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1092" name="Vector layer B3B3B3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617358" y="2089403"/>
                    </a:moveTo>
                    <a:lnTo>
                      <a:pt x="614533" y="2092227"/>
                    </a:lnTo>
                    <a:lnTo>
                      <a:pt x="606047" y="2092227"/>
                    </a:lnTo>
                    <a:lnTo>
                      <a:pt x="603926" y="2094349"/>
                    </a:lnTo>
                    <a:lnTo>
                      <a:pt x="601804" y="2094349"/>
                    </a:lnTo>
                    <a:lnTo>
                      <a:pt x="599683" y="2096470"/>
                    </a:lnTo>
                    <a:lnTo>
                      <a:pt x="597561" y="2096470"/>
                    </a:lnTo>
                    <a:lnTo>
                      <a:pt x="590202" y="2103829"/>
                    </a:lnTo>
                    <a:lnTo>
                      <a:pt x="590202" y="2105950"/>
                    </a:lnTo>
                    <a:lnTo>
                      <a:pt x="588081" y="2108072"/>
                    </a:lnTo>
                    <a:lnTo>
                      <a:pt x="588081" y="2110193"/>
                    </a:lnTo>
                    <a:lnTo>
                      <a:pt x="585959" y="2112315"/>
                    </a:lnTo>
                    <a:lnTo>
                      <a:pt x="585959" y="2132814"/>
                    </a:lnTo>
                    <a:lnTo>
                      <a:pt x="588081" y="2134936"/>
                    </a:lnTo>
                    <a:lnTo>
                      <a:pt x="588081" y="2137057"/>
                    </a:lnTo>
                    <a:lnTo>
                      <a:pt x="590202" y="2139179"/>
                    </a:lnTo>
                    <a:lnTo>
                      <a:pt x="590202" y="2141300"/>
                    </a:lnTo>
                    <a:lnTo>
                      <a:pt x="599683" y="2150781"/>
                    </a:lnTo>
                    <a:lnTo>
                      <a:pt x="601804" y="2150781"/>
                    </a:lnTo>
                    <a:lnTo>
                      <a:pt x="603926" y="2152902"/>
                    </a:lnTo>
                    <a:lnTo>
                      <a:pt x="608169" y="2152902"/>
                    </a:lnTo>
                    <a:lnTo>
                      <a:pt x="610290" y="2155024"/>
                    </a:lnTo>
                    <a:lnTo>
                      <a:pt x="622304" y="2155024"/>
                    </a:lnTo>
                    <a:lnTo>
                      <a:pt x="624425" y="2152902"/>
                    </a:lnTo>
                    <a:lnTo>
                      <a:pt x="628668" y="2152902"/>
                    </a:lnTo>
                    <a:lnTo>
                      <a:pt x="630790" y="2150781"/>
                    </a:lnTo>
                    <a:lnTo>
                      <a:pt x="632911" y="2150781"/>
                    </a:lnTo>
                    <a:lnTo>
                      <a:pt x="637154" y="2146538"/>
                    </a:lnTo>
                    <a:lnTo>
                      <a:pt x="640270" y="2146538"/>
                    </a:lnTo>
                    <a:lnTo>
                      <a:pt x="640270" y="2143422"/>
                    </a:lnTo>
                    <a:lnTo>
                      <a:pt x="644513" y="2139179"/>
                    </a:lnTo>
                    <a:lnTo>
                      <a:pt x="644513" y="2137057"/>
                    </a:lnTo>
                    <a:lnTo>
                      <a:pt x="646634" y="2134936"/>
                    </a:lnTo>
                    <a:lnTo>
                      <a:pt x="646634" y="2130693"/>
                    </a:lnTo>
                    <a:lnTo>
                      <a:pt x="648756" y="2128571"/>
                    </a:lnTo>
                    <a:lnTo>
                      <a:pt x="648756" y="2116558"/>
                    </a:lnTo>
                    <a:lnTo>
                      <a:pt x="646634" y="2114436"/>
                    </a:lnTo>
                    <a:lnTo>
                      <a:pt x="646634" y="2110193"/>
                    </a:lnTo>
                    <a:lnTo>
                      <a:pt x="644513" y="2108072"/>
                    </a:lnTo>
                    <a:lnTo>
                      <a:pt x="644513" y="2105950"/>
                    </a:lnTo>
                    <a:lnTo>
                      <a:pt x="635033" y="2096470"/>
                    </a:lnTo>
                    <a:lnTo>
                      <a:pt x="632911" y="2096470"/>
                    </a:lnTo>
                    <a:lnTo>
                      <a:pt x="628668" y="2092227"/>
                    </a:lnTo>
                    <a:lnTo>
                      <a:pt x="620182" y="2092227"/>
                    </a:lnTo>
                    <a:lnTo>
                      <a:pt x="617358" y="2089403"/>
                    </a:lnTo>
                    <a:close/>
                    <a:moveTo>
                      <a:pt x="987918" y="2087984"/>
                    </a:moveTo>
                    <a:lnTo>
                      <a:pt x="985796" y="2090106"/>
                    </a:lnTo>
                    <a:lnTo>
                      <a:pt x="981553" y="2090106"/>
                    </a:lnTo>
                    <a:lnTo>
                      <a:pt x="979432" y="2092227"/>
                    </a:lnTo>
                    <a:lnTo>
                      <a:pt x="977310" y="2092227"/>
                    </a:lnTo>
                    <a:lnTo>
                      <a:pt x="965709" y="2103829"/>
                    </a:lnTo>
                    <a:lnTo>
                      <a:pt x="965709" y="2108072"/>
                    </a:lnTo>
                    <a:lnTo>
                      <a:pt x="963587" y="2110193"/>
                    </a:lnTo>
                    <a:lnTo>
                      <a:pt x="963587" y="2130693"/>
                    </a:lnTo>
                    <a:lnTo>
                      <a:pt x="965709" y="2132814"/>
                    </a:lnTo>
                    <a:lnTo>
                      <a:pt x="965709" y="2134936"/>
                    </a:lnTo>
                    <a:lnTo>
                      <a:pt x="967830" y="2137057"/>
                    </a:lnTo>
                    <a:lnTo>
                      <a:pt x="967830" y="2139179"/>
                    </a:lnTo>
                    <a:lnTo>
                      <a:pt x="975189" y="2146538"/>
                    </a:lnTo>
                    <a:lnTo>
                      <a:pt x="977310" y="2146538"/>
                    </a:lnTo>
                    <a:lnTo>
                      <a:pt x="979432" y="2148659"/>
                    </a:lnTo>
                    <a:lnTo>
                      <a:pt x="981553" y="2148659"/>
                    </a:lnTo>
                    <a:lnTo>
                      <a:pt x="983675" y="2150781"/>
                    </a:lnTo>
                    <a:lnTo>
                      <a:pt x="990039" y="2150781"/>
                    </a:lnTo>
                    <a:lnTo>
                      <a:pt x="992161" y="2152902"/>
                    </a:lnTo>
                    <a:lnTo>
                      <a:pt x="995688" y="2152902"/>
                    </a:lnTo>
                    <a:lnTo>
                      <a:pt x="997810" y="2150781"/>
                    </a:lnTo>
                    <a:lnTo>
                      <a:pt x="1006296" y="2150781"/>
                    </a:lnTo>
                    <a:lnTo>
                      <a:pt x="1008417" y="2148659"/>
                    </a:lnTo>
                    <a:lnTo>
                      <a:pt x="1010539" y="2148659"/>
                    </a:lnTo>
                    <a:lnTo>
                      <a:pt x="1022141" y="2137057"/>
                    </a:lnTo>
                    <a:lnTo>
                      <a:pt x="1022141" y="2134936"/>
                    </a:lnTo>
                    <a:lnTo>
                      <a:pt x="1024262" y="2132814"/>
                    </a:lnTo>
                    <a:lnTo>
                      <a:pt x="1024262" y="2128571"/>
                    </a:lnTo>
                    <a:lnTo>
                      <a:pt x="1026384" y="2126450"/>
                    </a:lnTo>
                    <a:lnTo>
                      <a:pt x="1026384" y="2114436"/>
                    </a:lnTo>
                    <a:lnTo>
                      <a:pt x="1024262" y="2112315"/>
                    </a:lnTo>
                    <a:lnTo>
                      <a:pt x="1024262" y="2108072"/>
                    </a:lnTo>
                    <a:lnTo>
                      <a:pt x="1022141" y="2105950"/>
                    </a:lnTo>
                    <a:lnTo>
                      <a:pt x="1022141" y="2103829"/>
                    </a:lnTo>
                    <a:lnTo>
                      <a:pt x="1017898" y="2099586"/>
                    </a:lnTo>
                    <a:lnTo>
                      <a:pt x="1017898" y="2096470"/>
                    </a:lnTo>
                    <a:lnTo>
                      <a:pt x="1014782" y="2096470"/>
                    </a:lnTo>
                    <a:lnTo>
                      <a:pt x="1010539" y="2092227"/>
                    </a:lnTo>
                    <a:lnTo>
                      <a:pt x="1008417" y="2092227"/>
                    </a:lnTo>
                    <a:lnTo>
                      <a:pt x="1006296" y="2090106"/>
                    </a:lnTo>
                    <a:lnTo>
                      <a:pt x="1002053" y="2090106"/>
                    </a:lnTo>
                    <a:lnTo>
                      <a:pt x="999931" y="2087984"/>
                    </a:lnTo>
                    <a:lnTo>
                      <a:pt x="987918" y="2087984"/>
                    </a:lnTo>
                    <a:close/>
                    <a:moveTo>
                      <a:pt x="650599" y="1788852"/>
                    </a:moveTo>
                    <a:lnTo>
                      <a:pt x="648477" y="1790973"/>
                    </a:lnTo>
                    <a:lnTo>
                      <a:pt x="642113" y="1790973"/>
                    </a:lnTo>
                    <a:lnTo>
                      <a:pt x="639991" y="1793095"/>
                    </a:lnTo>
                    <a:lnTo>
                      <a:pt x="637870" y="1793095"/>
                    </a:lnTo>
                    <a:lnTo>
                      <a:pt x="626268" y="1804697"/>
                    </a:lnTo>
                    <a:lnTo>
                      <a:pt x="626268" y="1806818"/>
                    </a:lnTo>
                    <a:lnTo>
                      <a:pt x="624146" y="1808940"/>
                    </a:lnTo>
                    <a:lnTo>
                      <a:pt x="624146" y="1813183"/>
                    </a:lnTo>
                    <a:lnTo>
                      <a:pt x="622025" y="1815304"/>
                    </a:lnTo>
                    <a:lnTo>
                      <a:pt x="622025" y="1827318"/>
                    </a:lnTo>
                    <a:lnTo>
                      <a:pt x="624146" y="1829439"/>
                    </a:lnTo>
                    <a:lnTo>
                      <a:pt x="624146" y="1833682"/>
                    </a:lnTo>
                    <a:lnTo>
                      <a:pt x="626268" y="1835804"/>
                    </a:lnTo>
                    <a:lnTo>
                      <a:pt x="626268" y="1837925"/>
                    </a:lnTo>
                    <a:lnTo>
                      <a:pt x="637870" y="1849527"/>
                    </a:lnTo>
                    <a:lnTo>
                      <a:pt x="639991" y="1849527"/>
                    </a:lnTo>
                    <a:lnTo>
                      <a:pt x="642113" y="1851648"/>
                    </a:lnTo>
                    <a:lnTo>
                      <a:pt x="646356" y="1851648"/>
                    </a:lnTo>
                    <a:lnTo>
                      <a:pt x="648477" y="1853770"/>
                    </a:lnTo>
                    <a:lnTo>
                      <a:pt x="658369" y="1853770"/>
                    </a:lnTo>
                    <a:lnTo>
                      <a:pt x="660491" y="1851648"/>
                    </a:lnTo>
                    <a:lnTo>
                      <a:pt x="666855" y="1851648"/>
                    </a:lnTo>
                    <a:lnTo>
                      <a:pt x="671098" y="1847405"/>
                    </a:lnTo>
                    <a:lnTo>
                      <a:pt x="673220" y="1847405"/>
                    </a:lnTo>
                    <a:lnTo>
                      <a:pt x="680578" y="1840047"/>
                    </a:lnTo>
                    <a:lnTo>
                      <a:pt x="680578" y="1837925"/>
                    </a:lnTo>
                    <a:lnTo>
                      <a:pt x="682700" y="1835804"/>
                    </a:lnTo>
                    <a:lnTo>
                      <a:pt x="682700" y="1833682"/>
                    </a:lnTo>
                    <a:lnTo>
                      <a:pt x="684821" y="1831561"/>
                    </a:lnTo>
                    <a:lnTo>
                      <a:pt x="684821" y="1825196"/>
                    </a:lnTo>
                    <a:lnTo>
                      <a:pt x="686943" y="1823075"/>
                    </a:lnTo>
                    <a:lnTo>
                      <a:pt x="686943" y="1819547"/>
                    </a:lnTo>
                    <a:lnTo>
                      <a:pt x="684821" y="1817426"/>
                    </a:lnTo>
                    <a:lnTo>
                      <a:pt x="684821" y="1811061"/>
                    </a:lnTo>
                    <a:lnTo>
                      <a:pt x="682700" y="1808940"/>
                    </a:lnTo>
                    <a:lnTo>
                      <a:pt x="682700" y="1806818"/>
                    </a:lnTo>
                    <a:lnTo>
                      <a:pt x="680578" y="1804697"/>
                    </a:lnTo>
                    <a:lnTo>
                      <a:pt x="680578" y="1802575"/>
                    </a:lnTo>
                    <a:lnTo>
                      <a:pt x="673220" y="1795216"/>
                    </a:lnTo>
                    <a:lnTo>
                      <a:pt x="671098" y="1795216"/>
                    </a:lnTo>
                    <a:lnTo>
                      <a:pt x="668977" y="1793095"/>
                    </a:lnTo>
                    <a:lnTo>
                      <a:pt x="666855" y="1793095"/>
                    </a:lnTo>
                    <a:lnTo>
                      <a:pt x="664734" y="1790973"/>
                    </a:lnTo>
                    <a:lnTo>
                      <a:pt x="660491" y="1790973"/>
                    </a:lnTo>
                    <a:lnTo>
                      <a:pt x="658369" y="1788852"/>
                    </a:lnTo>
                    <a:lnTo>
                      <a:pt x="650599" y="1788852"/>
                    </a:lnTo>
                    <a:close/>
                    <a:moveTo>
                      <a:pt x="1692257" y="1665805"/>
                    </a:moveTo>
                    <a:lnTo>
                      <a:pt x="1690136" y="1667926"/>
                    </a:lnTo>
                    <a:lnTo>
                      <a:pt x="1685892" y="1667926"/>
                    </a:lnTo>
                    <a:lnTo>
                      <a:pt x="1683771" y="1670048"/>
                    </a:lnTo>
                    <a:lnTo>
                      <a:pt x="1681649" y="1670048"/>
                    </a:lnTo>
                    <a:lnTo>
                      <a:pt x="1672169" y="1679528"/>
                    </a:lnTo>
                    <a:lnTo>
                      <a:pt x="1672169" y="1681649"/>
                    </a:lnTo>
                    <a:lnTo>
                      <a:pt x="1670048" y="1683771"/>
                    </a:lnTo>
                    <a:lnTo>
                      <a:pt x="1670048" y="1685892"/>
                    </a:lnTo>
                    <a:lnTo>
                      <a:pt x="1667926" y="1688014"/>
                    </a:lnTo>
                    <a:lnTo>
                      <a:pt x="1667926" y="1706392"/>
                    </a:lnTo>
                    <a:lnTo>
                      <a:pt x="1670048" y="1708514"/>
                    </a:lnTo>
                    <a:lnTo>
                      <a:pt x="1670048" y="1712757"/>
                    </a:lnTo>
                    <a:lnTo>
                      <a:pt x="1683771" y="1726480"/>
                    </a:lnTo>
                    <a:lnTo>
                      <a:pt x="1688014" y="1726480"/>
                    </a:lnTo>
                    <a:lnTo>
                      <a:pt x="1690136" y="1728601"/>
                    </a:lnTo>
                    <a:lnTo>
                      <a:pt x="1708514" y="1728601"/>
                    </a:lnTo>
                    <a:lnTo>
                      <a:pt x="1710635" y="1726480"/>
                    </a:lnTo>
                    <a:lnTo>
                      <a:pt x="1712757" y="1726480"/>
                    </a:lnTo>
                    <a:lnTo>
                      <a:pt x="1714878" y="1724358"/>
                    </a:lnTo>
                    <a:lnTo>
                      <a:pt x="1717000" y="1724358"/>
                    </a:lnTo>
                    <a:lnTo>
                      <a:pt x="1726480" y="1714878"/>
                    </a:lnTo>
                    <a:lnTo>
                      <a:pt x="1726480" y="1712757"/>
                    </a:lnTo>
                    <a:lnTo>
                      <a:pt x="1728601" y="1710635"/>
                    </a:lnTo>
                    <a:lnTo>
                      <a:pt x="1728601" y="1706392"/>
                    </a:lnTo>
                    <a:lnTo>
                      <a:pt x="1730723" y="1704271"/>
                    </a:lnTo>
                    <a:lnTo>
                      <a:pt x="1730723" y="1690136"/>
                    </a:lnTo>
                    <a:lnTo>
                      <a:pt x="1728601" y="1688014"/>
                    </a:lnTo>
                    <a:lnTo>
                      <a:pt x="1728601" y="1683771"/>
                    </a:lnTo>
                    <a:lnTo>
                      <a:pt x="1724358" y="1679528"/>
                    </a:lnTo>
                    <a:lnTo>
                      <a:pt x="1724358" y="1677406"/>
                    </a:lnTo>
                    <a:lnTo>
                      <a:pt x="1719121" y="1672169"/>
                    </a:lnTo>
                    <a:lnTo>
                      <a:pt x="1717000" y="1672169"/>
                    </a:lnTo>
                    <a:lnTo>
                      <a:pt x="1712757" y="1667926"/>
                    </a:lnTo>
                    <a:lnTo>
                      <a:pt x="1708514" y="1667926"/>
                    </a:lnTo>
                    <a:lnTo>
                      <a:pt x="1706392" y="1665805"/>
                    </a:lnTo>
                    <a:lnTo>
                      <a:pt x="1692257" y="1665805"/>
                    </a:lnTo>
                    <a:close/>
                    <a:moveTo>
                      <a:pt x="1972296" y="1489720"/>
                    </a:moveTo>
                    <a:lnTo>
                      <a:pt x="1970174" y="1491841"/>
                    </a:lnTo>
                    <a:lnTo>
                      <a:pt x="1965931" y="1491841"/>
                    </a:lnTo>
                    <a:lnTo>
                      <a:pt x="1963809" y="1493963"/>
                    </a:lnTo>
                    <a:lnTo>
                      <a:pt x="1961688" y="1493963"/>
                    </a:lnTo>
                    <a:lnTo>
                      <a:pt x="1959566" y="1496084"/>
                    </a:lnTo>
                    <a:lnTo>
                      <a:pt x="1957445" y="1496084"/>
                    </a:lnTo>
                    <a:lnTo>
                      <a:pt x="1950086" y="1503443"/>
                    </a:lnTo>
                    <a:lnTo>
                      <a:pt x="1950086" y="1505565"/>
                    </a:lnTo>
                    <a:lnTo>
                      <a:pt x="1947965" y="1507686"/>
                    </a:lnTo>
                    <a:lnTo>
                      <a:pt x="1947965" y="1509808"/>
                    </a:lnTo>
                    <a:lnTo>
                      <a:pt x="1945843" y="1511929"/>
                    </a:lnTo>
                    <a:lnTo>
                      <a:pt x="1945843" y="1530307"/>
                    </a:lnTo>
                    <a:lnTo>
                      <a:pt x="1947965" y="1532429"/>
                    </a:lnTo>
                    <a:lnTo>
                      <a:pt x="1947965" y="1536672"/>
                    </a:lnTo>
                    <a:lnTo>
                      <a:pt x="1952208" y="1540915"/>
                    </a:lnTo>
                    <a:lnTo>
                      <a:pt x="1952208" y="1543036"/>
                    </a:lnTo>
                    <a:lnTo>
                      <a:pt x="1955323" y="1546152"/>
                    </a:lnTo>
                    <a:lnTo>
                      <a:pt x="1957445" y="1546152"/>
                    </a:lnTo>
                    <a:lnTo>
                      <a:pt x="1961688" y="1550395"/>
                    </a:lnTo>
                    <a:lnTo>
                      <a:pt x="1963809" y="1550395"/>
                    </a:lnTo>
                    <a:lnTo>
                      <a:pt x="1965931" y="1552516"/>
                    </a:lnTo>
                    <a:lnTo>
                      <a:pt x="1972296" y="1552516"/>
                    </a:lnTo>
                    <a:lnTo>
                      <a:pt x="1974417" y="1554638"/>
                    </a:lnTo>
                    <a:lnTo>
                      <a:pt x="1980066" y="1554638"/>
                    </a:lnTo>
                    <a:lnTo>
                      <a:pt x="1982188" y="1552516"/>
                    </a:lnTo>
                    <a:lnTo>
                      <a:pt x="1988552" y="1552516"/>
                    </a:lnTo>
                    <a:lnTo>
                      <a:pt x="1990674" y="1550395"/>
                    </a:lnTo>
                    <a:lnTo>
                      <a:pt x="1992795" y="1550395"/>
                    </a:lnTo>
                    <a:lnTo>
                      <a:pt x="2004397" y="1538793"/>
                    </a:lnTo>
                    <a:lnTo>
                      <a:pt x="2004397" y="1536672"/>
                    </a:lnTo>
                    <a:lnTo>
                      <a:pt x="2006518" y="1534550"/>
                    </a:lnTo>
                    <a:lnTo>
                      <a:pt x="2006518" y="1532429"/>
                    </a:lnTo>
                    <a:lnTo>
                      <a:pt x="2008640" y="1530307"/>
                    </a:lnTo>
                    <a:lnTo>
                      <a:pt x="2008640" y="1514051"/>
                    </a:lnTo>
                    <a:lnTo>
                      <a:pt x="2006518" y="1511929"/>
                    </a:lnTo>
                    <a:lnTo>
                      <a:pt x="2006518" y="1509808"/>
                    </a:lnTo>
                    <a:lnTo>
                      <a:pt x="2004397" y="1507686"/>
                    </a:lnTo>
                    <a:lnTo>
                      <a:pt x="2004397" y="1505565"/>
                    </a:lnTo>
                    <a:lnTo>
                      <a:pt x="2000154" y="1501322"/>
                    </a:lnTo>
                    <a:lnTo>
                      <a:pt x="2000154" y="1498206"/>
                    </a:lnTo>
                    <a:lnTo>
                      <a:pt x="1997038" y="1498206"/>
                    </a:lnTo>
                    <a:lnTo>
                      <a:pt x="1992795" y="1493963"/>
                    </a:lnTo>
                    <a:lnTo>
                      <a:pt x="1990674" y="1493963"/>
                    </a:lnTo>
                    <a:lnTo>
                      <a:pt x="1988552" y="1491841"/>
                    </a:lnTo>
                    <a:lnTo>
                      <a:pt x="1984309" y="1491841"/>
                    </a:lnTo>
                    <a:lnTo>
                      <a:pt x="1982188" y="1489720"/>
                    </a:lnTo>
                    <a:lnTo>
                      <a:pt x="1972296" y="1489720"/>
                    </a:lnTo>
                    <a:close/>
                    <a:moveTo>
                      <a:pt x="82036" y="1258476"/>
                    </a:moveTo>
                    <a:lnTo>
                      <a:pt x="79914" y="1260598"/>
                    </a:lnTo>
                    <a:lnTo>
                      <a:pt x="71428" y="1260598"/>
                    </a:lnTo>
                    <a:lnTo>
                      <a:pt x="69307" y="1262719"/>
                    </a:lnTo>
                    <a:lnTo>
                      <a:pt x="67185" y="1262719"/>
                    </a:lnTo>
                    <a:lnTo>
                      <a:pt x="55583" y="1274321"/>
                    </a:lnTo>
                    <a:lnTo>
                      <a:pt x="55583" y="1276442"/>
                    </a:lnTo>
                    <a:lnTo>
                      <a:pt x="53462" y="1278564"/>
                    </a:lnTo>
                    <a:lnTo>
                      <a:pt x="53462" y="1280685"/>
                    </a:lnTo>
                    <a:lnTo>
                      <a:pt x="51340" y="1282807"/>
                    </a:lnTo>
                    <a:lnTo>
                      <a:pt x="51340" y="1299063"/>
                    </a:lnTo>
                    <a:lnTo>
                      <a:pt x="53462" y="1301185"/>
                    </a:lnTo>
                    <a:lnTo>
                      <a:pt x="53462" y="1303306"/>
                    </a:lnTo>
                    <a:lnTo>
                      <a:pt x="55583" y="1305428"/>
                    </a:lnTo>
                    <a:lnTo>
                      <a:pt x="55583" y="1307549"/>
                    </a:lnTo>
                    <a:lnTo>
                      <a:pt x="59826" y="1311792"/>
                    </a:lnTo>
                    <a:lnTo>
                      <a:pt x="59826" y="1314908"/>
                    </a:lnTo>
                    <a:lnTo>
                      <a:pt x="62942" y="1314908"/>
                    </a:lnTo>
                    <a:lnTo>
                      <a:pt x="67185" y="1319151"/>
                    </a:lnTo>
                    <a:lnTo>
                      <a:pt x="69307" y="1319151"/>
                    </a:lnTo>
                    <a:lnTo>
                      <a:pt x="71428" y="1321273"/>
                    </a:lnTo>
                    <a:lnTo>
                      <a:pt x="75671" y="1321273"/>
                    </a:lnTo>
                    <a:lnTo>
                      <a:pt x="77793" y="1323394"/>
                    </a:lnTo>
                    <a:lnTo>
                      <a:pt x="87685" y="1323394"/>
                    </a:lnTo>
                    <a:lnTo>
                      <a:pt x="89806" y="1321273"/>
                    </a:lnTo>
                    <a:lnTo>
                      <a:pt x="94049" y="1321273"/>
                    </a:lnTo>
                    <a:lnTo>
                      <a:pt x="96171" y="1319151"/>
                    </a:lnTo>
                    <a:lnTo>
                      <a:pt x="98292" y="1319151"/>
                    </a:lnTo>
                    <a:lnTo>
                      <a:pt x="100414" y="1317030"/>
                    </a:lnTo>
                    <a:lnTo>
                      <a:pt x="102535" y="1317030"/>
                    </a:lnTo>
                    <a:lnTo>
                      <a:pt x="109894" y="1309671"/>
                    </a:lnTo>
                    <a:lnTo>
                      <a:pt x="109894" y="1307549"/>
                    </a:lnTo>
                    <a:lnTo>
                      <a:pt x="112015" y="1305428"/>
                    </a:lnTo>
                    <a:lnTo>
                      <a:pt x="112015" y="1303306"/>
                    </a:lnTo>
                    <a:lnTo>
                      <a:pt x="114137" y="1301185"/>
                    </a:lnTo>
                    <a:lnTo>
                      <a:pt x="114137" y="1280685"/>
                    </a:lnTo>
                    <a:lnTo>
                      <a:pt x="112015" y="1278564"/>
                    </a:lnTo>
                    <a:lnTo>
                      <a:pt x="112015" y="1276442"/>
                    </a:lnTo>
                    <a:lnTo>
                      <a:pt x="107772" y="1272199"/>
                    </a:lnTo>
                    <a:lnTo>
                      <a:pt x="107772" y="1270078"/>
                    </a:lnTo>
                    <a:lnTo>
                      <a:pt x="104657" y="1266962"/>
                    </a:lnTo>
                    <a:lnTo>
                      <a:pt x="102535" y="1266962"/>
                    </a:lnTo>
                    <a:lnTo>
                      <a:pt x="98292" y="1262719"/>
                    </a:lnTo>
                    <a:lnTo>
                      <a:pt x="96171" y="1262719"/>
                    </a:lnTo>
                    <a:lnTo>
                      <a:pt x="94049" y="1260598"/>
                    </a:lnTo>
                    <a:lnTo>
                      <a:pt x="87685" y="1260598"/>
                    </a:lnTo>
                    <a:lnTo>
                      <a:pt x="85563" y="1258476"/>
                    </a:lnTo>
                    <a:lnTo>
                      <a:pt x="82036" y="1258476"/>
                    </a:lnTo>
                    <a:close/>
                    <a:moveTo>
                      <a:pt x="1618707" y="1189885"/>
                    </a:moveTo>
                    <a:lnTo>
                      <a:pt x="1615883" y="1192709"/>
                    </a:lnTo>
                    <a:lnTo>
                      <a:pt x="1611640" y="1192709"/>
                    </a:lnTo>
                    <a:lnTo>
                      <a:pt x="1609518" y="1194831"/>
                    </a:lnTo>
                    <a:lnTo>
                      <a:pt x="1605275" y="1194831"/>
                    </a:lnTo>
                    <a:lnTo>
                      <a:pt x="1591552" y="1208554"/>
                    </a:lnTo>
                    <a:lnTo>
                      <a:pt x="1591552" y="1212797"/>
                    </a:lnTo>
                    <a:lnTo>
                      <a:pt x="1589431" y="1214919"/>
                    </a:lnTo>
                    <a:lnTo>
                      <a:pt x="1589431" y="1233297"/>
                    </a:lnTo>
                    <a:lnTo>
                      <a:pt x="1591552" y="1235418"/>
                    </a:lnTo>
                    <a:lnTo>
                      <a:pt x="1591552" y="1237540"/>
                    </a:lnTo>
                    <a:lnTo>
                      <a:pt x="1593674" y="1239661"/>
                    </a:lnTo>
                    <a:lnTo>
                      <a:pt x="1593674" y="1241783"/>
                    </a:lnTo>
                    <a:lnTo>
                      <a:pt x="1595795" y="1243904"/>
                    </a:lnTo>
                    <a:lnTo>
                      <a:pt x="1595795" y="1247020"/>
                    </a:lnTo>
                    <a:lnTo>
                      <a:pt x="1598911" y="1247020"/>
                    </a:lnTo>
                    <a:lnTo>
                      <a:pt x="1603154" y="1251263"/>
                    </a:lnTo>
                    <a:lnTo>
                      <a:pt x="1605275" y="1251263"/>
                    </a:lnTo>
                    <a:lnTo>
                      <a:pt x="1607397" y="1253384"/>
                    </a:lnTo>
                    <a:lnTo>
                      <a:pt x="1611640" y="1253384"/>
                    </a:lnTo>
                    <a:lnTo>
                      <a:pt x="1613761" y="1255506"/>
                    </a:lnTo>
                    <a:lnTo>
                      <a:pt x="1627896" y="1255506"/>
                    </a:lnTo>
                    <a:lnTo>
                      <a:pt x="1630018" y="1253384"/>
                    </a:lnTo>
                    <a:lnTo>
                      <a:pt x="1634261" y="1253384"/>
                    </a:lnTo>
                    <a:lnTo>
                      <a:pt x="1636382" y="1251263"/>
                    </a:lnTo>
                    <a:lnTo>
                      <a:pt x="1638504" y="1251263"/>
                    </a:lnTo>
                    <a:lnTo>
                      <a:pt x="1645863" y="1243904"/>
                    </a:lnTo>
                    <a:lnTo>
                      <a:pt x="1645863" y="1241783"/>
                    </a:lnTo>
                    <a:lnTo>
                      <a:pt x="1650106" y="1237540"/>
                    </a:lnTo>
                    <a:lnTo>
                      <a:pt x="1650106" y="1233297"/>
                    </a:lnTo>
                    <a:lnTo>
                      <a:pt x="1652227" y="1231175"/>
                    </a:lnTo>
                    <a:lnTo>
                      <a:pt x="1652227" y="1217040"/>
                    </a:lnTo>
                    <a:lnTo>
                      <a:pt x="1650106" y="1214919"/>
                    </a:lnTo>
                    <a:lnTo>
                      <a:pt x="1650106" y="1210676"/>
                    </a:lnTo>
                    <a:lnTo>
                      <a:pt x="1647984" y="1208554"/>
                    </a:lnTo>
                    <a:lnTo>
                      <a:pt x="1647984" y="1206433"/>
                    </a:lnTo>
                    <a:lnTo>
                      <a:pt x="1638504" y="1196952"/>
                    </a:lnTo>
                    <a:lnTo>
                      <a:pt x="1636382" y="1196952"/>
                    </a:lnTo>
                    <a:lnTo>
                      <a:pt x="1634261" y="1194831"/>
                    </a:lnTo>
                    <a:lnTo>
                      <a:pt x="1632139" y="1194831"/>
                    </a:lnTo>
                    <a:lnTo>
                      <a:pt x="1630018" y="1192709"/>
                    </a:lnTo>
                    <a:lnTo>
                      <a:pt x="1621532" y="1192709"/>
                    </a:lnTo>
                    <a:lnTo>
                      <a:pt x="1618707" y="1189885"/>
                    </a:lnTo>
                    <a:close/>
                    <a:moveTo>
                      <a:pt x="347224" y="1133307"/>
                    </a:moveTo>
                    <a:lnTo>
                      <a:pt x="345102" y="1135429"/>
                    </a:lnTo>
                    <a:lnTo>
                      <a:pt x="340859" y="1135429"/>
                    </a:lnTo>
                    <a:lnTo>
                      <a:pt x="338738" y="1137550"/>
                    </a:lnTo>
                    <a:lnTo>
                      <a:pt x="336616" y="1137550"/>
                    </a:lnTo>
                    <a:lnTo>
                      <a:pt x="325014" y="1149152"/>
                    </a:lnTo>
                    <a:lnTo>
                      <a:pt x="325014" y="1151274"/>
                    </a:lnTo>
                    <a:lnTo>
                      <a:pt x="322893" y="1153395"/>
                    </a:lnTo>
                    <a:lnTo>
                      <a:pt x="322893" y="1161881"/>
                    </a:lnTo>
                    <a:lnTo>
                      <a:pt x="320771" y="1164003"/>
                    </a:lnTo>
                    <a:lnTo>
                      <a:pt x="320771" y="1167530"/>
                    </a:lnTo>
                    <a:lnTo>
                      <a:pt x="322893" y="1169652"/>
                    </a:lnTo>
                    <a:lnTo>
                      <a:pt x="322893" y="1176016"/>
                    </a:lnTo>
                    <a:lnTo>
                      <a:pt x="325014" y="1178138"/>
                    </a:lnTo>
                    <a:lnTo>
                      <a:pt x="325014" y="1180259"/>
                    </a:lnTo>
                    <a:lnTo>
                      <a:pt x="327136" y="1182381"/>
                    </a:lnTo>
                    <a:lnTo>
                      <a:pt x="327136" y="1184502"/>
                    </a:lnTo>
                    <a:lnTo>
                      <a:pt x="332373" y="1189739"/>
                    </a:lnTo>
                    <a:lnTo>
                      <a:pt x="334495" y="1189739"/>
                    </a:lnTo>
                    <a:lnTo>
                      <a:pt x="338738" y="1193982"/>
                    </a:lnTo>
                    <a:lnTo>
                      <a:pt x="340859" y="1193982"/>
                    </a:lnTo>
                    <a:lnTo>
                      <a:pt x="342981" y="1196104"/>
                    </a:lnTo>
                    <a:lnTo>
                      <a:pt x="363480" y="1196104"/>
                    </a:lnTo>
                    <a:lnTo>
                      <a:pt x="365602" y="1193982"/>
                    </a:lnTo>
                    <a:lnTo>
                      <a:pt x="367723" y="1193982"/>
                    </a:lnTo>
                    <a:lnTo>
                      <a:pt x="369845" y="1191861"/>
                    </a:lnTo>
                    <a:lnTo>
                      <a:pt x="371966" y="1191861"/>
                    </a:lnTo>
                    <a:lnTo>
                      <a:pt x="379325" y="1184502"/>
                    </a:lnTo>
                    <a:lnTo>
                      <a:pt x="379325" y="1182381"/>
                    </a:lnTo>
                    <a:lnTo>
                      <a:pt x="383568" y="1178138"/>
                    </a:lnTo>
                    <a:lnTo>
                      <a:pt x="383568" y="1173895"/>
                    </a:lnTo>
                    <a:lnTo>
                      <a:pt x="385689" y="1171773"/>
                    </a:lnTo>
                    <a:lnTo>
                      <a:pt x="385689" y="1159760"/>
                    </a:lnTo>
                    <a:lnTo>
                      <a:pt x="383568" y="1157638"/>
                    </a:lnTo>
                    <a:lnTo>
                      <a:pt x="383568" y="1153395"/>
                    </a:lnTo>
                    <a:lnTo>
                      <a:pt x="381446" y="1151274"/>
                    </a:lnTo>
                    <a:lnTo>
                      <a:pt x="381446" y="1149152"/>
                    </a:lnTo>
                    <a:lnTo>
                      <a:pt x="377203" y="1144909"/>
                    </a:lnTo>
                    <a:lnTo>
                      <a:pt x="377203" y="1141793"/>
                    </a:lnTo>
                    <a:lnTo>
                      <a:pt x="374088" y="1141793"/>
                    </a:lnTo>
                    <a:lnTo>
                      <a:pt x="369845" y="1137550"/>
                    </a:lnTo>
                    <a:lnTo>
                      <a:pt x="367723" y="1137550"/>
                    </a:lnTo>
                    <a:lnTo>
                      <a:pt x="365602" y="1135429"/>
                    </a:lnTo>
                    <a:lnTo>
                      <a:pt x="363480" y="1135429"/>
                    </a:lnTo>
                    <a:lnTo>
                      <a:pt x="361359" y="1133307"/>
                    </a:lnTo>
                    <a:lnTo>
                      <a:pt x="347224" y="1133307"/>
                    </a:lnTo>
                    <a:close/>
                    <a:moveTo>
                      <a:pt x="1849248" y="855390"/>
                    </a:moveTo>
                    <a:lnTo>
                      <a:pt x="1847127" y="857512"/>
                    </a:lnTo>
                    <a:lnTo>
                      <a:pt x="1842884" y="857512"/>
                    </a:lnTo>
                    <a:lnTo>
                      <a:pt x="1840762" y="859633"/>
                    </a:lnTo>
                    <a:lnTo>
                      <a:pt x="1838641" y="859633"/>
                    </a:lnTo>
                    <a:lnTo>
                      <a:pt x="1829161" y="869114"/>
                    </a:lnTo>
                    <a:lnTo>
                      <a:pt x="1829161" y="871235"/>
                    </a:lnTo>
                    <a:lnTo>
                      <a:pt x="1827039" y="873357"/>
                    </a:lnTo>
                    <a:lnTo>
                      <a:pt x="1827039" y="875478"/>
                    </a:lnTo>
                    <a:lnTo>
                      <a:pt x="1824918" y="877600"/>
                    </a:lnTo>
                    <a:lnTo>
                      <a:pt x="1824918" y="898099"/>
                    </a:lnTo>
                    <a:lnTo>
                      <a:pt x="1827039" y="900221"/>
                    </a:lnTo>
                    <a:lnTo>
                      <a:pt x="1827039" y="902342"/>
                    </a:lnTo>
                    <a:lnTo>
                      <a:pt x="1829161" y="904464"/>
                    </a:lnTo>
                    <a:lnTo>
                      <a:pt x="1829161" y="906585"/>
                    </a:lnTo>
                    <a:lnTo>
                      <a:pt x="1836519" y="913944"/>
                    </a:lnTo>
                    <a:lnTo>
                      <a:pt x="1838641" y="913944"/>
                    </a:lnTo>
                    <a:lnTo>
                      <a:pt x="1840762" y="916065"/>
                    </a:lnTo>
                    <a:lnTo>
                      <a:pt x="1842884" y="916065"/>
                    </a:lnTo>
                    <a:lnTo>
                      <a:pt x="1845005" y="918187"/>
                    </a:lnTo>
                    <a:lnTo>
                      <a:pt x="1851370" y="918187"/>
                    </a:lnTo>
                    <a:lnTo>
                      <a:pt x="1853491" y="920308"/>
                    </a:lnTo>
                    <a:lnTo>
                      <a:pt x="1857019" y="920308"/>
                    </a:lnTo>
                    <a:lnTo>
                      <a:pt x="1859140" y="918187"/>
                    </a:lnTo>
                    <a:lnTo>
                      <a:pt x="1867626" y="918187"/>
                    </a:lnTo>
                    <a:lnTo>
                      <a:pt x="1869748" y="916065"/>
                    </a:lnTo>
                    <a:lnTo>
                      <a:pt x="1871869" y="916065"/>
                    </a:lnTo>
                    <a:lnTo>
                      <a:pt x="1883471" y="904464"/>
                    </a:lnTo>
                    <a:lnTo>
                      <a:pt x="1883471" y="902342"/>
                    </a:lnTo>
                    <a:lnTo>
                      <a:pt x="1885593" y="900221"/>
                    </a:lnTo>
                    <a:lnTo>
                      <a:pt x="1885593" y="895978"/>
                    </a:lnTo>
                    <a:lnTo>
                      <a:pt x="1887714" y="893856"/>
                    </a:lnTo>
                    <a:lnTo>
                      <a:pt x="1887714" y="881843"/>
                    </a:lnTo>
                    <a:lnTo>
                      <a:pt x="1885593" y="879721"/>
                    </a:lnTo>
                    <a:lnTo>
                      <a:pt x="1885593" y="875478"/>
                    </a:lnTo>
                    <a:lnTo>
                      <a:pt x="1883471" y="873357"/>
                    </a:lnTo>
                    <a:lnTo>
                      <a:pt x="1883471" y="871235"/>
                    </a:lnTo>
                    <a:lnTo>
                      <a:pt x="1879228" y="866992"/>
                    </a:lnTo>
                    <a:lnTo>
                      <a:pt x="1879228" y="863876"/>
                    </a:lnTo>
                    <a:lnTo>
                      <a:pt x="1876112" y="863876"/>
                    </a:lnTo>
                    <a:lnTo>
                      <a:pt x="1871869" y="859633"/>
                    </a:lnTo>
                    <a:lnTo>
                      <a:pt x="1869748" y="859633"/>
                    </a:lnTo>
                    <a:lnTo>
                      <a:pt x="1867626" y="857512"/>
                    </a:lnTo>
                    <a:lnTo>
                      <a:pt x="1863383" y="857512"/>
                    </a:lnTo>
                    <a:lnTo>
                      <a:pt x="1861262" y="855390"/>
                    </a:lnTo>
                    <a:lnTo>
                      <a:pt x="1849248" y="855390"/>
                    </a:lnTo>
                    <a:close/>
                    <a:moveTo>
                      <a:pt x="137195" y="806596"/>
                    </a:moveTo>
                    <a:lnTo>
                      <a:pt x="135073" y="808717"/>
                    </a:lnTo>
                    <a:lnTo>
                      <a:pt x="130830" y="808717"/>
                    </a:lnTo>
                    <a:lnTo>
                      <a:pt x="124466" y="815082"/>
                    </a:lnTo>
                    <a:lnTo>
                      <a:pt x="121350" y="815082"/>
                    </a:lnTo>
                    <a:lnTo>
                      <a:pt x="121350" y="818197"/>
                    </a:lnTo>
                    <a:lnTo>
                      <a:pt x="117107" y="822440"/>
                    </a:lnTo>
                    <a:lnTo>
                      <a:pt x="117107" y="824562"/>
                    </a:lnTo>
                    <a:lnTo>
                      <a:pt x="114986" y="826683"/>
                    </a:lnTo>
                    <a:lnTo>
                      <a:pt x="114986" y="835169"/>
                    </a:lnTo>
                    <a:lnTo>
                      <a:pt x="112161" y="837994"/>
                    </a:lnTo>
                    <a:lnTo>
                      <a:pt x="114986" y="840818"/>
                    </a:lnTo>
                    <a:lnTo>
                      <a:pt x="114986" y="849305"/>
                    </a:lnTo>
                    <a:lnTo>
                      <a:pt x="117107" y="851426"/>
                    </a:lnTo>
                    <a:lnTo>
                      <a:pt x="117107" y="853548"/>
                    </a:lnTo>
                    <a:lnTo>
                      <a:pt x="128709" y="865149"/>
                    </a:lnTo>
                    <a:lnTo>
                      <a:pt x="130830" y="865149"/>
                    </a:lnTo>
                    <a:lnTo>
                      <a:pt x="132952" y="867271"/>
                    </a:lnTo>
                    <a:lnTo>
                      <a:pt x="135073" y="867271"/>
                    </a:lnTo>
                    <a:lnTo>
                      <a:pt x="137195" y="869392"/>
                    </a:lnTo>
                    <a:lnTo>
                      <a:pt x="153451" y="869392"/>
                    </a:lnTo>
                    <a:lnTo>
                      <a:pt x="155573" y="867271"/>
                    </a:lnTo>
                    <a:lnTo>
                      <a:pt x="159816" y="867271"/>
                    </a:lnTo>
                    <a:lnTo>
                      <a:pt x="164059" y="863028"/>
                    </a:lnTo>
                    <a:lnTo>
                      <a:pt x="166180" y="863028"/>
                    </a:lnTo>
                    <a:lnTo>
                      <a:pt x="171418" y="857791"/>
                    </a:lnTo>
                    <a:lnTo>
                      <a:pt x="171418" y="855669"/>
                    </a:lnTo>
                    <a:lnTo>
                      <a:pt x="173539" y="853548"/>
                    </a:lnTo>
                    <a:lnTo>
                      <a:pt x="173539" y="851426"/>
                    </a:lnTo>
                    <a:lnTo>
                      <a:pt x="175661" y="849305"/>
                    </a:lnTo>
                    <a:lnTo>
                      <a:pt x="175661" y="847183"/>
                    </a:lnTo>
                    <a:lnTo>
                      <a:pt x="177782" y="845062"/>
                    </a:lnTo>
                    <a:lnTo>
                      <a:pt x="177782" y="830926"/>
                    </a:lnTo>
                    <a:lnTo>
                      <a:pt x="175661" y="828805"/>
                    </a:lnTo>
                    <a:lnTo>
                      <a:pt x="175661" y="824562"/>
                    </a:lnTo>
                    <a:lnTo>
                      <a:pt x="171418" y="820319"/>
                    </a:lnTo>
                    <a:lnTo>
                      <a:pt x="171418" y="818197"/>
                    </a:lnTo>
                    <a:lnTo>
                      <a:pt x="164059" y="810839"/>
                    </a:lnTo>
                    <a:lnTo>
                      <a:pt x="161937" y="810839"/>
                    </a:lnTo>
                    <a:lnTo>
                      <a:pt x="159816" y="808717"/>
                    </a:lnTo>
                    <a:lnTo>
                      <a:pt x="157694" y="808717"/>
                    </a:lnTo>
                    <a:lnTo>
                      <a:pt x="155573" y="806596"/>
                    </a:lnTo>
                    <a:lnTo>
                      <a:pt x="137195" y="806596"/>
                    </a:lnTo>
                    <a:close/>
                    <a:moveTo>
                      <a:pt x="1406981" y="768409"/>
                    </a:moveTo>
                    <a:lnTo>
                      <a:pt x="1406981" y="771524"/>
                    </a:lnTo>
                    <a:lnTo>
                      <a:pt x="1404860" y="773646"/>
                    </a:lnTo>
                    <a:lnTo>
                      <a:pt x="1404860" y="775767"/>
                    </a:lnTo>
                    <a:lnTo>
                      <a:pt x="1403732" y="776895"/>
                    </a:lnTo>
                    <a:lnTo>
                      <a:pt x="1397368" y="776895"/>
                    </a:lnTo>
                    <a:lnTo>
                      <a:pt x="1395246" y="779016"/>
                    </a:lnTo>
                    <a:lnTo>
                      <a:pt x="1391003" y="779016"/>
                    </a:lnTo>
                    <a:lnTo>
                      <a:pt x="1386760" y="783259"/>
                    </a:lnTo>
                    <a:lnTo>
                      <a:pt x="1384639" y="783259"/>
                    </a:lnTo>
                    <a:lnTo>
                      <a:pt x="1381523" y="786375"/>
                    </a:lnTo>
                    <a:lnTo>
                      <a:pt x="1381523" y="788496"/>
                    </a:lnTo>
                    <a:lnTo>
                      <a:pt x="1377280" y="792739"/>
                    </a:lnTo>
                    <a:lnTo>
                      <a:pt x="1377280" y="794861"/>
                    </a:lnTo>
                    <a:lnTo>
                      <a:pt x="1375159" y="796982"/>
                    </a:lnTo>
                    <a:lnTo>
                      <a:pt x="1375159" y="801225"/>
                    </a:lnTo>
                    <a:lnTo>
                      <a:pt x="1373037" y="803347"/>
                    </a:lnTo>
                    <a:lnTo>
                      <a:pt x="1373037" y="813239"/>
                    </a:lnTo>
                    <a:lnTo>
                      <a:pt x="1375159" y="815360"/>
                    </a:lnTo>
                    <a:lnTo>
                      <a:pt x="1375159" y="819603"/>
                    </a:lnTo>
                    <a:lnTo>
                      <a:pt x="1377280" y="821725"/>
                    </a:lnTo>
                    <a:lnTo>
                      <a:pt x="1377280" y="823846"/>
                    </a:lnTo>
                    <a:lnTo>
                      <a:pt x="1379402" y="825968"/>
                    </a:lnTo>
                    <a:lnTo>
                      <a:pt x="1379402" y="828089"/>
                    </a:lnTo>
                    <a:lnTo>
                      <a:pt x="1384639" y="833327"/>
                    </a:lnTo>
                    <a:lnTo>
                      <a:pt x="1386760" y="833327"/>
                    </a:lnTo>
                    <a:lnTo>
                      <a:pt x="1388882" y="835448"/>
                    </a:lnTo>
                    <a:lnTo>
                      <a:pt x="1391003" y="835448"/>
                    </a:lnTo>
                    <a:lnTo>
                      <a:pt x="1393125" y="837570"/>
                    </a:lnTo>
                    <a:lnTo>
                      <a:pt x="1395246" y="837570"/>
                    </a:lnTo>
                    <a:lnTo>
                      <a:pt x="1397368" y="839691"/>
                    </a:lnTo>
                    <a:lnTo>
                      <a:pt x="1400895" y="839691"/>
                    </a:lnTo>
                    <a:lnTo>
                      <a:pt x="1405139" y="835448"/>
                    </a:lnTo>
                    <a:lnTo>
                      <a:pt x="1422111" y="835448"/>
                    </a:lnTo>
                    <a:lnTo>
                      <a:pt x="1424232" y="833327"/>
                    </a:lnTo>
                    <a:lnTo>
                      <a:pt x="1426354" y="833327"/>
                    </a:lnTo>
                    <a:lnTo>
                      <a:pt x="1431591" y="828089"/>
                    </a:lnTo>
                    <a:lnTo>
                      <a:pt x="1431591" y="825968"/>
                    </a:lnTo>
                    <a:lnTo>
                      <a:pt x="1433712" y="823846"/>
                    </a:lnTo>
                    <a:lnTo>
                      <a:pt x="1433712" y="821725"/>
                    </a:lnTo>
                    <a:lnTo>
                      <a:pt x="1435834" y="819603"/>
                    </a:lnTo>
                    <a:lnTo>
                      <a:pt x="1435834" y="813239"/>
                    </a:lnTo>
                    <a:lnTo>
                      <a:pt x="1437955" y="811117"/>
                    </a:lnTo>
                    <a:lnTo>
                      <a:pt x="1437955" y="805468"/>
                    </a:lnTo>
                    <a:lnTo>
                      <a:pt x="1435834" y="803347"/>
                    </a:lnTo>
                    <a:lnTo>
                      <a:pt x="1435834" y="796982"/>
                    </a:lnTo>
                    <a:lnTo>
                      <a:pt x="1433712" y="794861"/>
                    </a:lnTo>
                    <a:lnTo>
                      <a:pt x="1433712" y="792739"/>
                    </a:lnTo>
                    <a:lnTo>
                      <a:pt x="1429469" y="788496"/>
                    </a:lnTo>
                    <a:lnTo>
                      <a:pt x="1429469" y="785381"/>
                    </a:lnTo>
                    <a:lnTo>
                      <a:pt x="1426354" y="785381"/>
                    </a:lnTo>
                    <a:lnTo>
                      <a:pt x="1422111" y="781138"/>
                    </a:lnTo>
                    <a:lnTo>
                      <a:pt x="1419989" y="781138"/>
                    </a:lnTo>
                    <a:lnTo>
                      <a:pt x="1417868" y="779016"/>
                    </a:lnTo>
                    <a:lnTo>
                      <a:pt x="1415746" y="779016"/>
                    </a:lnTo>
                    <a:lnTo>
                      <a:pt x="1413625" y="776895"/>
                    </a:lnTo>
                    <a:lnTo>
                      <a:pt x="1409382" y="776895"/>
                    </a:lnTo>
                    <a:lnTo>
                      <a:pt x="1408957" y="776470"/>
                    </a:lnTo>
                    <a:lnTo>
                      <a:pt x="1412497" y="772930"/>
                    </a:lnTo>
                    <a:lnTo>
                      <a:pt x="1412497" y="768409"/>
                    </a:lnTo>
                    <a:lnTo>
                      <a:pt x="1406981" y="768409"/>
                    </a:lnTo>
                    <a:close/>
                    <a:moveTo>
                      <a:pt x="1408824" y="696278"/>
                    </a:moveTo>
                    <a:lnTo>
                      <a:pt x="1415043" y="702496"/>
                    </a:lnTo>
                    <a:lnTo>
                      <a:pt x="1421262" y="696278"/>
                    </a:lnTo>
                    <a:lnTo>
                      <a:pt x="1408824" y="696278"/>
                    </a:lnTo>
                    <a:close/>
                    <a:moveTo>
                      <a:pt x="1349701" y="693877"/>
                    </a:moveTo>
                    <a:lnTo>
                      <a:pt x="1349701" y="701793"/>
                    </a:lnTo>
                    <a:lnTo>
                      <a:pt x="1357617" y="701793"/>
                    </a:lnTo>
                    <a:lnTo>
                      <a:pt x="1349701" y="693877"/>
                    </a:lnTo>
                    <a:close/>
                    <a:moveTo>
                      <a:pt x="1499200" y="664455"/>
                    </a:moveTo>
                    <a:lnTo>
                      <a:pt x="1497079" y="666576"/>
                    </a:lnTo>
                    <a:lnTo>
                      <a:pt x="1490714" y="666576"/>
                    </a:lnTo>
                    <a:lnTo>
                      <a:pt x="1486471" y="670819"/>
                    </a:lnTo>
                    <a:lnTo>
                      <a:pt x="1484350" y="670819"/>
                    </a:lnTo>
                    <a:lnTo>
                      <a:pt x="1474869" y="680300"/>
                    </a:lnTo>
                    <a:lnTo>
                      <a:pt x="1474869" y="684543"/>
                    </a:lnTo>
                    <a:lnTo>
                      <a:pt x="1472748" y="686664"/>
                    </a:lnTo>
                    <a:lnTo>
                      <a:pt x="1472748" y="693029"/>
                    </a:lnTo>
                    <a:lnTo>
                      <a:pt x="1470626" y="695150"/>
                    </a:lnTo>
                    <a:lnTo>
                      <a:pt x="1470626" y="698678"/>
                    </a:lnTo>
                    <a:lnTo>
                      <a:pt x="1472748" y="700799"/>
                    </a:lnTo>
                    <a:lnTo>
                      <a:pt x="1472748" y="707164"/>
                    </a:lnTo>
                    <a:lnTo>
                      <a:pt x="1474869" y="709285"/>
                    </a:lnTo>
                    <a:lnTo>
                      <a:pt x="1474869" y="711407"/>
                    </a:lnTo>
                    <a:lnTo>
                      <a:pt x="1476991" y="713528"/>
                    </a:lnTo>
                    <a:lnTo>
                      <a:pt x="1476991" y="715650"/>
                    </a:lnTo>
                    <a:lnTo>
                      <a:pt x="1484350" y="723008"/>
                    </a:lnTo>
                    <a:lnTo>
                      <a:pt x="1486471" y="723008"/>
                    </a:lnTo>
                    <a:lnTo>
                      <a:pt x="1488593" y="725130"/>
                    </a:lnTo>
                    <a:lnTo>
                      <a:pt x="1490714" y="725130"/>
                    </a:lnTo>
                    <a:lnTo>
                      <a:pt x="1493539" y="727954"/>
                    </a:lnTo>
                    <a:lnTo>
                      <a:pt x="1496363" y="725130"/>
                    </a:lnTo>
                    <a:lnTo>
                      <a:pt x="1509808" y="725130"/>
                    </a:lnTo>
                    <a:lnTo>
                      <a:pt x="1511929" y="727251"/>
                    </a:lnTo>
                    <a:lnTo>
                      <a:pt x="1516451" y="727251"/>
                    </a:lnTo>
                    <a:lnTo>
                      <a:pt x="1516451" y="719893"/>
                    </a:lnTo>
                    <a:lnTo>
                      <a:pt x="1521821" y="714522"/>
                    </a:lnTo>
                    <a:lnTo>
                      <a:pt x="1524658" y="714522"/>
                    </a:lnTo>
                    <a:lnTo>
                      <a:pt x="1527483" y="717347"/>
                    </a:lnTo>
                    <a:lnTo>
                      <a:pt x="1531301" y="713528"/>
                    </a:lnTo>
                    <a:lnTo>
                      <a:pt x="1531301" y="711407"/>
                    </a:lnTo>
                    <a:lnTo>
                      <a:pt x="1533423" y="709285"/>
                    </a:lnTo>
                    <a:lnTo>
                      <a:pt x="1533423" y="705042"/>
                    </a:lnTo>
                    <a:lnTo>
                      <a:pt x="1535544" y="702921"/>
                    </a:lnTo>
                    <a:lnTo>
                      <a:pt x="1535544" y="690907"/>
                    </a:lnTo>
                    <a:lnTo>
                      <a:pt x="1533423" y="688786"/>
                    </a:lnTo>
                    <a:lnTo>
                      <a:pt x="1533423" y="684543"/>
                    </a:lnTo>
                    <a:lnTo>
                      <a:pt x="1531301" y="682421"/>
                    </a:lnTo>
                    <a:lnTo>
                      <a:pt x="1531301" y="680300"/>
                    </a:lnTo>
                    <a:lnTo>
                      <a:pt x="1519700" y="668698"/>
                    </a:lnTo>
                    <a:lnTo>
                      <a:pt x="1517578" y="668698"/>
                    </a:lnTo>
                    <a:lnTo>
                      <a:pt x="1515457" y="666576"/>
                    </a:lnTo>
                    <a:lnTo>
                      <a:pt x="1511214" y="666576"/>
                    </a:lnTo>
                    <a:lnTo>
                      <a:pt x="1509092" y="664455"/>
                    </a:lnTo>
                    <a:lnTo>
                      <a:pt x="1499200" y="664455"/>
                    </a:lnTo>
                    <a:close/>
                    <a:moveTo>
                      <a:pt x="1417589" y="638718"/>
                    </a:moveTo>
                    <a:lnTo>
                      <a:pt x="1417589" y="648756"/>
                    </a:lnTo>
                    <a:lnTo>
                      <a:pt x="1423105" y="648756"/>
                    </a:lnTo>
                    <a:lnTo>
                      <a:pt x="1423105" y="644234"/>
                    </a:lnTo>
                    <a:lnTo>
                      <a:pt x="1417589" y="638718"/>
                    </a:lnTo>
                    <a:close/>
                    <a:moveTo>
                      <a:pt x="368439" y="227425"/>
                    </a:moveTo>
                    <a:lnTo>
                      <a:pt x="366317" y="229547"/>
                    </a:lnTo>
                    <a:lnTo>
                      <a:pt x="364196" y="229547"/>
                    </a:lnTo>
                    <a:lnTo>
                      <a:pt x="362074" y="231668"/>
                    </a:lnTo>
                    <a:lnTo>
                      <a:pt x="359953" y="231668"/>
                    </a:lnTo>
                    <a:lnTo>
                      <a:pt x="348351" y="243270"/>
                    </a:lnTo>
                    <a:lnTo>
                      <a:pt x="348351" y="247513"/>
                    </a:lnTo>
                    <a:lnTo>
                      <a:pt x="346229" y="249634"/>
                    </a:lnTo>
                    <a:lnTo>
                      <a:pt x="346229" y="268012"/>
                    </a:lnTo>
                    <a:lnTo>
                      <a:pt x="348351" y="270134"/>
                    </a:lnTo>
                    <a:lnTo>
                      <a:pt x="348351" y="272255"/>
                    </a:lnTo>
                    <a:lnTo>
                      <a:pt x="350472" y="274377"/>
                    </a:lnTo>
                    <a:lnTo>
                      <a:pt x="350472" y="276498"/>
                    </a:lnTo>
                    <a:lnTo>
                      <a:pt x="359953" y="285979"/>
                    </a:lnTo>
                    <a:lnTo>
                      <a:pt x="362074" y="285979"/>
                    </a:lnTo>
                    <a:lnTo>
                      <a:pt x="364196" y="288100"/>
                    </a:lnTo>
                    <a:lnTo>
                      <a:pt x="366317" y="288100"/>
                    </a:lnTo>
                    <a:lnTo>
                      <a:pt x="368439" y="290222"/>
                    </a:lnTo>
                    <a:lnTo>
                      <a:pt x="384695" y="290222"/>
                    </a:lnTo>
                    <a:lnTo>
                      <a:pt x="386817" y="288100"/>
                    </a:lnTo>
                    <a:lnTo>
                      <a:pt x="391060" y="288100"/>
                    </a:lnTo>
                    <a:lnTo>
                      <a:pt x="395303" y="283857"/>
                    </a:lnTo>
                    <a:lnTo>
                      <a:pt x="397424" y="283857"/>
                    </a:lnTo>
                    <a:lnTo>
                      <a:pt x="402661" y="278620"/>
                    </a:lnTo>
                    <a:lnTo>
                      <a:pt x="402661" y="276498"/>
                    </a:lnTo>
                    <a:lnTo>
                      <a:pt x="406904" y="272255"/>
                    </a:lnTo>
                    <a:lnTo>
                      <a:pt x="406904" y="268012"/>
                    </a:lnTo>
                    <a:lnTo>
                      <a:pt x="409026" y="265891"/>
                    </a:lnTo>
                    <a:lnTo>
                      <a:pt x="409026" y="251756"/>
                    </a:lnTo>
                    <a:lnTo>
                      <a:pt x="406904" y="249634"/>
                    </a:lnTo>
                    <a:lnTo>
                      <a:pt x="406904" y="245391"/>
                    </a:lnTo>
                    <a:lnTo>
                      <a:pt x="404783" y="243270"/>
                    </a:lnTo>
                    <a:lnTo>
                      <a:pt x="404783" y="241148"/>
                    </a:lnTo>
                    <a:lnTo>
                      <a:pt x="400540" y="236905"/>
                    </a:lnTo>
                    <a:lnTo>
                      <a:pt x="400540" y="233790"/>
                    </a:lnTo>
                    <a:lnTo>
                      <a:pt x="397424" y="233790"/>
                    </a:lnTo>
                    <a:lnTo>
                      <a:pt x="395303" y="231668"/>
                    </a:lnTo>
                    <a:lnTo>
                      <a:pt x="393181" y="231668"/>
                    </a:lnTo>
                    <a:lnTo>
                      <a:pt x="391060" y="229547"/>
                    </a:lnTo>
                    <a:lnTo>
                      <a:pt x="388938" y="229547"/>
                    </a:lnTo>
                    <a:lnTo>
                      <a:pt x="386817" y="227425"/>
                    </a:lnTo>
                    <a:lnTo>
                      <a:pt x="368439" y="227425"/>
                    </a:lnTo>
                    <a:close/>
                    <a:moveTo>
                      <a:pt x="1516172" y="131958"/>
                    </a:moveTo>
                    <a:lnTo>
                      <a:pt x="1514051" y="134079"/>
                    </a:lnTo>
                    <a:lnTo>
                      <a:pt x="1511929" y="134079"/>
                    </a:lnTo>
                    <a:lnTo>
                      <a:pt x="1509808" y="136201"/>
                    </a:lnTo>
                    <a:lnTo>
                      <a:pt x="1507686" y="136201"/>
                    </a:lnTo>
                    <a:lnTo>
                      <a:pt x="1498206" y="145681"/>
                    </a:lnTo>
                    <a:lnTo>
                      <a:pt x="1498206" y="147802"/>
                    </a:lnTo>
                    <a:lnTo>
                      <a:pt x="1496084" y="149924"/>
                    </a:lnTo>
                    <a:lnTo>
                      <a:pt x="1496084" y="152045"/>
                    </a:lnTo>
                    <a:lnTo>
                      <a:pt x="1493963" y="154167"/>
                    </a:lnTo>
                    <a:lnTo>
                      <a:pt x="1493963" y="172545"/>
                    </a:lnTo>
                    <a:lnTo>
                      <a:pt x="1496084" y="174666"/>
                    </a:lnTo>
                    <a:lnTo>
                      <a:pt x="1496084" y="176788"/>
                    </a:lnTo>
                    <a:lnTo>
                      <a:pt x="1498206" y="178909"/>
                    </a:lnTo>
                    <a:lnTo>
                      <a:pt x="1498206" y="181031"/>
                    </a:lnTo>
                    <a:lnTo>
                      <a:pt x="1507686" y="190511"/>
                    </a:lnTo>
                    <a:lnTo>
                      <a:pt x="1509808" y="190511"/>
                    </a:lnTo>
                    <a:lnTo>
                      <a:pt x="1511929" y="192633"/>
                    </a:lnTo>
                    <a:lnTo>
                      <a:pt x="1514051" y="192633"/>
                    </a:lnTo>
                    <a:lnTo>
                      <a:pt x="1516172" y="194754"/>
                    </a:lnTo>
                    <a:lnTo>
                      <a:pt x="1534550" y="194754"/>
                    </a:lnTo>
                    <a:lnTo>
                      <a:pt x="1536672" y="192633"/>
                    </a:lnTo>
                    <a:lnTo>
                      <a:pt x="1538793" y="192633"/>
                    </a:lnTo>
                    <a:lnTo>
                      <a:pt x="1540915" y="190511"/>
                    </a:lnTo>
                    <a:lnTo>
                      <a:pt x="1543036" y="190511"/>
                    </a:lnTo>
                    <a:lnTo>
                      <a:pt x="1552516" y="181031"/>
                    </a:lnTo>
                    <a:lnTo>
                      <a:pt x="1552516" y="178909"/>
                    </a:lnTo>
                    <a:lnTo>
                      <a:pt x="1554638" y="176788"/>
                    </a:lnTo>
                    <a:lnTo>
                      <a:pt x="1554638" y="172545"/>
                    </a:lnTo>
                    <a:lnTo>
                      <a:pt x="1556759" y="170423"/>
                    </a:lnTo>
                    <a:lnTo>
                      <a:pt x="1556759" y="156288"/>
                    </a:lnTo>
                    <a:lnTo>
                      <a:pt x="1554638" y="154167"/>
                    </a:lnTo>
                    <a:lnTo>
                      <a:pt x="1554638" y="149924"/>
                    </a:lnTo>
                    <a:lnTo>
                      <a:pt x="1552516" y="147802"/>
                    </a:lnTo>
                    <a:lnTo>
                      <a:pt x="1552516" y="145681"/>
                    </a:lnTo>
                    <a:lnTo>
                      <a:pt x="1543036" y="136201"/>
                    </a:lnTo>
                    <a:lnTo>
                      <a:pt x="1540915" y="136201"/>
                    </a:lnTo>
                    <a:lnTo>
                      <a:pt x="1538793" y="134079"/>
                    </a:lnTo>
                    <a:lnTo>
                      <a:pt x="1536672" y="134079"/>
                    </a:lnTo>
                    <a:lnTo>
                      <a:pt x="1534550" y="131958"/>
                    </a:lnTo>
                    <a:lnTo>
                      <a:pt x="1516172" y="131958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1093" name="Vector layer ED928A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819822" y="2029079"/>
                    </a:moveTo>
                    <a:lnTo>
                      <a:pt x="822222" y="2031479"/>
                    </a:lnTo>
                    <a:lnTo>
                      <a:pt x="824344" y="2029358"/>
                    </a:lnTo>
                    <a:lnTo>
                      <a:pt x="821943" y="2026958"/>
                    </a:lnTo>
                    <a:lnTo>
                      <a:pt x="819822" y="2029079"/>
                    </a:lnTo>
                    <a:close/>
                    <a:moveTo>
                      <a:pt x="773149" y="2027236"/>
                    </a:moveTo>
                    <a:lnTo>
                      <a:pt x="775549" y="2024836"/>
                    </a:lnTo>
                    <a:lnTo>
                      <a:pt x="773427" y="2022714"/>
                    </a:lnTo>
                    <a:lnTo>
                      <a:pt x="771027" y="2025115"/>
                    </a:lnTo>
                    <a:lnTo>
                      <a:pt x="773149" y="2027236"/>
                    </a:lnTo>
                    <a:close/>
                    <a:moveTo>
                      <a:pt x="766287" y="2011186"/>
                    </a:moveTo>
                    <a:lnTo>
                      <a:pt x="769682" y="2011186"/>
                    </a:lnTo>
                    <a:lnTo>
                      <a:pt x="769682" y="2009064"/>
                    </a:lnTo>
                    <a:lnTo>
                      <a:pt x="766287" y="2009064"/>
                    </a:lnTo>
                    <a:lnTo>
                      <a:pt x="766287" y="2011186"/>
                    </a:lnTo>
                    <a:close/>
                    <a:moveTo>
                      <a:pt x="829932" y="2009064"/>
                    </a:moveTo>
                    <a:lnTo>
                      <a:pt x="833327" y="2009064"/>
                    </a:lnTo>
                    <a:lnTo>
                      <a:pt x="833327" y="2004821"/>
                    </a:lnTo>
                    <a:lnTo>
                      <a:pt x="829932" y="2004821"/>
                    </a:lnTo>
                    <a:lnTo>
                      <a:pt x="829932" y="2009064"/>
                    </a:lnTo>
                    <a:close/>
                    <a:moveTo>
                      <a:pt x="766287" y="2002700"/>
                    </a:moveTo>
                    <a:lnTo>
                      <a:pt x="769682" y="2002700"/>
                    </a:lnTo>
                    <a:lnTo>
                      <a:pt x="769682" y="2000578"/>
                    </a:lnTo>
                    <a:lnTo>
                      <a:pt x="766287" y="2000578"/>
                    </a:lnTo>
                    <a:lnTo>
                      <a:pt x="766287" y="2002700"/>
                    </a:lnTo>
                    <a:close/>
                    <a:moveTo>
                      <a:pt x="795564" y="1976817"/>
                    </a:moveTo>
                    <a:lnTo>
                      <a:pt x="795564" y="1973423"/>
                    </a:lnTo>
                    <a:lnTo>
                      <a:pt x="793442" y="1973423"/>
                    </a:lnTo>
                    <a:lnTo>
                      <a:pt x="793442" y="1976817"/>
                    </a:lnTo>
                    <a:lnTo>
                      <a:pt x="795564" y="1976817"/>
                    </a:lnTo>
                    <a:close/>
                    <a:moveTo>
                      <a:pt x="1778244" y="1460298"/>
                    </a:moveTo>
                    <a:lnTo>
                      <a:pt x="1779663" y="1461716"/>
                    </a:lnTo>
                    <a:lnTo>
                      <a:pt x="1778742" y="1462637"/>
                    </a:lnTo>
                    <a:lnTo>
                      <a:pt x="1781142" y="1465038"/>
                    </a:lnTo>
                    <a:lnTo>
                      <a:pt x="1785385" y="1460795"/>
                    </a:lnTo>
                    <a:lnTo>
                      <a:pt x="1782985" y="1458394"/>
                    </a:lnTo>
                    <a:lnTo>
                      <a:pt x="1782063" y="1459316"/>
                    </a:lnTo>
                    <a:lnTo>
                      <a:pt x="1781639" y="1457473"/>
                    </a:lnTo>
                    <a:lnTo>
                      <a:pt x="1778244" y="1457473"/>
                    </a:lnTo>
                    <a:lnTo>
                      <a:pt x="1778244" y="1460298"/>
                    </a:lnTo>
                    <a:close/>
                    <a:moveTo>
                      <a:pt x="1415964" y="1407757"/>
                    </a:moveTo>
                    <a:lnTo>
                      <a:pt x="1418365" y="1405357"/>
                    </a:lnTo>
                    <a:lnTo>
                      <a:pt x="1416243" y="1403235"/>
                    </a:lnTo>
                    <a:lnTo>
                      <a:pt x="1413843" y="1405636"/>
                    </a:lnTo>
                    <a:lnTo>
                      <a:pt x="1415964" y="1407757"/>
                    </a:lnTo>
                    <a:close/>
                    <a:moveTo>
                      <a:pt x="1437179" y="1386542"/>
                    </a:moveTo>
                    <a:lnTo>
                      <a:pt x="1439580" y="1384142"/>
                    </a:lnTo>
                    <a:lnTo>
                      <a:pt x="1437458" y="1382020"/>
                    </a:lnTo>
                    <a:lnTo>
                      <a:pt x="1435058" y="1384421"/>
                    </a:lnTo>
                    <a:lnTo>
                      <a:pt x="1437179" y="1386542"/>
                    </a:lnTo>
                    <a:close/>
                    <a:moveTo>
                      <a:pt x="1413843" y="1384142"/>
                    </a:moveTo>
                    <a:lnTo>
                      <a:pt x="1416243" y="1386542"/>
                    </a:lnTo>
                    <a:lnTo>
                      <a:pt x="1418365" y="1384421"/>
                    </a:lnTo>
                    <a:lnTo>
                      <a:pt x="1415964" y="1382020"/>
                    </a:lnTo>
                    <a:lnTo>
                      <a:pt x="1413843" y="1384142"/>
                    </a:lnTo>
                    <a:close/>
                    <a:moveTo>
                      <a:pt x="172266" y="1088331"/>
                    </a:moveTo>
                    <a:lnTo>
                      <a:pt x="175661" y="1088331"/>
                    </a:lnTo>
                    <a:lnTo>
                      <a:pt x="175661" y="1052266"/>
                    </a:lnTo>
                    <a:lnTo>
                      <a:pt x="172266" y="1052266"/>
                    </a:lnTo>
                    <a:lnTo>
                      <a:pt x="172266" y="1088331"/>
                    </a:lnTo>
                    <a:close/>
                    <a:moveTo>
                      <a:pt x="1614889" y="984378"/>
                    </a:moveTo>
                    <a:lnTo>
                      <a:pt x="1618283" y="984378"/>
                    </a:lnTo>
                    <a:lnTo>
                      <a:pt x="1618283" y="982256"/>
                    </a:lnTo>
                    <a:lnTo>
                      <a:pt x="1614889" y="982256"/>
                    </a:lnTo>
                    <a:lnTo>
                      <a:pt x="1614889" y="984378"/>
                    </a:lnTo>
                    <a:close/>
                    <a:moveTo>
                      <a:pt x="1587806" y="968606"/>
                    </a:moveTo>
                    <a:lnTo>
                      <a:pt x="1590206" y="966206"/>
                    </a:lnTo>
                    <a:lnTo>
                      <a:pt x="1588085" y="964084"/>
                    </a:lnTo>
                    <a:lnTo>
                      <a:pt x="1585685" y="966484"/>
                    </a:lnTo>
                    <a:lnTo>
                      <a:pt x="1587806" y="968606"/>
                    </a:lnTo>
                    <a:close/>
                    <a:moveTo>
                      <a:pt x="1644590" y="952555"/>
                    </a:moveTo>
                    <a:lnTo>
                      <a:pt x="1647984" y="952555"/>
                    </a:lnTo>
                    <a:lnTo>
                      <a:pt x="1647984" y="950434"/>
                    </a:lnTo>
                    <a:lnTo>
                      <a:pt x="1644590" y="950434"/>
                    </a:lnTo>
                    <a:lnTo>
                      <a:pt x="1644590" y="952555"/>
                    </a:lnTo>
                    <a:close/>
                    <a:moveTo>
                      <a:pt x="1270781" y="916065"/>
                    </a:moveTo>
                    <a:lnTo>
                      <a:pt x="1270781" y="912671"/>
                    </a:lnTo>
                    <a:lnTo>
                      <a:pt x="1268659" y="912671"/>
                    </a:lnTo>
                    <a:lnTo>
                      <a:pt x="1268659" y="916065"/>
                    </a:lnTo>
                    <a:lnTo>
                      <a:pt x="1270781" y="916065"/>
                    </a:lnTo>
                    <a:close/>
                    <a:moveTo>
                      <a:pt x="1290299" y="888910"/>
                    </a:moveTo>
                    <a:lnTo>
                      <a:pt x="1293693" y="888910"/>
                    </a:lnTo>
                    <a:lnTo>
                      <a:pt x="1293693" y="886789"/>
                    </a:lnTo>
                    <a:lnTo>
                      <a:pt x="1290299" y="886789"/>
                    </a:lnTo>
                    <a:lnTo>
                      <a:pt x="1290299" y="888910"/>
                    </a:lnTo>
                    <a:close/>
                    <a:moveTo>
                      <a:pt x="1243626" y="704339"/>
                    </a:moveTo>
                    <a:lnTo>
                      <a:pt x="1247020" y="704339"/>
                    </a:lnTo>
                    <a:lnTo>
                      <a:pt x="1247020" y="700096"/>
                    </a:lnTo>
                    <a:lnTo>
                      <a:pt x="1243626" y="700096"/>
                    </a:lnTo>
                    <a:lnTo>
                      <a:pt x="1243626" y="704339"/>
                    </a:lnTo>
                    <a:close/>
                    <a:moveTo>
                      <a:pt x="1762970" y="693307"/>
                    </a:moveTo>
                    <a:lnTo>
                      <a:pt x="1762970" y="689913"/>
                    </a:lnTo>
                    <a:lnTo>
                      <a:pt x="1760848" y="689913"/>
                    </a:lnTo>
                    <a:lnTo>
                      <a:pt x="1760848" y="693307"/>
                    </a:lnTo>
                    <a:lnTo>
                      <a:pt x="1762970" y="693307"/>
                    </a:lnTo>
                    <a:close/>
                    <a:moveTo>
                      <a:pt x="1756605" y="693307"/>
                    </a:moveTo>
                    <a:lnTo>
                      <a:pt x="1756605" y="689913"/>
                    </a:lnTo>
                    <a:lnTo>
                      <a:pt x="1754484" y="689913"/>
                    </a:lnTo>
                    <a:lnTo>
                      <a:pt x="1754484" y="693307"/>
                    </a:lnTo>
                    <a:lnTo>
                      <a:pt x="1756605" y="693307"/>
                    </a:lnTo>
                    <a:close/>
                    <a:moveTo>
                      <a:pt x="1197450" y="681924"/>
                    </a:moveTo>
                    <a:lnTo>
                      <a:pt x="1199850" y="684324"/>
                    </a:lnTo>
                    <a:lnTo>
                      <a:pt x="1201971" y="682203"/>
                    </a:lnTo>
                    <a:lnTo>
                      <a:pt x="1199571" y="679803"/>
                    </a:lnTo>
                    <a:lnTo>
                      <a:pt x="1197450" y="681924"/>
                    </a:lnTo>
                    <a:close/>
                    <a:moveTo>
                      <a:pt x="1221986" y="676335"/>
                    </a:moveTo>
                    <a:lnTo>
                      <a:pt x="1221986" y="672941"/>
                    </a:lnTo>
                    <a:lnTo>
                      <a:pt x="1215622" y="672941"/>
                    </a:lnTo>
                    <a:lnTo>
                      <a:pt x="1215622" y="676335"/>
                    </a:lnTo>
                    <a:lnTo>
                      <a:pt x="1221986" y="676335"/>
                    </a:lnTo>
                    <a:close/>
                    <a:moveTo>
                      <a:pt x="1784609" y="666152"/>
                    </a:moveTo>
                    <a:lnTo>
                      <a:pt x="1788003" y="666152"/>
                    </a:lnTo>
                    <a:lnTo>
                      <a:pt x="1788003" y="664031"/>
                    </a:lnTo>
                    <a:lnTo>
                      <a:pt x="1784609" y="664031"/>
                    </a:lnTo>
                    <a:lnTo>
                      <a:pt x="1784609" y="666152"/>
                    </a:lnTo>
                    <a:close/>
                    <a:moveTo>
                      <a:pt x="1301403" y="580092"/>
                    </a:moveTo>
                    <a:lnTo>
                      <a:pt x="1303803" y="582492"/>
                    </a:lnTo>
                    <a:lnTo>
                      <a:pt x="1305925" y="580371"/>
                    </a:lnTo>
                    <a:lnTo>
                      <a:pt x="1303525" y="577970"/>
                    </a:lnTo>
                    <a:lnTo>
                      <a:pt x="1301403" y="580092"/>
                    </a:lnTo>
                    <a:close/>
                    <a:moveTo>
                      <a:pt x="1265338" y="582492"/>
                    </a:moveTo>
                    <a:lnTo>
                      <a:pt x="1267738" y="580092"/>
                    </a:lnTo>
                    <a:lnTo>
                      <a:pt x="1265616" y="577970"/>
                    </a:lnTo>
                    <a:lnTo>
                      <a:pt x="1263216" y="580371"/>
                    </a:lnTo>
                    <a:lnTo>
                      <a:pt x="1265338" y="582492"/>
                    </a:lnTo>
                    <a:close/>
                    <a:moveTo>
                      <a:pt x="1309392" y="557955"/>
                    </a:moveTo>
                    <a:lnTo>
                      <a:pt x="1312787" y="557955"/>
                    </a:lnTo>
                    <a:lnTo>
                      <a:pt x="1312787" y="555834"/>
                    </a:lnTo>
                    <a:lnTo>
                      <a:pt x="1309392" y="555834"/>
                    </a:lnTo>
                    <a:lnTo>
                      <a:pt x="1309392" y="557955"/>
                    </a:lnTo>
                    <a:close/>
                    <a:moveTo>
                      <a:pt x="1432015" y="544802"/>
                    </a:moveTo>
                    <a:lnTo>
                      <a:pt x="1432015" y="541408"/>
                    </a:lnTo>
                    <a:lnTo>
                      <a:pt x="1427772" y="541408"/>
                    </a:lnTo>
                    <a:lnTo>
                      <a:pt x="1427772" y="544802"/>
                    </a:lnTo>
                    <a:lnTo>
                      <a:pt x="1432015" y="544802"/>
                    </a:lnTo>
                    <a:close/>
                    <a:moveTo>
                      <a:pt x="1441422" y="539783"/>
                    </a:moveTo>
                    <a:lnTo>
                      <a:pt x="1443823" y="542184"/>
                    </a:lnTo>
                    <a:lnTo>
                      <a:pt x="1445944" y="540062"/>
                    </a:lnTo>
                    <a:lnTo>
                      <a:pt x="1443544" y="537662"/>
                    </a:lnTo>
                    <a:lnTo>
                      <a:pt x="1441422" y="539783"/>
                    </a:lnTo>
                    <a:close/>
                    <a:moveTo>
                      <a:pt x="1287753" y="536316"/>
                    </a:moveTo>
                    <a:lnTo>
                      <a:pt x="1287753" y="532922"/>
                    </a:lnTo>
                    <a:lnTo>
                      <a:pt x="1281388" y="532922"/>
                    </a:lnTo>
                    <a:lnTo>
                      <a:pt x="1281388" y="536316"/>
                    </a:lnTo>
                    <a:lnTo>
                      <a:pt x="1287753" y="536316"/>
                    </a:lnTo>
                    <a:close/>
                    <a:moveTo>
                      <a:pt x="1402738" y="519768"/>
                    </a:moveTo>
                    <a:lnTo>
                      <a:pt x="1406133" y="519768"/>
                    </a:lnTo>
                    <a:lnTo>
                      <a:pt x="1406133" y="511282"/>
                    </a:lnTo>
                    <a:lnTo>
                      <a:pt x="1402738" y="511282"/>
                    </a:lnTo>
                    <a:lnTo>
                      <a:pt x="1402738" y="519768"/>
                    </a:lnTo>
                    <a:close/>
                    <a:moveTo>
                      <a:pt x="1453230" y="504494"/>
                    </a:moveTo>
                    <a:lnTo>
                      <a:pt x="1453230" y="501099"/>
                    </a:lnTo>
                    <a:lnTo>
                      <a:pt x="1451109" y="501099"/>
                    </a:lnTo>
                    <a:lnTo>
                      <a:pt x="1451109" y="504494"/>
                    </a:lnTo>
                    <a:lnTo>
                      <a:pt x="1453230" y="504494"/>
                    </a:lnTo>
                    <a:close/>
                    <a:moveTo>
                      <a:pt x="1405357" y="503718"/>
                    </a:moveTo>
                    <a:lnTo>
                      <a:pt x="1407757" y="506118"/>
                    </a:lnTo>
                    <a:lnTo>
                      <a:pt x="1409382" y="504494"/>
                    </a:lnTo>
                    <a:lnTo>
                      <a:pt x="1412922" y="504494"/>
                    </a:lnTo>
                    <a:lnTo>
                      <a:pt x="1412922" y="501099"/>
                    </a:lnTo>
                    <a:lnTo>
                      <a:pt x="1407975" y="501099"/>
                    </a:lnTo>
                    <a:lnTo>
                      <a:pt x="1405357" y="503718"/>
                    </a:lnTo>
                    <a:close/>
                    <a:moveTo>
                      <a:pt x="1593249" y="440848"/>
                    </a:moveTo>
                    <a:lnTo>
                      <a:pt x="1593249" y="437454"/>
                    </a:lnTo>
                    <a:lnTo>
                      <a:pt x="1591128" y="437454"/>
                    </a:lnTo>
                    <a:lnTo>
                      <a:pt x="1591128" y="440848"/>
                    </a:lnTo>
                    <a:lnTo>
                      <a:pt x="1593249" y="440848"/>
                    </a:lnTo>
                    <a:close/>
                    <a:moveTo>
                      <a:pt x="1625496" y="415815"/>
                    </a:moveTo>
                    <a:lnTo>
                      <a:pt x="1628891" y="415815"/>
                    </a:lnTo>
                    <a:lnTo>
                      <a:pt x="1628891" y="411572"/>
                    </a:lnTo>
                    <a:lnTo>
                      <a:pt x="1625496" y="411572"/>
                    </a:lnTo>
                    <a:lnTo>
                      <a:pt x="1625496" y="415815"/>
                    </a:lnTo>
                    <a:close/>
                    <a:moveTo>
                      <a:pt x="537165" y="93346"/>
                    </a:moveTo>
                    <a:lnTo>
                      <a:pt x="540559" y="93346"/>
                    </a:lnTo>
                    <a:lnTo>
                      <a:pt x="540559" y="91225"/>
                    </a:lnTo>
                    <a:lnTo>
                      <a:pt x="537165" y="91225"/>
                    </a:lnTo>
                    <a:lnTo>
                      <a:pt x="537165" y="93346"/>
                    </a:lnTo>
                    <a:close/>
                    <a:moveTo>
                      <a:pt x="507464" y="93346"/>
                    </a:moveTo>
                    <a:lnTo>
                      <a:pt x="510858" y="93346"/>
                    </a:lnTo>
                    <a:lnTo>
                      <a:pt x="510858" y="91225"/>
                    </a:lnTo>
                    <a:lnTo>
                      <a:pt x="507464" y="91225"/>
                    </a:lnTo>
                    <a:lnTo>
                      <a:pt x="507464" y="93346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1094" name="Vector layer EB4C3E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811833" y="2036219"/>
                    </a:moveTo>
                    <a:lnTo>
                      <a:pt x="814657" y="2036219"/>
                    </a:lnTo>
                    <a:lnTo>
                      <a:pt x="814657" y="2032825"/>
                    </a:lnTo>
                    <a:lnTo>
                      <a:pt x="813239" y="2032825"/>
                    </a:lnTo>
                    <a:lnTo>
                      <a:pt x="811615" y="2031201"/>
                    </a:lnTo>
                    <a:lnTo>
                      <a:pt x="809214" y="2033601"/>
                    </a:lnTo>
                    <a:lnTo>
                      <a:pt x="811833" y="2036219"/>
                    </a:lnTo>
                    <a:close/>
                    <a:moveTo>
                      <a:pt x="777392" y="2031479"/>
                    </a:moveTo>
                    <a:lnTo>
                      <a:pt x="779792" y="2029079"/>
                    </a:lnTo>
                    <a:lnTo>
                      <a:pt x="777670" y="2026958"/>
                    </a:lnTo>
                    <a:lnTo>
                      <a:pt x="775270" y="2029358"/>
                    </a:lnTo>
                    <a:lnTo>
                      <a:pt x="777392" y="2031479"/>
                    </a:lnTo>
                    <a:close/>
                    <a:moveTo>
                      <a:pt x="766287" y="2006943"/>
                    </a:moveTo>
                    <a:lnTo>
                      <a:pt x="769682" y="2006943"/>
                    </a:lnTo>
                    <a:lnTo>
                      <a:pt x="769682" y="2004821"/>
                    </a:lnTo>
                    <a:lnTo>
                      <a:pt x="766287" y="2004821"/>
                    </a:lnTo>
                    <a:lnTo>
                      <a:pt x="766287" y="2006943"/>
                    </a:lnTo>
                    <a:close/>
                    <a:moveTo>
                      <a:pt x="821943" y="1986928"/>
                    </a:moveTo>
                    <a:lnTo>
                      <a:pt x="824344" y="1984527"/>
                    </a:lnTo>
                    <a:lnTo>
                      <a:pt x="822222" y="1982406"/>
                    </a:lnTo>
                    <a:lnTo>
                      <a:pt x="819822" y="1984806"/>
                    </a:lnTo>
                    <a:lnTo>
                      <a:pt x="821943" y="1986928"/>
                    </a:lnTo>
                    <a:close/>
                    <a:moveTo>
                      <a:pt x="801928" y="1976817"/>
                    </a:moveTo>
                    <a:lnTo>
                      <a:pt x="801928" y="1973423"/>
                    </a:lnTo>
                    <a:lnTo>
                      <a:pt x="797685" y="1973423"/>
                    </a:lnTo>
                    <a:lnTo>
                      <a:pt x="797685" y="1976817"/>
                    </a:lnTo>
                    <a:lnTo>
                      <a:pt x="801928" y="1976817"/>
                    </a:lnTo>
                    <a:close/>
                    <a:moveTo>
                      <a:pt x="1727328" y="1444744"/>
                    </a:moveTo>
                    <a:lnTo>
                      <a:pt x="1730723" y="1444744"/>
                    </a:lnTo>
                    <a:lnTo>
                      <a:pt x="1730723" y="1442623"/>
                    </a:lnTo>
                    <a:lnTo>
                      <a:pt x="1727328" y="1442623"/>
                    </a:lnTo>
                    <a:lnTo>
                      <a:pt x="1727328" y="1444744"/>
                    </a:lnTo>
                    <a:close/>
                    <a:moveTo>
                      <a:pt x="1727328" y="1436258"/>
                    </a:moveTo>
                    <a:lnTo>
                      <a:pt x="1730723" y="1436258"/>
                    </a:lnTo>
                    <a:lnTo>
                      <a:pt x="1730723" y="1434137"/>
                    </a:lnTo>
                    <a:lnTo>
                      <a:pt x="1727328" y="1434137"/>
                    </a:lnTo>
                    <a:lnTo>
                      <a:pt x="1727328" y="1436258"/>
                    </a:lnTo>
                    <a:close/>
                    <a:moveTo>
                      <a:pt x="1738433" y="1413843"/>
                    </a:moveTo>
                    <a:lnTo>
                      <a:pt x="1740833" y="1416243"/>
                    </a:lnTo>
                    <a:lnTo>
                      <a:pt x="1742955" y="1414122"/>
                    </a:lnTo>
                    <a:lnTo>
                      <a:pt x="1740554" y="1411721"/>
                    </a:lnTo>
                    <a:lnTo>
                      <a:pt x="1738433" y="1413843"/>
                    </a:lnTo>
                    <a:close/>
                    <a:moveTo>
                      <a:pt x="305497" y="1104879"/>
                    </a:moveTo>
                    <a:lnTo>
                      <a:pt x="305497" y="1101485"/>
                    </a:lnTo>
                    <a:lnTo>
                      <a:pt x="303375" y="1101485"/>
                    </a:lnTo>
                    <a:lnTo>
                      <a:pt x="303375" y="1104879"/>
                    </a:lnTo>
                    <a:lnTo>
                      <a:pt x="305497" y="1104879"/>
                    </a:lnTo>
                    <a:close/>
                    <a:moveTo>
                      <a:pt x="159113" y="1102758"/>
                    </a:moveTo>
                    <a:lnTo>
                      <a:pt x="159113" y="1099363"/>
                    </a:lnTo>
                    <a:lnTo>
                      <a:pt x="150627" y="1099363"/>
                    </a:lnTo>
                    <a:lnTo>
                      <a:pt x="150627" y="1102758"/>
                    </a:lnTo>
                    <a:lnTo>
                      <a:pt x="159113" y="1102758"/>
                    </a:lnTo>
                    <a:close/>
                    <a:moveTo>
                      <a:pt x="174885" y="1093775"/>
                    </a:moveTo>
                    <a:lnTo>
                      <a:pt x="177285" y="1091374"/>
                    </a:lnTo>
                    <a:lnTo>
                      <a:pt x="175163" y="1089253"/>
                    </a:lnTo>
                    <a:lnTo>
                      <a:pt x="172763" y="1091653"/>
                    </a:lnTo>
                    <a:lnTo>
                      <a:pt x="174885" y="1093775"/>
                    </a:lnTo>
                    <a:close/>
                    <a:moveTo>
                      <a:pt x="132455" y="1093775"/>
                    </a:moveTo>
                    <a:lnTo>
                      <a:pt x="134855" y="1091374"/>
                    </a:lnTo>
                    <a:lnTo>
                      <a:pt x="132733" y="1089253"/>
                    </a:lnTo>
                    <a:lnTo>
                      <a:pt x="130333" y="1091653"/>
                    </a:lnTo>
                    <a:lnTo>
                      <a:pt x="132455" y="1093775"/>
                    </a:lnTo>
                    <a:close/>
                    <a:moveTo>
                      <a:pt x="1423529" y="1024262"/>
                    </a:moveTo>
                    <a:lnTo>
                      <a:pt x="1423529" y="1020868"/>
                    </a:lnTo>
                    <a:lnTo>
                      <a:pt x="1421408" y="1020868"/>
                    </a:lnTo>
                    <a:lnTo>
                      <a:pt x="1421408" y="1024262"/>
                    </a:lnTo>
                    <a:lnTo>
                      <a:pt x="1423529" y="1024262"/>
                    </a:lnTo>
                    <a:close/>
                    <a:moveTo>
                      <a:pt x="1589928" y="979213"/>
                    </a:moveTo>
                    <a:lnTo>
                      <a:pt x="1592328" y="976813"/>
                    </a:lnTo>
                    <a:lnTo>
                      <a:pt x="1590206" y="974692"/>
                    </a:lnTo>
                    <a:lnTo>
                      <a:pt x="1587806" y="977092"/>
                    </a:lnTo>
                    <a:lnTo>
                      <a:pt x="1589928" y="979213"/>
                    </a:lnTo>
                    <a:close/>
                    <a:moveTo>
                      <a:pt x="1632358" y="976813"/>
                    </a:moveTo>
                    <a:lnTo>
                      <a:pt x="1634758" y="979213"/>
                    </a:lnTo>
                    <a:lnTo>
                      <a:pt x="1639001" y="974970"/>
                    </a:lnTo>
                    <a:lnTo>
                      <a:pt x="1636601" y="972570"/>
                    </a:lnTo>
                    <a:lnTo>
                      <a:pt x="1632358" y="976813"/>
                    </a:lnTo>
                    <a:close/>
                    <a:moveTo>
                      <a:pt x="1638722" y="932540"/>
                    </a:moveTo>
                    <a:lnTo>
                      <a:pt x="1641123" y="930140"/>
                    </a:lnTo>
                    <a:lnTo>
                      <a:pt x="1639001" y="928019"/>
                    </a:lnTo>
                    <a:lnTo>
                      <a:pt x="1636601" y="930419"/>
                    </a:lnTo>
                    <a:lnTo>
                      <a:pt x="1638722" y="932540"/>
                    </a:lnTo>
                    <a:close/>
                    <a:moveTo>
                      <a:pt x="1581442" y="928019"/>
                    </a:moveTo>
                    <a:lnTo>
                      <a:pt x="1583842" y="930419"/>
                    </a:lnTo>
                    <a:lnTo>
                      <a:pt x="1588085" y="926176"/>
                    </a:lnTo>
                    <a:lnTo>
                      <a:pt x="1585685" y="923776"/>
                    </a:lnTo>
                    <a:lnTo>
                      <a:pt x="1581442" y="928019"/>
                    </a:lnTo>
                    <a:close/>
                    <a:moveTo>
                      <a:pt x="1632358" y="926176"/>
                    </a:moveTo>
                    <a:lnTo>
                      <a:pt x="1634758" y="923776"/>
                    </a:lnTo>
                    <a:lnTo>
                      <a:pt x="1632637" y="921654"/>
                    </a:lnTo>
                    <a:lnTo>
                      <a:pt x="1630236" y="924054"/>
                    </a:lnTo>
                    <a:lnTo>
                      <a:pt x="1632358" y="926176"/>
                    </a:lnTo>
                    <a:close/>
                    <a:moveTo>
                      <a:pt x="1616586" y="918187"/>
                    </a:moveTo>
                    <a:lnTo>
                      <a:pt x="1616586" y="914792"/>
                    </a:lnTo>
                    <a:lnTo>
                      <a:pt x="1614464" y="914792"/>
                    </a:lnTo>
                    <a:lnTo>
                      <a:pt x="1614464" y="918187"/>
                    </a:lnTo>
                    <a:lnTo>
                      <a:pt x="1616586" y="918187"/>
                    </a:lnTo>
                    <a:close/>
                    <a:moveTo>
                      <a:pt x="1608100" y="918187"/>
                    </a:moveTo>
                    <a:lnTo>
                      <a:pt x="1608100" y="914792"/>
                    </a:lnTo>
                    <a:lnTo>
                      <a:pt x="1603857" y="914792"/>
                    </a:lnTo>
                    <a:lnTo>
                      <a:pt x="1603857" y="918187"/>
                    </a:lnTo>
                    <a:lnTo>
                      <a:pt x="1608100" y="918187"/>
                    </a:lnTo>
                    <a:close/>
                    <a:moveTo>
                      <a:pt x="1266538" y="916065"/>
                    </a:moveTo>
                    <a:lnTo>
                      <a:pt x="1266538" y="912671"/>
                    </a:lnTo>
                    <a:lnTo>
                      <a:pt x="1262295" y="912671"/>
                    </a:lnTo>
                    <a:lnTo>
                      <a:pt x="1262295" y="916065"/>
                    </a:lnTo>
                    <a:lnTo>
                      <a:pt x="1266538" y="916065"/>
                    </a:lnTo>
                    <a:close/>
                    <a:moveTo>
                      <a:pt x="1278067" y="908925"/>
                    </a:moveTo>
                    <a:lnTo>
                      <a:pt x="1280467" y="911325"/>
                    </a:lnTo>
                    <a:lnTo>
                      <a:pt x="1282588" y="909204"/>
                    </a:lnTo>
                    <a:lnTo>
                      <a:pt x="1280188" y="906804"/>
                    </a:lnTo>
                    <a:lnTo>
                      <a:pt x="1278067" y="908925"/>
                    </a:lnTo>
                    <a:close/>
                    <a:moveTo>
                      <a:pt x="1246244" y="909204"/>
                    </a:moveTo>
                    <a:lnTo>
                      <a:pt x="1248644" y="906804"/>
                    </a:lnTo>
                    <a:lnTo>
                      <a:pt x="1246523" y="904682"/>
                    </a:lnTo>
                    <a:lnTo>
                      <a:pt x="1244123" y="907082"/>
                    </a:lnTo>
                    <a:lnTo>
                      <a:pt x="1246244" y="909204"/>
                    </a:lnTo>
                    <a:close/>
                    <a:moveTo>
                      <a:pt x="1264416" y="875757"/>
                    </a:moveTo>
                    <a:lnTo>
                      <a:pt x="1264416" y="872362"/>
                    </a:lnTo>
                    <a:lnTo>
                      <a:pt x="1260173" y="872362"/>
                    </a:lnTo>
                    <a:lnTo>
                      <a:pt x="1260173" y="875757"/>
                    </a:lnTo>
                    <a:lnTo>
                      <a:pt x="1264416" y="875757"/>
                    </a:lnTo>
                    <a:close/>
                    <a:moveTo>
                      <a:pt x="1215622" y="729373"/>
                    </a:moveTo>
                    <a:lnTo>
                      <a:pt x="1215622" y="725979"/>
                    </a:lnTo>
                    <a:lnTo>
                      <a:pt x="1213500" y="725979"/>
                    </a:lnTo>
                    <a:lnTo>
                      <a:pt x="1213500" y="729373"/>
                    </a:lnTo>
                    <a:lnTo>
                      <a:pt x="1215622" y="729373"/>
                    </a:lnTo>
                    <a:close/>
                    <a:moveTo>
                      <a:pt x="1199571" y="722511"/>
                    </a:moveTo>
                    <a:lnTo>
                      <a:pt x="1201971" y="720111"/>
                    </a:lnTo>
                    <a:lnTo>
                      <a:pt x="1199850" y="717990"/>
                    </a:lnTo>
                    <a:lnTo>
                      <a:pt x="1197450" y="720390"/>
                    </a:lnTo>
                    <a:lnTo>
                      <a:pt x="1199571" y="722511"/>
                    </a:lnTo>
                    <a:close/>
                    <a:moveTo>
                      <a:pt x="1190588" y="706461"/>
                    </a:moveTo>
                    <a:lnTo>
                      <a:pt x="1193982" y="706461"/>
                    </a:lnTo>
                    <a:lnTo>
                      <a:pt x="1193982" y="704339"/>
                    </a:lnTo>
                    <a:lnTo>
                      <a:pt x="1190588" y="704339"/>
                    </a:lnTo>
                    <a:lnTo>
                      <a:pt x="1190588" y="706461"/>
                    </a:lnTo>
                    <a:close/>
                    <a:moveTo>
                      <a:pt x="1190588" y="697975"/>
                    </a:moveTo>
                    <a:lnTo>
                      <a:pt x="1193982" y="697975"/>
                    </a:lnTo>
                    <a:lnTo>
                      <a:pt x="1193982" y="695853"/>
                    </a:lnTo>
                    <a:lnTo>
                      <a:pt x="1190588" y="695853"/>
                    </a:lnTo>
                    <a:lnTo>
                      <a:pt x="1190588" y="697975"/>
                    </a:lnTo>
                    <a:close/>
                    <a:moveTo>
                      <a:pt x="1762970" y="652999"/>
                    </a:moveTo>
                    <a:lnTo>
                      <a:pt x="1762970" y="649604"/>
                    </a:lnTo>
                    <a:lnTo>
                      <a:pt x="1754484" y="649604"/>
                    </a:lnTo>
                    <a:lnTo>
                      <a:pt x="1754484" y="652999"/>
                    </a:lnTo>
                    <a:lnTo>
                      <a:pt x="1762970" y="652999"/>
                    </a:lnTo>
                    <a:close/>
                    <a:moveTo>
                      <a:pt x="1738433" y="645859"/>
                    </a:moveTo>
                    <a:lnTo>
                      <a:pt x="1740833" y="648259"/>
                    </a:lnTo>
                    <a:lnTo>
                      <a:pt x="1742955" y="646137"/>
                    </a:lnTo>
                    <a:lnTo>
                      <a:pt x="1740554" y="643737"/>
                    </a:lnTo>
                    <a:lnTo>
                      <a:pt x="1738433" y="645859"/>
                    </a:lnTo>
                    <a:close/>
                    <a:moveTo>
                      <a:pt x="1309392" y="564320"/>
                    </a:moveTo>
                    <a:lnTo>
                      <a:pt x="1312787" y="564320"/>
                    </a:lnTo>
                    <a:lnTo>
                      <a:pt x="1312787" y="560077"/>
                    </a:lnTo>
                    <a:lnTo>
                      <a:pt x="1309392" y="560077"/>
                    </a:lnTo>
                    <a:lnTo>
                      <a:pt x="1309392" y="564320"/>
                    </a:lnTo>
                    <a:close/>
                    <a:moveTo>
                      <a:pt x="1256355" y="564320"/>
                    </a:moveTo>
                    <a:lnTo>
                      <a:pt x="1259749" y="564320"/>
                    </a:lnTo>
                    <a:lnTo>
                      <a:pt x="1259749" y="557955"/>
                    </a:lnTo>
                    <a:lnTo>
                      <a:pt x="1256355" y="557955"/>
                    </a:lnTo>
                    <a:lnTo>
                      <a:pt x="1256355" y="564320"/>
                    </a:lnTo>
                    <a:close/>
                    <a:moveTo>
                      <a:pt x="1455776" y="519768"/>
                    </a:moveTo>
                    <a:lnTo>
                      <a:pt x="1459170" y="519768"/>
                    </a:lnTo>
                    <a:lnTo>
                      <a:pt x="1459170" y="517647"/>
                    </a:lnTo>
                    <a:lnTo>
                      <a:pt x="1455776" y="517647"/>
                    </a:lnTo>
                    <a:lnTo>
                      <a:pt x="1455776" y="519768"/>
                    </a:lnTo>
                    <a:close/>
                    <a:moveTo>
                      <a:pt x="1455776" y="513404"/>
                    </a:moveTo>
                    <a:lnTo>
                      <a:pt x="1459170" y="513404"/>
                    </a:lnTo>
                    <a:lnTo>
                      <a:pt x="1459170" y="511282"/>
                    </a:lnTo>
                    <a:lnTo>
                      <a:pt x="1455776" y="511282"/>
                    </a:lnTo>
                    <a:lnTo>
                      <a:pt x="1455776" y="513404"/>
                    </a:lnTo>
                    <a:close/>
                    <a:moveTo>
                      <a:pt x="1605978" y="440848"/>
                    </a:moveTo>
                    <a:lnTo>
                      <a:pt x="1605978" y="437454"/>
                    </a:lnTo>
                    <a:lnTo>
                      <a:pt x="1603857" y="437454"/>
                    </a:lnTo>
                    <a:lnTo>
                      <a:pt x="1603857" y="440848"/>
                    </a:lnTo>
                    <a:lnTo>
                      <a:pt x="1605978" y="440848"/>
                    </a:lnTo>
                    <a:close/>
                    <a:moveTo>
                      <a:pt x="1597492" y="440848"/>
                    </a:moveTo>
                    <a:lnTo>
                      <a:pt x="1597492" y="437454"/>
                    </a:lnTo>
                    <a:lnTo>
                      <a:pt x="1595371" y="437454"/>
                    </a:lnTo>
                    <a:lnTo>
                      <a:pt x="1595371" y="440848"/>
                    </a:lnTo>
                    <a:lnTo>
                      <a:pt x="1597492" y="440848"/>
                    </a:lnTo>
                    <a:close/>
                    <a:moveTo>
                      <a:pt x="1581442" y="433987"/>
                    </a:moveTo>
                    <a:lnTo>
                      <a:pt x="1583842" y="431587"/>
                    </a:lnTo>
                    <a:lnTo>
                      <a:pt x="1581720" y="429465"/>
                    </a:lnTo>
                    <a:lnTo>
                      <a:pt x="1579320" y="431865"/>
                    </a:lnTo>
                    <a:lnTo>
                      <a:pt x="1581442" y="433987"/>
                    </a:lnTo>
                    <a:close/>
                    <a:moveTo>
                      <a:pt x="1572459" y="409450"/>
                    </a:moveTo>
                    <a:lnTo>
                      <a:pt x="1575853" y="409450"/>
                    </a:lnTo>
                    <a:lnTo>
                      <a:pt x="1575853" y="407329"/>
                    </a:lnTo>
                    <a:lnTo>
                      <a:pt x="1572459" y="407329"/>
                    </a:lnTo>
                    <a:lnTo>
                      <a:pt x="1572459" y="409450"/>
                    </a:lnTo>
                    <a:close/>
                    <a:moveTo>
                      <a:pt x="1597492" y="400540"/>
                    </a:moveTo>
                    <a:lnTo>
                      <a:pt x="1597492" y="397146"/>
                    </a:lnTo>
                    <a:lnTo>
                      <a:pt x="1589006" y="397146"/>
                    </a:lnTo>
                    <a:lnTo>
                      <a:pt x="1589006" y="400540"/>
                    </a:lnTo>
                    <a:lnTo>
                      <a:pt x="1597492" y="400540"/>
                    </a:lnTo>
                    <a:close/>
                    <a:moveTo>
                      <a:pt x="1613264" y="397921"/>
                    </a:moveTo>
                    <a:lnTo>
                      <a:pt x="1615664" y="395521"/>
                    </a:lnTo>
                    <a:lnTo>
                      <a:pt x="1613543" y="393400"/>
                    </a:lnTo>
                    <a:lnTo>
                      <a:pt x="1611143" y="395800"/>
                    </a:lnTo>
                    <a:lnTo>
                      <a:pt x="1613264" y="397921"/>
                    </a:lnTo>
                    <a:close/>
                    <a:moveTo>
                      <a:pt x="531297" y="102754"/>
                    </a:moveTo>
                    <a:lnTo>
                      <a:pt x="533698" y="105154"/>
                    </a:lnTo>
                    <a:lnTo>
                      <a:pt x="535819" y="103032"/>
                    </a:lnTo>
                    <a:lnTo>
                      <a:pt x="533419" y="100632"/>
                    </a:lnTo>
                    <a:lnTo>
                      <a:pt x="531297" y="102754"/>
                    </a:lnTo>
                    <a:close/>
                    <a:moveTo>
                      <a:pt x="514325" y="105154"/>
                    </a:moveTo>
                    <a:lnTo>
                      <a:pt x="516726" y="102754"/>
                    </a:lnTo>
                    <a:lnTo>
                      <a:pt x="514604" y="100632"/>
                    </a:lnTo>
                    <a:lnTo>
                      <a:pt x="512204" y="103032"/>
                    </a:lnTo>
                    <a:lnTo>
                      <a:pt x="514325" y="10515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1095" name="Vector layer EB3424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770530" y="1994214"/>
                    </a:moveTo>
                    <a:lnTo>
                      <a:pt x="773925" y="1994214"/>
                    </a:lnTo>
                    <a:lnTo>
                      <a:pt x="773925" y="1992092"/>
                    </a:lnTo>
                    <a:lnTo>
                      <a:pt x="770530" y="1992092"/>
                    </a:lnTo>
                    <a:lnTo>
                      <a:pt x="770530" y="1994214"/>
                    </a:lnTo>
                    <a:close/>
                    <a:moveTo>
                      <a:pt x="821943" y="1989049"/>
                    </a:moveTo>
                    <a:lnTo>
                      <a:pt x="824344" y="1986649"/>
                    </a:lnTo>
                    <a:lnTo>
                      <a:pt x="820101" y="1982406"/>
                    </a:lnTo>
                    <a:lnTo>
                      <a:pt x="817700" y="1984806"/>
                    </a:lnTo>
                    <a:lnTo>
                      <a:pt x="821943" y="1989049"/>
                    </a:lnTo>
                    <a:close/>
                    <a:moveTo>
                      <a:pt x="774773" y="1985025"/>
                    </a:moveTo>
                    <a:lnTo>
                      <a:pt x="774773" y="1987849"/>
                    </a:lnTo>
                    <a:lnTo>
                      <a:pt x="778168" y="1987849"/>
                    </a:lnTo>
                    <a:lnTo>
                      <a:pt x="778168" y="1986431"/>
                    </a:lnTo>
                    <a:lnTo>
                      <a:pt x="779295" y="1985303"/>
                    </a:lnTo>
                    <a:lnTo>
                      <a:pt x="780713" y="1985303"/>
                    </a:lnTo>
                    <a:lnTo>
                      <a:pt x="780713" y="1981909"/>
                    </a:lnTo>
                    <a:lnTo>
                      <a:pt x="777889" y="1981909"/>
                    </a:lnTo>
                    <a:lnTo>
                      <a:pt x="774773" y="1985025"/>
                    </a:lnTo>
                    <a:close/>
                    <a:moveTo>
                      <a:pt x="787078" y="1981060"/>
                    </a:moveTo>
                    <a:lnTo>
                      <a:pt x="787078" y="1977666"/>
                    </a:lnTo>
                    <a:lnTo>
                      <a:pt x="784956" y="1977666"/>
                    </a:lnTo>
                    <a:lnTo>
                      <a:pt x="784956" y="1981060"/>
                    </a:lnTo>
                    <a:lnTo>
                      <a:pt x="787078" y="1981060"/>
                    </a:lnTo>
                    <a:close/>
                    <a:moveTo>
                      <a:pt x="1784609" y="1455352"/>
                    </a:moveTo>
                    <a:lnTo>
                      <a:pt x="1788003" y="1455352"/>
                    </a:lnTo>
                    <a:lnTo>
                      <a:pt x="1788003" y="1453230"/>
                    </a:lnTo>
                    <a:lnTo>
                      <a:pt x="1784609" y="1453230"/>
                    </a:lnTo>
                    <a:lnTo>
                      <a:pt x="1784609" y="1455352"/>
                    </a:lnTo>
                    <a:close/>
                    <a:moveTo>
                      <a:pt x="1734190" y="1420207"/>
                    </a:moveTo>
                    <a:lnTo>
                      <a:pt x="1736590" y="1422608"/>
                    </a:lnTo>
                    <a:lnTo>
                      <a:pt x="1739209" y="1419989"/>
                    </a:lnTo>
                    <a:lnTo>
                      <a:pt x="1739209" y="1417165"/>
                    </a:lnTo>
                    <a:lnTo>
                      <a:pt x="1735814" y="1417165"/>
                    </a:lnTo>
                    <a:lnTo>
                      <a:pt x="1735814" y="1418583"/>
                    </a:lnTo>
                    <a:lnTo>
                      <a:pt x="1734190" y="1420207"/>
                    </a:lnTo>
                    <a:close/>
                    <a:moveTo>
                      <a:pt x="1772874" y="1412497"/>
                    </a:moveTo>
                    <a:lnTo>
                      <a:pt x="1774996" y="1414619"/>
                    </a:lnTo>
                    <a:lnTo>
                      <a:pt x="1777117" y="1414619"/>
                    </a:lnTo>
                    <a:lnTo>
                      <a:pt x="1778742" y="1416243"/>
                    </a:lnTo>
                    <a:lnTo>
                      <a:pt x="1781142" y="1413843"/>
                    </a:lnTo>
                    <a:lnTo>
                      <a:pt x="1778523" y="1411224"/>
                    </a:lnTo>
                    <a:lnTo>
                      <a:pt x="1776402" y="1411224"/>
                    </a:lnTo>
                    <a:lnTo>
                      <a:pt x="1774280" y="1409103"/>
                    </a:lnTo>
                    <a:lnTo>
                      <a:pt x="1771456" y="1409103"/>
                    </a:lnTo>
                    <a:lnTo>
                      <a:pt x="1771456" y="1412497"/>
                    </a:lnTo>
                    <a:lnTo>
                      <a:pt x="1772874" y="1412497"/>
                    </a:lnTo>
                    <a:close/>
                    <a:moveTo>
                      <a:pt x="141438" y="1098515"/>
                    </a:moveTo>
                    <a:lnTo>
                      <a:pt x="143062" y="1100139"/>
                    </a:lnTo>
                    <a:lnTo>
                      <a:pt x="145462" y="1097739"/>
                    </a:lnTo>
                    <a:lnTo>
                      <a:pt x="142844" y="1095120"/>
                    </a:lnTo>
                    <a:lnTo>
                      <a:pt x="140019" y="1095120"/>
                    </a:lnTo>
                    <a:lnTo>
                      <a:pt x="140019" y="1098515"/>
                    </a:lnTo>
                    <a:lnTo>
                      <a:pt x="141438" y="1098515"/>
                    </a:lnTo>
                    <a:close/>
                    <a:moveTo>
                      <a:pt x="134576" y="1093775"/>
                    </a:moveTo>
                    <a:lnTo>
                      <a:pt x="136976" y="1091374"/>
                    </a:lnTo>
                    <a:lnTo>
                      <a:pt x="134855" y="1089253"/>
                    </a:lnTo>
                    <a:lnTo>
                      <a:pt x="132455" y="1091653"/>
                    </a:lnTo>
                    <a:lnTo>
                      <a:pt x="134576" y="1093775"/>
                    </a:lnTo>
                    <a:close/>
                    <a:moveTo>
                      <a:pt x="1632358" y="974692"/>
                    </a:moveTo>
                    <a:lnTo>
                      <a:pt x="1634758" y="977092"/>
                    </a:lnTo>
                    <a:lnTo>
                      <a:pt x="1636880" y="974970"/>
                    </a:lnTo>
                    <a:lnTo>
                      <a:pt x="1634479" y="972570"/>
                    </a:lnTo>
                    <a:lnTo>
                      <a:pt x="1632358" y="974692"/>
                    </a:lnTo>
                    <a:close/>
                    <a:moveTo>
                      <a:pt x="1578823" y="935583"/>
                    </a:moveTo>
                    <a:lnTo>
                      <a:pt x="1582218" y="935583"/>
                    </a:lnTo>
                    <a:lnTo>
                      <a:pt x="1582218" y="933462"/>
                    </a:lnTo>
                    <a:lnTo>
                      <a:pt x="1578823" y="933462"/>
                    </a:lnTo>
                    <a:lnTo>
                      <a:pt x="1578823" y="935583"/>
                    </a:lnTo>
                    <a:close/>
                    <a:moveTo>
                      <a:pt x="1583563" y="928019"/>
                    </a:moveTo>
                    <a:lnTo>
                      <a:pt x="1585963" y="930419"/>
                    </a:lnTo>
                    <a:lnTo>
                      <a:pt x="1588085" y="928297"/>
                    </a:lnTo>
                    <a:lnTo>
                      <a:pt x="1585685" y="925897"/>
                    </a:lnTo>
                    <a:lnTo>
                      <a:pt x="1583563" y="928019"/>
                    </a:lnTo>
                    <a:close/>
                    <a:moveTo>
                      <a:pt x="1627193" y="922430"/>
                    </a:moveTo>
                    <a:lnTo>
                      <a:pt x="1627193" y="919035"/>
                    </a:lnTo>
                    <a:lnTo>
                      <a:pt x="1625072" y="919035"/>
                    </a:lnTo>
                    <a:lnTo>
                      <a:pt x="1625072" y="922430"/>
                    </a:lnTo>
                    <a:lnTo>
                      <a:pt x="1627193" y="922430"/>
                    </a:lnTo>
                    <a:close/>
                    <a:moveTo>
                      <a:pt x="1265338" y="872859"/>
                    </a:moveTo>
                    <a:lnTo>
                      <a:pt x="1267738" y="875260"/>
                    </a:lnTo>
                    <a:lnTo>
                      <a:pt x="1269859" y="873138"/>
                    </a:lnTo>
                    <a:lnTo>
                      <a:pt x="1267459" y="870738"/>
                    </a:lnTo>
                    <a:lnTo>
                      <a:pt x="1265338" y="872859"/>
                    </a:lnTo>
                    <a:close/>
                    <a:moveTo>
                      <a:pt x="1749041" y="690689"/>
                    </a:moveTo>
                    <a:lnTo>
                      <a:pt x="1751441" y="688289"/>
                    </a:lnTo>
                    <a:lnTo>
                      <a:pt x="1749319" y="686167"/>
                    </a:lnTo>
                    <a:lnTo>
                      <a:pt x="1746919" y="688567"/>
                    </a:lnTo>
                    <a:lnTo>
                      <a:pt x="1749041" y="690689"/>
                    </a:lnTo>
                    <a:close/>
                    <a:moveTo>
                      <a:pt x="1194831" y="689489"/>
                    </a:moveTo>
                    <a:lnTo>
                      <a:pt x="1198225" y="689489"/>
                    </a:lnTo>
                    <a:lnTo>
                      <a:pt x="1198225" y="687367"/>
                    </a:lnTo>
                    <a:lnTo>
                      <a:pt x="1194831" y="687367"/>
                    </a:lnTo>
                    <a:lnTo>
                      <a:pt x="1194831" y="689489"/>
                    </a:lnTo>
                    <a:close/>
                    <a:moveTo>
                      <a:pt x="1298360" y="585111"/>
                    </a:moveTo>
                    <a:lnTo>
                      <a:pt x="1298360" y="581716"/>
                    </a:lnTo>
                    <a:lnTo>
                      <a:pt x="1296239" y="581716"/>
                    </a:lnTo>
                    <a:lnTo>
                      <a:pt x="1296239" y="585111"/>
                    </a:lnTo>
                    <a:lnTo>
                      <a:pt x="1298360" y="585111"/>
                    </a:lnTo>
                    <a:close/>
                    <a:moveTo>
                      <a:pt x="1272199" y="585111"/>
                    </a:moveTo>
                    <a:lnTo>
                      <a:pt x="1273824" y="586735"/>
                    </a:lnTo>
                    <a:lnTo>
                      <a:pt x="1276224" y="584335"/>
                    </a:lnTo>
                    <a:lnTo>
                      <a:pt x="1273605" y="581716"/>
                    </a:lnTo>
                    <a:lnTo>
                      <a:pt x="1270781" y="581716"/>
                    </a:lnTo>
                    <a:lnTo>
                      <a:pt x="1270781" y="585111"/>
                    </a:lnTo>
                    <a:lnTo>
                      <a:pt x="1272199" y="585111"/>
                    </a:lnTo>
                    <a:close/>
                    <a:moveTo>
                      <a:pt x="1260598" y="574928"/>
                    </a:moveTo>
                    <a:lnTo>
                      <a:pt x="1263992" y="574928"/>
                    </a:lnTo>
                    <a:lnTo>
                      <a:pt x="1263992" y="572806"/>
                    </a:lnTo>
                    <a:lnTo>
                      <a:pt x="1260598" y="572806"/>
                    </a:lnTo>
                    <a:lnTo>
                      <a:pt x="1260598" y="574928"/>
                    </a:lnTo>
                    <a:close/>
                    <a:moveTo>
                      <a:pt x="531297" y="100632"/>
                    </a:moveTo>
                    <a:lnTo>
                      <a:pt x="533698" y="103032"/>
                    </a:lnTo>
                    <a:lnTo>
                      <a:pt x="535819" y="100911"/>
                    </a:lnTo>
                    <a:lnTo>
                      <a:pt x="533419" y="98511"/>
                    </a:lnTo>
                    <a:lnTo>
                      <a:pt x="531297" y="100632"/>
                    </a:lnTo>
                    <a:close/>
                    <a:moveTo>
                      <a:pt x="514325" y="103032"/>
                    </a:moveTo>
                    <a:lnTo>
                      <a:pt x="516726" y="100632"/>
                    </a:lnTo>
                    <a:lnTo>
                      <a:pt x="514604" y="98511"/>
                    </a:lnTo>
                    <a:lnTo>
                      <a:pt x="512204" y="100911"/>
                    </a:lnTo>
                    <a:lnTo>
                      <a:pt x="514325" y="103032"/>
                    </a:lnTo>
                    <a:close/>
                    <a:moveTo>
                      <a:pt x="511707" y="84860"/>
                    </a:moveTo>
                    <a:lnTo>
                      <a:pt x="515101" y="84860"/>
                    </a:lnTo>
                    <a:lnTo>
                      <a:pt x="515101" y="82739"/>
                    </a:lnTo>
                    <a:lnTo>
                      <a:pt x="511707" y="82739"/>
                    </a:lnTo>
                    <a:lnTo>
                      <a:pt x="511707" y="84860"/>
                    </a:lnTo>
                    <a:close/>
                    <a:moveTo>
                      <a:pt x="529673" y="82314"/>
                    </a:moveTo>
                    <a:lnTo>
                      <a:pt x="531794" y="82314"/>
                    </a:lnTo>
                    <a:lnTo>
                      <a:pt x="533419" y="83939"/>
                    </a:lnTo>
                    <a:lnTo>
                      <a:pt x="535819" y="81539"/>
                    </a:lnTo>
                    <a:lnTo>
                      <a:pt x="533200" y="78920"/>
                    </a:lnTo>
                    <a:lnTo>
                      <a:pt x="531079" y="78920"/>
                    </a:lnTo>
                    <a:lnTo>
                      <a:pt x="529455" y="77296"/>
                    </a:lnTo>
                    <a:lnTo>
                      <a:pt x="527054" y="79696"/>
                    </a:lnTo>
                    <a:lnTo>
                      <a:pt x="529673" y="82314"/>
                    </a:lnTo>
                    <a:close/>
                    <a:moveTo>
                      <a:pt x="516447" y="79417"/>
                    </a:moveTo>
                    <a:lnTo>
                      <a:pt x="518847" y="81817"/>
                    </a:lnTo>
                    <a:lnTo>
                      <a:pt x="520969" y="79696"/>
                    </a:lnTo>
                    <a:lnTo>
                      <a:pt x="518568" y="77296"/>
                    </a:lnTo>
                    <a:lnTo>
                      <a:pt x="516447" y="79417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1096" name="Vector layer EB3422"/>
              <p:cNvSpPr/>
              <p:nvPr/>
            </p:nvSpPr>
            <p:spPr>
              <a:xfrm>
                <a:off x="0" y="0"/>
                <a:ext cx="2223336" cy="2214850"/>
              </a:xfrm>
              <a:custGeom>
                <a:avLst/>
                <a:gdLst/>
                <a:ahLst/>
                <a:cxnLst/>
                <a:rect l="0" t="0" r="r" b="b"/>
                <a:pathLst>
                  <a:path w="2223336" h="2214850" stroke="0" extrusionOk="0">
                    <a:moveTo>
                      <a:pt x="791321" y="1974841"/>
                    </a:moveTo>
                    <a:lnTo>
                      <a:pt x="786375" y="1979787"/>
                    </a:lnTo>
                    <a:lnTo>
                      <a:pt x="781138" y="1979787"/>
                    </a:lnTo>
                    <a:lnTo>
                      <a:pt x="781138" y="1982903"/>
                    </a:lnTo>
                    <a:lnTo>
                      <a:pt x="780010" y="1984030"/>
                    </a:lnTo>
                    <a:lnTo>
                      <a:pt x="776895" y="1984030"/>
                    </a:lnTo>
                    <a:lnTo>
                      <a:pt x="776895" y="1987146"/>
                    </a:lnTo>
                    <a:lnTo>
                      <a:pt x="775767" y="1988273"/>
                    </a:lnTo>
                    <a:lnTo>
                      <a:pt x="772652" y="1988273"/>
                    </a:lnTo>
                    <a:lnTo>
                      <a:pt x="772652" y="1993511"/>
                    </a:lnTo>
                    <a:lnTo>
                      <a:pt x="767706" y="1998457"/>
                    </a:lnTo>
                    <a:lnTo>
                      <a:pt x="769827" y="2000578"/>
                    </a:lnTo>
                    <a:lnTo>
                      <a:pt x="768409" y="2001997"/>
                    </a:lnTo>
                    <a:lnTo>
                      <a:pt x="768409" y="2016132"/>
                    </a:lnTo>
                    <a:lnTo>
                      <a:pt x="770530" y="2018253"/>
                    </a:lnTo>
                    <a:lnTo>
                      <a:pt x="770530" y="2020375"/>
                    </a:lnTo>
                    <a:lnTo>
                      <a:pt x="772652" y="2022496"/>
                    </a:lnTo>
                    <a:lnTo>
                      <a:pt x="772652" y="2024618"/>
                    </a:lnTo>
                    <a:lnTo>
                      <a:pt x="775767" y="2027733"/>
                    </a:lnTo>
                    <a:lnTo>
                      <a:pt x="777889" y="2027733"/>
                    </a:lnTo>
                    <a:lnTo>
                      <a:pt x="780010" y="2029855"/>
                    </a:lnTo>
                    <a:lnTo>
                      <a:pt x="790618" y="2029855"/>
                    </a:lnTo>
                    <a:lnTo>
                      <a:pt x="793442" y="2032679"/>
                    </a:lnTo>
                    <a:lnTo>
                      <a:pt x="796267" y="2029855"/>
                    </a:lnTo>
                    <a:lnTo>
                      <a:pt x="807590" y="2029855"/>
                    </a:lnTo>
                    <a:lnTo>
                      <a:pt x="812536" y="2034801"/>
                    </a:lnTo>
                    <a:lnTo>
                      <a:pt x="814657" y="2032679"/>
                    </a:lnTo>
                    <a:lnTo>
                      <a:pt x="816779" y="2034801"/>
                    </a:lnTo>
                    <a:lnTo>
                      <a:pt x="826962" y="2024618"/>
                    </a:lnTo>
                    <a:lnTo>
                      <a:pt x="826962" y="2022496"/>
                    </a:lnTo>
                    <a:lnTo>
                      <a:pt x="829084" y="2020375"/>
                    </a:lnTo>
                    <a:lnTo>
                      <a:pt x="829084" y="2016132"/>
                    </a:lnTo>
                    <a:lnTo>
                      <a:pt x="831205" y="2014010"/>
                    </a:lnTo>
                    <a:lnTo>
                      <a:pt x="831205" y="2010483"/>
                    </a:lnTo>
                    <a:lnTo>
                      <a:pt x="829787" y="2009064"/>
                    </a:lnTo>
                    <a:lnTo>
                      <a:pt x="831205" y="2007646"/>
                    </a:lnTo>
                    <a:lnTo>
                      <a:pt x="831205" y="1999875"/>
                    </a:lnTo>
                    <a:lnTo>
                      <a:pt x="829084" y="1997754"/>
                    </a:lnTo>
                    <a:lnTo>
                      <a:pt x="829084" y="1993511"/>
                    </a:lnTo>
                    <a:lnTo>
                      <a:pt x="826962" y="1991389"/>
                    </a:lnTo>
                    <a:lnTo>
                      <a:pt x="826962" y="1988273"/>
                    </a:lnTo>
                    <a:lnTo>
                      <a:pt x="823846" y="1988273"/>
                    </a:lnTo>
                    <a:lnTo>
                      <a:pt x="818476" y="1982903"/>
                    </a:lnTo>
                    <a:lnTo>
                      <a:pt x="818476" y="1979787"/>
                    </a:lnTo>
                    <a:lnTo>
                      <a:pt x="815360" y="1979787"/>
                    </a:lnTo>
                    <a:lnTo>
                      <a:pt x="813239" y="1977666"/>
                    </a:lnTo>
                    <a:lnTo>
                      <a:pt x="811117" y="1977666"/>
                    </a:lnTo>
                    <a:lnTo>
                      <a:pt x="808293" y="1974841"/>
                    </a:lnTo>
                    <a:lnTo>
                      <a:pt x="806171" y="1976963"/>
                    </a:lnTo>
                    <a:lnTo>
                      <a:pt x="804753" y="1975544"/>
                    </a:lnTo>
                    <a:lnTo>
                      <a:pt x="794861" y="1975544"/>
                    </a:lnTo>
                    <a:lnTo>
                      <a:pt x="793442" y="1976963"/>
                    </a:lnTo>
                    <a:lnTo>
                      <a:pt x="791321" y="1974841"/>
                    </a:lnTo>
                    <a:close/>
                    <a:moveTo>
                      <a:pt x="1753781" y="1406981"/>
                    </a:moveTo>
                    <a:lnTo>
                      <a:pt x="1751659" y="1409103"/>
                    </a:lnTo>
                    <a:lnTo>
                      <a:pt x="1747416" y="1409103"/>
                    </a:lnTo>
                    <a:lnTo>
                      <a:pt x="1745295" y="1411224"/>
                    </a:lnTo>
                    <a:lnTo>
                      <a:pt x="1742179" y="1411224"/>
                    </a:lnTo>
                    <a:lnTo>
                      <a:pt x="1742179" y="1414340"/>
                    </a:lnTo>
                    <a:lnTo>
                      <a:pt x="1741052" y="1415467"/>
                    </a:lnTo>
                    <a:lnTo>
                      <a:pt x="1737936" y="1415467"/>
                    </a:lnTo>
                    <a:lnTo>
                      <a:pt x="1737936" y="1418583"/>
                    </a:lnTo>
                    <a:lnTo>
                      <a:pt x="1734687" y="1421832"/>
                    </a:lnTo>
                    <a:lnTo>
                      <a:pt x="1729171" y="1421832"/>
                    </a:lnTo>
                    <a:lnTo>
                      <a:pt x="1732990" y="1425651"/>
                    </a:lnTo>
                    <a:lnTo>
                      <a:pt x="1729450" y="1426075"/>
                    </a:lnTo>
                    <a:lnTo>
                      <a:pt x="1729450" y="1435555"/>
                    </a:lnTo>
                    <a:lnTo>
                      <a:pt x="1726625" y="1438380"/>
                    </a:lnTo>
                    <a:lnTo>
                      <a:pt x="1729450" y="1441204"/>
                    </a:lnTo>
                    <a:lnTo>
                      <a:pt x="1729450" y="1445447"/>
                    </a:lnTo>
                    <a:lnTo>
                      <a:pt x="1730868" y="1446866"/>
                    </a:lnTo>
                    <a:lnTo>
                      <a:pt x="1728747" y="1448987"/>
                    </a:lnTo>
                    <a:lnTo>
                      <a:pt x="1731571" y="1451812"/>
                    </a:lnTo>
                    <a:lnTo>
                      <a:pt x="1731571" y="1453933"/>
                    </a:lnTo>
                    <a:lnTo>
                      <a:pt x="1735814" y="1458176"/>
                    </a:lnTo>
                    <a:lnTo>
                      <a:pt x="1735814" y="1460298"/>
                    </a:lnTo>
                    <a:lnTo>
                      <a:pt x="1738930" y="1463413"/>
                    </a:lnTo>
                    <a:lnTo>
                      <a:pt x="1749538" y="1463413"/>
                    </a:lnTo>
                    <a:lnTo>
                      <a:pt x="1754059" y="1467935"/>
                    </a:lnTo>
                    <a:lnTo>
                      <a:pt x="1754059" y="1456055"/>
                    </a:lnTo>
                    <a:lnTo>
                      <a:pt x="1757308" y="1452806"/>
                    </a:lnTo>
                    <a:lnTo>
                      <a:pt x="1777117" y="1452806"/>
                    </a:lnTo>
                    <a:lnTo>
                      <a:pt x="1778244" y="1453933"/>
                    </a:lnTo>
                    <a:lnTo>
                      <a:pt x="1778244" y="1456055"/>
                    </a:lnTo>
                    <a:lnTo>
                      <a:pt x="1780366" y="1458176"/>
                    </a:lnTo>
                    <a:lnTo>
                      <a:pt x="1780366" y="1463692"/>
                    </a:lnTo>
                    <a:lnTo>
                      <a:pt x="1785882" y="1458176"/>
                    </a:lnTo>
                    <a:lnTo>
                      <a:pt x="1785882" y="1453933"/>
                    </a:lnTo>
                    <a:lnTo>
                      <a:pt x="1787009" y="1452806"/>
                    </a:lnTo>
                    <a:lnTo>
                      <a:pt x="1790125" y="1452806"/>
                    </a:lnTo>
                    <a:lnTo>
                      <a:pt x="1790125" y="1447569"/>
                    </a:lnTo>
                    <a:lnTo>
                      <a:pt x="1792246" y="1445447"/>
                    </a:lnTo>
                    <a:lnTo>
                      <a:pt x="1792246" y="1433434"/>
                    </a:lnTo>
                    <a:lnTo>
                      <a:pt x="1790125" y="1431312"/>
                    </a:lnTo>
                    <a:lnTo>
                      <a:pt x="1790125" y="1427069"/>
                    </a:lnTo>
                    <a:lnTo>
                      <a:pt x="1788003" y="1424948"/>
                    </a:lnTo>
                    <a:lnTo>
                      <a:pt x="1788003" y="1422826"/>
                    </a:lnTo>
                    <a:lnTo>
                      <a:pt x="1783760" y="1418583"/>
                    </a:lnTo>
                    <a:lnTo>
                      <a:pt x="1783760" y="1415467"/>
                    </a:lnTo>
                    <a:lnTo>
                      <a:pt x="1780645" y="1415467"/>
                    </a:lnTo>
                    <a:lnTo>
                      <a:pt x="1778523" y="1413346"/>
                    </a:lnTo>
                    <a:lnTo>
                      <a:pt x="1776402" y="1413346"/>
                    </a:lnTo>
                    <a:lnTo>
                      <a:pt x="1774280" y="1411224"/>
                    </a:lnTo>
                    <a:lnTo>
                      <a:pt x="1772159" y="1411224"/>
                    </a:lnTo>
                    <a:lnTo>
                      <a:pt x="1767916" y="1406981"/>
                    </a:lnTo>
                    <a:lnTo>
                      <a:pt x="1762267" y="1406981"/>
                    </a:lnTo>
                    <a:lnTo>
                      <a:pt x="1760848" y="1408400"/>
                    </a:lnTo>
                    <a:lnTo>
                      <a:pt x="1759430" y="1406981"/>
                    </a:lnTo>
                    <a:lnTo>
                      <a:pt x="1753781" y="1406981"/>
                    </a:lnTo>
                    <a:close/>
                    <a:moveTo>
                      <a:pt x="1417589" y="1381523"/>
                    </a:moveTo>
                    <a:lnTo>
                      <a:pt x="1417589" y="1384639"/>
                    </a:lnTo>
                    <a:lnTo>
                      <a:pt x="1416462" y="1385766"/>
                    </a:lnTo>
                    <a:lnTo>
                      <a:pt x="1413346" y="1385766"/>
                    </a:lnTo>
                    <a:lnTo>
                      <a:pt x="1413346" y="1391003"/>
                    </a:lnTo>
                    <a:lnTo>
                      <a:pt x="1411224" y="1393125"/>
                    </a:lnTo>
                    <a:lnTo>
                      <a:pt x="1411224" y="1396652"/>
                    </a:lnTo>
                    <a:lnTo>
                      <a:pt x="1413346" y="1398774"/>
                    </a:lnTo>
                    <a:lnTo>
                      <a:pt x="1413346" y="1403017"/>
                    </a:lnTo>
                    <a:lnTo>
                      <a:pt x="1418583" y="1408254"/>
                    </a:lnTo>
                    <a:lnTo>
                      <a:pt x="1422826" y="1408254"/>
                    </a:lnTo>
                    <a:lnTo>
                      <a:pt x="1424948" y="1410376"/>
                    </a:lnTo>
                    <a:lnTo>
                      <a:pt x="1428475" y="1410376"/>
                    </a:lnTo>
                    <a:lnTo>
                      <a:pt x="1430597" y="1408254"/>
                    </a:lnTo>
                    <a:lnTo>
                      <a:pt x="1432718" y="1408254"/>
                    </a:lnTo>
                    <a:lnTo>
                      <a:pt x="1434840" y="1406133"/>
                    </a:lnTo>
                    <a:lnTo>
                      <a:pt x="1437955" y="1406133"/>
                    </a:lnTo>
                    <a:lnTo>
                      <a:pt x="1437955" y="1403017"/>
                    </a:lnTo>
                    <a:lnTo>
                      <a:pt x="1440077" y="1400895"/>
                    </a:lnTo>
                    <a:lnTo>
                      <a:pt x="1440077" y="1398774"/>
                    </a:lnTo>
                    <a:lnTo>
                      <a:pt x="1442198" y="1396652"/>
                    </a:lnTo>
                    <a:lnTo>
                      <a:pt x="1442198" y="1393125"/>
                    </a:lnTo>
                    <a:lnTo>
                      <a:pt x="1440077" y="1391003"/>
                    </a:lnTo>
                    <a:lnTo>
                      <a:pt x="1440077" y="1386760"/>
                    </a:lnTo>
                    <a:lnTo>
                      <a:pt x="1434840" y="1381523"/>
                    </a:lnTo>
                    <a:lnTo>
                      <a:pt x="1417589" y="1381523"/>
                    </a:lnTo>
                    <a:close/>
                    <a:moveTo>
                      <a:pt x="149924" y="1037840"/>
                    </a:moveTo>
                    <a:lnTo>
                      <a:pt x="147802" y="1039961"/>
                    </a:lnTo>
                    <a:lnTo>
                      <a:pt x="143559" y="1039961"/>
                    </a:lnTo>
                    <a:lnTo>
                      <a:pt x="141438" y="1042083"/>
                    </a:lnTo>
                    <a:lnTo>
                      <a:pt x="139316" y="1042083"/>
                    </a:lnTo>
                    <a:lnTo>
                      <a:pt x="135073" y="1046326"/>
                    </a:lnTo>
                    <a:lnTo>
                      <a:pt x="131958" y="1046326"/>
                    </a:lnTo>
                    <a:lnTo>
                      <a:pt x="131958" y="1049441"/>
                    </a:lnTo>
                    <a:lnTo>
                      <a:pt x="127715" y="1053684"/>
                    </a:lnTo>
                    <a:lnTo>
                      <a:pt x="127715" y="1055806"/>
                    </a:lnTo>
                    <a:lnTo>
                      <a:pt x="125593" y="1057927"/>
                    </a:lnTo>
                    <a:lnTo>
                      <a:pt x="125593" y="1062170"/>
                    </a:lnTo>
                    <a:lnTo>
                      <a:pt x="123472" y="1064292"/>
                    </a:lnTo>
                    <a:lnTo>
                      <a:pt x="123472" y="1076305"/>
                    </a:lnTo>
                    <a:lnTo>
                      <a:pt x="127012" y="1079845"/>
                    </a:lnTo>
                    <a:lnTo>
                      <a:pt x="124890" y="1081967"/>
                    </a:lnTo>
                    <a:lnTo>
                      <a:pt x="127715" y="1084791"/>
                    </a:lnTo>
                    <a:lnTo>
                      <a:pt x="127715" y="1086913"/>
                    </a:lnTo>
                    <a:lnTo>
                      <a:pt x="130830" y="1090029"/>
                    </a:lnTo>
                    <a:lnTo>
                      <a:pt x="132952" y="1090029"/>
                    </a:lnTo>
                    <a:lnTo>
                      <a:pt x="136201" y="1093277"/>
                    </a:lnTo>
                    <a:lnTo>
                      <a:pt x="136201" y="1096393"/>
                    </a:lnTo>
                    <a:lnTo>
                      <a:pt x="141438" y="1096393"/>
                    </a:lnTo>
                    <a:lnTo>
                      <a:pt x="146384" y="1101339"/>
                    </a:lnTo>
                    <a:lnTo>
                      <a:pt x="148505" y="1099218"/>
                    </a:lnTo>
                    <a:lnTo>
                      <a:pt x="149924" y="1100636"/>
                    </a:lnTo>
                    <a:lnTo>
                      <a:pt x="166180" y="1100636"/>
                    </a:lnTo>
                    <a:lnTo>
                      <a:pt x="168302" y="1098515"/>
                    </a:lnTo>
                    <a:lnTo>
                      <a:pt x="170423" y="1098515"/>
                    </a:lnTo>
                    <a:lnTo>
                      <a:pt x="176364" y="1092574"/>
                    </a:lnTo>
                    <a:lnTo>
                      <a:pt x="173539" y="1089750"/>
                    </a:lnTo>
                    <a:lnTo>
                      <a:pt x="173539" y="1048726"/>
                    </a:lnTo>
                    <a:lnTo>
                      <a:pt x="176364" y="1045901"/>
                    </a:lnTo>
                    <a:lnTo>
                      <a:pt x="172545" y="1042083"/>
                    </a:lnTo>
                    <a:lnTo>
                      <a:pt x="170423" y="1042083"/>
                    </a:lnTo>
                    <a:lnTo>
                      <a:pt x="167599" y="1039258"/>
                    </a:lnTo>
                    <a:lnTo>
                      <a:pt x="165477" y="1041380"/>
                    </a:lnTo>
                    <a:lnTo>
                      <a:pt x="161937" y="1037840"/>
                    </a:lnTo>
                    <a:lnTo>
                      <a:pt x="149924" y="1037840"/>
                    </a:lnTo>
                    <a:close/>
                    <a:moveTo>
                      <a:pt x="1610221" y="914089"/>
                    </a:moveTo>
                    <a:lnTo>
                      <a:pt x="1607397" y="916914"/>
                    </a:lnTo>
                    <a:lnTo>
                      <a:pt x="1603154" y="916914"/>
                    </a:lnTo>
                    <a:lnTo>
                      <a:pt x="1601735" y="918332"/>
                    </a:lnTo>
                    <a:lnTo>
                      <a:pt x="1599614" y="916211"/>
                    </a:lnTo>
                    <a:lnTo>
                      <a:pt x="1596789" y="919035"/>
                    </a:lnTo>
                    <a:lnTo>
                      <a:pt x="1594668" y="919035"/>
                    </a:lnTo>
                    <a:lnTo>
                      <a:pt x="1592546" y="921157"/>
                    </a:lnTo>
                    <a:lnTo>
                      <a:pt x="1590425" y="921157"/>
                    </a:lnTo>
                    <a:lnTo>
                      <a:pt x="1587309" y="924273"/>
                    </a:lnTo>
                    <a:lnTo>
                      <a:pt x="1587309" y="926394"/>
                    </a:lnTo>
                    <a:lnTo>
                      <a:pt x="1584060" y="929643"/>
                    </a:lnTo>
                    <a:lnTo>
                      <a:pt x="1580945" y="929643"/>
                    </a:lnTo>
                    <a:lnTo>
                      <a:pt x="1580945" y="934880"/>
                    </a:lnTo>
                    <a:lnTo>
                      <a:pt x="1579817" y="936007"/>
                    </a:lnTo>
                    <a:lnTo>
                      <a:pt x="1576702" y="936007"/>
                    </a:lnTo>
                    <a:lnTo>
                      <a:pt x="1576702" y="943366"/>
                    </a:lnTo>
                    <a:lnTo>
                      <a:pt x="1574580" y="945488"/>
                    </a:lnTo>
                    <a:lnTo>
                      <a:pt x="1574580" y="957501"/>
                    </a:lnTo>
                    <a:lnTo>
                      <a:pt x="1576702" y="959623"/>
                    </a:lnTo>
                    <a:lnTo>
                      <a:pt x="1576702" y="964860"/>
                    </a:lnTo>
                    <a:lnTo>
                      <a:pt x="1586182" y="964860"/>
                    </a:lnTo>
                    <a:lnTo>
                      <a:pt x="1589431" y="968109"/>
                    </a:lnTo>
                    <a:lnTo>
                      <a:pt x="1589431" y="979989"/>
                    </a:lnTo>
                    <a:lnTo>
                      <a:pt x="1593952" y="975467"/>
                    </a:lnTo>
                    <a:lnTo>
                      <a:pt x="1609518" y="975467"/>
                    </a:lnTo>
                    <a:lnTo>
                      <a:pt x="1617010" y="982959"/>
                    </a:lnTo>
                    <a:lnTo>
                      <a:pt x="1617010" y="986075"/>
                    </a:lnTo>
                    <a:lnTo>
                      <a:pt x="1621532" y="986075"/>
                    </a:lnTo>
                    <a:lnTo>
                      <a:pt x="1623653" y="983953"/>
                    </a:lnTo>
                    <a:lnTo>
                      <a:pt x="1625775" y="983953"/>
                    </a:lnTo>
                    <a:lnTo>
                      <a:pt x="1627896" y="981832"/>
                    </a:lnTo>
                    <a:lnTo>
                      <a:pt x="1630018" y="981832"/>
                    </a:lnTo>
                    <a:lnTo>
                      <a:pt x="1633134" y="978716"/>
                    </a:lnTo>
                    <a:lnTo>
                      <a:pt x="1633134" y="976595"/>
                    </a:lnTo>
                    <a:lnTo>
                      <a:pt x="1636382" y="973346"/>
                    </a:lnTo>
                    <a:lnTo>
                      <a:pt x="1638504" y="973346"/>
                    </a:lnTo>
                    <a:lnTo>
                      <a:pt x="1641620" y="970230"/>
                    </a:lnTo>
                    <a:lnTo>
                      <a:pt x="1641620" y="968109"/>
                    </a:lnTo>
                    <a:lnTo>
                      <a:pt x="1644444" y="965284"/>
                    </a:lnTo>
                    <a:lnTo>
                      <a:pt x="1642323" y="963163"/>
                    </a:lnTo>
                    <a:lnTo>
                      <a:pt x="1645863" y="959623"/>
                    </a:lnTo>
                    <a:lnTo>
                      <a:pt x="1645863" y="943366"/>
                    </a:lnTo>
                    <a:lnTo>
                      <a:pt x="1643741" y="941245"/>
                    </a:lnTo>
                    <a:lnTo>
                      <a:pt x="1643741" y="937002"/>
                    </a:lnTo>
                    <a:lnTo>
                      <a:pt x="1641620" y="934880"/>
                    </a:lnTo>
                    <a:lnTo>
                      <a:pt x="1641620" y="931764"/>
                    </a:lnTo>
                    <a:lnTo>
                      <a:pt x="1638504" y="931764"/>
                    </a:lnTo>
                    <a:lnTo>
                      <a:pt x="1637377" y="930637"/>
                    </a:lnTo>
                    <a:lnTo>
                      <a:pt x="1637377" y="928516"/>
                    </a:lnTo>
                    <a:lnTo>
                      <a:pt x="1634261" y="925400"/>
                    </a:lnTo>
                    <a:lnTo>
                      <a:pt x="1632139" y="925400"/>
                    </a:lnTo>
                    <a:lnTo>
                      <a:pt x="1631012" y="924273"/>
                    </a:lnTo>
                    <a:lnTo>
                      <a:pt x="1631012" y="921157"/>
                    </a:lnTo>
                    <a:lnTo>
                      <a:pt x="1625775" y="921157"/>
                    </a:lnTo>
                    <a:lnTo>
                      <a:pt x="1620829" y="916211"/>
                    </a:lnTo>
                    <a:lnTo>
                      <a:pt x="1618707" y="918332"/>
                    </a:lnTo>
                    <a:lnTo>
                      <a:pt x="1617289" y="916914"/>
                    </a:lnTo>
                    <a:lnTo>
                      <a:pt x="1613046" y="916914"/>
                    </a:lnTo>
                    <a:lnTo>
                      <a:pt x="1610221" y="914089"/>
                    </a:lnTo>
                    <a:close/>
                    <a:moveTo>
                      <a:pt x="1278564" y="870241"/>
                    </a:moveTo>
                    <a:lnTo>
                      <a:pt x="1276442" y="872362"/>
                    </a:lnTo>
                    <a:lnTo>
                      <a:pt x="1267956" y="872362"/>
                    </a:lnTo>
                    <a:lnTo>
                      <a:pt x="1265835" y="874484"/>
                    </a:lnTo>
                    <a:lnTo>
                      <a:pt x="1242498" y="874484"/>
                    </a:lnTo>
                    <a:lnTo>
                      <a:pt x="1239383" y="877600"/>
                    </a:lnTo>
                    <a:lnTo>
                      <a:pt x="1239383" y="881843"/>
                    </a:lnTo>
                    <a:lnTo>
                      <a:pt x="1237261" y="883964"/>
                    </a:lnTo>
                    <a:lnTo>
                      <a:pt x="1237261" y="891735"/>
                    </a:lnTo>
                    <a:lnTo>
                      <a:pt x="1239383" y="893856"/>
                    </a:lnTo>
                    <a:lnTo>
                      <a:pt x="1239383" y="898099"/>
                    </a:lnTo>
                    <a:lnTo>
                      <a:pt x="1243626" y="902342"/>
                    </a:lnTo>
                    <a:lnTo>
                      <a:pt x="1243626" y="905458"/>
                    </a:lnTo>
                    <a:lnTo>
                      <a:pt x="1246741" y="905458"/>
                    </a:lnTo>
                    <a:lnTo>
                      <a:pt x="1247869" y="906585"/>
                    </a:lnTo>
                    <a:lnTo>
                      <a:pt x="1247869" y="909701"/>
                    </a:lnTo>
                    <a:lnTo>
                      <a:pt x="1250984" y="909701"/>
                    </a:lnTo>
                    <a:lnTo>
                      <a:pt x="1255227" y="913944"/>
                    </a:lnTo>
                    <a:lnTo>
                      <a:pt x="1269362" y="913944"/>
                    </a:lnTo>
                    <a:lnTo>
                      <a:pt x="1270781" y="912525"/>
                    </a:lnTo>
                    <a:lnTo>
                      <a:pt x="1272902" y="914647"/>
                    </a:lnTo>
                    <a:lnTo>
                      <a:pt x="1275727" y="911822"/>
                    </a:lnTo>
                    <a:lnTo>
                      <a:pt x="1277848" y="911822"/>
                    </a:lnTo>
                    <a:lnTo>
                      <a:pt x="1282091" y="907579"/>
                    </a:lnTo>
                    <a:lnTo>
                      <a:pt x="1285207" y="907579"/>
                    </a:lnTo>
                    <a:lnTo>
                      <a:pt x="1285207" y="904464"/>
                    </a:lnTo>
                    <a:lnTo>
                      <a:pt x="1289450" y="900221"/>
                    </a:lnTo>
                    <a:lnTo>
                      <a:pt x="1289450" y="895978"/>
                    </a:lnTo>
                    <a:lnTo>
                      <a:pt x="1291571" y="893856"/>
                    </a:lnTo>
                    <a:lnTo>
                      <a:pt x="1291571" y="881843"/>
                    </a:lnTo>
                    <a:lnTo>
                      <a:pt x="1289450" y="879721"/>
                    </a:lnTo>
                    <a:lnTo>
                      <a:pt x="1289450" y="875478"/>
                    </a:lnTo>
                    <a:lnTo>
                      <a:pt x="1286334" y="872362"/>
                    </a:lnTo>
                    <a:lnTo>
                      <a:pt x="1284213" y="872362"/>
                    </a:lnTo>
                    <a:lnTo>
                      <a:pt x="1282091" y="870241"/>
                    </a:lnTo>
                    <a:lnTo>
                      <a:pt x="1278564" y="870241"/>
                    </a:lnTo>
                    <a:close/>
                    <a:moveTo>
                      <a:pt x="1210676" y="675063"/>
                    </a:moveTo>
                    <a:lnTo>
                      <a:pt x="1208554" y="677184"/>
                    </a:lnTo>
                    <a:lnTo>
                      <a:pt x="1206433" y="677184"/>
                    </a:lnTo>
                    <a:lnTo>
                      <a:pt x="1202190" y="681427"/>
                    </a:lnTo>
                    <a:lnTo>
                      <a:pt x="1200068" y="681427"/>
                    </a:lnTo>
                    <a:lnTo>
                      <a:pt x="1196952" y="684543"/>
                    </a:lnTo>
                    <a:lnTo>
                      <a:pt x="1196952" y="688786"/>
                    </a:lnTo>
                    <a:lnTo>
                      <a:pt x="1195825" y="689913"/>
                    </a:lnTo>
                    <a:lnTo>
                      <a:pt x="1192709" y="689913"/>
                    </a:lnTo>
                    <a:lnTo>
                      <a:pt x="1192709" y="697272"/>
                    </a:lnTo>
                    <a:lnTo>
                      <a:pt x="1190588" y="699393"/>
                    </a:lnTo>
                    <a:lnTo>
                      <a:pt x="1190588" y="702921"/>
                    </a:lnTo>
                    <a:lnTo>
                      <a:pt x="1192709" y="705042"/>
                    </a:lnTo>
                    <a:lnTo>
                      <a:pt x="1192709" y="707164"/>
                    </a:lnTo>
                    <a:lnTo>
                      <a:pt x="1194128" y="708582"/>
                    </a:lnTo>
                    <a:lnTo>
                      <a:pt x="1192006" y="710704"/>
                    </a:lnTo>
                    <a:lnTo>
                      <a:pt x="1194831" y="713528"/>
                    </a:lnTo>
                    <a:lnTo>
                      <a:pt x="1194831" y="715650"/>
                    </a:lnTo>
                    <a:lnTo>
                      <a:pt x="1202190" y="723008"/>
                    </a:lnTo>
                    <a:lnTo>
                      <a:pt x="1204311" y="723008"/>
                    </a:lnTo>
                    <a:lnTo>
                      <a:pt x="1209257" y="727954"/>
                    </a:lnTo>
                    <a:lnTo>
                      <a:pt x="1211379" y="725833"/>
                    </a:lnTo>
                    <a:lnTo>
                      <a:pt x="1212797" y="727251"/>
                    </a:lnTo>
                    <a:lnTo>
                      <a:pt x="1218446" y="727251"/>
                    </a:lnTo>
                    <a:lnTo>
                      <a:pt x="1220568" y="725130"/>
                    </a:lnTo>
                    <a:lnTo>
                      <a:pt x="1231175" y="725130"/>
                    </a:lnTo>
                    <a:lnTo>
                      <a:pt x="1233297" y="723008"/>
                    </a:lnTo>
                    <a:lnTo>
                      <a:pt x="1235418" y="723008"/>
                    </a:lnTo>
                    <a:lnTo>
                      <a:pt x="1238534" y="719893"/>
                    </a:lnTo>
                    <a:lnTo>
                      <a:pt x="1238534" y="717771"/>
                    </a:lnTo>
                    <a:lnTo>
                      <a:pt x="1242777" y="713528"/>
                    </a:lnTo>
                    <a:lnTo>
                      <a:pt x="1242777" y="711407"/>
                    </a:lnTo>
                    <a:lnTo>
                      <a:pt x="1244898" y="709285"/>
                    </a:lnTo>
                    <a:lnTo>
                      <a:pt x="1244898" y="695150"/>
                    </a:lnTo>
                    <a:lnTo>
                      <a:pt x="1242777" y="693029"/>
                    </a:lnTo>
                    <a:lnTo>
                      <a:pt x="1242777" y="688786"/>
                    </a:lnTo>
                    <a:lnTo>
                      <a:pt x="1231175" y="677184"/>
                    </a:lnTo>
                    <a:lnTo>
                      <a:pt x="1229054" y="677184"/>
                    </a:lnTo>
                    <a:lnTo>
                      <a:pt x="1226932" y="675063"/>
                    </a:lnTo>
                    <a:lnTo>
                      <a:pt x="1210676" y="675063"/>
                    </a:lnTo>
                    <a:close/>
                    <a:moveTo>
                      <a:pt x="1751938" y="636597"/>
                    </a:moveTo>
                    <a:lnTo>
                      <a:pt x="1745295" y="643240"/>
                    </a:lnTo>
                    <a:lnTo>
                      <a:pt x="1742179" y="643240"/>
                    </a:lnTo>
                    <a:lnTo>
                      <a:pt x="1742179" y="646356"/>
                    </a:lnTo>
                    <a:lnTo>
                      <a:pt x="1741052" y="647483"/>
                    </a:lnTo>
                    <a:lnTo>
                      <a:pt x="1738930" y="647483"/>
                    </a:lnTo>
                    <a:lnTo>
                      <a:pt x="1735814" y="650599"/>
                    </a:lnTo>
                    <a:lnTo>
                      <a:pt x="1735814" y="652720"/>
                    </a:lnTo>
                    <a:lnTo>
                      <a:pt x="1733693" y="654842"/>
                    </a:lnTo>
                    <a:lnTo>
                      <a:pt x="1733693" y="659085"/>
                    </a:lnTo>
                    <a:lnTo>
                      <a:pt x="1731571" y="661206"/>
                    </a:lnTo>
                    <a:lnTo>
                      <a:pt x="1731571" y="666855"/>
                    </a:lnTo>
                    <a:lnTo>
                      <a:pt x="1733693" y="668977"/>
                    </a:lnTo>
                    <a:lnTo>
                      <a:pt x="1733693" y="671098"/>
                    </a:lnTo>
                    <a:lnTo>
                      <a:pt x="1735111" y="672517"/>
                    </a:lnTo>
                    <a:lnTo>
                      <a:pt x="1732990" y="674638"/>
                    </a:lnTo>
                    <a:lnTo>
                      <a:pt x="1737936" y="679584"/>
                    </a:lnTo>
                    <a:lnTo>
                      <a:pt x="1737936" y="681706"/>
                    </a:lnTo>
                    <a:lnTo>
                      <a:pt x="1743173" y="686943"/>
                    </a:lnTo>
                    <a:lnTo>
                      <a:pt x="1747416" y="686943"/>
                    </a:lnTo>
                    <a:lnTo>
                      <a:pt x="1751659" y="691186"/>
                    </a:lnTo>
                    <a:lnTo>
                      <a:pt x="1767916" y="691186"/>
                    </a:lnTo>
                    <a:lnTo>
                      <a:pt x="1770037" y="689064"/>
                    </a:lnTo>
                    <a:lnTo>
                      <a:pt x="1772159" y="689064"/>
                    </a:lnTo>
                    <a:lnTo>
                      <a:pt x="1783760" y="677463"/>
                    </a:lnTo>
                    <a:lnTo>
                      <a:pt x="1783760" y="673220"/>
                    </a:lnTo>
                    <a:lnTo>
                      <a:pt x="1785882" y="671098"/>
                    </a:lnTo>
                    <a:lnTo>
                      <a:pt x="1785882" y="656963"/>
                    </a:lnTo>
                    <a:lnTo>
                      <a:pt x="1783760" y="654842"/>
                    </a:lnTo>
                    <a:lnTo>
                      <a:pt x="1783760" y="652720"/>
                    </a:lnTo>
                    <a:lnTo>
                      <a:pt x="1780645" y="649604"/>
                    </a:lnTo>
                    <a:lnTo>
                      <a:pt x="1777117" y="649604"/>
                    </a:lnTo>
                    <a:lnTo>
                      <a:pt x="1774996" y="651726"/>
                    </a:lnTo>
                    <a:lnTo>
                      <a:pt x="1755187" y="651726"/>
                    </a:lnTo>
                    <a:lnTo>
                      <a:pt x="1751938" y="648477"/>
                    </a:lnTo>
                    <a:lnTo>
                      <a:pt x="1751938" y="636597"/>
                    </a:lnTo>
                    <a:close/>
                    <a:moveTo>
                      <a:pt x="1277145" y="534340"/>
                    </a:moveTo>
                    <a:lnTo>
                      <a:pt x="1274321" y="537165"/>
                    </a:lnTo>
                    <a:lnTo>
                      <a:pt x="1272199" y="537165"/>
                    </a:lnTo>
                    <a:lnTo>
                      <a:pt x="1267956" y="541408"/>
                    </a:lnTo>
                    <a:lnTo>
                      <a:pt x="1264841" y="541408"/>
                    </a:lnTo>
                    <a:lnTo>
                      <a:pt x="1264841" y="544523"/>
                    </a:lnTo>
                    <a:lnTo>
                      <a:pt x="1260598" y="548766"/>
                    </a:lnTo>
                    <a:lnTo>
                      <a:pt x="1260598" y="550888"/>
                    </a:lnTo>
                    <a:lnTo>
                      <a:pt x="1258476" y="553009"/>
                    </a:lnTo>
                    <a:lnTo>
                      <a:pt x="1258476" y="572382"/>
                    </a:lnTo>
                    <a:lnTo>
                      <a:pt x="1261592" y="572382"/>
                    </a:lnTo>
                    <a:lnTo>
                      <a:pt x="1262719" y="573509"/>
                    </a:lnTo>
                    <a:lnTo>
                      <a:pt x="1262719" y="577752"/>
                    </a:lnTo>
                    <a:lnTo>
                      <a:pt x="1267956" y="582989"/>
                    </a:lnTo>
                    <a:lnTo>
                      <a:pt x="1272199" y="582989"/>
                    </a:lnTo>
                    <a:lnTo>
                      <a:pt x="1276442" y="587232"/>
                    </a:lnTo>
                    <a:lnTo>
                      <a:pt x="1282091" y="587232"/>
                    </a:lnTo>
                    <a:lnTo>
                      <a:pt x="1284213" y="585111"/>
                    </a:lnTo>
                    <a:lnTo>
                      <a:pt x="1294820" y="585111"/>
                    </a:lnTo>
                    <a:lnTo>
                      <a:pt x="1296942" y="582989"/>
                    </a:lnTo>
                    <a:lnTo>
                      <a:pt x="1301185" y="582989"/>
                    </a:lnTo>
                    <a:lnTo>
                      <a:pt x="1306422" y="577752"/>
                    </a:lnTo>
                    <a:lnTo>
                      <a:pt x="1306422" y="575631"/>
                    </a:lnTo>
                    <a:lnTo>
                      <a:pt x="1308544" y="573509"/>
                    </a:lnTo>
                    <a:lnTo>
                      <a:pt x="1308544" y="571388"/>
                    </a:lnTo>
                    <a:lnTo>
                      <a:pt x="1310665" y="569266"/>
                    </a:lnTo>
                    <a:lnTo>
                      <a:pt x="1310665" y="557252"/>
                    </a:lnTo>
                    <a:lnTo>
                      <a:pt x="1309247" y="555834"/>
                    </a:lnTo>
                    <a:lnTo>
                      <a:pt x="1311368" y="553712"/>
                    </a:lnTo>
                    <a:lnTo>
                      <a:pt x="1308544" y="550888"/>
                    </a:lnTo>
                    <a:lnTo>
                      <a:pt x="1308544" y="548766"/>
                    </a:lnTo>
                    <a:lnTo>
                      <a:pt x="1304301" y="544523"/>
                    </a:lnTo>
                    <a:lnTo>
                      <a:pt x="1304301" y="541408"/>
                    </a:lnTo>
                    <a:lnTo>
                      <a:pt x="1301185" y="541408"/>
                    </a:lnTo>
                    <a:lnTo>
                      <a:pt x="1296942" y="537165"/>
                    </a:lnTo>
                    <a:lnTo>
                      <a:pt x="1294820" y="537165"/>
                    </a:lnTo>
                    <a:lnTo>
                      <a:pt x="1291996" y="534340"/>
                    </a:lnTo>
                    <a:lnTo>
                      <a:pt x="1289874" y="536462"/>
                    </a:lnTo>
                    <a:lnTo>
                      <a:pt x="1288456" y="535043"/>
                    </a:lnTo>
                    <a:lnTo>
                      <a:pt x="1280685" y="535043"/>
                    </a:lnTo>
                    <a:lnTo>
                      <a:pt x="1279267" y="536462"/>
                    </a:lnTo>
                    <a:lnTo>
                      <a:pt x="1277145" y="534340"/>
                    </a:lnTo>
                    <a:close/>
                    <a:moveTo>
                      <a:pt x="1438380" y="496153"/>
                    </a:moveTo>
                    <a:lnTo>
                      <a:pt x="1435555" y="498978"/>
                    </a:lnTo>
                    <a:lnTo>
                      <a:pt x="1433434" y="498978"/>
                    </a:lnTo>
                    <a:lnTo>
                      <a:pt x="1431312" y="501099"/>
                    </a:lnTo>
                    <a:lnTo>
                      <a:pt x="1428475" y="501099"/>
                    </a:lnTo>
                    <a:lnTo>
                      <a:pt x="1426354" y="498978"/>
                    </a:lnTo>
                    <a:lnTo>
                      <a:pt x="1420705" y="498978"/>
                    </a:lnTo>
                    <a:lnTo>
                      <a:pt x="1418583" y="501099"/>
                    </a:lnTo>
                    <a:lnTo>
                      <a:pt x="1416462" y="501099"/>
                    </a:lnTo>
                    <a:lnTo>
                      <a:pt x="1414340" y="503221"/>
                    </a:lnTo>
                    <a:lnTo>
                      <a:pt x="1406981" y="503221"/>
                    </a:lnTo>
                    <a:lnTo>
                      <a:pt x="1406981" y="506336"/>
                    </a:lnTo>
                    <a:lnTo>
                      <a:pt x="1404157" y="509161"/>
                    </a:lnTo>
                    <a:lnTo>
                      <a:pt x="1406278" y="511282"/>
                    </a:lnTo>
                    <a:lnTo>
                      <a:pt x="1404860" y="512701"/>
                    </a:lnTo>
                    <a:lnTo>
                      <a:pt x="1404860" y="524714"/>
                    </a:lnTo>
                    <a:lnTo>
                      <a:pt x="1409103" y="528957"/>
                    </a:lnTo>
                    <a:lnTo>
                      <a:pt x="1409103" y="531079"/>
                    </a:lnTo>
                    <a:lnTo>
                      <a:pt x="1416462" y="538438"/>
                    </a:lnTo>
                    <a:lnTo>
                      <a:pt x="1418583" y="538438"/>
                    </a:lnTo>
                    <a:lnTo>
                      <a:pt x="1420705" y="540559"/>
                    </a:lnTo>
                    <a:lnTo>
                      <a:pt x="1422826" y="540559"/>
                    </a:lnTo>
                    <a:lnTo>
                      <a:pt x="1424948" y="542681"/>
                    </a:lnTo>
                    <a:lnTo>
                      <a:pt x="1439083" y="542681"/>
                    </a:lnTo>
                    <a:lnTo>
                      <a:pt x="1441204" y="540559"/>
                    </a:lnTo>
                    <a:lnTo>
                      <a:pt x="1443326" y="540559"/>
                    </a:lnTo>
                    <a:lnTo>
                      <a:pt x="1447569" y="536316"/>
                    </a:lnTo>
                    <a:lnTo>
                      <a:pt x="1450684" y="536316"/>
                    </a:lnTo>
                    <a:lnTo>
                      <a:pt x="1450684" y="533200"/>
                    </a:lnTo>
                    <a:lnTo>
                      <a:pt x="1454927" y="528957"/>
                    </a:lnTo>
                    <a:lnTo>
                      <a:pt x="1454927" y="526836"/>
                    </a:lnTo>
                    <a:lnTo>
                      <a:pt x="1457049" y="524714"/>
                    </a:lnTo>
                    <a:lnTo>
                      <a:pt x="1457049" y="518350"/>
                    </a:lnTo>
                    <a:lnTo>
                      <a:pt x="1459873" y="515525"/>
                    </a:lnTo>
                    <a:lnTo>
                      <a:pt x="1457049" y="512701"/>
                    </a:lnTo>
                    <a:lnTo>
                      <a:pt x="1457049" y="510579"/>
                    </a:lnTo>
                    <a:lnTo>
                      <a:pt x="1455630" y="509161"/>
                    </a:lnTo>
                    <a:lnTo>
                      <a:pt x="1457752" y="507039"/>
                    </a:lnTo>
                    <a:lnTo>
                      <a:pt x="1453933" y="503221"/>
                    </a:lnTo>
                    <a:lnTo>
                      <a:pt x="1447569" y="503221"/>
                    </a:lnTo>
                    <a:lnTo>
                      <a:pt x="1445447" y="501099"/>
                    </a:lnTo>
                    <a:lnTo>
                      <a:pt x="1443326" y="501099"/>
                    </a:lnTo>
                    <a:lnTo>
                      <a:pt x="1438380" y="496153"/>
                    </a:lnTo>
                    <a:close/>
                    <a:moveTo>
                      <a:pt x="1612343" y="394321"/>
                    </a:moveTo>
                    <a:lnTo>
                      <a:pt x="1609518" y="397146"/>
                    </a:lnTo>
                    <a:lnTo>
                      <a:pt x="1601032" y="397146"/>
                    </a:lnTo>
                    <a:lnTo>
                      <a:pt x="1598911" y="399267"/>
                    </a:lnTo>
                    <a:lnTo>
                      <a:pt x="1579817" y="399267"/>
                    </a:lnTo>
                    <a:lnTo>
                      <a:pt x="1577696" y="401389"/>
                    </a:lnTo>
                    <a:lnTo>
                      <a:pt x="1574580" y="401389"/>
                    </a:lnTo>
                    <a:lnTo>
                      <a:pt x="1574580" y="408747"/>
                    </a:lnTo>
                    <a:lnTo>
                      <a:pt x="1572459" y="410869"/>
                    </a:lnTo>
                    <a:lnTo>
                      <a:pt x="1572459" y="414396"/>
                    </a:lnTo>
                    <a:lnTo>
                      <a:pt x="1574580" y="416518"/>
                    </a:lnTo>
                    <a:lnTo>
                      <a:pt x="1574580" y="422882"/>
                    </a:lnTo>
                    <a:lnTo>
                      <a:pt x="1576702" y="425004"/>
                    </a:lnTo>
                    <a:lnTo>
                      <a:pt x="1576702" y="427125"/>
                    </a:lnTo>
                    <a:lnTo>
                      <a:pt x="1586182" y="436605"/>
                    </a:lnTo>
                    <a:lnTo>
                      <a:pt x="1588303" y="436605"/>
                    </a:lnTo>
                    <a:lnTo>
                      <a:pt x="1590425" y="438727"/>
                    </a:lnTo>
                    <a:lnTo>
                      <a:pt x="1596789" y="438727"/>
                    </a:lnTo>
                    <a:lnTo>
                      <a:pt x="1598911" y="440848"/>
                    </a:lnTo>
                    <a:lnTo>
                      <a:pt x="1602438" y="440848"/>
                    </a:lnTo>
                    <a:lnTo>
                      <a:pt x="1604560" y="438727"/>
                    </a:lnTo>
                    <a:lnTo>
                      <a:pt x="1610924" y="438727"/>
                    </a:lnTo>
                    <a:lnTo>
                      <a:pt x="1615167" y="434484"/>
                    </a:lnTo>
                    <a:lnTo>
                      <a:pt x="1617289" y="434484"/>
                    </a:lnTo>
                    <a:lnTo>
                      <a:pt x="1620405" y="431368"/>
                    </a:lnTo>
                    <a:lnTo>
                      <a:pt x="1620405" y="429247"/>
                    </a:lnTo>
                    <a:lnTo>
                      <a:pt x="1624648" y="425004"/>
                    </a:lnTo>
                    <a:lnTo>
                      <a:pt x="1624648" y="422882"/>
                    </a:lnTo>
                    <a:lnTo>
                      <a:pt x="1626769" y="420761"/>
                    </a:lnTo>
                    <a:lnTo>
                      <a:pt x="1626769" y="406626"/>
                    </a:lnTo>
                    <a:lnTo>
                      <a:pt x="1624648" y="404504"/>
                    </a:lnTo>
                    <a:lnTo>
                      <a:pt x="1624648" y="402383"/>
                    </a:lnTo>
                    <a:lnTo>
                      <a:pt x="1621532" y="399267"/>
                    </a:lnTo>
                    <a:lnTo>
                      <a:pt x="1619410" y="399267"/>
                    </a:lnTo>
                    <a:lnTo>
                      <a:pt x="1617289" y="397146"/>
                    </a:lnTo>
                    <a:lnTo>
                      <a:pt x="1615167" y="397146"/>
                    </a:lnTo>
                    <a:lnTo>
                      <a:pt x="1612343" y="394321"/>
                    </a:lnTo>
                    <a:close/>
                    <a:moveTo>
                      <a:pt x="521187" y="76798"/>
                    </a:moveTo>
                    <a:lnTo>
                      <a:pt x="516944" y="81041"/>
                    </a:lnTo>
                    <a:lnTo>
                      <a:pt x="513828" y="81041"/>
                    </a:lnTo>
                    <a:lnTo>
                      <a:pt x="513828" y="84157"/>
                    </a:lnTo>
                    <a:lnTo>
                      <a:pt x="512701" y="85284"/>
                    </a:lnTo>
                    <a:lnTo>
                      <a:pt x="509585" y="85284"/>
                    </a:lnTo>
                    <a:lnTo>
                      <a:pt x="509585" y="99286"/>
                    </a:lnTo>
                    <a:lnTo>
                      <a:pt x="512701" y="99286"/>
                    </a:lnTo>
                    <a:lnTo>
                      <a:pt x="515950" y="102535"/>
                    </a:lnTo>
                    <a:lnTo>
                      <a:pt x="515950" y="105651"/>
                    </a:lnTo>
                    <a:lnTo>
                      <a:pt x="521187" y="105651"/>
                    </a:lnTo>
                    <a:lnTo>
                      <a:pt x="524011" y="108475"/>
                    </a:lnTo>
                    <a:lnTo>
                      <a:pt x="526836" y="105651"/>
                    </a:lnTo>
                    <a:lnTo>
                      <a:pt x="532073" y="105651"/>
                    </a:lnTo>
                    <a:lnTo>
                      <a:pt x="532073" y="102535"/>
                    </a:lnTo>
                    <a:lnTo>
                      <a:pt x="535322" y="99286"/>
                    </a:lnTo>
                    <a:lnTo>
                      <a:pt x="538438" y="99286"/>
                    </a:lnTo>
                    <a:lnTo>
                      <a:pt x="538438" y="86279"/>
                    </a:lnTo>
                    <a:lnTo>
                      <a:pt x="533200" y="81041"/>
                    </a:lnTo>
                    <a:lnTo>
                      <a:pt x="531079" y="81041"/>
                    </a:lnTo>
                    <a:lnTo>
                      <a:pt x="526836" y="76798"/>
                    </a:lnTo>
                    <a:lnTo>
                      <a:pt x="521187" y="76798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1097" name="Text: Antineoplastics – alkylating agents"/>
              <p:cNvSpPr/>
              <p:nvPr/>
            </p:nvSpPr>
            <p:spPr>
              <a:xfrm>
                <a:off x="146654" y="27721"/>
                <a:ext cx="853607" cy="730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Antineoplastics – alkylating agents</a:t>
                </a:r>
              </a:p>
            </p:txBody>
          </p:sp>
          <p:sp>
            <p:nvSpPr>
              <p:cNvPr id="1098" name="Text: Ascorbate and aldarate metabolism"/>
              <p:cNvSpPr/>
              <p:nvPr/>
            </p:nvSpPr>
            <p:spPr>
              <a:xfrm>
                <a:off x="1205284" y="350195"/>
                <a:ext cx="861331" cy="7298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Ascorbate and aldarate metabolism</a:t>
                </a:r>
              </a:p>
            </p:txBody>
          </p:sp>
          <p:sp>
            <p:nvSpPr>
              <p:cNvPr id="1099" name="Text: Citrate cycle (TCA cycle)"/>
              <p:cNvSpPr/>
              <p:nvPr/>
            </p:nvSpPr>
            <p:spPr>
              <a:xfrm>
                <a:off x="1173192" y="450754"/>
                <a:ext cx="598264" cy="7248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Citrate cycle (TCA cycle)</a:t>
                </a:r>
              </a:p>
            </p:txBody>
          </p:sp>
          <p:sp>
            <p:nvSpPr>
              <p:cNvPr id="1100" name="Text: Alanine, aspartate and glutamate metabolism"/>
              <p:cNvSpPr/>
              <p:nvPr/>
            </p:nvSpPr>
            <p:spPr>
              <a:xfrm>
                <a:off x="420329" y="572936"/>
                <a:ext cx="1117137" cy="7318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Alanine, aspartate and glutamate metabolism</a:t>
                </a:r>
              </a:p>
            </p:txBody>
          </p:sp>
          <p:sp>
            <p:nvSpPr>
              <p:cNvPr id="1101" name="Text: Arginine biosynthesis"/>
              <p:cNvSpPr/>
              <p:nvPr/>
            </p:nvSpPr>
            <p:spPr>
              <a:xfrm>
                <a:off x="1540481" y="600557"/>
                <a:ext cx="519768" cy="7269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4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Arginine biosynthesis</a:t>
                </a:r>
              </a:p>
            </p:txBody>
          </p:sp>
          <p:sp>
            <p:nvSpPr>
              <p:cNvPr id="1102" name="Text: Glyoxylate and dicarboxylate metabolism"/>
              <p:cNvSpPr/>
              <p:nvPr/>
            </p:nvSpPr>
            <p:spPr>
              <a:xfrm>
                <a:off x="695853" y="713552"/>
                <a:ext cx="986499" cy="7248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Glyoxylate and dicarboxylate metabolism</a:t>
                </a:r>
              </a:p>
            </p:txBody>
          </p:sp>
          <p:sp>
            <p:nvSpPr>
              <p:cNvPr id="1103" name="Text: Glucagon signaling pathway"/>
              <p:cNvSpPr/>
              <p:nvPr/>
            </p:nvSpPr>
            <p:spPr>
              <a:xfrm>
                <a:off x="895275" y="823863"/>
                <a:ext cx="683124" cy="7257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Glucagon signaling pathway</a:t>
                </a:r>
              </a:p>
            </p:txBody>
          </p:sp>
          <p:sp>
            <p:nvSpPr>
              <p:cNvPr id="1104" name="Text: Biosynthesis of amino acids"/>
              <p:cNvSpPr/>
              <p:nvPr/>
            </p:nvSpPr>
            <p:spPr>
              <a:xfrm>
                <a:off x="1317454" y="964048"/>
                <a:ext cx="672517" cy="704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11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Biosynthesis of amino acids</a:t>
                </a:r>
              </a:p>
            </p:txBody>
          </p:sp>
          <p:sp>
            <p:nvSpPr>
              <p:cNvPr id="1105" name="Text: Phenylalanine metabolism"/>
              <p:cNvSpPr/>
              <p:nvPr/>
            </p:nvSpPr>
            <p:spPr>
              <a:xfrm>
                <a:off x="178206" y="1044078"/>
                <a:ext cx="636451" cy="7121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1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Phenylalanine metabolism</a:t>
                </a:r>
              </a:p>
            </p:txBody>
          </p:sp>
          <p:sp>
            <p:nvSpPr>
              <p:cNvPr id="1106" name="Text: NOD-like receptor signaling pathway"/>
              <p:cNvSpPr/>
              <p:nvPr/>
            </p:nvSpPr>
            <p:spPr>
              <a:xfrm>
                <a:off x="952555" y="1330824"/>
                <a:ext cx="905617" cy="73586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NOD-like receptor signaling pathway</a:t>
                </a:r>
              </a:p>
            </p:txBody>
          </p:sp>
          <p:sp>
            <p:nvSpPr>
              <p:cNvPr id="1107" name="Text: Cysteine and methionine metabolism"/>
              <p:cNvSpPr/>
              <p:nvPr/>
            </p:nvSpPr>
            <p:spPr>
              <a:xfrm>
                <a:off x="965284" y="1451809"/>
                <a:ext cx="895275" cy="72823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Cysteine and methionine metabolism</a:t>
                </a:r>
              </a:p>
            </p:txBody>
          </p:sp>
          <p:sp>
            <p:nvSpPr>
              <p:cNvPr id="1108" name="Text: Tryptophan metabolism"/>
              <p:cNvSpPr/>
              <p:nvPr/>
            </p:nvSpPr>
            <p:spPr>
              <a:xfrm>
                <a:off x="485824" y="2017751"/>
                <a:ext cx="568563" cy="7235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2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Tryptophan metabolism</a:t>
                </a:r>
              </a:p>
            </p:txBody>
          </p:sp>
        </p:grpSp>
        <p:grpSp>
          <p:nvGrpSpPr>
            <p:cNvPr id="73" name="图片 72 — editable">
              <a:extLst>
                <a:ext uri="{FF2B5EF4-FFF2-40B4-BE49-F238E27FC236}">
                  <a16:creationId xmlns:a16="http://schemas.microsoft.com/office/drawing/2014/main" id="{DDA86AF8-0AB1-3064-E5D7-BFEB55B34359}"/>
                </a:ext>
              </a:extLst>
            </p:cNvPr>
            <p:cNvGrpSpPr/>
            <p:nvPr/>
          </p:nvGrpSpPr>
          <p:grpSpPr>
            <a:xfrm>
              <a:off x="6404845" y="3163202"/>
              <a:ext cx="208678" cy="583623"/>
              <a:chOff x="2065456" y="792785"/>
              <a:chExt cx="208678" cy="583663"/>
            </a:xfrm>
          </p:grpSpPr>
          <p:sp>
            <p:nvSpPr>
              <p:cNvPr id="1109" name="Panel background"/>
              <p:cNvSpPr/>
              <p:nvPr/>
            </p:nvSpPr>
            <p:spPr>
              <a:xfrm>
                <a:off x="2065456" y="792785"/>
                <a:ext cx="208678" cy="583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0" name="Vector layer EFEFEF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11999" y="1138145"/>
                    </a:moveTo>
                    <a:lnTo>
                      <a:pt x="2114399" y="1140546"/>
                    </a:lnTo>
                    <a:lnTo>
                      <a:pt x="2118643" y="1136302"/>
                    </a:lnTo>
                    <a:lnTo>
                      <a:pt x="2116242" y="1133902"/>
                    </a:lnTo>
                    <a:lnTo>
                      <a:pt x="2111999" y="1138145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1111" name="Vector layer CFCFCF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11999" y="1272090"/>
                    </a:moveTo>
                    <a:lnTo>
                      <a:pt x="2114399" y="1269690"/>
                    </a:lnTo>
                    <a:lnTo>
                      <a:pt x="2112278" y="1267568"/>
                    </a:lnTo>
                    <a:lnTo>
                      <a:pt x="2109877" y="1269968"/>
                    </a:lnTo>
                    <a:lnTo>
                      <a:pt x="2111999" y="1272090"/>
                    </a:lnTo>
                    <a:close/>
                    <a:moveTo>
                      <a:pt x="2160798" y="1140546"/>
                    </a:moveTo>
                    <a:lnTo>
                      <a:pt x="2163198" y="1138145"/>
                    </a:lnTo>
                    <a:lnTo>
                      <a:pt x="2161077" y="1136023"/>
                    </a:lnTo>
                    <a:lnTo>
                      <a:pt x="2158676" y="1138424"/>
                    </a:lnTo>
                    <a:lnTo>
                      <a:pt x="2160798" y="1140546"/>
                    </a:lnTo>
                    <a:close/>
                    <a:moveTo>
                      <a:pt x="2151814" y="1022653"/>
                    </a:moveTo>
                    <a:lnTo>
                      <a:pt x="2155209" y="1022653"/>
                    </a:lnTo>
                    <a:lnTo>
                      <a:pt x="2155209" y="1020531"/>
                    </a:lnTo>
                    <a:lnTo>
                      <a:pt x="2151814" y="1020531"/>
                    </a:lnTo>
                    <a:lnTo>
                      <a:pt x="2151814" y="1022653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</p:spPr>
          </p:sp>
          <p:sp>
            <p:nvSpPr>
              <p:cNvPr id="1112" name="Vector layer BFBFBF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68787" y="1162684"/>
                    </a:moveTo>
                    <a:lnTo>
                      <a:pt x="2172182" y="1162684"/>
                    </a:lnTo>
                    <a:lnTo>
                      <a:pt x="2172182" y="1160562"/>
                    </a:lnTo>
                    <a:lnTo>
                      <a:pt x="2168787" y="1160562"/>
                    </a:lnTo>
                    <a:lnTo>
                      <a:pt x="2168787" y="1162684"/>
                    </a:lnTo>
                    <a:close/>
                    <a:moveTo>
                      <a:pt x="2140781" y="1130434"/>
                    </a:moveTo>
                    <a:lnTo>
                      <a:pt x="2140781" y="1127040"/>
                    </a:lnTo>
                    <a:lnTo>
                      <a:pt x="2136538" y="1127040"/>
                    </a:lnTo>
                    <a:lnTo>
                      <a:pt x="2136538" y="1130434"/>
                    </a:lnTo>
                    <a:lnTo>
                      <a:pt x="2140781" y="1130434"/>
                    </a:lnTo>
                    <a:close/>
                    <a:moveTo>
                      <a:pt x="2142903" y="1117704"/>
                    </a:moveTo>
                    <a:lnTo>
                      <a:pt x="2142903" y="1114309"/>
                    </a:lnTo>
                    <a:lnTo>
                      <a:pt x="2140781" y="1114309"/>
                    </a:lnTo>
                    <a:lnTo>
                      <a:pt x="2140781" y="1117704"/>
                    </a:lnTo>
                    <a:lnTo>
                      <a:pt x="2142903" y="1117704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</p:sp>
          <p:sp>
            <p:nvSpPr>
              <p:cNvPr id="1113" name="Vector layer AFAFAF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24729" y="1010844"/>
                    </a:moveTo>
                    <a:lnTo>
                      <a:pt x="2127130" y="1013244"/>
                    </a:lnTo>
                    <a:lnTo>
                      <a:pt x="2129251" y="1011123"/>
                    </a:lnTo>
                    <a:lnTo>
                      <a:pt x="2126851" y="1008722"/>
                    </a:lnTo>
                    <a:lnTo>
                      <a:pt x="2124729" y="1010844"/>
                    </a:ln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</p:spPr>
          </p:sp>
          <p:sp>
            <p:nvSpPr>
              <p:cNvPr id="1114" name="Vector layer 9F9F9F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60798" y="1269690"/>
                    </a:moveTo>
                    <a:lnTo>
                      <a:pt x="2163198" y="1272090"/>
                    </a:lnTo>
                    <a:lnTo>
                      <a:pt x="2165320" y="1269968"/>
                    </a:lnTo>
                    <a:lnTo>
                      <a:pt x="2162919" y="1267568"/>
                    </a:lnTo>
                    <a:lnTo>
                      <a:pt x="2160798" y="1269690"/>
                    </a:lnTo>
                    <a:close/>
                    <a:moveTo>
                      <a:pt x="2109877" y="1218769"/>
                    </a:moveTo>
                    <a:lnTo>
                      <a:pt x="2112278" y="1221170"/>
                    </a:lnTo>
                    <a:lnTo>
                      <a:pt x="2114399" y="1219048"/>
                    </a:lnTo>
                    <a:lnTo>
                      <a:pt x="2111999" y="1216648"/>
                    </a:lnTo>
                    <a:lnTo>
                      <a:pt x="2109877" y="1218769"/>
                    </a:lnTo>
                    <a:close/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</p:sp>
          <p:sp>
            <p:nvSpPr>
              <p:cNvPr id="1115" name="Vector layer 7F7F7F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09380" y="1086303"/>
                    </a:moveTo>
                    <a:lnTo>
                      <a:pt x="2112775" y="1086303"/>
                    </a:lnTo>
                    <a:lnTo>
                      <a:pt x="2112775" y="1084182"/>
                    </a:lnTo>
                    <a:lnTo>
                      <a:pt x="2109380" y="1084182"/>
                    </a:lnTo>
                    <a:lnTo>
                      <a:pt x="2109380" y="1086303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</p:sp>
          <p:sp>
            <p:nvSpPr>
              <p:cNvPr id="1116" name="Vector layer 595959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62919" y="1221170"/>
                    </a:moveTo>
                    <a:lnTo>
                      <a:pt x="2165320" y="1218769"/>
                    </a:lnTo>
                    <a:lnTo>
                      <a:pt x="2163198" y="1216648"/>
                    </a:lnTo>
                    <a:lnTo>
                      <a:pt x="2160798" y="1219048"/>
                    </a:lnTo>
                    <a:lnTo>
                      <a:pt x="2162919" y="122117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1117" name="Vector layer 454545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45946" y="1032061"/>
                    </a:moveTo>
                    <a:lnTo>
                      <a:pt x="2148346" y="1034461"/>
                    </a:lnTo>
                    <a:lnTo>
                      <a:pt x="2150468" y="1032340"/>
                    </a:lnTo>
                    <a:lnTo>
                      <a:pt x="2148068" y="1029939"/>
                    </a:lnTo>
                    <a:lnTo>
                      <a:pt x="2145946" y="1032061"/>
                    </a:lnTo>
                    <a:close/>
                  </a:path>
                </a:pathLst>
              </a:custGeom>
              <a:solidFill>
                <a:srgbClr val="454545"/>
              </a:solidFill>
              <a:ln>
                <a:noFill/>
              </a:ln>
            </p:spPr>
          </p:sp>
          <p:sp>
            <p:nvSpPr>
              <p:cNvPr id="1118" name="Vector layer 2F2F2F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38659" y="1281074"/>
                    </a:moveTo>
                    <a:lnTo>
                      <a:pt x="2138659" y="1277679"/>
                    </a:lnTo>
                    <a:lnTo>
                      <a:pt x="2136538" y="1277679"/>
                    </a:lnTo>
                    <a:lnTo>
                      <a:pt x="2136538" y="1281074"/>
                    </a:lnTo>
                    <a:lnTo>
                      <a:pt x="2138659" y="1281074"/>
                    </a:lnTo>
                    <a:close/>
                    <a:moveTo>
                      <a:pt x="2100893" y="1245430"/>
                    </a:moveTo>
                    <a:lnTo>
                      <a:pt x="2104288" y="1245430"/>
                    </a:lnTo>
                    <a:lnTo>
                      <a:pt x="2104288" y="1243308"/>
                    </a:lnTo>
                    <a:lnTo>
                      <a:pt x="2100893" y="1243308"/>
                    </a:lnTo>
                    <a:lnTo>
                      <a:pt x="2100893" y="1245430"/>
                    </a:lnTo>
                    <a:close/>
                    <a:moveTo>
                      <a:pt x="2162422" y="1092668"/>
                    </a:moveTo>
                    <a:lnTo>
                      <a:pt x="2165817" y="1092668"/>
                    </a:lnTo>
                    <a:lnTo>
                      <a:pt x="2165817" y="1090547"/>
                    </a:lnTo>
                    <a:lnTo>
                      <a:pt x="2162422" y="1090547"/>
                    </a:lnTo>
                    <a:lnTo>
                      <a:pt x="2162422" y="1092668"/>
                    </a:lnTo>
                    <a:close/>
                  </a:path>
                </a:pathLst>
              </a:custGeom>
              <a:solidFill>
                <a:srgbClr val="2F2F2F"/>
              </a:solidFill>
              <a:ln>
                <a:noFill/>
              </a:ln>
            </p:spPr>
          </p:sp>
          <p:sp>
            <p:nvSpPr>
              <p:cNvPr id="1119" name="Vector layer 232323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56554" y="1072652"/>
                    </a:moveTo>
                    <a:lnTo>
                      <a:pt x="2158955" y="1070251"/>
                    </a:lnTo>
                    <a:lnTo>
                      <a:pt x="2156833" y="1068130"/>
                    </a:lnTo>
                    <a:lnTo>
                      <a:pt x="2154433" y="1070530"/>
                    </a:lnTo>
                    <a:lnTo>
                      <a:pt x="2156554" y="1072652"/>
                    </a:lnTo>
                    <a:close/>
                  </a:path>
                </a:pathLst>
              </a:custGeom>
              <a:solidFill>
                <a:srgbClr val="232323"/>
              </a:solidFill>
              <a:ln>
                <a:noFill/>
              </a:ln>
            </p:spPr>
          </p:sp>
          <p:sp>
            <p:nvSpPr>
              <p:cNvPr id="1120" name="Vector layer 151515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38659" y="1194085"/>
                    </a:moveTo>
                    <a:lnTo>
                      <a:pt x="2138659" y="1190690"/>
                    </a:lnTo>
                    <a:lnTo>
                      <a:pt x="2136538" y="1190690"/>
                    </a:lnTo>
                    <a:lnTo>
                      <a:pt x="2136538" y="1194085"/>
                    </a:lnTo>
                    <a:lnTo>
                      <a:pt x="2138659" y="1194085"/>
                    </a:lnTo>
                    <a:close/>
                  </a:path>
                </a:pathLst>
              </a:custGeom>
              <a:solidFill>
                <a:srgbClr val="151515"/>
              </a:solidFill>
              <a:ln>
                <a:noFill/>
              </a:ln>
            </p:spPr>
          </p:sp>
          <p:sp>
            <p:nvSpPr>
              <p:cNvPr id="1121" name="Vector layer 090909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58676" y="1140546"/>
                    </a:moveTo>
                    <a:lnTo>
                      <a:pt x="2161077" y="1138145"/>
                    </a:lnTo>
                    <a:lnTo>
                      <a:pt x="2158955" y="1136023"/>
                    </a:lnTo>
                    <a:lnTo>
                      <a:pt x="2156554" y="1138424"/>
                    </a:lnTo>
                    <a:lnTo>
                      <a:pt x="2158676" y="1140546"/>
                    </a:lnTo>
                    <a:close/>
                  </a:path>
                </a:pathLst>
              </a:custGeom>
              <a:solidFill>
                <a:srgbClr val="090909"/>
              </a:solidFill>
              <a:ln>
                <a:noFill/>
              </a:ln>
            </p:spPr>
          </p:sp>
          <p:sp>
            <p:nvSpPr>
              <p:cNvPr id="1122" name="Vector layer 010101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14121" y="1140267"/>
                    </a:moveTo>
                    <a:lnTo>
                      <a:pt x="2116521" y="1142667"/>
                    </a:lnTo>
                    <a:lnTo>
                      <a:pt x="2118643" y="1140546"/>
                    </a:lnTo>
                    <a:lnTo>
                      <a:pt x="2116242" y="1138145"/>
                    </a:lnTo>
                    <a:lnTo>
                      <a:pt x="2114121" y="114026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</p:spPr>
          </p:sp>
          <p:sp>
            <p:nvSpPr>
              <p:cNvPr id="1123" name="Vector layer 000000"/>
              <p:cNvSpPr/>
              <p:nvPr/>
            </p:nvSpPr>
            <p:spPr>
              <a:xfrm>
                <a:off x="0" y="0"/>
                <a:ext cx="2223527" cy="2215040"/>
              </a:xfrm>
              <a:custGeom>
                <a:avLst/>
                <a:gdLst/>
                <a:ahLst/>
                <a:cxnLst/>
                <a:rect l="0" t="0" r="r" b="b"/>
                <a:pathLst>
                  <a:path w="2223527" h="2215040" stroke="0" extrusionOk="0">
                    <a:moveTo>
                      <a:pt x="2135835" y="1207664"/>
                    </a:moveTo>
                    <a:lnTo>
                      <a:pt x="2133713" y="1209785"/>
                    </a:lnTo>
                    <a:lnTo>
                      <a:pt x="2125226" y="1209785"/>
                    </a:lnTo>
                    <a:lnTo>
                      <a:pt x="2123105" y="1211907"/>
                    </a:lnTo>
                    <a:lnTo>
                      <a:pt x="2119989" y="1211907"/>
                    </a:lnTo>
                    <a:lnTo>
                      <a:pt x="2119989" y="1215023"/>
                    </a:lnTo>
                    <a:lnTo>
                      <a:pt x="2118861" y="1216150"/>
                    </a:lnTo>
                    <a:lnTo>
                      <a:pt x="2114618" y="1216150"/>
                    </a:lnTo>
                    <a:lnTo>
                      <a:pt x="2111502" y="1219266"/>
                    </a:lnTo>
                    <a:lnTo>
                      <a:pt x="2111502" y="1221388"/>
                    </a:lnTo>
                    <a:lnTo>
                      <a:pt x="2109380" y="1223510"/>
                    </a:lnTo>
                    <a:lnTo>
                      <a:pt x="2109380" y="1225631"/>
                    </a:lnTo>
                    <a:lnTo>
                      <a:pt x="2107259" y="1227753"/>
                    </a:lnTo>
                    <a:lnTo>
                      <a:pt x="2107259" y="1229875"/>
                    </a:lnTo>
                    <a:lnTo>
                      <a:pt x="2102312" y="1234821"/>
                    </a:lnTo>
                    <a:lnTo>
                      <a:pt x="2104434" y="1236943"/>
                    </a:lnTo>
                    <a:lnTo>
                      <a:pt x="2103015" y="1238362"/>
                    </a:lnTo>
                    <a:lnTo>
                      <a:pt x="2103015" y="1254619"/>
                    </a:lnTo>
                    <a:lnTo>
                      <a:pt x="2105137" y="1256741"/>
                    </a:lnTo>
                    <a:lnTo>
                      <a:pt x="2105137" y="1258863"/>
                    </a:lnTo>
                    <a:lnTo>
                      <a:pt x="2107259" y="1260985"/>
                    </a:lnTo>
                    <a:lnTo>
                      <a:pt x="2107259" y="1264101"/>
                    </a:lnTo>
                    <a:lnTo>
                      <a:pt x="2110374" y="1264101"/>
                    </a:lnTo>
                    <a:lnTo>
                      <a:pt x="2111502" y="1265228"/>
                    </a:lnTo>
                    <a:lnTo>
                      <a:pt x="2111502" y="1267350"/>
                    </a:lnTo>
                    <a:lnTo>
                      <a:pt x="2114618" y="1270466"/>
                    </a:lnTo>
                    <a:lnTo>
                      <a:pt x="2116740" y="1270466"/>
                    </a:lnTo>
                    <a:lnTo>
                      <a:pt x="2117867" y="1271593"/>
                    </a:lnTo>
                    <a:lnTo>
                      <a:pt x="2117867" y="1274709"/>
                    </a:lnTo>
                    <a:lnTo>
                      <a:pt x="2120983" y="1274709"/>
                    </a:lnTo>
                    <a:lnTo>
                      <a:pt x="2123105" y="1276831"/>
                    </a:lnTo>
                    <a:lnTo>
                      <a:pt x="2125226" y="1276831"/>
                    </a:lnTo>
                    <a:lnTo>
                      <a:pt x="2127348" y="1278952"/>
                    </a:lnTo>
                    <a:lnTo>
                      <a:pt x="2143606" y="1278952"/>
                    </a:lnTo>
                    <a:lnTo>
                      <a:pt x="2145025" y="1277534"/>
                    </a:lnTo>
                    <a:lnTo>
                      <a:pt x="2147146" y="1279655"/>
                    </a:lnTo>
                    <a:lnTo>
                      <a:pt x="2152093" y="1274709"/>
                    </a:lnTo>
                    <a:lnTo>
                      <a:pt x="2154214" y="1274709"/>
                    </a:lnTo>
                    <a:lnTo>
                      <a:pt x="2156336" y="1272587"/>
                    </a:lnTo>
                    <a:lnTo>
                      <a:pt x="2158458" y="1272587"/>
                    </a:lnTo>
                    <a:lnTo>
                      <a:pt x="2160579" y="1270466"/>
                    </a:lnTo>
                    <a:lnTo>
                      <a:pt x="2162701" y="1270466"/>
                    </a:lnTo>
                    <a:lnTo>
                      <a:pt x="2165817" y="1267350"/>
                    </a:lnTo>
                    <a:lnTo>
                      <a:pt x="2165817" y="1263106"/>
                    </a:lnTo>
                    <a:lnTo>
                      <a:pt x="2166944" y="1261979"/>
                    </a:lnTo>
                    <a:lnTo>
                      <a:pt x="2170060" y="1261979"/>
                    </a:lnTo>
                    <a:lnTo>
                      <a:pt x="2170060" y="1258863"/>
                    </a:lnTo>
                    <a:lnTo>
                      <a:pt x="2172182" y="1256741"/>
                    </a:lnTo>
                    <a:lnTo>
                      <a:pt x="2172182" y="1248254"/>
                    </a:lnTo>
                    <a:lnTo>
                      <a:pt x="2174304" y="1246133"/>
                    </a:lnTo>
                    <a:lnTo>
                      <a:pt x="2174304" y="1242605"/>
                    </a:lnTo>
                    <a:lnTo>
                      <a:pt x="2172182" y="1240483"/>
                    </a:lnTo>
                    <a:lnTo>
                      <a:pt x="2172182" y="1231996"/>
                    </a:lnTo>
                    <a:lnTo>
                      <a:pt x="2170060" y="1229875"/>
                    </a:lnTo>
                    <a:lnTo>
                      <a:pt x="2170060" y="1227753"/>
                    </a:lnTo>
                    <a:lnTo>
                      <a:pt x="2167939" y="1225631"/>
                    </a:lnTo>
                    <a:lnTo>
                      <a:pt x="2167939" y="1223510"/>
                    </a:lnTo>
                    <a:lnTo>
                      <a:pt x="2158458" y="1214029"/>
                    </a:lnTo>
                    <a:lnTo>
                      <a:pt x="2156336" y="1214029"/>
                    </a:lnTo>
                    <a:lnTo>
                      <a:pt x="2154214" y="1211907"/>
                    </a:lnTo>
                    <a:lnTo>
                      <a:pt x="2152093" y="1211907"/>
                    </a:lnTo>
                    <a:lnTo>
                      <a:pt x="2149971" y="1209785"/>
                    </a:lnTo>
                    <a:lnTo>
                      <a:pt x="2141484" y="1209785"/>
                    </a:lnTo>
                    <a:lnTo>
                      <a:pt x="2139363" y="1207664"/>
                    </a:lnTo>
                    <a:lnTo>
                      <a:pt x="2135835" y="1207664"/>
                    </a:lnTo>
                    <a:close/>
                    <a:moveTo>
                      <a:pt x="2131591" y="1129161"/>
                    </a:moveTo>
                    <a:lnTo>
                      <a:pt x="2129470" y="1131283"/>
                    </a:lnTo>
                    <a:lnTo>
                      <a:pt x="2125226" y="1131283"/>
                    </a:lnTo>
                    <a:lnTo>
                      <a:pt x="2123105" y="1133405"/>
                    </a:lnTo>
                    <a:lnTo>
                      <a:pt x="2119989" y="1133405"/>
                    </a:lnTo>
                    <a:lnTo>
                      <a:pt x="2119989" y="1136521"/>
                    </a:lnTo>
                    <a:lnTo>
                      <a:pt x="2114618" y="1141891"/>
                    </a:lnTo>
                    <a:lnTo>
                      <a:pt x="2112496" y="1141891"/>
                    </a:lnTo>
                    <a:lnTo>
                      <a:pt x="2108677" y="1145710"/>
                    </a:lnTo>
                    <a:lnTo>
                      <a:pt x="2110799" y="1147832"/>
                    </a:lnTo>
                    <a:lnTo>
                      <a:pt x="2107259" y="1148256"/>
                    </a:lnTo>
                    <a:lnTo>
                      <a:pt x="2107259" y="1157737"/>
                    </a:lnTo>
                    <a:lnTo>
                      <a:pt x="2105137" y="1159859"/>
                    </a:lnTo>
                    <a:lnTo>
                      <a:pt x="2105137" y="1163387"/>
                    </a:lnTo>
                    <a:lnTo>
                      <a:pt x="2107259" y="1165509"/>
                    </a:lnTo>
                    <a:lnTo>
                      <a:pt x="2107259" y="1167630"/>
                    </a:lnTo>
                    <a:lnTo>
                      <a:pt x="2108677" y="1169049"/>
                    </a:lnTo>
                    <a:lnTo>
                      <a:pt x="2106555" y="1171171"/>
                    </a:lnTo>
                    <a:lnTo>
                      <a:pt x="2109380" y="1173995"/>
                    </a:lnTo>
                    <a:lnTo>
                      <a:pt x="2109380" y="1176117"/>
                    </a:lnTo>
                    <a:lnTo>
                      <a:pt x="2111502" y="1178239"/>
                    </a:lnTo>
                    <a:lnTo>
                      <a:pt x="2111502" y="1180360"/>
                    </a:lnTo>
                    <a:lnTo>
                      <a:pt x="2118861" y="1187720"/>
                    </a:lnTo>
                    <a:lnTo>
                      <a:pt x="2120983" y="1187720"/>
                    </a:lnTo>
                    <a:lnTo>
                      <a:pt x="2123105" y="1189841"/>
                    </a:lnTo>
                    <a:lnTo>
                      <a:pt x="2125226" y="1189841"/>
                    </a:lnTo>
                    <a:lnTo>
                      <a:pt x="2128051" y="1192666"/>
                    </a:lnTo>
                    <a:lnTo>
                      <a:pt x="2130173" y="1190545"/>
                    </a:lnTo>
                    <a:lnTo>
                      <a:pt x="2131591" y="1191963"/>
                    </a:lnTo>
                    <a:lnTo>
                      <a:pt x="2143606" y="1191963"/>
                    </a:lnTo>
                    <a:lnTo>
                      <a:pt x="2145025" y="1190545"/>
                    </a:lnTo>
                    <a:lnTo>
                      <a:pt x="2147146" y="1192666"/>
                    </a:lnTo>
                    <a:lnTo>
                      <a:pt x="2149971" y="1189841"/>
                    </a:lnTo>
                    <a:lnTo>
                      <a:pt x="2152093" y="1189841"/>
                    </a:lnTo>
                    <a:lnTo>
                      <a:pt x="2154214" y="1187720"/>
                    </a:lnTo>
                    <a:lnTo>
                      <a:pt x="2156336" y="1187720"/>
                    </a:lnTo>
                    <a:lnTo>
                      <a:pt x="2159452" y="1184604"/>
                    </a:lnTo>
                    <a:lnTo>
                      <a:pt x="2159452" y="1182482"/>
                    </a:lnTo>
                    <a:lnTo>
                      <a:pt x="2160579" y="1181355"/>
                    </a:lnTo>
                    <a:lnTo>
                      <a:pt x="2162701" y="1181355"/>
                    </a:lnTo>
                    <a:lnTo>
                      <a:pt x="2166520" y="1177536"/>
                    </a:lnTo>
                    <a:lnTo>
                      <a:pt x="2164398" y="1175414"/>
                    </a:lnTo>
                    <a:lnTo>
                      <a:pt x="2167939" y="1174990"/>
                    </a:lnTo>
                    <a:lnTo>
                      <a:pt x="2167939" y="1169752"/>
                    </a:lnTo>
                    <a:lnTo>
                      <a:pt x="2170060" y="1167630"/>
                    </a:lnTo>
                    <a:lnTo>
                      <a:pt x="2170060" y="1155616"/>
                    </a:lnTo>
                    <a:lnTo>
                      <a:pt x="2167939" y="1153494"/>
                    </a:lnTo>
                    <a:lnTo>
                      <a:pt x="2167939" y="1149251"/>
                    </a:lnTo>
                    <a:lnTo>
                      <a:pt x="2165817" y="1147129"/>
                    </a:lnTo>
                    <a:lnTo>
                      <a:pt x="2165817" y="1144013"/>
                    </a:lnTo>
                    <a:lnTo>
                      <a:pt x="2162701" y="1144013"/>
                    </a:lnTo>
                    <a:lnTo>
                      <a:pt x="2161574" y="1142886"/>
                    </a:lnTo>
                    <a:lnTo>
                      <a:pt x="2161574" y="1140764"/>
                    </a:lnTo>
                    <a:lnTo>
                      <a:pt x="2158458" y="1137648"/>
                    </a:lnTo>
                    <a:lnTo>
                      <a:pt x="2156336" y="1137648"/>
                    </a:lnTo>
                    <a:lnTo>
                      <a:pt x="2155209" y="1136521"/>
                    </a:lnTo>
                    <a:lnTo>
                      <a:pt x="2155209" y="1133405"/>
                    </a:lnTo>
                    <a:lnTo>
                      <a:pt x="2152093" y="1133405"/>
                    </a:lnTo>
                    <a:lnTo>
                      <a:pt x="2149971" y="1131283"/>
                    </a:lnTo>
                    <a:lnTo>
                      <a:pt x="2145728" y="1131283"/>
                    </a:lnTo>
                    <a:lnTo>
                      <a:pt x="2143606" y="1129161"/>
                    </a:lnTo>
                    <a:lnTo>
                      <a:pt x="2131591" y="1129161"/>
                    </a:lnTo>
                    <a:close/>
                    <a:moveTo>
                      <a:pt x="2133713" y="1061267"/>
                    </a:moveTo>
                    <a:lnTo>
                      <a:pt x="2131591" y="1063389"/>
                    </a:lnTo>
                    <a:lnTo>
                      <a:pt x="2127348" y="1063389"/>
                    </a:lnTo>
                    <a:lnTo>
                      <a:pt x="2123105" y="1067632"/>
                    </a:lnTo>
                    <a:lnTo>
                      <a:pt x="2119989" y="1067632"/>
                    </a:lnTo>
                    <a:lnTo>
                      <a:pt x="2119989" y="1070748"/>
                    </a:lnTo>
                    <a:lnTo>
                      <a:pt x="2118861" y="1071876"/>
                    </a:lnTo>
                    <a:lnTo>
                      <a:pt x="2115745" y="1071876"/>
                    </a:lnTo>
                    <a:lnTo>
                      <a:pt x="2115745" y="1077113"/>
                    </a:lnTo>
                    <a:lnTo>
                      <a:pt x="2111502" y="1081357"/>
                    </a:lnTo>
                    <a:lnTo>
                      <a:pt x="2111502" y="1097615"/>
                    </a:lnTo>
                    <a:lnTo>
                      <a:pt x="2113624" y="1099736"/>
                    </a:lnTo>
                    <a:lnTo>
                      <a:pt x="2113624" y="1101858"/>
                    </a:lnTo>
                    <a:lnTo>
                      <a:pt x="2123105" y="1111339"/>
                    </a:lnTo>
                    <a:lnTo>
                      <a:pt x="2125226" y="1111339"/>
                    </a:lnTo>
                    <a:lnTo>
                      <a:pt x="2127348" y="1113461"/>
                    </a:lnTo>
                    <a:lnTo>
                      <a:pt x="2129470" y="1113461"/>
                    </a:lnTo>
                    <a:lnTo>
                      <a:pt x="2131591" y="1115582"/>
                    </a:lnTo>
                    <a:lnTo>
                      <a:pt x="2143606" y="1115582"/>
                    </a:lnTo>
                    <a:lnTo>
                      <a:pt x="2145728" y="1113461"/>
                    </a:lnTo>
                    <a:lnTo>
                      <a:pt x="2149971" y="1113461"/>
                    </a:lnTo>
                    <a:lnTo>
                      <a:pt x="2154214" y="1109217"/>
                    </a:lnTo>
                    <a:lnTo>
                      <a:pt x="2157330" y="1109217"/>
                    </a:lnTo>
                    <a:lnTo>
                      <a:pt x="2157330" y="1106101"/>
                    </a:lnTo>
                    <a:lnTo>
                      <a:pt x="2161574" y="1101858"/>
                    </a:lnTo>
                    <a:lnTo>
                      <a:pt x="2161574" y="1099736"/>
                    </a:lnTo>
                    <a:lnTo>
                      <a:pt x="2163695" y="1097615"/>
                    </a:lnTo>
                    <a:lnTo>
                      <a:pt x="2163695" y="1083478"/>
                    </a:lnTo>
                    <a:lnTo>
                      <a:pt x="2162277" y="1082060"/>
                    </a:lnTo>
                    <a:lnTo>
                      <a:pt x="2164398" y="1079938"/>
                    </a:lnTo>
                    <a:lnTo>
                      <a:pt x="2161574" y="1077113"/>
                    </a:lnTo>
                    <a:lnTo>
                      <a:pt x="2161574" y="1074992"/>
                    </a:lnTo>
                    <a:lnTo>
                      <a:pt x="2152093" y="1065511"/>
                    </a:lnTo>
                    <a:lnTo>
                      <a:pt x="2149971" y="1065511"/>
                    </a:lnTo>
                    <a:lnTo>
                      <a:pt x="2147849" y="1063389"/>
                    </a:lnTo>
                    <a:lnTo>
                      <a:pt x="2143606" y="1063389"/>
                    </a:lnTo>
                    <a:lnTo>
                      <a:pt x="2141484" y="1061267"/>
                    </a:lnTo>
                    <a:lnTo>
                      <a:pt x="2133713" y="1061267"/>
                    </a:lnTo>
                    <a:close/>
                    <a:moveTo>
                      <a:pt x="2135835" y="1006103"/>
                    </a:moveTo>
                    <a:lnTo>
                      <a:pt x="2131591" y="1010347"/>
                    </a:lnTo>
                    <a:lnTo>
                      <a:pt x="2126354" y="1010347"/>
                    </a:lnTo>
                    <a:lnTo>
                      <a:pt x="2126354" y="1015585"/>
                    </a:lnTo>
                    <a:lnTo>
                      <a:pt x="2122110" y="1019828"/>
                    </a:lnTo>
                    <a:lnTo>
                      <a:pt x="2122110" y="1023356"/>
                    </a:lnTo>
                    <a:lnTo>
                      <a:pt x="2124232" y="1025477"/>
                    </a:lnTo>
                    <a:lnTo>
                      <a:pt x="2124232" y="1027599"/>
                    </a:lnTo>
                    <a:lnTo>
                      <a:pt x="2126354" y="1029721"/>
                    </a:lnTo>
                    <a:lnTo>
                      <a:pt x="2126354" y="1031842"/>
                    </a:lnTo>
                    <a:lnTo>
                      <a:pt x="2129470" y="1034958"/>
                    </a:lnTo>
                    <a:lnTo>
                      <a:pt x="2133713" y="1034958"/>
                    </a:lnTo>
                    <a:lnTo>
                      <a:pt x="2135835" y="1037080"/>
                    </a:lnTo>
                    <a:lnTo>
                      <a:pt x="2141484" y="1037080"/>
                    </a:lnTo>
                    <a:lnTo>
                      <a:pt x="2143606" y="1034958"/>
                    </a:lnTo>
                    <a:lnTo>
                      <a:pt x="2146722" y="1034958"/>
                    </a:lnTo>
                    <a:lnTo>
                      <a:pt x="2146722" y="1031842"/>
                    </a:lnTo>
                    <a:lnTo>
                      <a:pt x="2147849" y="1030715"/>
                    </a:lnTo>
                    <a:lnTo>
                      <a:pt x="2150965" y="1030715"/>
                    </a:lnTo>
                    <a:lnTo>
                      <a:pt x="2150965" y="1027599"/>
                    </a:lnTo>
                    <a:lnTo>
                      <a:pt x="2153087" y="1025477"/>
                    </a:lnTo>
                    <a:lnTo>
                      <a:pt x="2153087" y="1017706"/>
                    </a:lnTo>
                    <a:lnTo>
                      <a:pt x="2150965" y="1015585"/>
                    </a:lnTo>
                    <a:lnTo>
                      <a:pt x="2150965" y="1013463"/>
                    </a:lnTo>
                    <a:lnTo>
                      <a:pt x="2145728" y="1008225"/>
                    </a:lnTo>
                    <a:lnTo>
                      <a:pt x="2141484" y="1008225"/>
                    </a:lnTo>
                    <a:lnTo>
                      <a:pt x="2139363" y="1006103"/>
                    </a:lnTo>
                    <a:lnTo>
                      <a:pt x="2135835" y="1006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24" name="Text: size"/>
              <p:cNvSpPr/>
              <p:nvPr/>
            </p:nvSpPr>
            <p:spPr>
              <a:xfrm>
                <a:off x="2096226" y="936205"/>
                <a:ext cx="82746" cy="4345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5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size</a:t>
                </a:r>
              </a:p>
            </p:txBody>
          </p:sp>
          <p:sp>
            <p:nvSpPr>
              <p:cNvPr id="1125" name="Text: 1"/>
              <p:cNvSpPr/>
              <p:nvPr/>
            </p:nvSpPr>
            <p:spPr>
              <a:xfrm>
                <a:off x="2206553" y="1005828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" b="0" dirty="0">
                    <a:solidFill>
                      <a:srgbClr val="0f0f0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126" name="Text: 2"/>
              <p:cNvSpPr/>
              <p:nvPr/>
            </p:nvSpPr>
            <p:spPr>
              <a:xfrm>
                <a:off x="2206553" y="1073721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127" name="Text: 3"/>
              <p:cNvSpPr/>
              <p:nvPr/>
            </p:nvSpPr>
            <p:spPr>
              <a:xfrm>
                <a:off x="2206553" y="1145915"/>
                <a:ext cx="30665" cy="4740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7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1128" name="Text: 4"/>
              <p:cNvSpPr/>
              <p:nvPr/>
            </p:nvSpPr>
            <p:spPr>
              <a:xfrm>
                <a:off x="2204432" y="1228605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</p:grp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8F40DCCB-83D8-A314-6571-54C2A76EA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599" y="548593"/>
            <a:ext cx="4079425" cy="165525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C0FC19-917A-5DCB-7F33-25F8C4F40584}"/>
              </a:ext>
            </a:extLst>
          </p:cNvPr>
          <p:cNvSpPr txBox="1"/>
          <p:nvPr/>
        </p:nvSpPr>
        <p:spPr>
          <a:xfrm>
            <a:off x="114299" y="15498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97F328-F29B-FDD2-1DCA-8826E7E987AC}"/>
              </a:ext>
            </a:extLst>
          </p:cNvPr>
          <p:cNvSpPr txBox="1"/>
          <p:nvPr/>
        </p:nvSpPr>
        <p:spPr>
          <a:xfrm>
            <a:off x="2317740" y="1549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07796C-A43B-20AE-8D60-B7DBB78D9349}"/>
              </a:ext>
            </a:extLst>
          </p:cNvPr>
          <p:cNvSpPr txBox="1"/>
          <p:nvPr/>
        </p:nvSpPr>
        <p:spPr>
          <a:xfrm>
            <a:off x="148681" y="4590611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图片 1 — editable">
            <a:extLst>
              <a:ext uri="{FF2B5EF4-FFF2-40B4-BE49-F238E27FC236}">
                <a16:creationId xmlns:a16="http://schemas.microsoft.com/office/drawing/2014/main" id="{78AB97D9-BBFA-71D6-7C36-A9C2B784280C}"/>
              </a:ext>
            </a:extLst>
          </p:cNvPr>
          <p:cNvGrpSpPr/>
          <p:nvPr/>
        </p:nvGrpSpPr>
        <p:grpSpPr>
          <a:xfrm>
            <a:off x="101355" y="520761"/>
            <a:ext cx="2359962" cy="1915902"/>
            <a:chOff x="0" y="0"/>
            <a:chExt cx="2359962" cy="1915902"/>
          </a:xfrm>
        </p:grpSpPr>
        <p:sp>
          <p:nvSpPr>
            <p:cNvPr id="1129" name="Panel background"/>
            <p:cNvSpPr/>
            <p:nvPr/>
          </p:nvSpPr>
          <p:spPr>
            <a:xfrm>
              <a:off x="0" y="0"/>
              <a:ext cx="2359962" cy="19159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0" name="Vector layer E9E4E7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83019" y="1654122"/>
                  </a:moveTo>
                  <a:lnTo>
                    <a:pt x="983019" y="1651257"/>
                  </a:lnTo>
                  <a:lnTo>
                    <a:pt x="981229" y="1651257"/>
                  </a:lnTo>
                  <a:lnTo>
                    <a:pt x="981229" y="1654122"/>
                  </a:lnTo>
                  <a:lnTo>
                    <a:pt x="983019" y="1654122"/>
                  </a:lnTo>
                  <a:close/>
                  <a:moveTo>
                    <a:pt x="993762" y="1652332"/>
                  </a:moveTo>
                  <a:lnTo>
                    <a:pt x="993762" y="1649467"/>
                  </a:lnTo>
                  <a:lnTo>
                    <a:pt x="990181" y="1649467"/>
                  </a:lnTo>
                  <a:lnTo>
                    <a:pt x="990181" y="1652332"/>
                  </a:lnTo>
                  <a:lnTo>
                    <a:pt x="993762" y="1652332"/>
                  </a:lnTo>
                  <a:close/>
                  <a:moveTo>
                    <a:pt x="1009878" y="1648750"/>
                  </a:moveTo>
                  <a:lnTo>
                    <a:pt x="1009878" y="1645885"/>
                  </a:lnTo>
                  <a:lnTo>
                    <a:pt x="1006296" y="1645885"/>
                  </a:lnTo>
                  <a:lnTo>
                    <a:pt x="1006296" y="1648750"/>
                  </a:lnTo>
                  <a:lnTo>
                    <a:pt x="1009878" y="1648750"/>
                  </a:lnTo>
                  <a:close/>
                  <a:moveTo>
                    <a:pt x="961532" y="1646960"/>
                  </a:moveTo>
                  <a:lnTo>
                    <a:pt x="961532" y="1644095"/>
                  </a:lnTo>
                  <a:lnTo>
                    <a:pt x="952580" y="1644095"/>
                  </a:lnTo>
                  <a:lnTo>
                    <a:pt x="952580" y="1646960"/>
                  </a:lnTo>
                  <a:lnTo>
                    <a:pt x="961532" y="1646960"/>
                  </a:lnTo>
                  <a:close/>
                  <a:moveTo>
                    <a:pt x="1019608" y="1640933"/>
                  </a:moveTo>
                  <a:lnTo>
                    <a:pt x="1021634" y="1642959"/>
                  </a:lnTo>
                  <a:lnTo>
                    <a:pt x="1023005" y="1641588"/>
                  </a:lnTo>
                  <a:lnTo>
                    <a:pt x="1024202" y="1641588"/>
                  </a:lnTo>
                  <a:lnTo>
                    <a:pt x="1024202" y="1638723"/>
                  </a:lnTo>
                  <a:lnTo>
                    <a:pt x="1021818" y="1638723"/>
                  </a:lnTo>
                  <a:lnTo>
                    <a:pt x="1019608" y="1640933"/>
                  </a:lnTo>
                  <a:close/>
                  <a:moveTo>
                    <a:pt x="944404" y="1642959"/>
                  </a:moveTo>
                  <a:lnTo>
                    <a:pt x="946430" y="1640933"/>
                  </a:lnTo>
                  <a:lnTo>
                    <a:pt x="944640" y="1639143"/>
                  </a:lnTo>
                  <a:lnTo>
                    <a:pt x="942614" y="1641169"/>
                  </a:lnTo>
                  <a:lnTo>
                    <a:pt x="944404" y="1642959"/>
                  </a:lnTo>
                  <a:close/>
                  <a:moveTo>
                    <a:pt x="940046" y="1639798"/>
                  </a:moveTo>
                  <a:lnTo>
                    <a:pt x="940046" y="1636933"/>
                  </a:lnTo>
                  <a:lnTo>
                    <a:pt x="938255" y="1636933"/>
                  </a:lnTo>
                  <a:lnTo>
                    <a:pt x="938255" y="1639798"/>
                  </a:lnTo>
                  <a:lnTo>
                    <a:pt x="940046" y="1639798"/>
                  </a:lnTo>
                  <a:close/>
                  <a:moveTo>
                    <a:pt x="922140" y="1636216"/>
                  </a:moveTo>
                  <a:lnTo>
                    <a:pt x="922140" y="1633352"/>
                  </a:lnTo>
                  <a:lnTo>
                    <a:pt x="920349" y="1633352"/>
                  </a:lnTo>
                  <a:lnTo>
                    <a:pt x="920349" y="1636216"/>
                  </a:lnTo>
                  <a:lnTo>
                    <a:pt x="922140" y="1636216"/>
                  </a:lnTo>
                  <a:close/>
                  <a:moveTo>
                    <a:pt x="1056432" y="1632635"/>
                  </a:moveTo>
                  <a:lnTo>
                    <a:pt x="1056432" y="1629770"/>
                  </a:lnTo>
                  <a:lnTo>
                    <a:pt x="1054642" y="1629770"/>
                  </a:lnTo>
                  <a:lnTo>
                    <a:pt x="1054642" y="1632635"/>
                  </a:lnTo>
                  <a:lnTo>
                    <a:pt x="1056432" y="1632635"/>
                  </a:lnTo>
                  <a:close/>
                  <a:moveTo>
                    <a:pt x="1042885" y="1631981"/>
                  </a:moveTo>
                  <a:lnTo>
                    <a:pt x="1044911" y="1634006"/>
                  </a:lnTo>
                  <a:lnTo>
                    <a:pt x="1046282" y="1632635"/>
                  </a:lnTo>
                  <a:lnTo>
                    <a:pt x="1047479" y="1632635"/>
                  </a:lnTo>
                  <a:lnTo>
                    <a:pt x="1047479" y="1629770"/>
                  </a:lnTo>
                  <a:lnTo>
                    <a:pt x="1045095" y="1629770"/>
                  </a:lnTo>
                  <a:lnTo>
                    <a:pt x="1042885" y="1631981"/>
                  </a:lnTo>
                  <a:close/>
                  <a:moveTo>
                    <a:pt x="1059000" y="1628399"/>
                  </a:moveTo>
                  <a:lnTo>
                    <a:pt x="1061026" y="1630425"/>
                  </a:lnTo>
                  <a:lnTo>
                    <a:pt x="1064607" y="1626844"/>
                  </a:lnTo>
                  <a:lnTo>
                    <a:pt x="1062582" y="1624818"/>
                  </a:lnTo>
                  <a:lnTo>
                    <a:pt x="1059000" y="1628399"/>
                  </a:lnTo>
                  <a:close/>
                  <a:moveTo>
                    <a:pt x="1077919" y="1625473"/>
                  </a:moveTo>
                  <a:lnTo>
                    <a:pt x="1077919" y="1622608"/>
                  </a:lnTo>
                  <a:lnTo>
                    <a:pt x="1072547" y="1622608"/>
                  </a:lnTo>
                  <a:lnTo>
                    <a:pt x="1072547" y="1625473"/>
                  </a:lnTo>
                  <a:lnTo>
                    <a:pt x="1077919" y="1625473"/>
                  </a:lnTo>
                  <a:close/>
                  <a:moveTo>
                    <a:pt x="1067176" y="1623683"/>
                  </a:moveTo>
                  <a:lnTo>
                    <a:pt x="1067176" y="1620818"/>
                  </a:lnTo>
                  <a:lnTo>
                    <a:pt x="1065385" y="1620818"/>
                  </a:lnTo>
                  <a:lnTo>
                    <a:pt x="1065385" y="1623683"/>
                  </a:lnTo>
                  <a:lnTo>
                    <a:pt x="1067176" y="1623683"/>
                  </a:lnTo>
                  <a:close/>
                  <a:moveTo>
                    <a:pt x="891700" y="1623683"/>
                  </a:moveTo>
                  <a:lnTo>
                    <a:pt x="891700" y="1620818"/>
                  </a:lnTo>
                  <a:lnTo>
                    <a:pt x="882748" y="1620818"/>
                  </a:lnTo>
                  <a:lnTo>
                    <a:pt x="882748" y="1623683"/>
                  </a:lnTo>
                  <a:lnTo>
                    <a:pt x="891700" y="1623683"/>
                  </a:lnTo>
                  <a:close/>
                  <a:moveTo>
                    <a:pt x="1082278" y="1621237"/>
                  </a:moveTo>
                  <a:lnTo>
                    <a:pt x="1084303" y="1623263"/>
                  </a:lnTo>
                  <a:lnTo>
                    <a:pt x="1086094" y="1621472"/>
                  </a:lnTo>
                  <a:lnTo>
                    <a:pt x="1084068" y="1619447"/>
                  </a:lnTo>
                  <a:lnTo>
                    <a:pt x="1082278" y="1621237"/>
                  </a:lnTo>
                  <a:close/>
                  <a:moveTo>
                    <a:pt x="870214" y="1614730"/>
                  </a:moveTo>
                  <a:lnTo>
                    <a:pt x="870214" y="1611865"/>
                  </a:lnTo>
                  <a:lnTo>
                    <a:pt x="868423" y="1611865"/>
                  </a:lnTo>
                  <a:lnTo>
                    <a:pt x="868423" y="1614730"/>
                  </a:lnTo>
                  <a:lnTo>
                    <a:pt x="870214" y="1614730"/>
                  </a:lnTo>
                  <a:close/>
                  <a:moveTo>
                    <a:pt x="848727" y="1603986"/>
                  </a:moveTo>
                  <a:lnTo>
                    <a:pt x="848727" y="1601121"/>
                  </a:lnTo>
                  <a:lnTo>
                    <a:pt x="846936" y="1601121"/>
                  </a:lnTo>
                  <a:lnTo>
                    <a:pt x="846936" y="1603986"/>
                  </a:lnTo>
                  <a:lnTo>
                    <a:pt x="848727" y="1603986"/>
                  </a:lnTo>
                  <a:close/>
                  <a:moveTo>
                    <a:pt x="843355" y="1602196"/>
                  </a:moveTo>
                  <a:lnTo>
                    <a:pt x="843355" y="1599331"/>
                  </a:lnTo>
                  <a:lnTo>
                    <a:pt x="839774" y="1599331"/>
                  </a:lnTo>
                  <a:lnTo>
                    <a:pt x="839774" y="1602196"/>
                  </a:lnTo>
                  <a:lnTo>
                    <a:pt x="843355" y="1602196"/>
                  </a:lnTo>
                  <a:close/>
                  <a:moveTo>
                    <a:pt x="1135217" y="1598615"/>
                  </a:moveTo>
                  <a:lnTo>
                    <a:pt x="1135217" y="1595750"/>
                  </a:lnTo>
                  <a:lnTo>
                    <a:pt x="1133426" y="1595750"/>
                  </a:lnTo>
                  <a:lnTo>
                    <a:pt x="1133426" y="1598615"/>
                  </a:lnTo>
                  <a:lnTo>
                    <a:pt x="1135217" y="1598615"/>
                  </a:lnTo>
                  <a:close/>
                  <a:moveTo>
                    <a:pt x="1115879" y="1598973"/>
                  </a:moveTo>
                  <a:lnTo>
                    <a:pt x="1118744" y="1598973"/>
                  </a:lnTo>
                  <a:lnTo>
                    <a:pt x="1118744" y="1595392"/>
                  </a:lnTo>
                  <a:lnTo>
                    <a:pt x="1115879" y="1595392"/>
                  </a:lnTo>
                  <a:lnTo>
                    <a:pt x="1115879" y="1598973"/>
                  </a:lnTo>
                  <a:close/>
                  <a:moveTo>
                    <a:pt x="1139576" y="1592588"/>
                  </a:moveTo>
                  <a:lnTo>
                    <a:pt x="1141602" y="1594614"/>
                  </a:lnTo>
                  <a:lnTo>
                    <a:pt x="1145183" y="1591033"/>
                  </a:lnTo>
                  <a:lnTo>
                    <a:pt x="1143157" y="1589007"/>
                  </a:lnTo>
                  <a:lnTo>
                    <a:pt x="1139576" y="1592588"/>
                  </a:lnTo>
                  <a:close/>
                  <a:moveTo>
                    <a:pt x="818287" y="1586081"/>
                  </a:moveTo>
                  <a:lnTo>
                    <a:pt x="818287" y="1583216"/>
                  </a:lnTo>
                  <a:lnTo>
                    <a:pt x="812916" y="1583216"/>
                  </a:lnTo>
                  <a:lnTo>
                    <a:pt x="812916" y="1586081"/>
                  </a:lnTo>
                  <a:lnTo>
                    <a:pt x="818287" y="1586081"/>
                  </a:lnTo>
                  <a:close/>
                  <a:moveTo>
                    <a:pt x="1171028" y="1580709"/>
                  </a:moveTo>
                  <a:lnTo>
                    <a:pt x="1171028" y="1577844"/>
                  </a:lnTo>
                  <a:lnTo>
                    <a:pt x="1169238" y="1577844"/>
                  </a:lnTo>
                  <a:lnTo>
                    <a:pt x="1169238" y="1580709"/>
                  </a:lnTo>
                  <a:lnTo>
                    <a:pt x="1171028" y="1580709"/>
                  </a:lnTo>
                  <a:close/>
                  <a:moveTo>
                    <a:pt x="1108358" y="1580709"/>
                  </a:moveTo>
                  <a:lnTo>
                    <a:pt x="1108358" y="1577844"/>
                  </a:lnTo>
                  <a:lnTo>
                    <a:pt x="1106568" y="1577844"/>
                  </a:lnTo>
                  <a:lnTo>
                    <a:pt x="1106568" y="1580709"/>
                  </a:lnTo>
                  <a:lnTo>
                    <a:pt x="1108358" y="1580709"/>
                  </a:lnTo>
                  <a:close/>
                  <a:moveTo>
                    <a:pt x="802950" y="1582080"/>
                  </a:moveTo>
                  <a:lnTo>
                    <a:pt x="804976" y="1580054"/>
                  </a:lnTo>
                  <a:lnTo>
                    <a:pt x="801395" y="1576473"/>
                  </a:lnTo>
                  <a:lnTo>
                    <a:pt x="799369" y="1578499"/>
                  </a:lnTo>
                  <a:lnTo>
                    <a:pt x="802950" y="1582080"/>
                  </a:lnTo>
                  <a:close/>
                  <a:moveTo>
                    <a:pt x="1177178" y="1576473"/>
                  </a:moveTo>
                  <a:lnTo>
                    <a:pt x="1179203" y="1578499"/>
                  </a:lnTo>
                  <a:lnTo>
                    <a:pt x="1180994" y="1576708"/>
                  </a:lnTo>
                  <a:lnTo>
                    <a:pt x="1178968" y="1574683"/>
                  </a:lnTo>
                  <a:lnTo>
                    <a:pt x="1177178" y="1576473"/>
                  </a:lnTo>
                  <a:close/>
                  <a:moveTo>
                    <a:pt x="1161062" y="1578499"/>
                  </a:moveTo>
                  <a:lnTo>
                    <a:pt x="1163088" y="1576473"/>
                  </a:lnTo>
                  <a:lnTo>
                    <a:pt x="1161298" y="1574683"/>
                  </a:lnTo>
                  <a:lnTo>
                    <a:pt x="1159272" y="1576708"/>
                  </a:lnTo>
                  <a:lnTo>
                    <a:pt x="1161062" y="1578499"/>
                  </a:lnTo>
                  <a:close/>
                  <a:moveTo>
                    <a:pt x="1146318" y="1581067"/>
                  </a:moveTo>
                  <a:lnTo>
                    <a:pt x="1149183" y="1581067"/>
                  </a:lnTo>
                  <a:lnTo>
                    <a:pt x="1149183" y="1575695"/>
                  </a:lnTo>
                  <a:lnTo>
                    <a:pt x="1146318" y="1575695"/>
                  </a:lnTo>
                  <a:lnTo>
                    <a:pt x="1146318" y="1581067"/>
                  </a:lnTo>
                  <a:close/>
                  <a:moveTo>
                    <a:pt x="980216" y="1576708"/>
                  </a:moveTo>
                  <a:lnTo>
                    <a:pt x="983377" y="1579870"/>
                  </a:lnTo>
                  <a:lnTo>
                    <a:pt x="983377" y="1581067"/>
                  </a:lnTo>
                  <a:lnTo>
                    <a:pt x="986242" y="1581067"/>
                  </a:lnTo>
                  <a:lnTo>
                    <a:pt x="986242" y="1576054"/>
                  </a:lnTo>
                  <a:lnTo>
                    <a:pt x="980216" y="1576708"/>
                  </a:lnTo>
                  <a:close/>
                  <a:moveTo>
                    <a:pt x="1239070" y="1569966"/>
                  </a:moveTo>
                  <a:lnTo>
                    <a:pt x="1239070" y="1567101"/>
                  </a:lnTo>
                  <a:lnTo>
                    <a:pt x="1233698" y="1567101"/>
                  </a:lnTo>
                  <a:lnTo>
                    <a:pt x="1233698" y="1569966"/>
                  </a:lnTo>
                  <a:lnTo>
                    <a:pt x="1239070" y="1569966"/>
                  </a:lnTo>
                  <a:close/>
                  <a:moveTo>
                    <a:pt x="1184340" y="1569311"/>
                  </a:moveTo>
                  <a:lnTo>
                    <a:pt x="1186366" y="1571337"/>
                  </a:lnTo>
                  <a:lnTo>
                    <a:pt x="1188156" y="1569546"/>
                  </a:lnTo>
                  <a:lnTo>
                    <a:pt x="1186130" y="1567520"/>
                  </a:lnTo>
                  <a:lnTo>
                    <a:pt x="1184340" y="1569311"/>
                  </a:lnTo>
                  <a:close/>
                  <a:moveTo>
                    <a:pt x="1153900" y="1571337"/>
                  </a:moveTo>
                  <a:lnTo>
                    <a:pt x="1155926" y="1569311"/>
                  </a:lnTo>
                  <a:lnTo>
                    <a:pt x="1154135" y="1567520"/>
                  </a:lnTo>
                  <a:lnTo>
                    <a:pt x="1152110" y="1569546"/>
                  </a:lnTo>
                  <a:lnTo>
                    <a:pt x="1153900" y="1571337"/>
                  </a:lnTo>
                  <a:close/>
                  <a:moveTo>
                    <a:pt x="978005" y="1568533"/>
                  </a:moveTo>
                  <a:lnTo>
                    <a:pt x="980870" y="1568533"/>
                  </a:lnTo>
                  <a:lnTo>
                    <a:pt x="980870" y="1563161"/>
                  </a:lnTo>
                  <a:lnTo>
                    <a:pt x="978005" y="1563161"/>
                  </a:lnTo>
                  <a:lnTo>
                    <a:pt x="978005" y="1568533"/>
                  </a:lnTo>
                  <a:close/>
                  <a:moveTo>
                    <a:pt x="795368" y="1568533"/>
                  </a:moveTo>
                  <a:lnTo>
                    <a:pt x="798233" y="1568533"/>
                  </a:lnTo>
                  <a:lnTo>
                    <a:pt x="798233" y="1563161"/>
                  </a:lnTo>
                  <a:lnTo>
                    <a:pt x="795368" y="1563161"/>
                  </a:lnTo>
                  <a:lnTo>
                    <a:pt x="795368" y="1568533"/>
                  </a:lnTo>
                  <a:close/>
                  <a:moveTo>
                    <a:pt x="1247009" y="1563939"/>
                  </a:moveTo>
                  <a:lnTo>
                    <a:pt x="1249035" y="1565965"/>
                  </a:lnTo>
                  <a:lnTo>
                    <a:pt x="1252616" y="1562384"/>
                  </a:lnTo>
                  <a:lnTo>
                    <a:pt x="1250591" y="1560358"/>
                  </a:lnTo>
                  <a:lnTo>
                    <a:pt x="1247009" y="1563939"/>
                  </a:lnTo>
                  <a:close/>
                  <a:moveTo>
                    <a:pt x="1149900" y="1561371"/>
                  </a:moveTo>
                  <a:lnTo>
                    <a:pt x="1152764" y="1561371"/>
                  </a:lnTo>
                  <a:lnTo>
                    <a:pt x="1152764" y="1559580"/>
                  </a:lnTo>
                  <a:lnTo>
                    <a:pt x="1149900" y="1559580"/>
                  </a:lnTo>
                  <a:lnTo>
                    <a:pt x="1149900" y="1561371"/>
                  </a:lnTo>
                  <a:close/>
                  <a:moveTo>
                    <a:pt x="983377" y="1561371"/>
                  </a:moveTo>
                  <a:lnTo>
                    <a:pt x="986242" y="1561371"/>
                  </a:lnTo>
                  <a:lnTo>
                    <a:pt x="986242" y="1559580"/>
                  </a:lnTo>
                  <a:lnTo>
                    <a:pt x="983377" y="1559580"/>
                  </a:lnTo>
                  <a:lnTo>
                    <a:pt x="983377" y="1561371"/>
                  </a:lnTo>
                  <a:close/>
                  <a:moveTo>
                    <a:pt x="1187501" y="1561371"/>
                  </a:moveTo>
                  <a:lnTo>
                    <a:pt x="1190366" y="1561371"/>
                  </a:lnTo>
                  <a:lnTo>
                    <a:pt x="1190366" y="1555999"/>
                  </a:lnTo>
                  <a:lnTo>
                    <a:pt x="1187501" y="1555999"/>
                  </a:lnTo>
                  <a:lnTo>
                    <a:pt x="1187501" y="1561371"/>
                  </a:lnTo>
                  <a:close/>
                  <a:moveTo>
                    <a:pt x="976215" y="1559580"/>
                  </a:moveTo>
                  <a:lnTo>
                    <a:pt x="979080" y="1559580"/>
                  </a:lnTo>
                  <a:lnTo>
                    <a:pt x="979080" y="1555999"/>
                  </a:lnTo>
                  <a:lnTo>
                    <a:pt x="976215" y="1555999"/>
                  </a:lnTo>
                  <a:lnTo>
                    <a:pt x="976215" y="1559580"/>
                  </a:lnTo>
                  <a:close/>
                  <a:moveTo>
                    <a:pt x="1253752" y="1554209"/>
                  </a:moveTo>
                  <a:lnTo>
                    <a:pt x="1256617" y="1554209"/>
                  </a:lnTo>
                  <a:lnTo>
                    <a:pt x="1256617" y="1552418"/>
                  </a:lnTo>
                  <a:lnTo>
                    <a:pt x="1253752" y="1552418"/>
                  </a:lnTo>
                  <a:lnTo>
                    <a:pt x="1253752" y="1554209"/>
                  </a:lnTo>
                  <a:close/>
                  <a:moveTo>
                    <a:pt x="1128413" y="1554209"/>
                  </a:moveTo>
                  <a:lnTo>
                    <a:pt x="1131278" y="1554209"/>
                  </a:lnTo>
                  <a:lnTo>
                    <a:pt x="1131278" y="1552418"/>
                  </a:lnTo>
                  <a:lnTo>
                    <a:pt x="1128413" y="1552418"/>
                  </a:lnTo>
                  <a:lnTo>
                    <a:pt x="1128413" y="1554209"/>
                  </a:lnTo>
                  <a:close/>
                  <a:moveTo>
                    <a:pt x="797159" y="1557790"/>
                  </a:moveTo>
                  <a:lnTo>
                    <a:pt x="800024" y="1557790"/>
                  </a:lnTo>
                  <a:lnTo>
                    <a:pt x="800024" y="1552418"/>
                  </a:lnTo>
                  <a:lnTo>
                    <a:pt x="797159" y="1552418"/>
                  </a:lnTo>
                  <a:lnTo>
                    <a:pt x="797159" y="1557790"/>
                  </a:lnTo>
                  <a:close/>
                  <a:moveTo>
                    <a:pt x="1151690" y="1552418"/>
                  </a:moveTo>
                  <a:lnTo>
                    <a:pt x="1154555" y="1552418"/>
                  </a:lnTo>
                  <a:lnTo>
                    <a:pt x="1154555" y="1550628"/>
                  </a:lnTo>
                  <a:lnTo>
                    <a:pt x="1151690" y="1550628"/>
                  </a:lnTo>
                  <a:lnTo>
                    <a:pt x="1151690" y="1552418"/>
                  </a:lnTo>
                  <a:close/>
                  <a:moveTo>
                    <a:pt x="978005" y="1552418"/>
                  </a:moveTo>
                  <a:lnTo>
                    <a:pt x="980870" y="1552418"/>
                  </a:lnTo>
                  <a:lnTo>
                    <a:pt x="980870" y="1550628"/>
                  </a:lnTo>
                  <a:lnTo>
                    <a:pt x="978005" y="1550628"/>
                  </a:lnTo>
                  <a:lnTo>
                    <a:pt x="978005" y="1552418"/>
                  </a:lnTo>
                  <a:close/>
                  <a:moveTo>
                    <a:pt x="1216150" y="1552418"/>
                  </a:moveTo>
                  <a:lnTo>
                    <a:pt x="1219015" y="1552418"/>
                  </a:lnTo>
                  <a:lnTo>
                    <a:pt x="1219015" y="1547046"/>
                  </a:lnTo>
                  <a:lnTo>
                    <a:pt x="1216150" y="1547046"/>
                  </a:lnTo>
                  <a:lnTo>
                    <a:pt x="1216150" y="1552418"/>
                  </a:lnTo>
                  <a:close/>
                  <a:moveTo>
                    <a:pt x="985168" y="1548837"/>
                  </a:moveTo>
                  <a:lnTo>
                    <a:pt x="988033" y="1548837"/>
                  </a:lnTo>
                  <a:lnTo>
                    <a:pt x="988033" y="1547046"/>
                  </a:lnTo>
                  <a:lnTo>
                    <a:pt x="985168" y="1547046"/>
                  </a:lnTo>
                  <a:lnTo>
                    <a:pt x="985168" y="1548837"/>
                  </a:lnTo>
                  <a:close/>
                  <a:moveTo>
                    <a:pt x="1253752" y="1547046"/>
                  </a:moveTo>
                  <a:lnTo>
                    <a:pt x="1256617" y="1547046"/>
                  </a:lnTo>
                  <a:lnTo>
                    <a:pt x="1256617" y="1545256"/>
                  </a:lnTo>
                  <a:lnTo>
                    <a:pt x="1253752" y="1545256"/>
                  </a:lnTo>
                  <a:lnTo>
                    <a:pt x="1253752" y="1547046"/>
                  </a:lnTo>
                  <a:close/>
                  <a:moveTo>
                    <a:pt x="1187921" y="1547824"/>
                  </a:moveTo>
                  <a:lnTo>
                    <a:pt x="1189947" y="1549850"/>
                  </a:lnTo>
                  <a:lnTo>
                    <a:pt x="1193528" y="1546269"/>
                  </a:lnTo>
                  <a:lnTo>
                    <a:pt x="1191502" y="1544243"/>
                  </a:lnTo>
                  <a:lnTo>
                    <a:pt x="1187921" y="1547824"/>
                  </a:lnTo>
                  <a:close/>
                  <a:moveTo>
                    <a:pt x="1148529" y="1549850"/>
                  </a:moveTo>
                  <a:lnTo>
                    <a:pt x="1150554" y="1547824"/>
                  </a:lnTo>
                  <a:lnTo>
                    <a:pt x="1145183" y="1542452"/>
                  </a:lnTo>
                  <a:lnTo>
                    <a:pt x="1143157" y="1544478"/>
                  </a:lnTo>
                  <a:lnTo>
                    <a:pt x="1148529" y="1549850"/>
                  </a:lnTo>
                  <a:close/>
                  <a:moveTo>
                    <a:pt x="987378" y="1542452"/>
                  </a:moveTo>
                  <a:lnTo>
                    <a:pt x="989404" y="1544478"/>
                  </a:lnTo>
                  <a:lnTo>
                    <a:pt x="991194" y="1542688"/>
                  </a:lnTo>
                  <a:lnTo>
                    <a:pt x="989168" y="1540662"/>
                  </a:lnTo>
                  <a:lnTo>
                    <a:pt x="987378" y="1542452"/>
                  </a:lnTo>
                  <a:close/>
                  <a:moveTo>
                    <a:pt x="978005" y="1543465"/>
                  </a:moveTo>
                  <a:lnTo>
                    <a:pt x="980870" y="1543465"/>
                  </a:lnTo>
                  <a:lnTo>
                    <a:pt x="980870" y="1541675"/>
                  </a:lnTo>
                  <a:lnTo>
                    <a:pt x="978005" y="1541675"/>
                  </a:lnTo>
                  <a:lnTo>
                    <a:pt x="978005" y="1543465"/>
                  </a:lnTo>
                  <a:close/>
                  <a:moveTo>
                    <a:pt x="1196874" y="1540662"/>
                  </a:moveTo>
                  <a:lnTo>
                    <a:pt x="1198900" y="1542688"/>
                  </a:lnTo>
                  <a:lnTo>
                    <a:pt x="1200690" y="1540897"/>
                  </a:lnTo>
                  <a:lnTo>
                    <a:pt x="1198664" y="1538871"/>
                  </a:lnTo>
                  <a:lnTo>
                    <a:pt x="1196874" y="1540662"/>
                  </a:lnTo>
                  <a:close/>
                  <a:moveTo>
                    <a:pt x="801159" y="1542452"/>
                  </a:moveTo>
                  <a:lnTo>
                    <a:pt x="803185" y="1544478"/>
                  </a:lnTo>
                  <a:lnTo>
                    <a:pt x="806766" y="1540897"/>
                  </a:lnTo>
                  <a:lnTo>
                    <a:pt x="804740" y="1538871"/>
                  </a:lnTo>
                  <a:lnTo>
                    <a:pt x="801159" y="1542452"/>
                  </a:lnTo>
                  <a:close/>
                  <a:moveTo>
                    <a:pt x="1140947" y="1539884"/>
                  </a:moveTo>
                  <a:lnTo>
                    <a:pt x="1143812" y="1539884"/>
                  </a:lnTo>
                  <a:lnTo>
                    <a:pt x="1143812" y="1538094"/>
                  </a:lnTo>
                  <a:lnTo>
                    <a:pt x="1140947" y="1538094"/>
                  </a:lnTo>
                  <a:lnTo>
                    <a:pt x="1140947" y="1539884"/>
                  </a:lnTo>
                  <a:close/>
                  <a:moveTo>
                    <a:pt x="1220151" y="1537081"/>
                  </a:moveTo>
                  <a:lnTo>
                    <a:pt x="1222177" y="1539106"/>
                  </a:lnTo>
                  <a:lnTo>
                    <a:pt x="1225758" y="1535525"/>
                  </a:lnTo>
                  <a:lnTo>
                    <a:pt x="1223732" y="1533500"/>
                  </a:lnTo>
                  <a:lnTo>
                    <a:pt x="1220151" y="1537081"/>
                  </a:lnTo>
                  <a:close/>
                  <a:moveTo>
                    <a:pt x="1131994" y="1539884"/>
                  </a:moveTo>
                  <a:lnTo>
                    <a:pt x="1134859" y="1539884"/>
                  </a:lnTo>
                  <a:lnTo>
                    <a:pt x="1134859" y="1534512"/>
                  </a:lnTo>
                  <a:lnTo>
                    <a:pt x="1131994" y="1534512"/>
                  </a:lnTo>
                  <a:lnTo>
                    <a:pt x="1131994" y="1539884"/>
                  </a:lnTo>
                  <a:close/>
                  <a:moveTo>
                    <a:pt x="1240860" y="1532364"/>
                  </a:moveTo>
                  <a:lnTo>
                    <a:pt x="1240860" y="1529499"/>
                  </a:lnTo>
                  <a:lnTo>
                    <a:pt x="1239070" y="1529499"/>
                  </a:lnTo>
                  <a:lnTo>
                    <a:pt x="1239070" y="1532364"/>
                  </a:lnTo>
                  <a:lnTo>
                    <a:pt x="1240860" y="1532364"/>
                  </a:lnTo>
                  <a:close/>
                  <a:moveTo>
                    <a:pt x="1235488" y="1532364"/>
                  </a:moveTo>
                  <a:lnTo>
                    <a:pt x="1235488" y="1529499"/>
                  </a:lnTo>
                  <a:lnTo>
                    <a:pt x="1231907" y="1529499"/>
                  </a:lnTo>
                  <a:lnTo>
                    <a:pt x="1231907" y="1532364"/>
                  </a:lnTo>
                  <a:lnTo>
                    <a:pt x="1235488" y="1532364"/>
                  </a:lnTo>
                  <a:close/>
                  <a:moveTo>
                    <a:pt x="972634" y="1535106"/>
                  </a:moveTo>
                  <a:lnTo>
                    <a:pt x="976634" y="1539106"/>
                  </a:lnTo>
                  <a:lnTo>
                    <a:pt x="978660" y="1537081"/>
                  </a:lnTo>
                  <a:lnTo>
                    <a:pt x="975499" y="1533919"/>
                  </a:lnTo>
                  <a:lnTo>
                    <a:pt x="975499" y="1530931"/>
                  </a:lnTo>
                  <a:lnTo>
                    <a:pt x="972634" y="1530931"/>
                  </a:lnTo>
                  <a:lnTo>
                    <a:pt x="972634" y="1535106"/>
                  </a:lnTo>
                  <a:close/>
                  <a:moveTo>
                    <a:pt x="819065" y="1529918"/>
                  </a:moveTo>
                  <a:lnTo>
                    <a:pt x="821091" y="1531944"/>
                  </a:lnTo>
                  <a:lnTo>
                    <a:pt x="823301" y="1529734"/>
                  </a:lnTo>
                  <a:lnTo>
                    <a:pt x="823301" y="1527350"/>
                  </a:lnTo>
                  <a:lnTo>
                    <a:pt x="820436" y="1527350"/>
                  </a:lnTo>
                  <a:lnTo>
                    <a:pt x="820436" y="1528547"/>
                  </a:lnTo>
                  <a:lnTo>
                    <a:pt x="819065" y="1529918"/>
                  </a:lnTo>
                  <a:close/>
                  <a:moveTo>
                    <a:pt x="1140947" y="1527350"/>
                  </a:moveTo>
                  <a:lnTo>
                    <a:pt x="1143812" y="1527350"/>
                  </a:lnTo>
                  <a:lnTo>
                    <a:pt x="1143812" y="1525560"/>
                  </a:lnTo>
                  <a:lnTo>
                    <a:pt x="1140947" y="1525560"/>
                  </a:lnTo>
                  <a:lnTo>
                    <a:pt x="1140947" y="1527350"/>
                  </a:lnTo>
                  <a:close/>
                  <a:moveTo>
                    <a:pt x="974424" y="1527350"/>
                  </a:moveTo>
                  <a:lnTo>
                    <a:pt x="977289" y="1527350"/>
                  </a:lnTo>
                  <a:lnTo>
                    <a:pt x="977289" y="1525560"/>
                  </a:lnTo>
                  <a:lnTo>
                    <a:pt x="974424" y="1525560"/>
                  </a:lnTo>
                  <a:lnTo>
                    <a:pt x="974424" y="1527350"/>
                  </a:lnTo>
                  <a:close/>
                  <a:moveTo>
                    <a:pt x="1203616" y="1527350"/>
                  </a:moveTo>
                  <a:lnTo>
                    <a:pt x="1206481" y="1527350"/>
                  </a:lnTo>
                  <a:lnTo>
                    <a:pt x="1206481" y="1523769"/>
                  </a:lnTo>
                  <a:lnTo>
                    <a:pt x="1203616" y="1523769"/>
                  </a:lnTo>
                  <a:lnTo>
                    <a:pt x="1203616" y="1527350"/>
                  </a:lnTo>
                  <a:close/>
                  <a:moveTo>
                    <a:pt x="798591" y="1525202"/>
                  </a:moveTo>
                  <a:lnTo>
                    <a:pt x="798591" y="1522337"/>
                  </a:lnTo>
                  <a:lnTo>
                    <a:pt x="796801" y="1522337"/>
                  </a:lnTo>
                  <a:lnTo>
                    <a:pt x="796801" y="1525202"/>
                  </a:lnTo>
                  <a:lnTo>
                    <a:pt x="798591" y="1525202"/>
                  </a:lnTo>
                  <a:close/>
                  <a:moveTo>
                    <a:pt x="787848" y="1525202"/>
                  </a:moveTo>
                  <a:lnTo>
                    <a:pt x="787848" y="1522337"/>
                  </a:lnTo>
                  <a:lnTo>
                    <a:pt x="786057" y="1522337"/>
                  </a:lnTo>
                  <a:lnTo>
                    <a:pt x="786057" y="1525202"/>
                  </a:lnTo>
                  <a:lnTo>
                    <a:pt x="787848" y="1525202"/>
                  </a:lnTo>
                  <a:close/>
                  <a:moveTo>
                    <a:pt x="986958" y="1525560"/>
                  </a:moveTo>
                  <a:lnTo>
                    <a:pt x="989823" y="1525560"/>
                  </a:lnTo>
                  <a:lnTo>
                    <a:pt x="989823" y="1521979"/>
                  </a:lnTo>
                  <a:lnTo>
                    <a:pt x="986958" y="1521979"/>
                  </a:lnTo>
                  <a:lnTo>
                    <a:pt x="986958" y="1525560"/>
                  </a:lnTo>
                  <a:close/>
                  <a:moveTo>
                    <a:pt x="820078" y="1523411"/>
                  </a:moveTo>
                  <a:lnTo>
                    <a:pt x="820078" y="1520546"/>
                  </a:lnTo>
                  <a:lnTo>
                    <a:pt x="818287" y="1520546"/>
                  </a:lnTo>
                  <a:lnTo>
                    <a:pt x="818287" y="1523411"/>
                  </a:lnTo>
                  <a:lnTo>
                    <a:pt x="820078" y="1523411"/>
                  </a:lnTo>
                  <a:close/>
                  <a:moveTo>
                    <a:pt x="809334" y="1523411"/>
                  </a:moveTo>
                  <a:lnTo>
                    <a:pt x="809334" y="1520546"/>
                  </a:lnTo>
                  <a:lnTo>
                    <a:pt x="807544" y="1520546"/>
                  </a:lnTo>
                  <a:lnTo>
                    <a:pt x="807544" y="1523411"/>
                  </a:lnTo>
                  <a:lnTo>
                    <a:pt x="809334" y="1523411"/>
                  </a:lnTo>
                  <a:close/>
                  <a:moveTo>
                    <a:pt x="746665" y="1521620"/>
                  </a:moveTo>
                  <a:lnTo>
                    <a:pt x="746665" y="1518756"/>
                  </a:lnTo>
                  <a:lnTo>
                    <a:pt x="743084" y="1518756"/>
                  </a:lnTo>
                  <a:lnTo>
                    <a:pt x="743084" y="1521620"/>
                  </a:lnTo>
                  <a:lnTo>
                    <a:pt x="746665" y="1521620"/>
                  </a:lnTo>
                  <a:close/>
                  <a:moveTo>
                    <a:pt x="1144947" y="1519175"/>
                  </a:moveTo>
                  <a:lnTo>
                    <a:pt x="1146973" y="1521201"/>
                  </a:lnTo>
                  <a:lnTo>
                    <a:pt x="1148764" y="1519410"/>
                  </a:lnTo>
                  <a:lnTo>
                    <a:pt x="1146738" y="1517385"/>
                  </a:lnTo>
                  <a:lnTo>
                    <a:pt x="1144947" y="1519175"/>
                  </a:lnTo>
                  <a:close/>
                  <a:moveTo>
                    <a:pt x="1154913" y="1516249"/>
                  </a:moveTo>
                  <a:lnTo>
                    <a:pt x="1154913" y="1513384"/>
                  </a:lnTo>
                  <a:lnTo>
                    <a:pt x="1153123" y="1513384"/>
                  </a:lnTo>
                  <a:lnTo>
                    <a:pt x="1153123" y="1516249"/>
                  </a:lnTo>
                  <a:lnTo>
                    <a:pt x="1154913" y="1516249"/>
                  </a:lnTo>
                  <a:close/>
                  <a:moveTo>
                    <a:pt x="1166434" y="1513803"/>
                  </a:moveTo>
                  <a:lnTo>
                    <a:pt x="1168460" y="1515829"/>
                  </a:lnTo>
                  <a:lnTo>
                    <a:pt x="1172041" y="1512248"/>
                  </a:lnTo>
                  <a:lnTo>
                    <a:pt x="1170015" y="1510222"/>
                  </a:lnTo>
                  <a:lnTo>
                    <a:pt x="1166434" y="1513803"/>
                  </a:lnTo>
                  <a:close/>
                  <a:moveTo>
                    <a:pt x="990959" y="1512013"/>
                  </a:moveTo>
                  <a:lnTo>
                    <a:pt x="992985" y="1514039"/>
                  </a:lnTo>
                  <a:lnTo>
                    <a:pt x="994775" y="1512248"/>
                  </a:lnTo>
                  <a:lnTo>
                    <a:pt x="992750" y="1510222"/>
                  </a:lnTo>
                  <a:lnTo>
                    <a:pt x="990959" y="1512013"/>
                  </a:lnTo>
                  <a:close/>
                  <a:moveTo>
                    <a:pt x="843355" y="1510877"/>
                  </a:moveTo>
                  <a:lnTo>
                    <a:pt x="843355" y="1508012"/>
                  </a:lnTo>
                  <a:lnTo>
                    <a:pt x="837983" y="1508012"/>
                  </a:lnTo>
                  <a:lnTo>
                    <a:pt x="837983" y="1510877"/>
                  </a:lnTo>
                  <a:lnTo>
                    <a:pt x="843355" y="1510877"/>
                  </a:lnTo>
                  <a:close/>
                  <a:moveTo>
                    <a:pt x="847714" y="1510222"/>
                  </a:moveTo>
                  <a:lnTo>
                    <a:pt x="849740" y="1512248"/>
                  </a:lnTo>
                  <a:lnTo>
                    <a:pt x="851950" y="1510038"/>
                  </a:lnTo>
                  <a:lnTo>
                    <a:pt x="851950" y="1507654"/>
                  </a:lnTo>
                  <a:lnTo>
                    <a:pt x="849085" y="1507654"/>
                  </a:lnTo>
                  <a:lnTo>
                    <a:pt x="849085" y="1508851"/>
                  </a:lnTo>
                  <a:lnTo>
                    <a:pt x="847714" y="1510222"/>
                  </a:lnTo>
                  <a:close/>
                  <a:moveTo>
                    <a:pt x="831179" y="1511235"/>
                  </a:moveTo>
                  <a:lnTo>
                    <a:pt x="834044" y="1511235"/>
                  </a:lnTo>
                  <a:lnTo>
                    <a:pt x="834044" y="1507654"/>
                  </a:lnTo>
                  <a:lnTo>
                    <a:pt x="831179" y="1507654"/>
                  </a:lnTo>
                  <a:lnTo>
                    <a:pt x="831179" y="1511235"/>
                  </a:lnTo>
                  <a:close/>
                  <a:moveTo>
                    <a:pt x="761767" y="1508432"/>
                  </a:moveTo>
                  <a:lnTo>
                    <a:pt x="763793" y="1510457"/>
                  </a:lnTo>
                  <a:lnTo>
                    <a:pt x="765164" y="1509086"/>
                  </a:lnTo>
                  <a:lnTo>
                    <a:pt x="766361" y="1509086"/>
                  </a:lnTo>
                  <a:lnTo>
                    <a:pt x="766361" y="1506222"/>
                  </a:lnTo>
                  <a:lnTo>
                    <a:pt x="763977" y="1506222"/>
                  </a:lnTo>
                  <a:lnTo>
                    <a:pt x="761767" y="1508432"/>
                  </a:lnTo>
                  <a:close/>
                  <a:moveTo>
                    <a:pt x="1244441" y="1507296"/>
                  </a:moveTo>
                  <a:lnTo>
                    <a:pt x="1244441" y="1504431"/>
                  </a:lnTo>
                  <a:lnTo>
                    <a:pt x="1242651" y="1504431"/>
                  </a:lnTo>
                  <a:lnTo>
                    <a:pt x="1242651" y="1507296"/>
                  </a:lnTo>
                  <a:lnTo>
                    <a:pt x="1244441" y="1507296"/>
                  </a:lnTo>
                  <a:close/>
                  <a:moveTo>
                    <a:pt x="1233698" y="1507296"/>
                  </a:moveTo>
                  <a:lnTo>
                    <a:pt x="1233698" y="1504431"/>
                  </a:lnTo>
                  <a:lnTo>
                    <a:pt x="1231907" y="1504431"/>
                  </a:lnTo>
                  <a:lnTo>
                    <a:pt x="1231907" y="1507296"/>
                  </a:lnTo>
                  <a:lnTo>
                    <a:pt x="1233698" y="1507296"/>
                  </a:lnTo>
                  <a:close/>
                  <a:moveTo>
                    <a:pt x="1187143" y="1507296"/>
                  </a:moveTo>
                  <a:lnTo>
                    <a:pt x="1187143" y="1504431"/>
                  </a:lnTo>
                  <a:lnTo>
                    <a:pt x="1181772" y="1504431"/>
                  </a:lnTo>
                  <a:lnTo>
                    <a:pt x="1181772" y="1507296"/>
                  </a:lnTo>
                  <a:lnTo>
                    <a:pt x="1187143" y="1507296"/>
                  </a:lnTo>
                  <a:close/>
                  <a:moveTo>
                    <a:pt x="1140947" y="1509445"/>
                  </a:moveTo>
                  <a:lnTo>
                    <a:pt x="1143812" y="1509445"/>
                  </a:lnTo>
                  <a:lnTo>
                    <a:pt x="1143812" y="1504073"/>
                  </a:lnTo>
                  <a:lnTo>
                    <a:pt x="1140947" y="1504073"/>
                  </a:lnTo>
                  <a:lnTo>
                    <a:pt x="1140947" y="1509445"/>
                  </a:lnTo>
                  <a:close/>
                  <a:moveTo>
                    <a:pt x="1227313" y="1505086"/>
                  </a:moveTo>
                  <a:lnTo>
                    <a:pt x="1229339" y="1503060"/>
                  </a:lnTo>
                  <a:lnTo>
                    <a:pt x="1227549" y="1501269"/>
                  </a:lnTo>
                  <a:lnTo>
                    <a:pt x="1225523" y="1503295"/>
                  </a:lnTo>
                  <a:lnTo>
                    <a:pt x="1227313" y="1505086"/>
                  </a:lnTo>
                  <a:close/>
                  <a:moveTo>
                    <a:pt x="974844" y="1506876"/>
                  </a:moveTo>
                  <a:lnTo>
                    <a:pt x="976870" y="1504851"/>
                  </a:lnTo>
                  <a:lnTo>
                    <a:pt x="973289" y="1501269"/>
                  </a:lnTo>
                  <a:lnTo>
                    <a:pt x="971263" y="1503295"/>
                  </a:lnTo>
                  <a:lnTo>
                    <a:pt x="974844" y="1506876"/>
                  </a:lnTo>
                  <a:close/>
                  <a:moveTo>
                    <a:pt x="968695" y="1501924"/>
                  </a:moveTo>
                  <a:lnTo>
                    <a:pt x="968695" y="1499059"/>
                  </a:lnTo>
                  <a:lnTo>
                    <a:pt x="966904" y="1499059"/>
                  </a:lnTo>
                  <a:lnTo>
                    <a:pt x="966904" y="1501924"/>
                  </a:lnTo>
                  <a:lnTo>
                    <a:pt x="968695" y="1501924"/>
                  </a:lnTo>
                  <a:close/>
                  <a:moveTo>
                    <a:pt x="992330" y="1500492"/>
                  </a:moveTo>
                  <a:lnTo>
                    <a:pt x="995195" y="1500492"/>
                  </a:lnTo>
                  <a:lnTo>
                    <a:pt x="995195" y="1498701"/>
                  </a:lnTo>
                  <a:lnTo>
                    <a:pt x="992330" y="1498701"/>
                  </a:lnTo>
                  <a:lnTo>
                    <a:pt x="992330" y="1500492"/>
                  </a:lnTo>
                  <a:close/>
                  <a:moveTo>
                    <a:pt x="723746" y="1502282"/>
                  </a:moveTo>
                  <a:lnTo>
                    <a:pt x="726610" y="1502282"/>
                  </a:lnTo>
                  <a:lnTo>
                    <a:pt x="726610" y="1498701"/>
                  </a:lnTo>
                  <a:lnTo>
                    <a:pt x="723746" y="1498701"/>
                  </a:lnTo>
                  <a:lnTo>
                    <a:pt x="723746" y="1502282"/>
                  </a:lnTo>
                  <a:close/>
                  <a:moveTo>
                    <a:pt x="831179" y="1498701"/>
                  </a:moveTo>
                  <a:lnTo>
                    <a:pt x="834044" y="1498701"/>
                  </a:lnTo>
                  <a:lnTo>
                    <a:pt x="834044" y="1496911"/>
                  </a:lnTo>
                  <a:lnTo>
                    <a:pt x="831179" y="1496911"/>
                  </a:lnTo>
                  <a:lnTo>
                    <a:pt x="831179" y="1498701"/>
                  </a:lnTo>
                  <a:close/>
                  <a:moveTo>
                    <a:pt x="992330" y="1495120"/>
                  </a:moveTo>
                  <a:lnTo>
                    <a:pt x="995195" y="1495120"/>
                  </a:lnTo>
                  <a:lnTo>
                    <a:pt x="995195" y="1493330"/>
                  </a:lnTo>
                  <a:lnTo>
                    <a:pt x="992330" y="1493330"/>
                  </a:lnTo>
                  <a:lnTo>
                    <a:pt x="992330" y="1495120"/>
                  </a:lnTo>
                  <a:close/>
                  <a:moveTo>
                    <a:pt x="852666" y="1495120"/>
                  </a:moveTo>
                  <a:lnTo>
                    <a:pt x="855531" y="1495120"/>
                  </a:lnTo>
                  <a:lnTo>
                    <a:pt x="855531" y="1493330"/>
                  </a:lnTo>
                  <a:lnTo>
                    <a:pt x="852666" y="1493330"/>
                  </a:lnTo>
                  <a:lnTo>
                    <a:pt x="852666" y="1495120"/>
                  </a:lnTo>
                  <a:close/>
                  <a:moveTo>
                    <a:pt x="1217941" y="1493330"/>
                  </a:moveTo>
                  <a:lnTo>
                    <a:pt x="1220806" y="1493330"/>
                  </a:lnTo>
                  <a:lnTo>
                    <a:pt x="1220806" y="1491539"/>
                  </a:lnTo>
                  <a:lnTo>
                    <a:pt x="1217941" y="1491539"/>
                  </a:lnTo>
                  <a:lnTo>
                    <a:pt x="1217941" y="1493330"/>
                  </a:lnTo>
                  <a:close/>
                  <a:moveTo>
                    <a:pt x="829808" y="1494342"/>
                  </a:moveTo>
                  <a:lnTo>
                    <a:pt x="831834" y="1492317"/>
                  </a:lnTo>
                  <a:lnTo>
                    <a:pt x="830044" y="1490526"/>
                  </a:lnTo>
                  <a:lnTo>
                    <a:pt x="828018" y="1492552"/>
                  </a:lnTo>
                  <a:lnTo>
                    <a:pt x="829808" y="1494342"/>
                  </a:lnTo>
                  <a:close/>
                  <a:moveTo>
                    <a:pt x="725956" y="1490526"/>
                  </a:moveTo>
                  <a:lnTo>
                    <a:pt x="727981" y="1492552"/>
                  </a:lnTo>
                  <a:lnTo>
                    <a:pt x="729772" y="1490761"/>
                  </a:lnTo>
                  <a:lnTo>
                    <a:pt x="727746" y="1488735"/>
                  </a:lnTo>
                  <a:lnTo>
                    <a:pt x="725956" y="1490526"/>
                  </a:lnTo>
                  <a:close/>
                  <a:moveTo>
                    <a:pt x="688354" y="1488735"/>
                  </a:moveTo>
                  <a:lnTo>
                    <a:pt x="690380" y="1490761"/>
                  </a:lnTo>
                  <a:lnTo>
                    <a:pt x="693961" y="1487180"/>
                  </a:lnTo>
                  <a:lnTo>
                    <a:pt x="691935" y="1485154"/>
                  </a:lnTo>
                  <a:lnTo>
                    <a:pt x="688354" y="1488735"/>
                  </a:lnTo>
                  <a:close/>
                  <a:moveTo>
                    <a:pt x="1257333" y="1487958"/>
                  </a:moveTo>
                  <a:lnTo>
                    <a:pt x="1260198" y="1487958"/>
                  </a:lnTo>
                  <a:lnTo>
                    <a:pt x="1260198" y="1484377"/>
                  </a:lnTo>
                  <a:lnTo>
                    <a:pt x="1257333" y="1484377"/>
                  </a:lnTo>
                  <a:lnTo>
                    <a:pt x="1257333" y="1487958"/>
                  </a:lnTo>
                  <a:close/>
                  <a:moveTo>
                    <a:pt x="798591" y="1482351"/>
                  </a:moveTo>
                  <a:lnTo>
                    <a:pt x="793342" y="1487600"/>
                  </a:lnTo>
                  <a:lnTo>
                    <a:pt x="803840" y="1487600"/>
                  </a:lnTo>
                  <a:lnTo>
                    <a:pt x="798591" y="1482351"/>
                  </a:lnTo>
                  <a:close/>
                  <a:moveTo>
                    <a:pt x="999912" y="1483364"/>
                  </a:moveTo>
                  <a:lnTo>
                    <a:pt x="1001938" y="1485390"/>
                  </a:lnTo>
                  <a:lnTo>
                    <a:pt x="1003728" y="1483599"/>
                  </a:lnTo>
                  <a:lnTo>
                    <a:pt x="1001702" y="1481573"/>
                  </a:lnTo>
                  <a:lnTo>
                    <a:pt x="999912" y="1483364"/>
                  </a:lnTo>
                  <a:close/>
                  <a:moveTo>
                    <a:pt x="792207" y="1485390"/>
                  </a:moveTo>
                  <a:lnTo>
                    <a:pt x="794232" y="1483364"/>
                  </a:lnTo>
                  <a:lnTo>
                    <a:pt x="792442" y="1481573"/>
                  </a:lnTo>
                  <a:lnTo>
                    <a:pt x="790416" y="1483599"/>
                  </a:lnTo>
                  <a:lnTo>
                    <a:pt x="792207" y="1485390"/>
                  </a:lnTo>
                  <a:close/>
                  <a:moveTo>
                    <a:pt x="733118" y="1483364"/>
                  </a:moveTo>
                  <a:lnTo>
                    <a:pt x="735144" y="1485390"/>
                  </a:lnTo>
                  <a:lnTo>
                    <a:pt x="736934" y="1483599"/>
                  </a:lnTo>
                  <a:lnTo>
                    <a:pt x="734908" y="1481573"/>
                  </a:lnTo>
                  <a:lnTo>
                    <a:pt x="733118" y="1483364"/>
                  </a:lnTo>
                  <a:close/>
                  <a:moveTo>
                    <a:pt x="1119102" y="1482228"/>
                  </a:moveTo>
                  <a:lnTo>
                    <a:pt x="1119102" y="1479363"/>
                  </a:lnTo>
                  <a:lnTo>
                    <a:pt x="1117311" y="1479363"/>
                  </a:lnTo>
                  <a:lnTo>
                    <a:pt x="1117311" y="1482228"/>
                  </a:lnTo>
                  <a:lnTo>
                    <a:pt x="1119102" y="1482228"/>
                  </a:lnTo>
                  <a:close/>
                  <a:moveTo>
                    <a:pt x="748455" y="1482228"/>
                  </a:moveTo>
                  <a:lnTo>
                    <a:pt x="748455" y="1479363"/>
                  </a:lnTo>
                  <a:lnTo>
                    <a:pt x="741293" y="1479363"/>
                  </a:lnTo>
                  <a:lnTo>
                    <a:pt x="741293" y="1482228"/>
                  </a:lnTo>
                  <a:lnTo>
                    <a:pt x="748455" y="1482228"/>
                  </a:lnTo>
                  <a:close/>
                  <a:moveTo>
                    <a:pt x="1217941" y="1480796"/>
                  </a:moveTo>
                  <a:lnTo>
                    <a:pt x="1220806" y="1480796"/>
                  </a:lnTo>
                  <a:lnTo>
                    <a:pt x="1220806" y="1479005"/>
                  </a:lnTo>
                  <a:lnTo>
                    <a:pt x="1217941" y="1479005"/>
                  </a:lnTo>
                  <a:lnTo>
                    <a:pt x="1217941" y="1480796"/>
                  </a:lnTo>
                  <a:close/>
                  <a:moveTo>
                    <a:pt x="958309" y="1480796"/>
                  </a:moveTo>
                  <a:lnTo>
                    <a:pt x="961174" y="1480796"/>
                  </a:lnTo>
                  <a:lnTo>
                    <a:pt x="961174" y="1479005"/>
                  </a:lnTo>
                  <a:lnTo>
                    <a:pt x="958309" y="1479005"/>
                  </a:lnTo>
                  <a:lnTo>
                    <a:pt x="958309" y="1480796"/>
                  </a:lnTo>
                  <a:close/>
                  <a:moveTo>
                    <a:pt x="1105135" y="1477214"/>
                  </a:moveTo>
                  <a:lnTo>
                    <a:pt x="1105135" y="1482228"/>
                  </a:lnTo>
                  <a:lnTo>
                    <a:pt x="1111817" y="1482228"/>
                  </a:lnTo>
                  <a:lnTo>
                    <a:pt x="1108000" y="1478412"/>
                  </a:lnTo>
                  <a:lnTo>
                    <a:pt x="1105135" y="1477214"/>
                  </a:lnTo>
                  <a:close/>
                  <a:moveTo>
                    <a:pt x="1171028" y="1476856"/>
                  </a:moveTo>
                  <a:lnTo>
                    <a:pt x="1171028" y="1473991"/>
                  </a:lnTo>
                  <a:lnTo>
                    <a:pt x="1169238" y="1473991"/>
                  </a:lnTo>
                  <a:lnTo>
                    <a:pt x="1169238" y="1476856"/>
                  </a:lnTo>
                  <a:lnTo>
                    <a:pt x="1171028" y="1476856"/>
                  </a:lnTo>
                  <a:close/>
                  <a:moveTo>
                    <a:pt x="827598" y="1475424"/>
                  </a:moveTo>
                  <a:lnTo>
                    <a:pt x="830463" y="1475424"/>
                  </a:lnTo>
                  <a:lnTo>
                    <a:pt x="830463" y="1473633"/>
                  </a:lnTo>
                  <a:lnTo>
                    <a:pt x="827598" y="1473633"/>
                  </a:lnTo>
                  <a:lnTo>
                    <a:pt x="827598" y="1475424"/>
                  </a:lnTo>
                  <a:close/>
                  <a:moveTo>
                    <a:pt x="756395" y="1476202"/>
                  </a:moveTo>
                  <a:lnTo>
                    <a:pt x="758421" y="1478227"/>
                  </a:lnTo>
                  <a:lnTo>
                    <a:pt x="762002" y="1474646"/>
                  </a:lnTo>
                  <a:lnTo>
                    <a:pt x="759976" y="1472620"/>
                  </a:lnTo>
                  <a:lnTo>
                    <a:pt x="756395" y="1476202"/>
                  </a:lnTo>
                  <a:close/>
                  <a:moveTo>
                    <a:pt x="652543" y="1476437"/>
                  </a:moveTo>
                  <a:lnTo>
                    <a:pt x="654568" y="1474411"/>
                  </a:lnTo>
                  <a:lnTo>
                    <a:pt x="652778" y="1472620"/>
                  </a:lnTo>
                  <a:lnTo>
                    <a:pt x="650752" y="1474646"/>
                  </a:lnTo>
                  <a:lnTo>
                    <a:pt x="652543" y="1476437"/>
                  </a:lnTo>
                  <a:close/>
                  <a:moveTo>
                    <a:pt x="1307111" y="1473275"/>
                  </a:moveTo>
                  <a:lnTo>
                    <a:pt x="1307111" y="1470410"/>
                  </a:lnTo>
                  <a:lnTo>
                    <a:pt x="1305320" y="1470410"/>
                  </a:lnTo>
                  <a:lnTo>
                    <a:pt x="1305320" y="1473275"/>
                  </a:lnTo>
                  <a:lnTo>
                    <a:pt x="1307111" y="1473275"/>
                  </a:lnTo>
                  <a:close/>
                  <a:moveTo>
                    <a:pt x="1221942" y="1472620"/>
                  </a:moveTo>
                  <a:lnTo>
                    <a:pt x="1223967" y="1474646"/>
                  </a:lnTo>
                  <a:lnTo>
                    <a:pt x="1225758" y="1472856"/>
                  </a:lnTo>
                  <a:lnTo>
                    <a:pt x="1223732" y="1470830"/>
                  </a:lnTo>
                  <a:lnTo>
                    <a:pt x="1221942" y="1472620"/>
                  </a:lnTo>
                  <a:close/>
                  <a:moveTo>
                    <a:pt x="997702" y="1473633"/>
                  </a:moveTo>
                  <a:lnTo>
                    <a:pt x="1000567" y="1473633"/>
                  </a:lnTo>
                  <a:lnTo>
                    <a:pt x="1000567" y="1471843"/>
                  </a:lnTo>
                  <a:lnTo>
                    <a:pt x="997702" y="1471843"/>
                  </a:lnTo>
                  <a:lnTo>
                    <a:pt x="997702" y="1473633"/>
                  </a:lnTo>
                  <a:close/>
                  <a:moveTo>
                    <a:pt x="867410" y="1474646"/>
                  </a:moveTo>
                  <a:lnTo>
                    <a:pt x="869436" y="1472620"/>
                  </a:lnTo>
                  <a:lnTo>
                    <a:pt x="867645" y="1470830"/>
                  </a:lnTo>
                  <a:lnTo>
                    <a:pt x="865620" y="1472856"/>
                  </a:lnTo>
                  <a:lnTo>
                    <a:pt x="867410" y="1474646"/>
                  </a:lnTo>
                  <a:close/>
                  <a:moveTo>
                    <a:pt x="1177178" y="1470830"/>
                  </a:moveTo>
                  <a:lnTo>
                    <a:pt x="1179203" y="1472856"/>
                  </a:lnTo>
                  <a:lnTo>
                    <a:pt x="1180994" y="1471065"/>
                  </a:lnTo>
                  <a:lnTo>
                    <a:pt x="1178968" y="1469039"/>
                  </a:lnTo>
                  <a:lnTo>
                    <a:pt x="1177178" y="1470830"/>
                  </a:lnTo>
                  <a:close/>
                  <a:moveTo>
                    <a:pt x="777104" y="1471485"/>
                  </a:moveTo>
                  <a:lnTo>
                    <a:pt x="777104" y="1468620"/>
                  </a:lnTo>
                  <a:lnTo>
                    <a:pt x="775314" y="1468620"/>
                  </a:lnTo>
                  <a:lnTo>
                    <a:pt x="775314" y="1471485"/>
                  </a:lnTo>
                  <a:lnTo>
                    <a:pt x="777104" y="1471485"/>
                  </a:lnTo>
                  <a:close/>
                  <a:moveTo>
                    <a:pt x="771733" y="1471485"/>
                  </a:moveTo>
                  <a:lnTo>
                    <a:pt x="771733" y="1468620"/>
                  </a:lnTo>
                  <a:lnTo>
                    <a:pt x="769942" y="1468620"/>
                  </a:lnTo>
                  <a:lnTo>
                    <a:pt x="769942" y="1471485"/>
                  </a:lnTo>
                  <a:lnTo>
                    <a:pt x="771733" y="1471485"/>
                  </a:lnTo>
                  <a:close/>
                  <a:moveTo>
                    <a:pt x="1224745" y="1469694"/>
                  </a:moveTo>
                  <a:lnTo>
                    <a:pt x="1224745" y="1466829"/>
                  </a:lnTo>
                  <a:lnTo>
                    <a:pt x="1222955" y="1466829"/>
                  </a:lnTo>
                  <a:lnTo>
                    <a:pt x="1222955" y="1469694"/>
                  </a:lnTo>
                  <a:lnTo>
                    <a:pt x="1224745" y="1469694"/>
                  </a:lnTo>
                  <a:close/>
                  <a:moveTo>
                    <a:pt x="1217583" y="1469694"/>
                  </a:moveTo>
                  <a:lnTo>
                    <a:pt x="1217583" y="1466829"/>
                  </a:lnTo>
                  <a:lnTo>
                    <a:pt x="1214002" y="1466829"/>
                  </a:lnTo>
                  <a:lnTo>
                    <a:pt x="1214002" y="1469694"/>
                  </a:lnTo>
                  <a:lnTo>
                    <a:pt x="1217583" y="1469694"/>
                  </a:lnTo>
                  <a:close/>
                  <a:moveTo>
                    <a:pt x="1188934" y="1469694"/>
                  </a:moveTo>
                  <a:lnTo>
                    <a:pt x="1188934" y="1466829"/>
                  </a:lnTo>
                  <a:lnTo>
                    <a:pt x="1187143" y="1466829"/>
                  </a:lnTo>
                  <a:lnTo>
                    <a:pt x="1187143" y="1469694"/>
                  </a:lnTo>
                  <a:lnTo>
                    <a:pt x="1188934" y="1469694"/>
                  </a:lnTo>
                  <a:close/>
                  <a:moveTo>
                    <a:pt x="1152110" y="1472856"/>
                  </a:moveTo>
                  <a:lnTo>
                    <a:pt x="1154135" y="1470830"/>
                  </a:lnTo>
                  <a:lnTo>
                    <a:pt x="1150554" y="1467249"/>
                  </a:lnTo>
                  <a:lnTo>
                    <a:pt x="1148529" y="1469275"/>
                  </a:lnTo>
                  <a:lnTo>
                    <a:pt x="1152110" y="1472856"/>
                  </a:lnTo>
                  <a:close/>
                  <a:moveTo>
                    <a:pt x="647171" y="1471065"/>
                  </a:moveTo>
                  <a:lnTo>
                    <a:pt x="649197" y="1469039"/>
                  </a:lnTo>
                  <a:lnTo>
                    <a:pt x="647406" y="1467249"/>
                  </a:lnTo>
                  <a:lnTo>
                    <a:pt x="645380" y="1469275"/>
                  </a:lnTo>
                  <a:lnTo>
                    <a:pt x="647171" y="1471065"/>
                  </a:lnTo>
                  <a:close/>
                  <a:moveTo>
                    <a:pt x="1240860" y="1467904"/>
                  </a:moveTo>
                  <a:lnTo>
                    <a:pt x="1240860" y="1465039"/>
                  </a:lnTo>
                  <a:lnTo>
                    <a:pt x="1235488" y="1465039"/>
                  </a:lnTo>
                  <a:lnTo>
                    <a:pt x="1235488" y="1467904"/>
                  </a:lnTo>
                  <a:lnTo>
                    <a:pt x="1240860" y="1467904"/>
                  </a:lnTo>
                  <a:close/>
                  <a:moveTo>
                    <a:pt x="1229104" y="1469275"/>
                  </a:moveTo>
                  <a:lnTo>
                    <a:pt x="1231130" y="1467249"/>
                  </a:lnTo>
                  <a:lnTo>
                    <a:pt x="1229339" y="1465458"/>
                  </a:lnTo>
                  <a:lnTo>
                    <a:pt x="1227313" y="1467484"/>
                  </a:lnTo>
                  <a:lnTo>
                    <a:pt x="1229104" y="1469275"/>
                  </a:lnTo>
                  <a:close/>
                  <a:moveTo>
                    <a:pt x="902444" y="1467904"/>
                  </a:moveTo>
                  <a:lnTo>
                    <a:pt x="902444" y="1465039"/>
                  </a:lnTo>
                  <a:lnTo>
                    <a:pt x="900653" y="1465039"/>
                  </a:lnTo>
                  <a:lnTo>
                    <a:pt x="900653" y="1467904"/>
                  </a:lnTo>
                  <a:lnTo>
                    <a:pt x="902444" y="1467904"/>
                  </a:lnTo>
                  <a:close/>
                  <a:moveTo>
                    <a:pt x="1118089" y="1467249"/>
                  </a:moveTo>
                  <a:lnTo>
                    <a:pt x="1120115" y="1469275"/>
                  </a:lnTo>
                  <a:lnTo>
                    <a:pt x="1123696" y="1465693"/>
                  </a:lnTo>
                  <a:lnTo>
                    <a:pt x="1121670" y="1463668"/>
                  </a:lnTo>
                  <a:lnTo>
                    <a:pt x="1118089" y="1467249"/>
                  </a:lnTo>
                  <a:close/>
                  <a:moveTo>
                    <a:pt x="951567" y="1467484"/>
                  </a:moveTo>
                  <a:lnTo>
                    <a:pt x="953592" y="1465458"/>
                  </a:lnTo>
                  <a:lnTo>
                    <a:pt x="951802" y="1463668"/>
                  </a:lnTo>
                  <a:lnTo>
                    <a:pt x="949776" y="1465693"/>
                  </a:lnTo>
                  <a:lnTo>
                    <a:pt x="951567" y="1467484"/>
                  </a:lnTo>
                  <a:close/>
                  <a:moveTo>
                    <a:pt x="913187" y="1466113"/>
                  </a:moveTo>
                  <a:lnTo>
                    <a:pt x="913187" y="1463248"/>
                  </a:lnTo>
                  <a:lnTo>
                    <a:pt x="907815" y="1463248"/>
                  </a:lnTo>
                  <a:lnTo>
                    <a:pt x="907815" y="1466113"/>
                  </a:lnTo>
                  <a:lnTo>
                    <a:pt x="913187" y="1466113"/>
                  </a:lnTo>
                  <a:close/>
                  <a:moveTo>
                    <a:pt x="760989" y="1466113"/>
                  </a:moveTo>
                  <a:lnTo>
                    <a:pt x="760989" y="1463248"/>
                  </a:lnTo>
                  <a:lnTo>
                    <a:pt x="759199" y="1463248"/>
                  </a:lnTo>
                  <a:lnTo>
                    <a:pt x="759199" y="1466113"/>
                  </a:lnTo>
                  <a:lnTo>
                    <a:pt x="760989" y="1466113"/>
                  </a:lnTo>
                  <a:close/>
                  <a:moveTo>
                    <a:pt x="695097" y="1466471"/>
                  </a:moveTo>
                  <a:lnTo>
                    <a:pt x="697961" y="1466471"/>
                  </a:lnTo>
                  <a:lnTo>
                    <a:pt x="697961" y="1464681"/>
                  </a:lnTo>
                  <a:lnTo>
                    <a:pt x="695097" y="1464681"/>
                  </a:lnTo>
                  <a:lnTo>
                    <a:pt x="695097" y="1466471"/>
                  </a:lnTo>
                  <a:close/>
                  <a:moveTo>
                    <a:pt x="1195083" y="1463668"/>
                  </a:moveTo>
                  <a:lnTo>
                    <a:pt x="1197109" y="1465693"/>
                  </a:lnTo>
                  <a:lnTo>
                    <a:pt x="1198900" y="1463903"/>
                  </a:lnTo>
                  <a:lnTo>
                    <a:pt x="1196874" y="1461877"/>
                  </a:lnTo>
                  <a:lnTo>
                    <a:pt x="1195083" y="1463668"/>
                  </a:lnTo>
                  <a:close/>
                  <a:moveTo>
                    <a:pt x="827598" y="1464681"/>
                  </a:moveTo>
                  <a:lnTo>
                    <a:pt x="830463" y="1464681"/>
                  </a:lnTo>
                  <a:lnTo>
                    <a:pt x="830463" y="1462890"/>
                  </a:lnTo>
                  <a:lnTo>
                    <a:pt x="827598" y="1462890"/>
                  </a:lnTo>
                  <a:lnTo>
                    <a:pt x="827598" y="1464681"/>
                  </a:lnTo>
                  <a:close/>
                  <a:moveTo>
                    <a:pt x="768152" y="1464322"/>
                  </a:moveTo>
                  <a:lnTo>
                    <a:pt x="768152" y="1461457"/>
                  </a:lnTo>
                  <a:lnTo>
                    <a:pt x="766361" y="1461457"/>
                  </a:lnTo>
                  <a:lnTo>
                    <a:pt x="766361" y="1464322"/>
                  </a:lnTo>
                  <a:lnTo>
                    <a:pt x="768152" y="1464322"/>
                  </a:lnTo>
                  <a:close/>
                  <a:moveTo>
                    <a:pt x="753827" y="1464322"/>
                  </a:moveTo>
                  <a:lnTo>
                    <a:pt x="753827" y="1461457"/>
                  </a:lnTo>
                  <a:lnTo>
                    <a:pt x="752036" y="1461457"/>
                  </a:lnTo>
                  <a:lnTo>
                    <a:pt x="752036" y="1464322"/>
                  </a:lnTo>
                  <a:lnTo>
                    <a:pt x="753827" y="1464322"/>
                  </a:lnTo>
                  <a:close/>
                  <a:moveTo>
                    <a:pt x="1230894" y="1463668"/>
                  </a:moveTo>
                  <a:lnTo>
                    <a:pt x="1232920" y="1465693"/>
                  </a:lnTo>
                  <a:lnTo>
                    <a:pt x="1236501" y="1462112"/>
                  </a:lnTo>
                  <a:lnTo>
                    <a:pt x="1234476" y="1460086"/>
                  </a:lnTo>
                  <a:lnTo>
                    <a:pt x="1230894" y="1463668"/>
                  </a:lnTo>
                  <a:close/>
                  <a:moveTo>
                    <a:pt x="952580" y="1462532"/>
                  </a:moveTo>
                  <a:lnTo>
                    <a:pt x="952580" y="1459667"/>
                  </a:lnTo>
                  <a:lnTo>
                    <a:pt x="948998" y="1459667"/>
                  </a:lnTo>
                  <a:lnTo>
                    <a:pt x="948998" y="1462532"/>
                  </a:lnTo>
                  <a:lnTo>
                    <a:pt x="952580" y="1462532"/>
                  </a:lnTo>
                  <a:close/>
                  <a:moveTo>
                    <a:pt x="940404" y="1459667"/>
                  </a:moveTo>
                  <a:lnTo>
                    <a:pt x="940404" y="1464322"/>
                  </a:lnTo>
                  <a:lnTo>
                    <a:pt x="945059" y="1464322"/>
                  </a:lnTo>
                  <a:lnTo>
                    <a:pt x="945059" y="1459667"/>
                  </a:lnTo>
                  <a:lnTo>
                    <a:pt x="940404" y="1459667"/>
                  </a:lnTo>
                  <a:close/>
                  <a:moveTo>
                    <a:pt x="789996" y="1462890"/>
                  </a:moveTo>
                  <a:lnTo>
                    <a:pt x="792861" y="1462890"/>
                  </a:lnTo>
                  <a:lnTo>
                    <a:pt x="792861" y="1461099"/>
                  </a:lnTo>
                  <a:lnTo>
                    <a:pt x="789996" y="1461099"/>
                  </a:lnTo>
                  <a:lnTo>
                    <a:pt x="789996" y="1462890"/>
                  </a:lnTo>
                  <a:close/>
                  <a:moveTo>
                    <a:pt x="1288192" y="1462112"/>
                  </a:moveTo>
                  <a:lnTo>
                    <a:pt x="1290218" y="1460086"/>
                  </a:lnTo>
                  <a:lnTo>
                    <a:pt x="1288428" y="1458296"/>
                  </a:lnTo>
                  <a:lnTo>
                    <a:pt x="1286402" y="1460322"/>
                  </a:lnTo>
                  <a:lnTo>
                    <a:pt x="1288192" y="1462112"/>
                  </a:lnTo>
                  <a:close/>
                  <a:moveTo>
                    <a:pt x="1144528" y="1461099"/>
                  </a:moveTo>
                  <a:lnTo>
                    <a:pt x="1147393" y="1461099"/>
                  </a:lnTo>
                  <a:lnTo>
                    <a:pt x="1147393" y="1459309"/>
                  </a:lnTo>
                  <a:lnTo>
                    <a:pt x="1144528" y="1459309"/>
                  </a:lnTo>
                  <a:lnTo>
                    <a:pt x="1144528" y="1461099"/>
                  </a:lnTo>
                  <a:close/>
                  <a:moveTo>
                    <a:pt x="997702" y="1460506"/>
                  </a:moveTo>
                  <a:lnTo>
                    <a:pt x="997702" y="1462890"/>
                  </a:lnTo>
                  <a:lnTo>
                    <a:pt x="1000567" y="1462890"/>
                  </a:lnTo>
                  <a:lnTo>
                    <a:pt x="1000567" y="1461693"/>
                  </a:lnTo>
                  <a:lnTo>
                    <a:pt x="1001938" y="1460322"/>
                  </a:lnTo>
                  <a:lnTo>
                    <a:pt x="999912" y="1458296"/>
                  </a:lnTo>
                  <a:lnTo>
                    <a:pt x="997702" y="1460506"/>
                  </a:lnTo>
                  <a:close/>
                  <a:moveTo>
                    <a:pt x="862458" y="1460741"/>
                  </a:moveTo>
                  <a:lnTo>
                    <a:pt x="863409" y="1461693"/>
                  </a:lnTo>
                  <a:lnTo>
                    <a:pt x="863409" y="1466471"/>
                  </a:lnTo>
                  <a:lnTo>
                    <a:pt x="866274" y="1466471"/>
                  </a:lnTo>
                  <a:lnTo>
                    <a:pt x="866274" y="1460506"/>
                  </a:lnTo>
                  <a:lnTo>
                    <a:pt x="863645" y="1457876"/>
                  </a:lnTo>
                  <a:lnTo>
                    <a:pt x="861261" y="1457876"/>
                  </a:lnTo>
                  <a:lnTo>
                    <a:pt x="861261" y="1460741"/>
                  </a:lnTo>
                  <a:lnTo>
                    <a:pt x="862458" y="1460741"/>
                  </a:lnTo>
                  <a:close/>
                  <a:moveTo>
                    <a:pt x="852308" y="1460741"/>
                  </a:moveTo>
                  <a:lnTo>
                    <a:pt x="852308" y="1457876"/>
                  </a:lnTo>
                  <a:lnTo>
                    <a:pt x="850517" y="1457876"/>
                  </a:lnTo>
                  <a:lnTo>
                    <a:pt x="850517" y="1460741"/>
                  </a:lnTo>
                  <a:lnTo>
                    <a:pt x="852308" y="1460741"/>
                  </a:lnTo>
                  <a:close/>
                  <a:moveTo>
                    <a:pt x="1124832" y="1459309"/>
                  </a:moveTo>
                  <a:lnTo>
                    <a:pt x="1127697" y="1459309"/>
                  </a:lnTo>
                  <a:lnTo>
                    <a:pt x="1127697" y="1457518"/>
                  </a:lnTo>
                  <a:lnTo>
                    <a:pt x="1124832" y="1457518"/>
                  </a:lnTo>
                  <a:lnTo>
                    <a:pt x="1124832" y="1459309"/>
                  </a:lnTo>
                  <a:close/>
                  <a:moveTo>
                    <a:pt x="899221" y="1459309"/>
                  </a:moveTo>
                  <a:lnTo>
                    <a:pt x="902086" y="1459309"/>
                  </a:lnTo>
                  <a:lnTo>
                    <a:pt x="902086" y="1457518"/>
                  </a:lnTo>
                  <a:lnTo>
                    <a:pt x="899221" y="1457518"/>
                  </a:lnTo>
                  <a:lnTo>
                    <a:pt x="899221" y="1459309"/>
                  </a:lnTo>
                  <a:close/>
                  <a:moveTo>
                    <a:pt x="772510" y="1458296"/>
                  </a:moveTo>
                  <a:lnTo>
                    <a:pt x="774536" y="1460322"/>
                  </a:lnTo>
                  <a:lnTo>
                    <a:pt x="776327" y="1458531"/>
                  </a:lnTo>
                  <a:lnTo>
                    <a:pt x="774301" y="1456505"/>
                  </a:lnTo>
                  <a:lnTo>
                    <a:pt x="772510" y="1458296"/>
                  </a:lnTo>
                  <a:close/>
                  <a:moveTo>
                    <a:pt x="745652" y="1460322"/>
                  </a:moveTo>
                  <a:lnTo>
                    <a:pt x="747678" y="1458296"/>
                  </a:lnTo>
                  <a:lnTo>
                    <a:pt x="745887" y="1456505"/>
                  </a:lnTo>
                  <a:lnTo>
                    <a:pt x="743861" y="1458531"/>
                  </a:lnTo>
                  <a:lnTo>
                    <a:pt x="745652" y="1460322"/>
                  </a:lnTo>
                  <a:close/>
                  <a:moveTo>
                    <a:pt x="704469" y="1458296"/>
                  </a:moveTo>
                  <a:lnTo>
                    <a:pt x="706495" y="1460322"/>
                  </a:lnTo>
                  <a:lnTo>
                    <a:pt x="708285" y="1458531"/>
                  </a:lnTo>
                  <a:lnTo>
                    <a:pt x="706259" y="1456505"/>
                  </a:lnTo>
                  <a:lnTo>
                    <a:pt x="704469" y="1458296"/>
                  </a:lnTo>
                  <a:close/>
                  <a:moveTo>
                    <a:pt x="956938" y="1456505"/>
                  </a:moveTo>
                  <a:lnTo>
                    <a:pt x="958964" y="1458531"/>
                  </a:lnTo>
                  <a:lnTo>
                    <a:pt x="960755" y="1456741"/>
                  </a:lnTo>
                  <a:lnTo>
                    <a:pt x="958729" y="1454715"/>
                  </a:lnTo>
                  <a:lnTo>
                    <a:pt x="956938" y="1456505"/>
                  </a:lnTo>
                  <a:close/>
                  <a:moveTo>
                    <a:pt x="1237637" y="1455728"/>
                  </a:moveTo>
                  <a:lnTo>
                    <a:pt x="1240502" y="1455728"/>
                  </a:lnTo>
                  <a:lnTo>
                    <a:pt x="1240502" y="1453937"/>
                  </a:lnTo>
                  <a:lnTo>
                    <a:pt x="1237637" y="1453937"/>
                  </a:lnTo>
                  <a:lnTo>
                    <a:pt x="1237637" y="1455728"/>
                  </a:lnTo>
                  <a:close/>
                  <a:moveTo>
                    <a:pt x="793578" y="1455728"/>
                  </a:moveTo>
                  <a:lnTo>
                    <a:pt x="796442" y="1455728"/>
                  </a:lnTo>
                  <a:lnTo>
                    <a:pt x="796442" y="1453937"/>
                  </a:lnTo>
                  <a:lnTo>
                    <a:pt x="793578" y="1453937"/>
                  </a:lnTo>
                  <a:lnTo>
                    <a:pt x="793578" y="1455728"/>
                  </a:lnTo>
                  <a:close/>
                  <a:moveTo>
                    <a:pt x="897850" y="1454950"/>
                  </a:moveTo>
                  <a:lnTo>
                    <a:pt x="899876" y="1452924"/>
                  </a:lnTo>
                  <a:lnTo>
                    <a:pt x="898085" y="1451134"/>
                  </a:lnTo>
                  <a:lnTo>
                    <a:pt x="896059" y="1453159"/>
                  </a:lnTo>
                  <a:lnTo>
                    <a:pt x="897850" y="1454950"/>
                  </a:lnTo>
                  <a:close/>
                  <a:moveTo>
                    <a:pt x="836193" y="1453579"/>
                  </a:moveTo>
                  <a:lnTo>
                    <a:pt x="836193" y="1450714"/>
                  </a:lnTo>
                  <a:lnTo>
                    <a:pt x="832612" y="1450714"/>
                  </a:lnTo>
                  <a:lnTo>
                    <a:pt x="832612" y="1453579"/>
                  </a:lnTo>
                  <a:lnTo>
                    <a:pt x="836193" y="1453579"/>
                  </a:lnTo>
                  <a:close/>
                  <a:moveTo>
                    <a:pt x="829031" y="1453579"/>
                  </a:moveTo>
                  <a:lnTo>
                    <a:pt x="829031" y="1450714"/>
                  </a:lnTo>
                  <a:lnTo>
                    <a:pt x="827240" y="1450714"/>
                  </a:lnTo>
                  <a:lnTo>
                    <a:pt x="827240" y="1453579"/>
                  </a:lnTo>
                  <a:lnTo>
                    <a:pt x="829031" y="1453579"/>
                  </a:lnTo>
                  <a:close/>
                  <a:moveTo>
                    <a:pt x="1003493" y="1454950"/>
                  </a:moveTo>
                  <a:lnTo>
                    <a:pt x="1005519" y="1452924"/>
                  </a:lnTo>
                  <a:lnTo>
                    <a:pt x="1001938" y="1449343"/>
                  </a:lnTo>
                  <a:lnTo>
                    <a:pt x="999912" y="1451369"/>
                  </a:lnTo>
                  <a:lnTo>
                    <a:pt x="1003493" y="1454950"/>
                  </a:lnTo>
                  <a:close/>
                  <a:moveTo>
                    <a:pt x="739861" y="1452147"/>
                  </a:moveTo>
                  <a:lnTo>
                    <a:pt x="742726" y="1452147"/>
                  </a:lnTo>
                  <a:lnTo>
                    <a:pt x="742726" y="1450356"/>
                  </a:lnTo>
                  <a:lnTo>
                    <a:pt x="739861" y="1450356"/>
                  </a:lnTo>
                  <a:lnTo>
                    <a:pt x="739861" y="1452147"/>
                  </a:lnTo>
                  <a:close/>
                  <a:moveTo>
                    <a:pt x="815064" y="1445107"/>
                  </a:moveTo>
                  <a:lnTo>
                    <a:pt x="815064" y="1451788"/>
                  </a:lnTo>
                  <a:lnTo>
                    <a:pt x="817694" y="1451788"/>
                  </a:lnTo>
                  <a:lnTo>
                    <a:pt x="820078" y="1454172"/>
                  </a:lnTo>
                  <a:lnTo>
                    <a:pt x="823894" y="1450356"/>
                  </a:lnTo>
                  <a:lnTo>
                    <a:pt x="820078" y="1446540"/>
                  </a:lnTo>
                  <a:lnTo>
                    <a:pt x="818287" y="1448330"/>
                  </a:lnTo>
                  <a:lnTo>
                    <a:pt x="815064" y="1445107"/>
                  </a:lnTo>
                  <a:close/>
                  <a:moveTo>
                    <a:pt x="786835" y="1451369"/>
                  </a:moveTo>
                  <a:lnTo>
                    <a:pt x="788861" y="1449343"/>
                  </a:lnTo>
                  <a:lnTo>
                    <a:pt x="787070" y="1447553"/>
                  </a:lnTo>
                  <a:lnTo>
                    <a:pt x="785044" y="1449578"/>
                  </a:lnTo>
                  <a:lnTo>
                    <a:pt x="786835" y="1451369"/>
                  </a:lnTo>
                  <a:close/>
                  <a:moveTo>
                    <a:pt x="1327165" y="1453937"/>
                  </a:moveTo>
                  <a:lnTo>
                    <a:pt x="1330030" y="1453937"/>
                  </a:lnTo>
                  <a:lnTo>
                    <a:pt x="1330030" y="1446775"/>
                  </a:lnTo>
                  <a:lnTo>
                    <a:pt x="1327165" y="1446775"/>
                  </a:lnTo>
                  <a:lnTo>
                    <a:pt x="1327165" y="1453937"/>
                  </a:lnTo>
                  <a:close/>
                  <a:moveTo>
                    <a:pt x="1284192" y="1453937"/>
                  </a:moveTo>
                  <a:lnTo>
                    <a:pt x="1287057" y="1453937"/>
                  </a:lnTo>
                  <a:lnTo>
                    <a:pt x="1287057" y="1446775"/>
                  </a:lnTo>
                  <a:lnTo>
                    <a:pt x="1284192" y="1446775"/>
                  </a:lnTo>
                  <a:lnTo>
                    <a:pt x="1284192" y="1453937"/>
                  </a:lnTo>
                  <a:close/>
                  <a:moveTo>
                    <a:pt x="1139156" y="1448565"/>
                  </a:moveTo>
                  <a:lnTo>
                    <a:pt x="1142021" y="1448565"/>
                  </a:lnTo>
                  <a:lnTo>
                    <a:pt x="1142021" y="1446775"/>
                  </a:lnTo>
                  <a:lnTo>
                    <a:pt x="1139156" y="1446775"/>
                  </a:lnTo>
                  <a:lnTo>
                    <a:pt x="1139156" y="1448565"/>
                  </a:lnTo>
                  <a:close/>
                  <a:moveTo>
                    <a:pt x="1256975" y="1446417"/>
                  </a:moveTo>
                  <a:lnTo>
                    <a:pt x="1256975" y="1443552"/>
                  </a:lnTo>
                  <a:lnTo>
                    <a:pt x="1255185" y="1443552"/>
                  </a:lnTo>
                  <a:lnTo>
                    <a:pt x="1255185" y="1446417"/>
                  </a:lnTo>
                  <a:lnTo>
                    <a:pt x="1256975" y="1446417"/>
                  </a:lnTo>
                  <a:close/>
                  <a:moveTo>
                    <a:pt x="997702" y="1446775"/>
                  </a:moveTo>
                  <a:lnTo>
                    <a:pt x="1000567" y="1446775"/>
                  </a:lnTo>
                  <a:lnTo>
                    <a:pt x="1000567" y="1444984"/>
                  </a:lnTo>
                  <a:lnTo>
                    <a:pt x="997702" y="1444984"/>
                  </a:lnTo>
                  <a:lnTo>
                    <a:pt x="997702" y="1446775"/>
                  </a:lnTo>
                  <a:close/>
                  <a:moveTo>
                    <a:pt x="961890" y="1446775"/>
                  </a:moveTo>
                  <a:lnTo>
                    <a:pt x="964755" y="1446775"/>
                  </a:lnTo>
                  <a:lnTo>
                    <a:pt x="964755" y="1444984"/>
                  </a:lnTo>
                  <a:lnTo>
                    <a:pt x="961890" y="1444984"/>
                  </a:lnTo>
                  <a:lnTo>
                    <a:pt x="961890" y="1446775"/>
                  </a:lnTo>
                  <a:close/>
                  <a:moveTo>
                    <a:pt x="895281" y="1444626"/>
                  </a:moveTo>
                  <a:lnTo>
                    <a:pt x="895281" y="1441761"/>
                  </a:lnTo>
                  <a:lnTo>
                    <a:pt x="893491" y="1441761"/>
                  </a:lnTo>
                  <a:lnTo>
                    <a:pt x="893491" y="1444626"/>
                  </a:lnTo>
                  <a:lnTo>
                    <a:pt x="895281" y="1444626"/>
                  </a:lnTo>
                  <a:close/>
                  <a:moveTo>
                    <a:pt x="779253" y="1441761"/>
                  </a:moveTo>
                  <a:lnTo>
                    <a:pt x="779253" y="1448443"/>
                  </a:lnTo>
                  <a:lnTo>
                    <a:pt x="785934" y="1441761"/>
                  </a:lnTo>
                  <a:lnTo>
                    <a:pt x="779253" y="1441761"/>
                  </a:lnTo>
                  <a:close/>
                  <a:moveTo>
                    <a:pt x="1262347" y="1441761"/>
                  </a:moveTo>
                  <a:lnTo>
                    <a:pt x="1262347" y="1444626"/>
                  </a:lnTo>
                  <a:lnTo>
                    <a:pt x="1264731" y="1444626"/>
                  </a:lnTo>
                  <a:lnTo>
                    <a:pt x="1266941" y="1442416"/>
                  </a:lnTo>
                  <a:lnTo>
                    <a:pt x="1264915" y="1440390"/>
                  </a:lnTo>
                  <a:lnTo>
                    <a:pt x="1263544" y="1441761"/>
                  </a:lnTo>
                  <a:lnTo>
                    <a:pt x="1262347" y="1441761"/>
                  </a:lnTo>
                  <a:close/>
                  <a:moveTo>
                    <a:pt x="711212" y="1446775"/>
                  </a:moveTo>
                  <a:lnTo>
                    <a:pt x="714077" y="1446775"/>
                  </a:lnTo>
                  <a:lnTo>
                    <a:pt x="714077" y="1441403"/>
                  </a:lnTo>
                  <a:lnTo>
                    <a:pt x="711212" y="1441403"/>
                  </a:lnTo>
                  <a:lnTo>
                    <a:pt x="711212" y="1446775"/>
                  </a:lnTo>
                  <a:close/>
                  <a:moveTo>
                    <a:pt x="1243428" y="1442416"/>
                  </a:moveTo>
                  <a:lnTo>
                    <a:pt x="1245454" y="1440390"/>
                  </a:lnTo>
                  <a:lnTo>
                    <a:pt x="1243664" y="1438600"/>
                  </a:lnTo>
                  <a:lnTo>
                    <a:pt x="1241638" y="1440626"/>
                  </a:lnTo>
                  <a:lnTo>
                    <a:pt x="1243428" y="1442416"/>
                  </a:lnTo>
                  <a:close/>
                  <a:moveTo>
                    <a:pt x="963681" y="1441403"/>
                  </a:moveTo>
                  <a:lnTo>
                    <a:pt x="966546" y="1441403"/>
                  </a:lnTo>
                  <a:lnTo>
                    <a:pt x="966546" y="1439613"/>
                  </a:lnTo>
                  <a:lnTo>
                    <a:pt x="963681" y="1439613"/>
                  </a:lnTo>
                  <a:lnTo>
                    <a:pt x="963681" y="1441403"/>
                  </a:lnTo>
                  <a:close/>
                  <a:moveTo>
                    <a:pt x="1268496" y="1438600"/>
                  </a:moveTo>
                  <a:lnTo>
                    <a:pt x="1270522" y="1440626"/>
                  </a:lnTo>
                  <a:lnTo>
                    <a:pt x="1272313" y="1438835"/>
                  </a:lnTo>
                  <a:lnTo>
                    <a:pt x="1270287" y="1436809"/>
                  </a:lnTo>
                  <a:lnTo>
                    <a:pt x="1268496" y="1438600"/>
                  </a:lnTo>
                  <a:close/>
                  <a:moveTo>
                    <a:pt x="1236266" y="1436809"/>
                  </a:moveTo>
                  <a:lnTo>
                    <a:pt x="1238292" y="1438835"/>
                  </a:lnTo>
                  <a:lnTo>
                    <a:pt x="1240082" y="1437044"/>
                  </a:lnTo>
                  <a:lnTo>
                    <a:pt x="1238057" y="1435019"/>
                  </a:lnTo>
                  <a:lnTo>
                    <a:pt x="1236266" y="1436809"/>
                  </a:lnTo>
                  <a:close/>
                  <a:moveTo>
                    <a:pt x="997702" y="1437822"/>
                  </a:moveTo>
                  <a:lnTo>
                    <a:pt x="1000567" y="1437822"/>
                  </a:lnTo>
                  <a:lnTo>
                    <a:pt x="1000567" y="1436032"/>
                  </a:lnTo>
                  <a:lnTo>
                    <a:pt x="997702" y="1436032"/>
                  </a:lnTo>
                  <a:lnTo>
                    <a:pt x="997702" y="1437822"/>
                  </a:lnTo>
                  <a:close/>
                  <a:moveTo>
                    <a:pt x="739861" y="1437822"/>
                  </a:moveTo>
                  <a:lnTo>
                    <a:pt x="742726" y="1437822"/>
                  </a:lnTo>
                  <a:lnTo>
                    <a:pt x="742726" y="1436032"/>
                  </a:lnTo>
                  <a:lnTo>
                    <a:pt x="739861" y="1436032"/>
                  </a:lnTo>
                  <a:lnTo>
                    <a:pt x="739861" y="1437822"/>
                  </a:lnTo>
                  <a:close/>
                  <a:moveTo>
                    <a:pt x="667880" y="1437464"/>
                  </a:moveTo>
                  <a:lnTo>
                    <a:pt x="667880" y="1434599"/>
                  </a:lnTo>
                  <a:lnTo>
                    <a:pt x="660718" y="1434599"/>
                  </a:lnTo>
                  <a:lnTo>
                    <a:pt x="660718" y="1437464"/>
                  </a:lnTo>
                  <a:lnTo>
                    <a:pt x="667880" y="1437464"/>
                  </a:lnTo>
                  <a:close/>
                  <a:moveTo>
                    <a:pt x="1322213" y="1437044"/>
                  </a:moveTo>
                  <a:lnTo>
                    <a:pt x="1324239" y="1435019"/>
                  </a:lnTo>
                  <a:lnTo>
                    <a:pt x="1322448" y="1433228"/>
                  </a:lnTo>
                  <a:lnTo>
                    <a:pt x="1320423" y="1435254"/>
                  </a:lnTo>
                  <a:lnTo>
                    <a:pt x="1322213" y="1437044"/>
                  </a:lnTo>
                  <a:close/>
                  <a:moveTo>
                    <a:pt x="782118" y="1430783"/>
                  </a:moveTo>
                  <a:lnTo>
                    <a:pt x="775437" y="1437464"/>
                  </a:lnTo>
                  <a:lnTo>
                    <a:pt x="782118" y="1437464"/>
                  </a:lnTo>
                  <a:lnTo>
                    <a:pt x="782118" y="1430783"/>
                  </a:lnTo>
                  <a:close/>
                  <a:moveTo>
                    <a:pt x="1288192" y="1436809"/>
                  </a:moveTo>
                  <a:lnTo>
                    <a:pt x="1290218" y="1438835"/>
                  </a:lnTo>
                  <a:lnTo>
                    <a:pt x="1295590" y="1433463"/>
                  </a:lnTo>
                  <a:lnTo>
                    <a:pt x="1293564" y="1431437"/>
                  </a:lnTo>
                  <a:lnTo>
                    <a:pt x="1288192" y="1436809"/>
                  </a:lnTo>
                  <a:close/>
                  <a:moveTo>
                    <a:pt x="1273868" y="1431437"/>
                  </a:moveTo>
                  <a:lnTo>
                    <a:pt x="1275894" y="1433463"/>
                  </a:lnTo>
                  <a:lnTo>
                    <a:pt x="1277265" y="1432092"/>
                  </a:lnTo>
                  <a:lnTo>
                    <a:pt x="1280253" y="1432092"/>
                  </a:lnTo>
                  <a:lnTo>
                    <a:pt x="1280253" y="1429227"/>
                  </a:lnTo>
                  <a:lnTo>
                    <a:pt x="1276078" y="1429227"/>
                  </a:lnTo>
                  <a:lnTo>
                    <a:pt x="1273868" y="1431437"/>
                  </a:lnTo>
                  <a:close/>
                  <a:moveTo>
                    <a:pt x="708050" y="1433463"/>
                  </a:moveTo>
                  <a:lnTo>
                    <a:pt x="710076" y="1431437"/>
                  </a:lnTo>
                  <a:lnTo>
                    <a:pt x="708285" y="1429647"/>
                  </a:lnTo>
                  <a:lnTo>
                    <a:pt x="706259" y="1431673"/>
                  </a:lnTo>
                  <a:lnTo>
                    <a:pt x="708050" y="1433463"/>
                  </a:lnTo>
                  <a:close/>
                  <a:moveTo>
                    <a:pt x="1312483" y="1430302"/>
                  </a:moveTo>
                  <a:lnTo>
                    <a:pt x="1312483" y="1427437"/>
                  </a:lnTo>
                  <a:lnTo>
                    <a:pt x="1308902" y="1427437"/>
                  </a:lnTo>
                  <a:lnTo>
                    <a:pt x="1308902" y="1430302"/>
                  </a:lnTo>
                  <a:lnTo>
                    <a:pt x="1312483" y="1430302"/>
                  </a:lnTo>
                  <a:close/>
                  <a:moveTo>
                    <a:pt x="1305320" y="1430302"/>
                  </a:moveTo>
                  <a:lnTo>
                    <a:pt x="1305320" y="1427437"/>
                  </a:lnTo>
                  <a:lnTo>
                    <a:pt x="1301739" y="1427437"/>
                  </a:lnTo>
                  <a:lnTo>
                    <a:pt x="1301739" y="1430302"/>
                  </a:lnTo>
                  <a:lnTo>
                    <a:pt x="1305320" y="1430302"/>
                  </a:lnTo>
                  <a:close/>
                  <a:moveTo>
                    <a:pt x="1234056" y="1430660"/>
                  </a:moveTo>
                  <a:lnTo>
                    <a:pt x="1236921" y="1430660"/>
                  </a:lnTo>
                  <a:lnTo>
                    <a:pt x="1236921" y="1428869"/>
                  </a:lnTo>
                  <a:lnTo>
                    <a:pt x="1234056" y="1428869"/>
                  </a:lnTo>
                  <a:lnTo>
                    <a:pt x="1234056" y="1430660"/>
                  </a:lnTo>
                  <a:close/>
                  <a:moveTo>
                    <a:pt x="963681" y="1430660"/>
                  </a:moveTo>
                  <a:lnTo>
                    <a:pt x="966546" y="1430660"/>
                  </a:lnTo>
                  <a:lnTo>
                    <a:pt x="966546" y="1428869"/>
                  </a:lnTo>
                  <a:lnTo>
                    <a:pt x="963681" y="1428869"/>
                  </a:lnTo>
                  <a:lnTo>
                    <a:pt x="963681" y="1430660"/>
                  </a:lnTo>
                  <a:close/>
                  <a:moveTo>
                    <a:pt x="774301" y="1431673"/>
                  </a:moveTo>
                  <a:lnTo>
                    <a:pt x="776327" y="1429647"/>
                  </a:lnTo>
                  <a:lnTo>
                    <a:pt x="774536" y="1427856"/>
                  </a:lnTo>
                  <a:lnTo>
                    <a:pt x="772510" y="1429882"/>
                  </a:lnTo>
                  <a:lnTo>
                    <a:pt x="774301" y="1431673"/>
                  </a:lnTo>
                  <a:close/>
                  <a:moveTo>
                    <a:pt x="743861" y="1429647"/>
                  </a:moveTo>
                  <a:lnTo>
                    <a:pt x="745887" y="1431673"/>
                  </a:lnTo>
                  <a:lnTo>
                    <a:pt x="747678" y="1429882"/>
                  </a:lnTo>
                  <a:lnTo>
                    <a:pt x="745652" y="1427856"/>
                  </a:lnTo>
                  <a:lnTo>
                    <a:pt x="743861" y="1429647"/>
                  </a:lnTo>
                  <a:close/>
                  <a:moveTo>
                    <a:pt x="674029" y="1429647"/>
                  </a:moveTo>
                  <a:lnTo>
                    <a:pt x="676055" y="1431673"/>
                  </a:lnTo>
                  <a:lnTo>
                    <a:pt x="679636" y="1428092"/>
                  </a:lnTo>
                  <a:lnTo>
                    <a:pt x="677610" y="1426066"/>
                  </a:lnTo>
                  <a:lnTo>
                    <a:pt x="674029" y="1429647"/>
                  </a:lnTo>
                  <a:close/>
                  <a:moveTo>
                    <a:pt x="1291774" y="1424275"/>
                  </a:moveTo>
                  <a:lnTo>
                    <a:pt x="1293799" y="1426301"/>
                  </a:lnTo>
                  <a:lnTo>
                    <a:pt x="1295590" y="1424510"/>
                  </a:lnTo>
                  <a:lnTo>
                    <a:pt x="1293564" y="1422485"/>
                  </a:lnTo>
                  <a:lnTo>
                    <a:pt x="1291774" y="1424275"/>
                  </a:lnTo>
                  <a:close/>
                  <a:moveTo>
                    <a:pt x="1189711" y="1424275"/>
                  </a:moveTo>
                  <a:lnTo>
                    <a:pt x="1191737" y="1426301"/>
                  </a:lnTo>
                  <a:lnTo>
                    <a:pt x="1193528" y="1424510"/>
                  </a:lnTo>
                  <a:lnTo>
                    <a:pt x="1191502" y="1422485"/>
                  </a:lnTo>
                  <a:lnTo>
                    <a:pt x="1189711" y="1424275"/>
                  </a:lnTo>
                  <a:close/>
                  <a:moveTo>
                    <a:pt x="997702" y="1428869"/>
                  </a:moveTo>
                  <a:lnTo>
                    <a:pt x="1000567" y="1428869"/>
                  </a:lnTo>
                  <a:lnTo>
                    <a:pt x="1000567" y="1421707"/>
                  </a:lnTo>
                  <a:lnTo>
                    <a:pt x="997702" y="1421707"/>
                  </a:lnTo>
                  <a:lnTo>
                    <a:pt x="997702" y="1428869"/>
                  </a:lnTo>
                  <a:close/>
                  <a:moveTo>
                    <a:pt x="960519" y="1424510"/>
                  </a:moveTo>
                  <a:lnTo>
                    <a:pt x="962545" y="1422485"/>
                  </a:lnTo>
                  <a:lnTo>
                    <a:pt x="960755" y="1420694"/>
                  </a:lnTo>
                  <a:lnTo>
                    <a:pt x="958729" y="1422720"/>
                  </a:lnTo>
                  <a:lnTo>
                    <a:pt x="960519" y="1424510"/>
                  </a:lnTo>
                  <a:close/>
                  <a:moveTo>
                    <a:pt x="847714" y="1424510"/>
                  </a:moveTo>
                  <a:lnTo>
                    <a:pt x="849740" y="1422485"/>
                  </a:lnTo>
                  <a:lnTo>
                    <a:pt x="847949" y="1420694"/>
                  </a:lnTo>
                  <a:lnTo>
                    <a:pt x="845923" y="1422720"/>
                  </a:lnTo>
                  <a:lnTo>
                    <a:pt x="847714" y="1424510"/>
                  </a:lnTo>
                  <a:close/>
                  <a:moveTo>
                    <a:pt x="754605" y="1424510"/>
                  </a:moveTo>
                  <a:lnTo>
                    <a:pt x="756630" y="1422485"/>
                  </a:lnTo>
                  <a:lnTo>
                    <a:pt x="753049" y="1418904"/>
                  </a:lnTo>
                  <a:lnTo>
                    <a:pt x="751024" y="1420929"/>
                  </a:lnTo>
                  <a:lnTo>
                    <a:pt x="754605" y="1424510"/>
                  </a:lnTo>
                  <a:close/>
                  <a:moveTo>
                    <a:pt x="813693" y="1420929"/>
                  </a:moveTo>
                  <a:lnTo>
                    <a:pt x="815719" y="1418904"/>
                  </a:lnTo>
                  <a:lnTo>
                    <a:pt x="813928" y="1417113"/>
                  </a:lnTo>
                  <a:lnTo>
                    <a:pt x="811903" y="1419139"/>
                  </a:lnTo>
                  <a:lnTo>
                    <a:pt x="813693" y="1420929"/>
                  </a:lnTo>
                  <a:close/>
                  <a:moveTo>
                    <a:pt x="952938" y="1418719"/>
                  </a:moveTo>
                  <a:lnTo>
                    <a:pt x="955148" y="1420929"/>
                  </a:lnTo>
                  <a:lnTo>
                    <a:pt x="957174" y="1418904"/>
                  </a:lnTo>
                  <a:lnTo>
                    <a:pt x="955803" y="1417533"/>
                  </a:lnTo>
                  <a:lnTo>
                    <a:pt x="955803" y="1416335"/>
                  </a:lnTo>
                  <a:lnTo>
                    <a:pt x="952938" y="1416335"/>
                  </a:lnTo>
                  <a:lnTo>
                    <a:pt x="952938" y="1418719"/>
                  </a:lnTo>
                  <a:close/>
                  <a:moveTo>
                    <a:pt x="786835" y="1417348"/>
                  </a:moveTo>
                  <a:lnTo>
                    <a:pt x="787612" y="1418126"/>
                  </a:lnTo>
                  <a:lnTo>
                    <a:pt x="787254" y="1418484"/>
                  </a:lnTo>
                  <a:lnTo>
                    <a:pt x="785464" y="1418484"/>
                  </a:lnTo>
                  <a:lnTo>
                    <a:pt x="778660" y="1425288"/>
                  </a:lnTo>
                  <a:lnTo>
                    <a:pt x="781463" y="1428092"/>
                  </a:lnTo>
                  <a:lnTo>
                    <a:pt x="783489" y="1426066"/>
                  </a:lnTo>
                  <a:lnTo>
                    <a:pt x="782711" y="1425288"/>
                  </a:lnTo>
                  <a:lnTo>
                    <a:pt x="783069" y="1424930"/>
                  </a:lnTo>
                  <a:lnTo>
                    <a:pt x="784860" y="1424930"/>
                  </a:lnTo>
                  <a:lnTo>
                    <a:pt x="791664" y="1418126"/>
                  </a:lnTo>
                  <a:lnTo>
                    <a:pt x="786835" y="1417348"/>
                  </a:lnTo>
                  <a:close/>
                  <a:moveTo>
                    <a:pt x="1220151" y="1417348"/>
                  </a:moveTo>
                  <a:lnTo>
                    <a:pt x="1222177" y="1415322"/>
                  </a:lnTo>
                  <a:lnTo>
                    <a:pt x="1220386" y="1413532"/>
                  </a:lnTo>
                  <a:lnTo>
                    <a:pt x="1218360" y="1415558"/>
                  </a:lnTo>
                  <a:lnTo>
                    <a:pt x="1220151" y="1417348"/>
                  </a:lnTo>
                  <a:close/>
                  <a:moveTo>
                    <a:pt x="1214002" y="1414187"/>
                  </a:moveTo>
                  <a:lnTo>
                    <a:pt x="1214002" y="1411322"/>
                  </a:lnTo>
                  <a:lnTo>
                    <a:pt x="1206839" y="1411322"/>
                  </a:lnTo>
                  <a:lnTo>
                    <a:pt x="1206839" y="1414187"/>
                  </a:lnTo>
                  <a:lnTo>
                    <a:pt x="1214002" y="1414187"/>
                  </a:lnTo>
                  <a:close/>
                  <a:moveTo>
                    <a:pt x="853086" y="1415558"/>
                  </a:moveTo>
                  <a:lnTo>
                    <a:pt x="855111" y="1413532"/>
                  </a:lnTo>
                  <a:lnTo>
                    <a:pt x="853321" y="1411741"/>
                  </a:lnTo>
                  <a:lnTo>
                    <a:pt x="851295" y="1413767"/>
                  </a:lnTo>
                  <a:lnTo>
                    <a:pt x="853086" y="1415558"/>
                  </a:lnTo>
                  <a:close/>
                  <a:moveTo>
                    <a:pt x="803369" y="1411322"/>
                  </a:moveTo>
                  <a:lnTo>
                    <a:pt x="801579" y="1413112"/>
                  </a:lnTo>
                  <a:lnTo>
                    <a:pt x="798591" y="1413112"/>
                  </a:lnTo>
                  <a:lnTo>
                    <a:pt x="798591" y="1415977"/>
                  </a:lnTo>
                  <a:lnTo>
                    <a:pt x="804556" y="1415977"/>
                  </a:lnTo>
                  <a:lnTo>
                    <a:pt x="806347" y="1414187"/>
                  </a:lnTo>
                  <a:lnTo>
                    <a:pt x="809334" y="1414187"/>
                  </a:lnTo>
                  <a:lnTo>
                    <a:pt x="809334" y="1411322"/>
                  </a:lnTo>
                  <a:lnTo>
                    <a:pt x="803369" y="1411322"/>
                  </a:lnTo>
                  <a:close/>
                  <a:moveTo>
                    <a:pt x="1298516" y="1414545"/>
                  </a:moveTo>
                  <a:lnTo>
                    <a:pt x="1301381" y="1414545"/>
                  </a:lnTo>
                  <a:lnTo>
                    <a:pt x="1301381" y="1410964"/>
                  </a:lnTo>
                  <a:lnTo>
                    <a:pt x="1298516" y="1410964"/>
                  </a:lnTo>
                  <a:lnTo>
                    <a:pt x="1298516" y="1414545"/>
                  </a:lnTo>
                  <a:close/>
                  <a:moveTo>
                    <a:pt x="952938" y="1412754"/>
                  </a:moveTo>
                  <a:lnTo>
                    <a:pt x="955803" y="1412754"/>
                  </a:lnTo>
                  <a:lnTo>
                    <a:pt x="955803" y="1410964"/>
                  </a:lnTo>
                  <a:lnTo>
                    <a:pt x="952938" y="1410964"/>
                  </a:lnTo>
                  <a:lnTo>
                    <a:pt x="952938" y="1412754"/>
                  </a:lnTo>
                  <a:close/>
                  <a:moveTo>
                    <a:pt x="1175387" y="1411977"/>
                  </a:moveTo>
                  <a:lnTo>
                    <a:pt x="1177413" y="1409951"/>
                  </a:lnTo>
                  <a:lnTo>
                    <a:pt x="1175622" y="1408160"/>
                  </a:lnTo>
                  <a:lnTo>
                    <a:pt x="1173596" y="1410186"/>
                  </a:lnTo>
                  <a:lnTo>
                    <a:pt x="1175387" y="1411977"/>
                  </a:lnTo>
                  <a:close/>
                  <a:moveTo>
                    <a:pt x="795010" y="1410606"/>
                  </a:moveTo>
                  <a:lnTo>
                    <a:pt x="795010" y="1407741"/>
                  </a:lnTo>
                  <a:lnTo>
                    <a:pt x="793219" y="1407741"/>
                  </a:lnTo>
                  <a:lnTo>
                    <a:pt x="793219" y="1410606"/>
                  </a:lnTo>
                  <a:lnTo>
                    <a:pt x="795010" y="1410606"/>
                  </a:lnTo>
                  <a:close/>
                  <a:moveTo>
                    <a:pt x="844133" y="1409951"/>
                  </a:moveTo>
                  <a:lnTo>
                    <a:pt x="846159" y="1411977"/>
                  </a:lnTo>
                  <a:lnTo>
                    <a:pt x="849740" y="1408395"/>
                  </a:lnTo>
                  <a:lnTo>
                    <a:pt x="847714" y="1406370"/>
                  </a:lnTo>
                  <a:lnTo>
                    <a:pt x="844133" y="1409951"/>
                  </a:lnTo>
                  <a:close/>
                  <a:moveTo>
                    <a:pt x="1003493" y="1408160"/>
                  </a:moveTo>
                  <a:lnTo>
                    <a:pt x="1005519" y="1410186"/>
                  </a:lnTo>
                  <a:lnTo>
                    <a:pt x="1009100" y="1406605"/>
                  </a:lnTo>
                  <a:lnTo>
                    <a:pt x="1007074" y="1404579"/>
                  </a:lnTo>
                  <a:lnTo>
                    <a:pt x="1003493" y="1408160"/>
                  </a:lnTo>
                  <a:close/>
                  <a:moveTo>
                    <a:pt x="1298516" y="1407382"/>
                  </a:moveTo>
                  <a:lnTo>
                    <a:pt x="1301381" y="1407382"/>
                  </a:lnTo>
                  <a:lnTo>
                    <a:pt x="1301381" y="1403801"/>
                  </a:lnTo>
                  <a:lnTo>
                    <a:pt x="1298516" y="1403801"/>
                  </a:lnTo>
                  <a:lnTo>
                    <a:pt x="1298516" y="1407382"/>
                  </a:lnTo>
                  <a:close/>
                  <a:moveTo>
                    <a:pt x="1171386" y="1405592"/>
                  </a:moveTo>
                  <a:lnTo>
                    <a:pt x="1174251" y="1405592"/>
                  </a:lnTo>
                  <a:lnTo>
                    <a:pt x="1174251" y="1403801"/>
                  </a:lnTo>
                  <a:lnTo>
                    <a:pt x="1171386" y="1403801"/>
                  </a:lnTo>
                  <a:lnTo>
                    <a:pt x="1171386" y="1405592"/>
                  </a:lnTo>
                  <a:close/>
                  <a:moveTo>
                    <a:pt x="747023" y="1412754"/>
                  </a:moveTo>
                  <a:lnTo>
                    <a:pt x="749888" y="1412754"/>
                  </a:lnTo>
                  <a:lnTo>
                    <a:pt x="749888" y="1403801"/>
                  </a:lnTo>
                  <a:lnTo>
                    <a:pt x="747023" y="1403801"/>
                  </a:lnTo>
                  <a:lnTo>
                    <a:pt x="747023" y="1412754"/>
                  </a:lnTo>
                  <a:close/>
                  <a:moveTo>
                    <a:pt x="1251604" y="1400578"/>
                  </a:moveTo>
                  <a:lnTo>
                    <a:pt x="1251604" y="1403443"/>
                  </a:lnTo>
                  <a:lnTo>
                    <a:pt x="1257569" y="1403443"/>
                  </a:lnTo>
                  <a:lnTo>
                    <a:pt x="1261569" y="1399443"/>
                  </a:lnTo>
                  <a:lnTo>
                    <a:pt x="1259543" y="1397417"/>
                  </a:lnTo>
                  <a:lnTo>
                    <a:pt x="1256382" y="1400578"/>
                  </a:lnTo>
                  <a:lnTo>
                    <a:pt x="1251604" y="1400578"/>
                  </a:lnTo>
                  <a:close/>
                  <a:moveTo>
                    <a:pt x="1006655" y="1400220"/>
                  </a:moveTo>
                  <a:lnTo>
                    <a:pt x="1009519" y="1400220"/>
                  </a:lnTo>
                  <a:lnTo>
                    <a:pt x="1009519" y="1398430"/>
                  </a:lnTo>
                  <a:lnTo>
                    <a:pt x="1006655" y="1398430"/>
                  </a:lnTo>
                  <a:lnTo>
                    <a:pt x="1006655" y="1400220"/>
                  </a:lnTo>
                  <a:close/>
                  <a:moveTo>
                    <a:pt x="1261334" y="1393836"/>
                  </a:moveTo>
                  <a:lnTo>
                    <a:pt x="1263360" y="1395861"/>
                  </a:lnTo>
                  <a:lnTo>
                    <a:pt x="1265150" y="1394071"/>
                  </a:lnTo>
                  <a:lnTo>
                    <a:pt x="1263125" y="1392045"/>
                  </a:lnTo>
                  <a:lnTo>
                    <a:pt x="1261334" y="1393836"/>
                  </a:lnTo>
                  <a:close/>
                  <a:moveTo>
                    <a:pt x="1112298" y="1393058"/>
                  </a:moveTo>
                  <a:lnTo>
                    <a:pt x="1115163" y="1393058"/>
                  </a:lnTo>
                  <a:lnTo>
                    <a:pt x="1115163" y="1391267"/>
                  </a:lnTo>
                  <a:lnTo>
                    <a:pt x="1112298" y="1391267"/>
                  </a:lnTo>
                  <a:lnTo>
                    <a:pt x="1112298" y="1393058"/>
                  </a:lnTo>
                  <a:close/>
                  <a:moveTo>
                    <a:pt x="942194" y="1393058"/>
                  </a:moveTo>
                  <a:lnTo>
                    <a:pt x="945059" y="1393058"/>
                  </a:lnTo>
                  <a:lnTo>
                    <a:pt x="945059" y="1391267"/>
                  </a:lnTo>
                  <a:lnTo>
                    <a:pt x="942194" y="1391267"/>
                  </a:lnTo>
                  <a:lnTo>
                    <a:pt x="942194" y="1393058"/>
                  </a:lnTo>
                  <a:close/>
                  <a:moveTo>
                    <a:pt x="751024" y="1395626"/>
                  </a:moveTo>
                  <a:lnTo>
                    <a:pt x="753049" y="1397652"/>
                  </a:lnTo>
                  <a:lnTo>
                    <a:pt x="758421" y="1392280"/>
                  </a:lnTo>
                  <a:lnTo>
                    <a:pt x="756395" y="1390255"/>
                  </a:lnTo>
                  <a:lnTo>
                    <a:pt x="751024" y="1395626"/>
                  </a:lnTo>
                  <a:close/>
                  <a:moveTo>
                    <a:pt x="1171386" y="1391267"/>
                  </a:moveTo>
                  <a:lnTo>
                    <a:pt x="1174251" y="1391267"/>
                  </a:lnTo>
                  <a:lnTo>
                    <a:pt x="1174251" y="1389477"/>
                  </a:lnTo>
                  <a:lnTo>
                    <a:pt x="1171386" y="1389477"/>
                  </a:lnTo>
                  <a:lnTo>
                    <a:pt x="1171386" y="1391267"/>
                  </a:lnTo>
                  <a:close/>
                  <a:moveTo>
                    <a:pt x="1283834" y="1389119"/>
                  </a:moveTo>
                  <a:lnTo>
                    <a:pt x="1283834" y="1386254"/>
                  </a:lnTo>
                  <a:lnTo>
                    <a:pt x="1280253" y="1386254"/>
                  </a:lnTo>
                  <a:lnTo>
                    <a:pt x="1280253" y="1389119"/>
                  </a:lnTo>
                  <a:lnTo>
                    <a:pt x="1283834" y="1389119"/>
                  </a:lnTo>
                  <a:close/>
                  <a:moveTo>
                    <a:pt x="1276671" y="1389119"/>
                  </a:moveTo>
                  <a:lnTo>
                    <a:pt x="1276671" y="1386254"/>
                  </a:lnTo>
                  <a:lnTo>
                    <a:pt x="1274881" y="1386254"/>
                  </a:lnTo>
                  <a:lnTo>
                    <a:pt x="1274881" y="1389119"/>
                  </a:lnTo>
                  <a:lnTo>
                    <a:pt x="1276671" y="1389119"/>
                  </a:lnTo>
                  <a:close/>
                  <a:moveTo>
                    <a:pt x="1004864" y="1393058"/>
                  </a:moveTo>
                  <a:lnTo>
                    <a:pt x="1007729" y="1393058"/>
                  </a:lnTo>
                  <a:lnTo>
                    <a:pt x="1007729" y="1387686"/>
                  </a:lnTo>
                  <a:lnTo>
                    <a:pt x="1004864" y="1387686"/>
                  </a:lnTo>
                  <a:lnTo>
                    <a:pt x="1004864" y="1393058"/>
                  </a:lnTo>
                  <a:close/>
                  <a:moveTo>
                    <a:pt x="768152" y="1389119"/>
                  </a:moveTo>
                  <a:lnTo>
                    <a:pt x="768152" y="1386254"/>
                  </a:lnTo>
                  <a:lnTo>
                    <a:pt x="766361" y="1386254"/>
                  </a:lnTo>
                  <a:lnTo>
                    <a:pt x="766361" y="1389119"/>
                  </a:lnTo>
                  <a:lnTo>
                    <a:pt x="768152" y="1389119"/>
                  </a:lnTo>
                  <a:close/>
                  <a:moveTo>
                    <a:pt x="1307889" y="1385118"/>
                  </a:moveTo>
                  <a:lnTo>
                    <a:pt x="1309914" y="1383092"/>
                  </a:lnTo>
                  <a:lnTo>
                    <a:pt x="1308124" y="1381302"/>
                  </a:lnTo>
                  <a:lnTo>
                    <a:pt x="1306098" y="1383328"/>
                  </a:lnTo>
                  <a:lnTo>
                    <a:pt x="1307889" y="1385118"/>
                  </a:lnTo>
                  <a:close/>
                  <a:moveTo>
                    <a:pt x="1168225" y="1385118"/>
                  </a:moveTo>
                  <a:lnTo>
                    <a:pt x="1170251" y="1383092"/>
                  </a:lnTo>
                  <a:lnTo>
                    <a:pt x="1168460" y="1381302"/>
                  </a:lnTo>
                  <a:lnTo>
                    <a:pt x="1166434" y="1383328"/>
                  </a:lnTo>
                  <a:lnTo>
                    <a:pt x="1168225" y="1385118"/>
                  </a:lnTo>
                  <a:close/>
                  <a:moveTo>
                    <a:pt x="942194" y="1382315"/>
                  </a:moveTo>
                  <a:lnTo>
                    <a:pt x="945059" y="1382315"/>
                  </a:lnTo>
                  <a:lnTo>
                    <a:pt x="945059" y="1380524"/>
                  </a:lnTo>
                  <a:lnTo>
                    <a:pt x="942194" y="1380524"/>
                  </a:lnTo>
                  <a:lnTo>
                    <a:pt x="942194" y="1382315"/>
                  </a:lnTo>
                  <a:close/>
                  <a:moveTo>
                    <a:pt x="1162075" y="1380166"/>
                  </a:moveTo>
                  <a:lnTo>
                    <a:pt x="1162075" y="1377301"/>
                  </a:lnTo>
                  <a:lnTo>
                    <a:pt x="1160285" y="1377301"/>
                  </a:lnTo>
                  <a:lnTo>
                    <a:pt x="1160285" y="1380166"/>
                  </a:lnTo>
                  <a:lnTo>
                    <a:pt x="1162075" y="1380166"/>
                  </a:lnTo>
                  <a:close/>
                  <a:moveTo>
                    <a:pt x="1154913" y="1378375"/>
                  </a:moveTo>
                  <a:lnTo>
                    <a:pt x="1154913" y="1375510"/>
                  </a:lnTo>
                  <a:lnTo>
                    <a:pt x="1153123" y="1375510"/>
                  </a:lnTo>
                  <a:lnTo>
                    <a:pt x="1153123" y="1378375"/>
                  </a:lnTo>
                  <a:lnTo>
                    <a:pt x="1154913" y="1378375"/>
                  </a:lnTo>
                  <a:close/>
                  <a:moveTo>
                    <a:pt x="1008865" y="1377721"/>
                  </a:moveTo>
                  <a:lnTo>
                    <a:pt x="1010890" y="1379746"/>
                  </a:lnTo>
                  <a:lnTo>
                    <a:pt x="1012681" y="1377956"/>
                  </a:lnTo>
                  <a:lnTo>
                    <a:pt x="1010655" y="1375930"/>
                  </a:lnTo>
                  <a:lnTo>
                    <a:pt x="1008865" y="1377721"/>
                  </a:lnTo>
                  <a:close/>
                  <a:moveTo>
                    <a:pt x="821868" y="1378375"/>
                  </a:moveTo>
                  <a:lnTo>
                    <a:pt x="821868" y="1375510"/>
                  </a:lnTo>
                  <a:lnTo>
                    <a:pt x="820078" y="1375510"/>
                  </a:lnTo>
                  <a:lnTo>
                    <a:pt x="820078" y="1378375"/>
                  </a:lnTo>
                  <a:lnTo>
                    <a:pt x="821868" y="1378375"/>
                  </a:lnTo>
                  <a:close/>
                  <a:moveTo>
                    <a:pt x="1303888" y="1376943"/>
                  </a:moveTo>
                  <a:lnTo>
                    <a:pt x="1306753" y="1376943"/>
                  </a:lnTo>
                  <a:lnTo>
                    <a:pt x="1306753" y="1375152"/>
                  </a:lnTo>
                  <a:lnTo>
                    <a:pt x="1303888" y="1375152"/>
                  </a:lnTo>
                  <a:lnTo>
                    <a:pt x="1303888" y="1376943"/>
                  </a:lnTo>
                  <a:close/>
                  <a:moveTo>
                    <a:pt x="827240" y="1376585"/>
                  </a:moveTo>
                  <a:lnTo>
                    <a:pt x="827240" y="1373720"/>
                  </a:lnTo>
                  <a:lnTo>
                    <a:pt x="825450" y="1373720"/>
                  </a:lnTo>
                  <a:lnTo>
                    <a:pt x="825450" y="1376585"/>
                  </a:lnTo>
                  <a:lnTo>
                    <a:pt x="827240" y="1376585"/>
                  </a:lnTo>
                  <a:close/>
                  <a:moveTo>
                    <a:pt x="1107346" y="1376165"/>
                  </a:moveTo>
                  <a:lnTo>
                    <a:pt x="1109371" y="1374139"/>
                  </a:lnTo>
                  <a:lnTo>
                    <a:pt x="1107581" y="1372349"/>
                  </a:lnTo>
                  <a:lnTo>
                    <a:pt x="1105555" y="1374375"/>
                  </a:lnTo>
                  <a:lnTo>
                    <a:pt x="1107346" y="1376165"/>
                  </a:lnTo>
                  <a:close/>
                  <a:moveTo>
                    <a:pt x="939033" y="1376165"/>
                  </a:moveTo>
                  <a:lnTo>
                    <a:pt x="941058" y="1374139"/>
                  </a:lnTo>
                  <a:lnTo>
                    <a:pt x="939268" y="1372349"/>
                  </a:lnTo>
                  <a:lnTo>
                    <a:pt x="937242" y="1374375"/>
                  </a:lnTo>
                  <a:lnTo>
                    <a:pt x="939033" y="1376165"/>
                  </a:lnTo>
                  <a:close/>
                  <a:moveTo>
                    <a:pt x="802172" y="1374794"/>
                  </a:moveTo>
                  <a:lnTo>
                    <a:pt x="802172" y="1371929"/>
                  </a:lnTo>
                  <a:lnTo>
                    <a:pt x="800382" y="1371929"/>
                  </a:lnTo>
                  <a:lnTo>
                    <a:pt x="800382" y="1374794"/>
                  </a:lnTo>
                  <a:lnTo>
                    <a:pt x="802172" y="1374794"/>
                  </a:lnTo>
                  <a:close/>
                  <a:moveTo>
                    <a:pt x="776091" y="1372349"/>
                  </a:moveTo>
                  <a:lnTo>
                    <a:pt x="778117" y="1374375"/>
                  </a:lnTo>
                  <a:lnTo>
                    <a:pt x="779908" y="1372584"/>
                  </a:lnTo>
                  <a:lnTo>
                    <a:pt x="777882" y="1370558"/>
                  </a:lnTo>
                  <a:lnTo>
                    <a:pt x="776091" y="1372349"/>
                  </a:lnTo>
                  <a:close/>
                  <a:moveTo>
                    <a:pt x="1013817" y="1371571"/>
                  </a:moveTo>
                  <a:lnTo>
                    <a:pt x="1016682" y="1371571"/>
                  </a:lnTo>
                  <a:lnTo>
                    <a:pt x="1016682" y="1369781"/>
                  </a:lnTo>
                  <a:lnTo>
                    <a:pt x="1013817" y="1369781"/>
                  </a:lnTo>
                  <a:lnTo>
                    <a:pt x="1013817" y="1371571"/>
                  </a:lnTo>
                  <a:close/>
                  <a:moveTo>
                    <a:pt x="791429" y="1371213"/>
                  </a:moveTo>
                  <a:lnTo>
                    <a:pt x="791429" y="1368348"/>
                  </a:lnTo>
                  <a:lnTo>
                    <a:pt x="789638" y="1368348"/>
                  </a:lnTo>
                  <a:lnTo>
                    <a:pt x="789638" y="1371213"/>
                  </a:lnTo>
                  <a:lnTo>
                    <a:pt x="791429" y="1371213"/>
                  </a:lnTo>
                  <a:close/>
                  <a:moveTo>
                    <a:pt x="1146318" y="1369781"/>
                  </a:moveTo>
                  <a:lnTo>
                    <a:pt x="1149183" y="1369781"/>
                  </a:lnTo>
                  <a:lnTo>
                    <a:pt x="1149183" y="1367990"/>
                  </a:lnTo>
                  <a:lnTo>
                    <a:pt x="1146318" y="1367990"/>
                  </a:lnTo>
                  <a:lnTo>
                    <a:pt x="1146318" y="1369781"/>
                  </a:lnTo>
                  <a:close/>
                  <a:moveTo>
                    <a:pt x="925128" y="1371213"/>
                  </a:moveTo>
                  <a:lnTo>
                    <a:pt x="929302" y="1371213"/>
                  </a:lnTo>
                  <a:lnTo>
                    <a:pt x="929302" y="1368348"/>
                  </a:lnTo>
                  <a:lnTo>
                    <a:pt x="926314" y="1368348"/>
                  </a:lnTo>
                  <a:lnTo>
                    <a:pt x="924943" y="1366977"/>
                  </a:lnTo>
                  <a:lnTo>
                    <a:pt x="922918" y="1369003"/>
                  </a:lnTo>
                  <a:lnTo>
                    <a:pt x="925128" y="1371213"/>
                  </a:lnTo>
                  <a:close/>
                  <a:moveTo>
                    <a:pt x="1303888" y="1369781"/>
                  </a:moveTo>
                  <a:lnTo>
                    <a:pt x="1306753" y="1369781"/>
                  </a:lnTo>
                  <a:lnTo>
                    <a:pt x="1306753" y="1366200"/>
                  </a:lnTo>
                  <a:lnTo>
                    <a:pt x="1303888" y="1366200"/>
                  </a:lnTo>
                  <a:lnTo>
                    <a:pt x="1303888" y="1369781"/>
                  </a:lnTo>
                  <a:close/>
                  <a:moveTo>
                    <a:pt x="911397" y="1360470"/>
                  </a:moveTo>
                  <a:lnTo>
                    <a:pt x="911397" y="1357605"/>
                  </a:lnTo>
                  <a:lnTo>
                    <a:pt x="906025" y="1357605"/>
                  </a:lnTo>
                  <a:lnTo>
                    <a:pt x="906025" y="1360470"/>
                  </a:lnTo>
                  <a:lnTo>
                    <a:pt x="911397" y="1360470"/>
                  </a:lnTo>
                  <a:close/>
                  <a:moveTo>
                    <a:pt x="1309679" y="1356234"/>
                  </a:moveTo>
                  <a:lnTo>
                    <a:pt x="1311705" y="1358260"/>
                  </a:lnTo>
                  <a:lnTo>
                    <a:pt x="1313496" y="1356469"/>
                  </a:lnTo>
                  <a:lnTo>
                    <a:pt x="1311470" y="1354443"/>
                  </a:lnTo>
                  <a:lnTo>
                    <a:pt x="1309679" y="1356234"/>
                  </a:lnTo>
                  <a:close/>
                  <a:moveTo>
                    <a:pt x="1142737" y="1357247"/>
                  </a:moveTo>
                  <a:lnTo>
                    <a:pt x="1145602" y="1357247"/>
                  </a:lnTo>
                  <a:lnTo>
                    <a:pt x="1145602" y="1355456"/>
                  </a:lnTo>
                  <a:lnTo>
                    <a:pt x="1142737" y="1355456"/>
                  </a:lnTo>
                  <a:lnTo>
                    <a:pt x="1142737" y="1357247"/>
                  </a:lnTo>
                  <a:close/>
                  <a:moveTo>
                    <a:pt x="1340119" y="1356469"/>
                  </a:moveTo>
                  <a:lnTo>
                    <a:pt x="1342145" y="1354443"/>
                  </a:lnTo>
                  <a:lnTo>
                    <a:pt x="1340354" y="1352653"/>
                  </a:lnTo>
                  <a:lnTo>
                    <a:pt x="1338328" y="1354679"/>
                  </a:lnTo>
                  <a:lnTo>
                    <a:pt x="1340119" y="1356469"/>
                  </a:lnTo>
                  <a:close/>
                  <a:moveTo>
                    <a:pt x="910384" y="1354443"/>
                  </a:moveTo>
                  <a:lnTo>
                    <a:pt x="912409" y="1356469"/>
                  </a:lnTo>
                  <a:lnTo>
                    <a:pt x="914200" y="1354679"/>
                  </a:lnTo>
                  <a:lnTo>
                    <a:pt x="912174" y="1352653"/>
                  </a:lnTo>
                  <a:lnTo>
                    <a:pt x="910384" y="1354443"/>
                  </a:lnTo>
                  <a:close/>
                  <a:moveTo>
                    <a:pt x="811903" y="1356234"/>
                  </a:moveTo>
                  <a:lnTo>
                    <a:pt x="813928" y="1358260"/>
                  </a:lnTo>
                  <a:lnTo>
                    <a:pt x="819300" y="1352888"/>
                  </a:lnTo>
                  <a:lnTo>
                    <a:pt x="817274" y="1350862"/>
                  </a:lnTo>
                  <a:lnTo>
                    <a:pt x="811903" y="1356234"/>
                  </a:lnTo>
                  <a:close/>
                  <a:moveTo>
                    <a:pt x="1330388" y="1351517"/>
                  </a:moveTo>
                  <a:lnTo>
                    <a:pt x="1330388" y="1348652"/>
                  </a:lnTo>
                  <a:lnTo>
                    <a:pt x="1323226" y="1348652"/>
                  </a:lnTo>
                  <a:lnTo>
                    <a:pt x="1323226" y="1351517"/>
                  </a:lnTo>
                  <a:lnTo>
                    <a:pt x="1330388" y="1351517"/>
                  </a:lnTo>
                  <a:close/>
                  <a:moveTo>
                    <a:pt x="1210779" y="1350084"/>
                  </a:moveTo>
                  <a:lnTo>
                    <a:pt x="1213644" y="1350084"/>
                  </a:lnTo>
                  <a:lnTo>
                    <a:pt x="1213644" y="1348294"/>
                  </a:lnTo>
                  <a:lnTo>
                    <a:pt x="1210779" y="1348294"/>
                  </a:lnTo>
                  <a:lnTo>
                    <a:pt x="1210779" y="1350084"/>
                  </a:lnTo>
                  <a:close/>
                  <a:moveTo>
                    <a:pt x="1141366" y="1349072"/>
                  </a:moveTo>
                  <a:lnTo>
                    <a:pt x="1143392" y="1351097"/>
                  </a:lnTo>
                  <a:lnTo>
                    <a:pt x="1145183" y="1349307"/>
                  </a:lnTo>
                  <a:lnTo>
                    <a:pt x="1143157" y="1347281"/>
                  </a:lnTo>
                  <a:lnTo>
                    <a:pt x="1141366" y="1349072"/>
                  </a:lnTo>
                  <a:close/>
                  <a:moveTo>
                    <a:pt x="1008445" y="1350084"/>
                  </a:moveTo>
                  <a:lnTo>
                    <a:pt x="1011310" y="1350084"/>
                  </a:lnTo>
                  <a:lnTo>
                    <a:pt x="1011310" y="1348294"/>
                  </a:lnTo>
                  <a:lnTo>
                    <a:pt x="1008445" y="1348294"/>
                  </a:lnTo>
                  <a:lnTo>
                    <a:pt x="1008445" y="1350084"/>
                  </a:lnTo>
                  <a:close/>
                  <a:moveTo>
                    <a:pt x="1282043" y="1347936"/>
                  </a:moveTo>
                  <a:lnTo>
                    <a:pt x="1282043" y="1345071"/>
                  </a:lnTo>
                  <a:lnTo>
                    <a:pt x="1280253" y="1345071"/>
                  </a:lnTo>
                  <a:lnTo>
                    <a:pt x="1280253" y="1347936"/>
                  </a:lnTo>
                  <a:lnTo>
                    <a:pt x="1282043" y="1347936"/>
                  </a:lnTo>
                  <a:close/>
                  <a:moveTo>
                    <a:pt x="1276671" y="1347936"/>
                  </a:moveTo>
                  <a:lnTo>
                    <a:pt x="1276671" y="1345071"/>
                  </a:lnTo>
                  <a:lnTo>
                    <a:pt x="1274881" y="1345071"/>
                  </a:lnTo>
                  <a:lnTo>
                    <a:pt x="1274881" y="1347936"/>
                  </a:lnTo>
                  <a:lnTo>
                    <a:pt x="1276671" y="1347936"/>
                  </a:lnTo>
                  <a:close/>
                  <a:moveTo>
                    <a:pt x="1291774" y="1340119"/>
                  </a:moveTo>
                  <a:lnTo>
                    <a:pt x="1293799" y="1342145"/>
                  </a:lnTo>
                  <a:lnTo>
                    <a:pt x="1295590" y="1340354"/>
                  </a:lnTo>
                  <a:lnTo>
                    <a:pt x="1293564" y="1338328"/>
                  </a:lnTo>
                  <a:lnTo>
                    <a:pt x="1291774" y="1340119"/>
                  </a:lnTo>
                  <a:close/>
                  <a:moveTo>
                    <a:pt x="1104419" y="1334092"/>
                  </a:moveTo>
                  <a:lnTo>
                    <a:pt x="1097380" y="1341132"/>
                  </a:lnTo>
                  <a:lnTo>
                    <a:pt x="1100183" y="1343935"/>
                  </a:lnTo>
                  <a:lnTo>
                    <a:pt x="1102209" y="1341909"/>
                  </a:lnTo>
                  <a:lnTo>
                    <a:pt x="1101431" y="1341132"/>
                  </a:lnTo>
                  <a:lnTo>
                    <a:pt x="1101790" y="1340774"/>
                  </a:lnTo>
                  <a:lnTo>
                    <a:pt x="1104419" y="1340774"/>
                  </a:lnTo>
                  <a:lnTo>
                    <a:pt x="1104419" y="1334092"/>
                  </a:lnTo>
                  <a:close/>
                  <a:moveTo>
                    <a:pt x="822227" y="1339341"/>
                  </a:moveTo>
                  <a:lnTo>
                    <a:pt x="825091" y="1339341"/>
                  </a:lnTo>
                  <a:lnTo>
                    <a:pt x="825091" y="1337551"/>
                  </a:lnTo>
                  <a:lnTo>
                    <a:pt x="822227" y="1337551"/>
                  </a:lnTo>
                  <a:lnTo>
                    <a:pt x="822227" y="1339341"/>
                  </a:lnTo>
                  <a:close/>
                  <a:moveTo>
                    <a:pt x="1210779" y="1335760"/>
                  </a:moveTo>
                  <a:lnTo>
                    <a:pt x="1213644" y="1335760"/>
                  </a:lnTo>
                  <a:lnTo>
                    <a:pt x="1213644" y="1333969"/>
                  </a:lnTo>
                  <a:lnTo>
                    <a:pt x="1210779" y="1333969"/>
                  </a:lnTo>
                  <a:lnTo>
                    <a:pt x="1210779" y="1335760"/>
                  </a:lnTo>
                  <a:close/>
                  <a:moveTo>
                    <a:pt x="1103764" y="1332957"/>
                  </a:moveTo>
                  <a:lnTo>
                    <a:pt x="1105790" y="1334982"/>
                  </a:lnTo>
                  <a:lnTo>
                    <a:pt x="1109371" y="1331401"/>
                  </a:lnTo>
                  <a:lnTo>
                    <a:pt x="1107346" y="1329375"/>
                  </a:lnTo>
                  <a:lnTo>
                    <a:pt x="1103764" y="1332957"/>
                  </a:lnTo>
                  <a:close/>
                  <a:moveTo>
                    <a:pt x="1254172" y="1327820"/>
                  </a:moveTo>
                  <a:lnTo>
                    <a:pt x="1256198" y="1325794"/>
                  </a:lnTo>
                  <a:lnTo>
                    <a:pt x="1254407" y="1324004"/>
                  </a:lnTo>
                  <a:lnTo>
                    <a:pt x="1252381" y="1326029"/>
                  </a:lnTo>
                  <a:lnTo>
                    <a:pt x="1254172" y="1327820"/>
                  </a:lnTo>
                  <a:close/>
                  <a:moveTo>
                    <a:pt x="689725" y="1332179"/>
                  </a:moveTo>
                  <a:lnTo>
                    <a:pt x="692590" y="1332179"/>
                  </a:lnTo>
                  <a:lnTo>
                    <a:pt x="692590" y="1325017"/>
                  </a:lnTo>
                  <a:lnTo>
                    <a:pt x="689725" y="1325017"/>
                  </a:lnTo>
                  <a:lnTo>
                    <a:pt x="689725" y="1332179"/>
                  </a:lnTo>
                  <a:close/>
                  <a:moveTo>
                    <a:pt x="872004" y="1324658"/>
                  </a:moveTo>
                  <a:lnTo>
                    <a:pt x="872004" y="1321794"/>
                  </a:lnTo>
                  <a:lnTo>
                    <a:pt x="870214" y="1321794"/>
                  </a:lnTo>
                  <a:lnTo>
                    <a:pt x="870214" y="1324658"/>
                  </a:lnTo>
                  <a:lnTo>
                    <a:pt x="872004" y="1324658"/>
                  </a:lnTo>
                  <a:close/>
                  <a:moveTo>
                    <a:pt x="754185" y="1326807"/>
                  </a:moveTo>
                  <a:lnTo>
                    <a:pt x="757050" y="1326807"/>
                  </a:lnTo>
                  <a:lnTo>
                    <a:pt x="757050" y="1321435"/>
                  </a:lnTo>
                  <a:lnTo>
                    <a:pt x="754185" y="1321435"/>
                  </a:lnTo>
                  <a:lnTo>
                    <a:pt x="754185" y="1326807"/>
                  </a:lnTo>
                  <a:close/>
                  <a:moveTo>
                    <a:pt x="1240860" y="1321077"/>
                  </a:moveTo>
                  <a:lnTo>
                    <a:pt x="1240860" y="1318212"/>
                  </a:lnTo>
                  <a:lnTo>
                    <a:pt x="1237279" y="1318212"/>
                  </a:lnTo>
                  <a:lnTo>
                    <a:pt x="1237279" y="1321077"/>
                  </a:lnTo>
                  <a:lnTo>
                    <a:pt x="1240860" y="1321077"/>
                  </a:lnTo>
                  <a:close/>
                  <a:moveTo>
                    <a:pt x="943985" y="1321435"/>
                  </a:moveTo>
                  <a:lnTo>
                    <a:pt x="946850" y="1321435"/>
                  </a:lnTo>
                  <a:lnTo>
                    <a:pt x="946850" y="1319645"/>
                  </a:lnTo>
                  <a:lnTo>
                    <a:pt x="943985" y="1319645"/>
                  </a:lnTo>
                  <a:lnTo>
                    <a:pt x="943985" y="1321435"/>
                  </a:lnTo>
                  <a:close/>
                  <a:moveTo>
                    <a:pt x="453371" y="1326807"/>
                  </a:moveTo>
                  <a:lnTo>
                    <a:pt x="456235" y="1326807"/>
                  </a:lnTo>
                  <a:lnTo>
                    <a:pt x="456235" y="1319645"/>
                  </a:lnTo>
                  <a:lnTo>
                    <a:pt x="453371" y="1319645"/>
                  </a:lnTo>
                  <a:lnTo>
                    <a:pt x="453371" y="1326807"/>
                  </a:lnTo>
                  <a:close/>
                  <a:moveTo>
                    <a:pt x="1148529" y="1320423"/>
                  </a:moveTo>
                  <a:lnTo>
                    <a:pt x="1150554" y="1322448"/>
                  </a:lnTo>
                  <a:lnTo>
                    <a:pt x="1154135" y="1318867"/>
                  </a:lnTo>
                  <a:lnTo>
                    <a:pt x="1152110" y="1316841"/>
                  </a:lnTo>
                  <a:lnTo>
                    <a:pt x="1148529" y="1320423"/>
                  </a:lnTo>
                  <a:close/>
                  <a:moveTo>
                    <a:pt x="789638" y="1317496"/>
                  </a:moveTo>
                  <a:lnTo>
                    <a:pt x="789638" y="1314631"/>
                  </a:lnTo>
                  <a:lnTo>
                    <a:pt x="787848" y="1314631"/>
                  </a:lnTo>
                  <a:lnTo>
                    <a:pt x="787848" y="1317496"/>
                  </a:lnTo>
                  <a:lnTo>
                    <a:pt x="789638" y="1317496"/>
                  </a:lnTo>
                  <a:close/>
                  <a:moveTo>
                    <a:pt x="1019188" y="1308902"/>
                  </a:moveTo>
                  <a:lnTo>
                    <a:pt x="1022053" y="1308902"/>
                  </a:lnTo>
                  <a:lnTo>
                    <a:pt x="1022053" y="1307111"/>
                  </a:lnTo>
                  <a:lnTo>
                    <a:pt x="1019188" y="1307111"/>
                  </a:lnTo>
                  <a:lnTo>
                    <a:pt x="1019188" y="1308902"/>
                  </a:lnTo>
                  <a:close/>
                  <a:moveTo>
                    <a:pt x="1204036" y="1309914"/>
                  </a:moveTo>
                  <a:lnTo>
                    <a:pt x="1206062" y="1307889"/>
                  </a:lnTo>
                  <a:lnTo>
                    <a:pt x="1202481" y="1304308"/>
                  </a:lnTo>
                  <a:lnTo>
                    <a:pt x="1200455" y="1306333"/>
                  </a:lnTo>
                  <a:lnTo>
                    <a:pt x="1204036" y="1309914"/>
                  </a:lnTo>
                  <a:close/>
                  <a:moveTo>
                    <a:pt x="702259" y="1307111"/>
                  </a:moveTo>
                  <a:lnTo>
                    <a:pt x="705124" y="1307111"/>
                  </a:lnTo>
                  <a:lnTo>
                    <a:pt x="705124" y="1305320"/>
                  </a:lnTo>
                  <a:lnTo>
                    <a:pt x="702259" y="1305320"/>
                  </a:lnTo>
                  <a:lnTo>
                    <a:pt x="702259" y="1307111"/>
                  </a:lnTo>
                  <a:close/>
                  <a:moveTo>
                    <a:pt x="752395" y="1287415"/>
                  </a:moveTo>
                  <a:lnTo>
                    <a:pt x="755259" y="1287415"/>
                  </a:lnTo>
                  <a:lnTo>
                    <a:pt x="755259" y="1283834"/>
                  </a:lnTo>
                  <a:lnTo>
                    <a:pt x="752395" y="1283834"/>
                  </a:lnTo>
                  <a:lnTo>
                    <a:pt x="752395" y="1287415"/>
                  </a:lnTo>
                  <a:close/>
                  <a:moveTo>
                    <a:pt x="637440" y="1283476"/>
                  </a:moveTo>
                  <a:lnTo>
                    <a:pt x="637440" y="1280611"/>
                  </a:lnTo>
                  <a:lnTo>
                    <a:pt x="635650" y="1280611"/>
                  </a:lnTo>
                  <a:lnTo>
                    <a:pt x="635650" y="1283476"/>
                  </a:lnTo>
                  <a:lnTo>
                    <a:pt x="637440" y="1283476"/>
                  </a:lnTo>
                  <a:close/>
                  <a:moveTo>
                    <a:pt x="1022770" y="1278462"/>
                  </a:moveTo>
                  <a:lnTo>
                    <a:pt x="1025634" y="1278462"/>
                  </a:lnTo>
                  <a:lnTo>
                    <a:pt x="1025634" y="1274881"/>
                  </a:lnTo>
                  <a:lnTo>
                    <a:pt x="1022770" y="1274881"/>
                  </a:lnTo>
                  <a:lnTo>
                    <a:pt x="1022770" y="1278462"/>
                  </a:lnTo>
                  <a:close/>
                  <a:moveTo>
                    <a:pt x="1124474" y="1274523"/>
                  </a:moveTo>
                  <a:lnTo>
                    <a:pt x="1124474" y="1271658"/>
                  </a:lnTo>
                  <a:lnTo>
                    <a:pt x="1122683" y="1271658"/>
                  </a:lnTo>
                  <a:lnTo>
                    <a:pt x="1122683" y="1274523"/>
                  </a:lnTo>
                  <a:lnTo>
                    <a:pt x="1124474" y="1274523"/>
                  </a:lnTo>
                  <a:close/>
                  <a:moveTo>
                    <a:pt x="1108358" y="1270942"/>
                  </a:moveTo>
                  <a:lnTo>
                    <a:pt x="1108358" y="1268077"/>
                  </a:lnTo>
                  <a:lnTo>
                    <a:pt x="1104777" y="1268077"/>
                  </a:lnTo>
                  <a:lnTo>
                    <a:pt x="1104777" y="1270942"/>
                  </a:lnTo>
                  <a:lnTo>
                    <a:pt x="1108358" y="1270942"/>
                  </a:lnTo>
                  <a:close/>
                  <a:moveTo>
                    <a:pt x="747442" y="1272313"/>
                  </a:moveTo>
                  <a:lnTo>
                    <a:pt x="749468" y="1270287"/>
                  </a:lnTo>
                  <a:lnTo>
                    <a:pt x="747678" y="1268496"/>
                  </a:lnTo>
                  <a:lnTo>
                    <a:pt x="745652" y="1270522"/>
                  </a:lnTo>
                  <a:lnTo>
                    <a:pt x="747442" y="1272313"/>
                  </a:lnTo>
                  <a:close/>
                  <a:moveTo>
                    <a:pt x="832970" y="1269509"/>
                  </a:moveTo>
                  <a:lnTo>
                    <a:pt x="835835" y="1269509"/>
                  </a:lnTo>
                  <a:lnTo>
                    <a:pt x="835835" y="1265928"/>
                  </a:lnTo>
                  <a:lnTo>
                    <a:pt x="832970" y="1265928"/>
                  </a:lnTo>
                  <a:lnTo>
                    <a:pt x="832970" y="1269509"/>
                  </a:lnTo>
                  <a:close/>
                  <a:moveTo>
                    <a:pt x="769942" y="1265570"/>
                  </a:moveTo>
                  <a:lnTo>
                    <a:pt x="769942" y="1262705"/>
                  </a:lnTo>
                  <a:lnTo>
                    <a:pt x="768152" y="1262705"/>
                  </a:lnTo>
                  <a:lnTo>
                    <a:pt x="768152" y="1265570"/>
                  </a:lnTo>
                  <a:lnTo>
                    <a:pt x="769942" y="1265570"/>
                  </a:lnTo>
                  <a:close/>
                  <a:moveTo>
                    <a:pt x="764570" y="1265570"/>
                  </a:moveTo>
                  <a:lnTo>
                    <a:pt x="764570" y="1262705"/>
                  </a:lnTo>
                  <a:lnTo>
                    <a:pt x="762780" y="1262705"/>
                  </a:lnTo>
                  <a:lnTo>
                    <a:pt x="762780" y="1265570"/>
                  </a:lnTo>
                  <a:lnTo>
                    <a:pt x="764570" y="1265570"/>
                  </a:lnTo>
                  <a:close/>
                  <a:moveTo>
                    <a:pt x="1026770" y="1264915"/>
                  </a:moveTo>
                  <a:lnTo>
                    <a:pt x="1028796" y="1266941"/>
                  </a:lnTo>
                  <a:lnTo>
                    <a:pt x="1032377" y="1263360"/>
                  </a:lnTo>
                  <a:lnTo>
                    <a:pt x="1030351" y="1261334"/>
                  </a:lnTo>
                  <a:lnTo>
                    <a:pt x="1026770" y="1264915"/>
                  </a:lnTo>
                  <a:close/>
                  <a:moveTo>
                    <a:pt x="1031364" y="1258408"/>
                  </a:moveTo>
                  <a:lnTo>
                    <a:pt x="1031364" y="1255543"/>
                  </a:lnTo>
                  <a:lnTo>
                    <a:pt x="1025993" y="1255543"/>
                  </a:lnTo>
                  <a:lnTo>
                    <a:pt x="1025993" y="1258408"/>
                  </a:lnTo>
                  <a:lnTo>
                    <a:pt x="1031364" y="1258408"/>
                  </a:lnTo>
                  <a:close/>
                  <a:moveTo>
                    <a:pt x="751024" y="1259779"/>
                  </a:moveTo>
                  <a:lnTo>
                    <a:pt x="753049" y="1257753"/>
                  </a:lnTo>
                  <a:lnTo>
                    <a:pt x="751259" y="1255962"/>
                  </a:lnTo>
                  <a:lnTo>
                    <a:pt x="749233" y="1257988"/>
                  </a:lnTo>
                  <a:lnTo>
                    <a:pt x="751024" y="1259779"/>
                  </a:lnTo>
                  <a:close/>
                  <a:moveTo>
                    <a:pt x="1139156" y="1256975"/>
                  </a:moveTo>
                  <a:lnTo>
                    <a:pt x="1142021" y="1256975"/>
                  </a:lnTo>
                  <a:lnTo>
                    <a:pt x="1142021" y="1255185"/>
                  </a:lnTo>
                  <a:lnTo>
                    <a:pt x="1139156" y="1255185"/>
                  </a:lnTo>
                  <a:lnTo>
                    <a:pt x="1139156" y="1256975"/>
                  </a:lnTo>
                  <a:close/>
                  <a:moveTo>
                    <a:pt x="1019608" y="1256198"/>
                  </a:moveTo>
                  <a:lnTo>
                    <a:pt x="1021634" y="1254172"/>
                  </a:lnTo>
                  <a:lnTo>
                    <a:pt x="1019843" y="1252381"/>
                  </a:lnTo>
                  <a:lnTo>
                    <a:pt x="1017817" y="1254407"/>
                  </a:lnTo>
                  <a:lnTo>
                    <a:pt x="1019608" y="1256198"/>
                  </a:lnTo>
                  <a:close/>
                  <a:moveTo>
                    <a:pt x="869201" y="1254407"/>
                  </a:moveTo>
                  <a:lnTo>
                    <a:pt x="871227" y="1252381"/>
                  </a:lnTo>
                  <a:lnTo>
                    <a:pt x="869436" y="1250591"/>
                  </a:lnTo>
                  <a:lnTo>
                    <a:pt x="867410" y="1252616"/>
                  </a:lnTo>
                  <a:lnTo>
                    <a:pt x="869201" y="1254407"/>
                  </a:lnTo>
                  <a:close/>
                  <a:moveTo>
                    <a:pt x="838761" y="1252381"/>
                  </a:moveTo>
                  <a:lnTo>
                    <a:pt x="840787" y="1254407"/>
                  </a:lnTo>
                  <a:lnTo>
                    <a:pt x="842577" y="1252616"/>
                  </a:lnTo>
                  <a:lnTo>
                    <a:pt x="840552" y="1250591"/>
                  </a:lnTo>
                  <a:lnTo>
                    <a:pt x="838761" y="1252381"/>
                  </a:lnTo>
                  <a:close/>
                  <a:moveTo>
                    <a:pt x="1014236" y="1250826"/>
                  </a:moveTo>
                  <a:lnTo>
                    <a:pt x="1016262" y="1248800"/>
                  </a:lnTo>
                  <a:lnTo>
                    <a:pt x="1014472" y="1247009"/>
                  </a:lnTo>
                  <a:lnTo>
                    <a:pt x="1012446" y="1249035"/>
                  </a:lnTo>
                  <a:lnTo>
                    <a:pt x="1014236" y="1250826"/>
                  </a:lnTo>
                  <a:close/>
                  <a:moveTo>
                    <a:pt x="743442" y="1244441"/>
                  </a:moveTo>
                  <a:lnTo>
                    <a:pt x="746307" y="1244441"/>
                  </a:lnTo>
                  <a:lnTo>
                    <a:pt x="746307" y="1242651"/>
                  </a:lnTo>
                  <a:lnTo>
                    <a:pt x="743442" y="1242651"/>
                  </a:lnTo>
                  <a:lnTo>
                    <a:pt x="743442" y="1244441"/>
                  </a:lnTo>
                  <a:close/>
                  <a:moveTo>
                    <a:pt x="741293" y="1242293"/>
                  </a:moveTo>
                  <a:lnTo>
                    <a:pt x="741293" y="1239428"/>
                  </a:lnTo>
                  <a:lnTo>
                    <a:pt x="739503" y="1239428"/>
                  </a:lnTo>
                  <a:lnTo>
                    <a:pt x="739503" y="1242293"/>
                  </a:lnTo>
                  <a:lnTo>
                    <a:pt x="741293" y="1242293"/>
                  </a:lnTo>
                  <a:close/>
                  <a:moveTo>
                    <a:pt x="618522" y="1241638"/>
                  </a:moveTo>
                  <a:lnTo>
                    <a:pt x="620548" y="1243664"/>
                  </a:lnTo>
                  <a:lnTo>
                    <a:pt x="622338" y="1241873"/>
                  </a:lnTo>
                  <a:lnTo>
                    <a:pt x="620312" y="1239847"/>
                  </a:lnTo>
                  <a:lnTo>
                    <a:pt x="618522" y="1241638"/>
                  </a:lnTo>
                  <a:close/>
                  <a:moveTo>
                    <a:pt x="1267719" y="1238711"/>
                  </a:moveTo>
                  <a:lnTo>
                    <a:pt x="1267719" y="1235847"/>
                  </a:lnTo>
                  <a:lnTo>
                    <a:pt x="1260556" y="1235847"/>
                  </a:lnTo>
                  <a:lnTo>
                    <a:pt x="1260556" y="1238711"/>
                  </a:lnTo>
                  <a:lnTo>
                    <a:pt x="1267719" y="1238711"/>
                  </a:lnTo>
                  <a:close/>
                  <a:moveTo>
                    <a:pt x="1010236" y="1242651"/>
                  </a:moveTo>
                  <a:lnTo>
                    <a:pt x="1013101" y="1242651"/>
                  </a:lnTo>
                  <a:lnTo>
                    <a:pt x="1013101" y="1235488"/>
                  </a:lnTo>
                  <a:lnTo>
                    <a:pt x="1010236" y="1235488"/>
                  </a:lnTo>
                  <a:lnTo>
                    <a:pt x="1010236" y="1242651"/>
                  </a:lnTo>
                  <a:close/>
                  <a:moveTo>
                    <a:pt x="639231" y="1236921"/>
                  </a:moveTo>
                  <a:lnTo>
                    <a:pt x="639231" y="1234056"/>
                  </a:lnTo>
                  <a:lnTo>
                    <a:pt x="633859" y="1234056"/>
                  </a:lnTo>
                  <a:lnTo>
                    <a:pt x="633859" y="1236921"/>
                  </a:lnTo>
                  <a:lnTo>
                    <a:pt x="639231" y="1236921"/>
                  </a:lnTo>
                  <a:close/>
                  <a:moveTo>
                    <a:pt x="1248800" y="1232920"/>
                  </a:moveTo>
                  <a:lnTo>
                    <a:pt x="1250826" y="1230894"/>
                  </a:lnTo>
                  <a:lnTo>
                    <a:pt x="1249035" y="1229104"/>
                  </a:lnTo>
                  <a:lnTo>
                    <a:pt x="1247009" y="1231130"/>
                  </a:lnTo>
                  <a:lnTo>
                    <a:pt x="1248800" y="1232920"/>
                  </a:lnTo>
                  <a:close/>
                  <a:moveTo>
                    <a:pt x="2077053" y="1229759"/>
                  </a:moveTo>
                  <a:lnTo>
                    <a:pt x="2077053" y="1226894"/>
                  </a:lnTo>
                  <a:lnTo>
                    <a:pt x="2075262" y="1226894"/>
                  </a:lnTo>
                  <a:lnTo>
                    <a:pt x="2075262" y="1229759"/>
                  </a:lnTo>
                  <a:lnTo>
                    <a:pt x="2077053" y="1229759"/>
                  </a:lnTo>
                  <a:close/>
                  <a:moveTo>
                    <a:pt x="1044256" y="1232501"/>
                  </a:moveTo>
                  <a:lnTo>
                    <a:pt x="1046047" y="1234291"/>
                  </a:lnTo>
                  <a:lnTo>
                    <a:pt x="1046047" y="1235488"/>
                  </a:lnTo>
                  <a:lnTo>
                    <a:pt x="1048912" y="1235488"/>
                  </a:lnTo>
                  <a:lnTo>
                    <a:pt x="1048912" y="1233105"/>
                  </a:lnTo>
                  <a:lnTo>
                    <a:pt x="1047121" y="1231314"/>
                  </a:lnTo>
                  <a:lnTo>
                    <a:pt x="1047121" y="1228326"/>
                  </a:lnTo>
                  <a:lnTo>
                    <a:pt x="1044256" y="1228326"/>
                  </a:lnTo>
                  <a:lnTo>
                    <a:pt x="1044256" y="1232501"/>
                  </a:lnTo>
                  <a:close/>
                  <a:moveTo>
                    <a:pt x="1014236" y="1227313"/>
                  </a:moveTo>
                  <a:lnTo>
                    <a:pt x="1016262" y="1229339"/>
                  </a:lnTo>
                  <a:lnTo>
                    <a:pt x="1019843" y="1225758"/>
                  </a:lnTo>
                  <a:lnTo>
                    <a:pt x="1017817" y="1223732"/>
                  </a:lnTo>
                  <a:lnTo>
                    <a:pt x="1014236" y="1227313"/>
                  </a:lnTo>
                  <a:close/>
                  <a:moveTo>
                    <a:pt x="2095736" y="1223732"/>
                  </a:moveTo>
                  <a:lnTo>
                    <a:pt x="2097762" y="1225758"/>
                  </a:lnTo>
                  <a:lnTo>
                    <a:pt x="2099553" y="1223967"/>
                  </a:lnTo>
                  <a:lnTo>
                    <a:pt x="2097527" y="1221942"/>
                  </a:lnTo>
                  <a:lnTo>
                    <a:pt x="2095736" y="1223732"/>
                  </a:lnTo>
                  <a:close/>
                  <a:moveTo>
                    <a:pt x="2068878" y="1225758"/>
                  </a:moveTo>
                  <a:lnTo>
                    <a:pt x="2070904" y="1223732"/>
                  </a:lnTo>
                  <a:lnTo>
                    <a:pt x="2069113" y="1221942"/>
                  </a:lnTo>
                  <a:lnTo>
                    <a:pt x="2067087" y="1223967"/>
                  </a:lnTo>
                  <a:lnTo>
                    <a:pt x="2068878" y="1225758"/>
                  </a:lnTo>
                  <a:close/>
                  <a:moveTo>
                    <a:pt x="1029574" y="1222596"/>
                  </a:moveTo>
                  <a:lnTo>
                    <a:pt x="1029574" y="1219731"/>
                  </a:lnTo>
                  <a:lnTo>
                    <a:pt x="1027783" y="1219731"/>
                  </a:lnTo>
                  <a:lnTo>
                    <a:pt x="1027783" y="1222596"/>
                  </a:lnTo>
                  <a:lnTo>
                    <a:pt x="1029574" y="1222596"/>
                  </a:lnTo>
                  <a:close/>
                  <a:moveTo>
                    <a:pt x="1185711" y="1222955"/>
                  </a:moveTo>
                  <a:lnTo>
                    <a:pt x="1188576" y="1222955"/>
                  </a:lnTo>
                  <a:lnTo>
                    <a:pt x="1188576" y="1215792"/>
                  </a:lnTo>
                  <a:lnTo>
                    <a:pt x="1185711" y="1215792"/>
                  </a:lnTo>
                  <a:lnTo>
                    <a:pt x="1185711" y="1222955"/>
                  </a:lnTo>
                  <a:close/>
                  <a:moveTo>
                    <a:pt x="1923842" y="1214779"/>
                  </a:moveTo>
                  <a:lnTo>
                    <a:pt x="1925868" y="1216805"/>
                  </a:lnTo>
                  <a:lnTo>
                    <a:pt x="1927659" y="1215015"/>
                  </a:lnTo>
                  <a:lnTo>
                    <a:pt x="1925633" y="1212989"/>
                  </a:lnTo>
                  <a:lnTo>
                    <a:pt x="1923842" y="1214779"/>
                  </a:lnTo>
                  <a:close/>
                  <a:moveTo>
                    <a:pt x="1285982" y="1215792"/>
                  </a:moveTo>
                  <a:lnTo>
                    <a:pt x="1288847" y="1215792"/>
                  </a:lnTo>
                  <a:lnTo>
                    <a:pt x="1288847" y="1214002"/>
                  </a:lnTo>
                  <a:lnTo>
                    <a:pt x="1285982" y="1214002"/>
                  </a:lnTo>
                  <a:lnTo>
                    <a:pt x="1285982" y="1215792"/>
                  </a:lnTo>
                  <a:close/>
                  <a:moveTo>
                    <a:pt x="1884450" y="1213224"/>
                  </a:moveTo>
                  <a:lnTo>
                    <a:pt x="1886476" y="1211198"/>
                  </a:lnTo>
                  <a:lnTo>
                    <a:pt x="1884685" y="1209408"/>
                  </a:lnTo>
                  <a:lnTo>
                    <a:pt x="1882659" y="1211433"/>
                  </a:lnTo>
                  <a:lnTo>
                    <a:pt x="1884450" y="1213224"/>
                  </a:lnTo>
                  <a:close/>
                  <a:moveTo>
                    <a:pt x="1187501" y="1209223"/>
                  </a:moveTo>
                  <a:lnTo>
                    <a:pt x="1187501" y="1210421"/>
                  </a:lnTo>
                  <a:lnTo>
                    <a:pt x="1190366" y="1210421"/>
                  </a:lnTo>
                  <a:lnTo>
                    <a:pt x="1190366" y="1208037"/>
                  </a:lnTo>
                  <a:lnTo>
                    <a:pt x="1188156" y="1205827"/>
                  </a:lnTo>
                  <a:lnTo>
                    <a:pt x="1186130" y="1207852"/>
                  </a:lnTo>
                  <a:lnTo>
                    <a:pt x="1187501" y="1209223"/>
                  </a:lnTo>
                  <a:close/>
                  <a:moveTo>
                    <a:pt x="2102479" y="1212211"/>
                  </a:moveTo>
                  <a:lnTo>
                    <a:pt x="2105344" y="1212211"/>
                  </a:lnTo>
                  <a:lnTo>
                    <a:pt x="2105344" y="1205049"/>
                  </a:lnTo>
                  <a:lnTo>
                    <a:pt x="2102479" y="1205049"/>
                  </a:lnTo>
                  <a:lnTo>
                    <a:pt x="2102479" y="1212211"/>
                  </a:lnTo>
                  <a:close/>
                  <a:moveTo>
                    <a:pt x="2061296" y="1214002"/>
                  </a:moveTo>
                  <a:lnTo>
                    <a:pt x="2064161" y="1214002"/>
                  </a:lnTo>
                  <a:lnTo>
                    <a:pt x="2064161" y="1205049"/>
                  </a:lnTo>
                  <a:lnTo>
                    <a:pt x="2061296" y="1205049"/>
                  </a:lnTo>
                  <a:lnTo>
                    <a:pt x="2061296" y="1214002"/>
                  </a:lnTo>
                  <a:close/>
                  <a:moveTo>
                    <a:pt x="337404" y="1204036"/>
                  </a:moveTo>
                  <a:lnTo>
                    <a:pt x="339429" y="1206062"/>
                  </a:lnTo>
                  <a:lnTo>
                    <a:pt x="341220" y="1204271"/>
                  </a:lnTo>
                  <a:lnTo>
                    <a:pt x="339194" y="1202245"/>
                  </a:lnTo>
                  <a:lnTo>
                    <a:pt x="337404" y="1204036"/>
                  </a:lnTo>
                  <a:close/>
                  <a:moveTo>
                    <a:pt x="303383" y="1206062"/>
                  </a:moveTo>
                  <a:lnTo>
                    <a:pt x="305409" y="1204036"/>
                  </a:lnTo>
                  <a:lnTo>
                    <a:pt x="303618" y="1202245"/>
                  </a:lnTo>
                  <a:lnTo>
                    <a:pt x="301592" y="1204271"/>
                  </a:lnTo>
                  <a:lnTo>
                    <a:pt x="303383" y="1206062"/>
                  </a:lnTo>
                  <a:close/>
                  <a:moveTo>
                    <a:pt x="1221522" y="1203258"/>
                  </a:moveTo>
                  <a:lnTo>
                    <a:pt x="1224387" y="1203258"/>
                  </a:lnTo>
                  <a:lnTo>
                    <a:pt x="1224387" y="1201468"/>
                  </a:lnTo>
                  <a:lnTo>
                    <a:pt x="1221522" y="1201468"/>
                  </a:lnTo>
                  <a:lnTo>
                    <a:pt x="1221522" y="1203258"/>
                  </a:lnTo>
                  <a:close/>
                  <a:moveTo>
                    <a:pt x="1181772" y="1202900"/>
                  </a:moveTo>
                  <a:lnTo>
                    <a:pt x="1181772" y="1200035"/>
                  </a:lnTo>
                  <a:lnTo>
                    <a:pt x="1179981" y="1200035"/>
                  </a:lnTo>
                  <a:lnTo>
                    <a:pt x="1179981" y="1202900"/>
                  </a:lnTo>
                  <a:lnTo>
                    <a:pt x="1181772" y="1202900"/>
                  </a:lnTo>
                  <a:close/>
                  <a:moveTo>
                    <a:pt x="719806" y="1201110"/>
                  </a:moveTo>
                  <a:lnTo>
                    <a:pt x="719806" y="1198245"/>
                  </a:lnTo>
                  <a:lnTo>
                    <a:pt x="718016" y="1198245"/>
                  </a:lnTo>
                  <a:lnTo>
                    <a:pt x="718016" y="1201110"/>
                  </a:lnTo>
                  <a:lnTo>
                    <a:pt x="719806" y="1201110"/>
                  </a:lnTo>
                  <a:close/>
                  <a:moveTo>
                    <a:pt x="2101108" y="1200690"/>
                  </a:moveTo>
                  <a:lnTo>
                    <a:pt x="2103134" y="1198664"/>
                  </a:lnTo>
                  <a:lnTo>
                    <a:pt x="2101343" y="1196874"/>
                  </a:lnTo>
                  <a:lnTo>
                    <a:pt x="2099317" y="1198900"/>
                  </a:lnTo>
                  <a:lnTo>
                    <a:pt x="2101108" y="1200690"/>
                  </a:lnTo>
                  <a:close/>
                  <a:moveTo>
                    <a:pt x="1278820" y="1194664"/>
                  </a:moveTo>
                  <a:lnTo>
                    <a:pt x="1278820" y="1201345"/>
                  </a:lnTo>
                  <a:lnTo>
                    <a:pt x="1285501" y="1194664"/>
                  </a:lnTo>
                  <a:lnTo>
                    <a:pt x="1278820" y="1194664"/>
                  </a:lnTo>
                  <a:close/>
                  <a:moveTo>
                    <a:pt x="835180" y="1198900"/>
                  </a:moveTo>
                  <a:lnTo>
                    <a:pt x="837206" y="1196874"/>
                  </a:lnTo>
                  <a:lnTo>
                    <a:pt x="835415" y="1195083"/>
                  </a:lnTo>
                  <a:lnTo>
                    <a:pt x="833389" y="1197109"/>
                  </a:lnTo>
                  <a:lnTo>
                    <a:pt x="835180" y="1198900"/>
                  </a:lnTo>
                  <a:close/>
                  <a:moveTo>
                    <a:pt x="1932376" y="1197887"/>
                  </a:moveTo>
                  <a:lnTo>
                    <a:pt x="1935240" y="1197887"/>
                  </a:lnTo>
                  <a:lnTo>
                    <a:pt x="1935240" y="1192515"/>
                  </a:lnTo>
                  <a:lnTo>
                    <a:pt x="1932376" y="1192515"/>
                  </a:lnTo>
                  <a:lnTo>
                    <a:pt x="1932376" y="1197887"/>
                  </a:lnTo>
                  <a:close/>
                  <a:moveTo>
                    <a:pt x="1022770" y="1194306"/>
                  </a:moveTo>
                  <a:lnTo>
                    <a:pt x="1025634" y="1194306"/>
                  </a:lnTo>
                  <a:lnTo>
                    <a:pt x="1025634" y="1192515"/>
                  </a:lnTo>
                  <a:lnTo>
                    <a:pt x="1022770" y="1192515"/>
                  </a:lnTo>
                  <a:lnTo>
                    <a:pt x="1022770" y="1194306"/>
                  </a:lnTo>
                  <a:close/>
                  <a:moveTo>
                    <a:pt x="1299949" y="1190366"/>
                  </a:moveTo>
                  <a:lnTo>
                    <a:pt x="1299949" y="1187501"/>
                  </a:lnTo>
                  <a:lnTo>
                    <a:pt x="1298158" y="1187501"/>
                  </a:lnTo>
                  <a:lnTo>
                    <a:pt x="1298158" y="1190366"/>
                  </a:lnTo>
                  <a:lnTo>
                    <a:pt x="1299949" y="1190366"/>
                  </a:lnTo>
                  <a:close/>
                  <a:moveTo>
                    <a:pt x="675042" y="1186785"/>
                  </a:moveTo>
                  <a:lnTo>
                    <a:pt x="675042" y="1183920"/>
                  </a:lnTo>
                  <a:lnTo>
                    <a:pt x="673252" y="1183920"/>
                  </a:lnTo>
                  <a:lnTo>
                    <a:pt x="673252" y="1186785"/>
                  </a:lnTo>
                  <a:lnTo>
                    <a:pt x="675042" y="1186785"/>
                  </a:lnTo>
                  <a:close/>
                  <a:moveTo>
                    <a:pt x="608791" y="1186785"/>
                  </a:moveTo>
                  <a:lnTo>
                    <a:pt x="608791" y="1183920"/>
                  </a:lnTo>
                  <a:lnTo>
                    <a:pt x="607001" y="1183920"/>
                  </a:lnTo>
                  <a:lnTo>
                    <a:pt x="607001" y="1186785"/>
                  </a:lnTo>
                  <a:lnTo>
                    <a:pt x="608791" y="1186785"/>
                  </a:lnTo>
                  <a:close/>
                  <a:moveTo>
                    <a:pt x="345937" y="1187143"/>
                  </a:moveTo>
                  <a:lnTo>
                    <a:pt x="348802" y="1187143"/>
                  </a:lnTo>
                  <a:lnTo>
                    <a:pt x="348802" y="1183562"/>
                  </a:lnTo>
                  <a:lnTo>
                    <a:pt x="345937" y="1183562"/>
                  </a:lnTo>
                  <a:lnTo>
                    <a:pt x="345937" y="1187143"/>
                  </a:lnTo>
                  <a:close/>
                  <a:moveTo>
                    <a:pt x="294010" y="1187143"/>
                  </a:moveTo>
                  <a:lnTo>
                    <a:pt x="296875" y="1187143"/>
                  </a:lnTo>
                  <a:lnTo>
                    <a:pt x="296875" y="1183562"/>
                  </a:lnTo>
                  <a:lnTo>
                    <a:pt x="294010" y="1183562"/>
                  </a:lnTo>
                  <a:lnTo>
                    <a:pt x="294010" y="1187143"/>
                  </a:lnTo>
                  <a:close/>
                  <a:moveTo>
                    <a:pt x="595245" y="1180994"/>
                  </a:moveTo>
                  <a:lnTo>
                    <a:pt x="597270" y="1178968"/>
                  </a:lnTo>
                  <a:lnTo>
                    <a:pt x="595480" y="1177178"/>
                  </a:lnTo>
                  <a:lnTo>
                    <a:pt x="593454" y="1179203"/>
                  </a:lnTo>
                  <a:lnTo>
                    <a:pt x="595245" y="1180994"/>
                  </a:lnTo>
                  <a:close/>
                  <a:moveTo>
                    <a:pt x="1884450" y="1177178"/>
                  </a:moveTo>
                  <a:lnTo>
                    <a:pt x="1886476" y="1179203"/>
                  </a:lnTo>
                  <a:lnTo>
                    <a:pt x="1890057" y="1175622"/>
                  </a:lnTo>
                  <a:lnTo>
                    <a:pt x="1888031" y="1173596"/>
                  </a:lnTo>
                  <a:lnTo>
                    <a:pt x="1884450" y="1177178"/>
                  </a:lnTo>
                  <a:close/>
                  <a:moveTo>
                    <a:pt x="1124832" y="1169238"/>
                  </a:moveTo>
                  <a:lnTo>
                    <a:pt x="1127697" y="1169238"/>
                  </a:lnTo>
                  <a:lnTo>
                    <a:pt x="1127697" y="1165656"/>
                  </a:lnTo>
                  <a:lnTo>
                    <a:pt x="1124832" y="1165656"/>
                  </a:lnTo>
                  <a:lnTo>
                    <a:pt x="1124832" y="1169238"/>
                  </a:lnTo>
                  <a:close/>
                  <a:moveTo>
                    <a:pt x="339194" y="1168460"/>
                  </a:moveTo>
                  <a:lnTo>
                    <a:pt x="341220" y="1166434"/>
                  </a:lnTo>
                  <a:lnTo>
                    <a:pt x="339429" y="1164644"/>
                  </a:lnTo>
                  <a:lnTo>
                    <a:pt x="337404" y="1166669"/>
                  </a:lnTo>
                  <a:lnTo>
                    <a:pt x="339194" y="1168460"/>
                  </a:lnTo>
                  <a:close/>
                  <a:moveTo>
                    <a:pt x="1200455" y="1166669"/>
                  </a:moveTo>
                  <a:lnTo>
                    <a:pt x="1202481" y="1164644"/>
                  </a:lnTo>
                  <a:lnTo>
                    <a:pt x="1200690" y="1162853"/>
                  </a:lnTo>
                  <a:lnTo>
                    <a:pt x="1198664" y="1164879"/>
                  </a:lnTo>
                  <a:lnTo>
                    <a:pt x="1200455" y="1166669"/>
                  </a:lnTo>
                  <a:close/>
                  <a:moveTo>
                    <a:pt x="1017398" y="1169238"/>
                  </a:moveTo>
                  <a:lnTo>
                    <a:pt x="1020263" y="1169238"/>
                  </a:lnTo>
                  <a:lnTo>
                    <a:pt x="1020263" y="1163866"/>
                  </a:lnTo>
                  <a:lnTo>
                    <a:pt x="1017398" y="1163866"/>
                  </a:lnTo>
                  <a:lnTo>
                    <a:pt x="1017398" y="1169238"/>
                  </a:lnTo>
                  <a:close/>
                  <a:moveTo>
                    <a:pt x="1210421" y="1161717"/>
                  </a:moveTo>
                  <a:lnTo>
                    <a:pt x="1210421" y="1158852"/>
                  </a:lnTo>
                  <a:lnTo>
                    <a:pt x="1205049" y="1158852"/>
                  </a:lnTo>
                  <a:lnTo>
                    <a:pt x="1205049" y="1161717"/>
                  </a:lnTo>
                  <a:lnTo>
                    <a:pt x="1210421" y="1161717"/>
                  </a:lnTo>
                  <a:close/>
                  <a:moveTo>
                    <a:pt x="804321" y="1163866"/>
                  </a:moveTo>
                  <a:lnTo>
                    <a:pt x="807186" y="1163866"/>
                  </a:lnTo>
                  <a:lnTo>
                    <a:pt x="807186" y="1160285"/>
                  </a:lnTo>
                  <a:lnTo>
                    <a:pt x="804321" y="1160285"/>
                  </a:lnTo>
                  <a:lnTo>
                    <a:pt x="804321" y="1163866"/>
                  </a:lnTo>
                  <a:close/>
                  <a:moveTo>
                    <a:pt x="735921" y="1161717"/>
                  </a:moveTo>
                  <a:lnTo>
                    <a:pt x="735921" y="1158852"/>
                  </a:lnTo>
                  <a:lnTo>
                    <a:pt x="734131" y="1158852"/>
                  </a:lnTo>
                  <a:lnTo>
                    <a:pt x="734131" y="1161717"/>
                  </a:lnTo>
                  <a:lnTo>
                    <a:pt x="735921" y="1161717"/>
                  </a:lnTo>
                  <a:close/>
                  <a:moveTo>
                    <a:pt x="634217" y="1165656"/>
                  </a:moveTo>
                  <a:lnTo>
                    <a:pt x="637082" y="1165656"/>
                  </a:lnTo>
                  <a:lnTo>
                    <a:pt x="637082" y="1158494"/>
                  </a:lnTo>
                  <a:lnTo>
                    <a:pt x="634217" y="1158494"/>
                  </a:lnTo>
                  <a:lnTo>
                    <a:pt x="634217" y="1165656"/>
                  </a:lnTo>
                  <a:close/>
                  <a:moveTo>
                    <a:pt x="1414903" y="1158494"/>
                  </a:moveTo>
                  <a:lnTo>
                    <a:pt x="1417768" y="1158494"/>
                  </a:lnTo>
                  <a:lnTo>
                    <a:pt x="1417768" y="1156704"/>
                  </a:lnTo>
                  <a:lnTo>
                    <a:pt x="1414903" y="1156704"/>
                  </a:lnTo>
                  <a:lnTo>
                    <a:pt x="1414903" y="1158494"/>
                  </a:lnTo>
                  <a:close/>
                  <a:moveTo>
                    <a:pt x="1369781" y="1154555"/>
                  </a:moveTo>
                  <a:lnTo>
                    <a:pt x="1369781" y="1151690"/>
                  </a:lnTo>
                  <a:lnTo>
                    <a:pt x="1367990" y="1151690"/>
                  </a:lnTo>
                  <a:lnTo>
                    <a:pt x="1367990" y="1154555"/>
                  </a:lnTo>
                  <a:lnTo>
                    <a:pt x="1369781" y="1154555"/>
                  </a:lnTo>
                  <a:close/>
                  <a:moveTo>
                    <a:pt x="1128413" y="1154913"/>
                  </a:moveTo>
                  <a:lnTo>
                    <a:pt x="1131278" y="1154913"/>
                  </a:lnTo>
                  <a:lnTo>
                    <a:pt x="1131278" y="1153123"/>
                  </a:lnTo>
                  <a:lnTo>
                    <a:pt x="1128413" y="1153123"/>
                  </a:lnTo>
                  <a:lnTo>
                    <a:pt x="1128413" y="1154913"/>
                  </a:lnTo>
                  <a:close/>
                  <a:moveTo>
                    <a:pt x="2078844" y="1152764"/>
                  </a:moveTo>
                  <a:lnTo>
                    <a:pt x="2078844" y="1149900"/>
                  </a:lnTo>
                  <a:lnTo>
                    <a:pt x="2077053" y="1149900"/>
                  </a:lnTo>
                  <a:lnTo>
                    <a:pt x="2077053" y="1152764"/>
                  </a:lnTo>
                  <a:lnTo>
                    <a:pt x="2078844" y="1152764"/>
                  </a:lnTo>
                  <a:close/>
                  <a:moveTo>
                    <a:pt x="1282043" y="1150974"/>
                  </a:moveTo>
                  <a:lnTo>
                    <a:pt x="1282043" y="1148109"/>
                  </a:lnTo>
                  <a:lnTo>
                    <a:pt x="1280253" y="1148109"/>
                  </a:lnTo>
                  <a:lnTo>
                    <a:pt x="1280253" y="1150974"/>
                  </a:lnTo>
                  <a:lnTo>
                    <a:pt x="1282043" y="1150974"/>
                  </a:lnTo>
                  <a:close/>
                  <a:moveTo>
                    <a:pt x="1315051" y="1150554"/>
                  </a:moveTo>
                  <a:lnTo>
                    <a:pt x="1317077" y="1148529"/>
                  </a:lnTo>
                  <a:lnTo>
                    <a:pt x="1315286" y="1146738"/>
                  </a:lnTo>
                  <a:lnTo>
                    <a:pt x="1313260" y="1148764"/>
                  </a:lnTo>
                  <a:lnTo>
                    <a:pt x="1315051" y="1150554"/>
                  </a:lnTo>
                  <a:close/>
                  <a:moveTo>
                    <a:pt x="1409951" y="1148764"/>
                  </a:moveTo>
                  <a:lnTo>
                    <a:pt x="1411977" y="1146738"/>
                  </a:lnTo>
                  <a:lnTo>
                    <a:pt x="1410186" y="1144947"/>
                  </a:lnTo>
                  <a:lnTo>
                    <a:pt x="1408160" y="1146973"/>
                  </a:lnTo>
                  <a:lnTo>
                    <a:pt x="1409951" y="1148764"/>
                  </a:lnTo>
                  <a:close/>
                  <a:moveTo>
                    <a:pt x="1303530" y="1143812"/>
                  </a:moveTo>
                  <a:lnTo>
                    <a:pt x="1303530" y="1140947"/>
                  </a:lnTo>
                  <a:lnTo>
                    <a:pt x="1301739" y="1140947"/>
                  </a:lnTo>
                  <a:lnTo>
                    <a:pt x="1301739" y="1143812"/>
                  </a:lnTo>
                  <a:lnTo>
                    <a:pt x="1303530" y="1143812"/>
                  </a:lnTo>
                  <a:close/>
                  <a:moveTo>
                    <a:pt x="1298158" y="1143812"/>
                  </a:moveTo>
                  <a:lnTo>
                    <a:pt x="1298158" y="1140947"/>
                  </a:lnTo>
                  <a:lnTo>
                    <a:pt x="1294577" y="1140947"/>
                  </a:lnTo>
                  <a:lnTo>
                    <a:pt x="1294577" y="1143812"/>
                  </a:lnTo>
                  <a:lnTo>
                    <a:pt x="1298158" y="1143812"/>
                  </a:lnTo>
                  <a:close/>
                  <a:moveTo>
                    <a:pt x="1242651" y="1143812"/>
                  </a:moveTo>
                  <a:lnTo>
                    <a:pt x="1242651" y="1140947"/>
                  </a:lnTo>
                  <a:lnTo>
                    <a:pt x="1240860" y="1140947"/>
                  </a:lnTo>
                  <a:lnTo>
                    <a:pt x="1240860" y="1143812"/>
                  </a:lnTo>
                  <a:lnTo>
                    <a:pt x="1242651" y="1143812"/>
                  </a:lnTo>
                  <a:close/>
                  <a:moveTo>
                    <a:pt x="1228684" y="1142379"/>
                  </a:moveTo>
                  <a:lnTo>
                    <a:pt x="1231549" y="1142379"/>
                  </a:lnTo>
                  <a:lnTo>
                    <a:pt x="1231549" y="1140589"/>
                  </a:lnTo>
                  <a:lnTo>
                    <a:pt x="1228684" y="1140589"/>
                  </a:lnTo>
                  <a:lnTo>
                    <a:pt x="1228684" y="1142379"/>
                  </a:lnTo>
                  <a:close/>
                  <a:moveTo>
                    <a:pt x="678623" y="1140231"/>
                  </a:moveTo>
                  <a:lnTo>
                    <a:pt x="678623" y="1137366"/>
                  </a:lnTo>
                  <a:lnTo>
                    <a:pt x="675042" y="1137366"/>
                  </a:lnTo>
                  <a:lnTo>
                    <a:pt x="675042" y="1140231"/>
                  </a:lnTo>
                  <a:lnTo>
                    <a:pt x="678623" y="1140231"/>
                  </a:lnTo>
                  <a:close/>
                  <a:moveTo>
                    <a:pt x="1158852" y="1138798"/>
                  </a:moveTo>
                  <a:lnTo>
                    <a:pt x="1161717" y="1138798"/>
                  </a:lnTo>
                  <a:lnTo>
                    <a:pt x="1161717" y="1135217"/>
                  </a:lnTo>
                  <a:lnTo>
                    <a:pt x="1158852" y="1135217"/>
                  </a:lnTo>
                  <a:lnTo>
                    <a:pt x="1158852" y="1138798"/>
                  </a:lnTo>
                  <a:close/>
                  <a:moveTo>
                    <a:pt x="2102479" y="1135217"/>
                  </a:moveTo>
                  <a:lnTo>
                    <a:pt x="2105344" y="1135217"/>
                  </a:lnTo>
                  <a:lnTo>
                    <a:pt x="2105344" y="1133426"/>
                  </a:lnTo>
                  <a:lnTo>
                    <a:pt x="2102479" y="1133426"/>
                  </a:lnTo>
                  <a:lnTo>
                    <a:pt x="2102479" y="1135217"/>
                  </a:lnTo>
                  <a:close/>
                  <a:moveTo>
                    <a:pt x="904592" y="1131636"/>
                  </a:moveTo>
                  <a:lnTo>
                    <a:pt x="907457" y="1131636"/>
                  </a:lnTo>
                  <a:lnTo>
                    <a:pt x="907457" y="1128055"/>
                  </a:lnTo>
                  <a:lnTo>
                    <a:pt x="904592" y="1128055"/>
                  </a:lnTo>
                  <a:lnTo>
                    <a:pt x="904592" y="1131636"/>
                  </a:lnTo>
                  <a:close/>
                  <a:moveTo>
                    <a:pt x="2102479" y="1128055"/>
                  </a:moveTo>
                  <a:lnTo>
                    <a:pt x="2105344" y="1128055"/>
                  </a:lnTo>
                  <a:lnTo>
                    <a:pt x="2105344" y="1126264"/>
                  </a:lnTo>
                  <a:lnTo>
                    <a:pt x="2102479" y="1126264"/>
                  </a:lnTo>
                  <a:lnTo>
                    <a:pt x="2102479" y="1128055"/>
                  </a:lnTo>
                  <a:close/>
                  <a:moveTo>
                    <a:pt x="1140947" y="1126264"/>
                  </a:moveTo>
                  <a:lnTo>
                    <a:pt x="1143812" y="1126264"/>
                  </a:lnTo>
                  <a:lnTo>
                    <a:pt x="1143812" y="1124474"/>
                  </a:lnTo>
                  <a:lnTo>
                    <a:pt x="1140947" y="1124474"/>
                  </a:lnTo>
                  <a:lnTo>
                    <a:pt x="1140947" y="1126264"/>
                  </a:lnTo>
                  <a:close/>
                  <a:moveTo>
                    <a:pt x="1164644" y="1121670"/>
                  </a:moveTo>
                  <a:lnTo>
                    <a:pt x="1166669" y="1123696"/>
                  </a:lnTo>
                  <a:lnTo>
                    <a:pt x="1168460" y="1121905"/>
                  </a:lnTo>
                  <a:lnTo>
                    <a:pt x="1166434" y="1119880"/>
                  </a:lnTo>
                  <a:lnTo>
                    <a:pt x="1164644" y="1121670"/>
                  </a:lnTo>
                  <a:close/>
                  <a:moveTo>
                    <a:pt x="1140947" y="1119102"/>
                  </a:moveTo>
                  <a:lnTo>
                    <a:pt x="1143812" y="1119102"/>
                  </a:lnTo>
                  <a:lnTo>
                    <a:pt x="1143812" y="1117311"/>
                  </a:lnTo>
                  <a:lnTo>
                    <a:pt x="1140947" y="1117311"/>
                  </a:lnTo>
                  <a:lnTo>
                    <a:pt x="1140947" y="1119102"/>
                  </a:lnTo>
                  <a:close/>
                  <a:moveTo>
                    <a:pt x="1262705" y="1122683"/>
                  </a:moveTo>
                  <a:lnTo>
                    <a:pt x="1265570" y="1122683"/>
                  </a:lnTo>
                  <a:lnTo>
                    <a:pt x="1265570" y="1115521"/>
                  </a:lnTo>
                  <a:lnTo>
                    <a:pt x="1262705" y="1115521"/>
                  </a:lnTo>
                  <a:lnTo>
                    <a:pt x="1262705" y="1122683"/>
                  </a:lnTo>
                  <a:close/>
                  <a:moveTo>
                    <a:pt x="1212211" y="1116953"/>
                  </a:moveTo>
                  <a:lnTo>
                    <a:pt x="1212211" y="1114088"/>
                  </a:lnTo>
                  <a:lnTo>
                    <a:pt x="1205049" y="1114088"/>
                  </a:lnTo>
                  <a:lnTo>
                    <a:pt x="1205049" y="1116953"/>
                  </a:lnTo>
                  <a:lnTo>
                    <a:pt x="1212211" y="1116953"/>
                  </a:lnTo>
                  <a:close/>
                  <a:moveTo>
                    <a:pt x="2086006" y="1111581"/>
                  </a:moveTo>
                  <a:lnTo>
                    <a:pt x="2086006" y="1108717"/>
                  </a:lnTo>
                  <a:lnTo>
                    <a:pt x="2078844" y="1108717"/>
                  </a:lnTo>
                  <a:lnTo>
                    <a:pt x="2078844" y="1111581"/>
                  </a:lnTo>
                  <a:lnTo>
                    <a:pt x="2086006" y="1111581"/>
                  </a:lnTo>
                  <a:close/>
                  <a:moveTo>
                    <a:pt x="863829" y="1110927"/>
                  </a:moveTo>
                  <a:lnTo>
                    <a:pt x="865855" y="1112953"/>
                  </a:lnTo>
                  <a:lnTo>
                    <a:pt x="867645" y="1111162"/>
                  </a:lnTo>
                  <a:lnTo>
                    <a:pt x="865620" y="1109136"/>
                  </a:lnTo>
                  <a:lnTo>
                    <a:pt x="863829" y="1110927"/>
                  </a:lnTo>
                  <a:close/>
                  <a:moveTo>
                    <a:pt x="1132413" y="1105790"/>
                  </a:moveTo>
                  <a:lnTo>
                    <a:pt x="1134439" y="1103764"/>
                  </a:lnTo>
                  <a:lnTo>
                    <a:pt x="1132649" y="1101974"/>
                  </a:lnTo>
                  <a:lnTo>
                    <a:pt x="1130623" y="1104000"/>
                  </a:lnTo>
                  <a:lnTo>
                    <a:pt x="1132413" y="1105790"/>
                  </a:lnTo>
                  <a:close/>
                  <a:moveTo>
                    <a:pt x="1257753" y="1105790"/>
                  </a:moveTo>
                  <a:lnTo>
                    <a:pt x="1259779" y="1103764"/>
                  </a:lnTo>
                  <a:lnTo>
                    <a:pt x="1256198" y="1100183"/>
                  </a:lnTo>
                  <a:lnTo>
                    <a:pt x="1254172" y="1102209"/>
                  </a:lnTo>
                  <a:lnTo>
                    <a:pt x="1257753" y="1105790"/>
                  </a:lnTo>
                  <a:close/>
                  <a:moveTo>
                    <a:pt x="706259" y="1104000"/>
                  </a:moveTo>
                  <a:lnTo>
                    <a:pt x="708285" y="1101974"/>
                  </a:lnTo>
                  <a:lnTo>
                    <a:pt x="706495" y="1100183"/>
                  </a:lnTo>
                  <a:lnTo>
                    <a:pt x="704469" y="1102209"/>
                  </a:lnTo>
                  <a:lnTo>
                    <a:pt x="706259" y="1104000"/>
                  </a:lnTo>
                  <a:close/>
                  <a:moveTo>
                    <a:pt x="740280" y="1098393"/>
                  </a:moveTo>
                  <a:lnTo>
                    <a:pt x="742306" y="1100419"/>
                  </a:lnTo>
                  <a:lnTo>
                    <a:pt x="744097" y="1098628"/>
                  </a:lnTo>
                  <a:lnTo>
                    <a:pt x="742071" y="1096602"/>
                  </a:lnTo>
                  <a:lnTo>
                    <a:pt x="740280" y="1098393"/>
                  </a:lnTo>
                  <a:close/>
                  <a:moveTo>
                    <a:pt x="1388044" y="1092243"/>
                  </a:moveTo>
                  <a:lnTo>
                    <a:pt x="1390909" y="1092243"/>
                  </a:lnTo>
                  <a:lnTo>
                    <a:pt x="1390909" y="1088662"/>
                  </a:lnTo>
                  <a:lnTo>
                    <a:pt x="1388044" y="1088662"/>
                  </a:lnTo>
                  <a:lnTo>
                    <a:pt x="1388044" y="1092243"/>
                  </a:lnTo>
                  <a:close/>
                  <a:moveTo>
                    <a:pt x="1339699" y="1088662"/>
                  </a:moveTo>
                  <a:lnTo>
                    <a:pt x="1342564" y="1088662"/>
                  </a:lnTo>
                  <a:lnTo>
                    <a:pt x="1342564" y="1085081"/>
                  </a:lnTo>
                  <a:lnTo>
                    <a:pt x="1339699" y="1085081"/>
                  </a:lnTo>
                  <a:lnTo>
                    <a:pt x="1339699" y="1088662"/>
                  </a:lnTo>
                  <a:close/>
                  <a:moveTo>
                    <a:pt x="1303530" y="1086514"/>
                  </a:moveTo>
                  <a:lnTo>
                    <a:pt x="1303530" y="1083649"/>
                  </a:lnTo>
                  <a:lnTo>
                    <a:pt x="1294577" y="1083649"/>
                  </a:lnTo>
                  <a:lnTo>
                    <a:pt x="1294577" y="1086514"/>
                  </a:lnTo>
                  <a:lnTo>
                    <a:pt x="1303530" y="1086514"/>
                  </a:lnTo>
                  <a:close/>
                  <a:moveTo>
                    <a:pt x="1135575" y="1086872"/>
                  </a:moveTo>
                  <a:lnTo>
                    <a:pt x="1138440" y="1086872"/>
                  </a:lnTo>
                  <a:lnTo>
                    <a:pt x="1138440" y="1085081"/>
                  </a:lnTo>
                  <a:lnTo>
                    <a:pt x="1135575" y="1085081"/>
                  </a:lnTo>
                  <a:lnTo>
                    <a:pt x="1135575" y="1086872"/>
                  </a:lnTo>
                  <a:close/>
                  <a:moveTo>
                    <a:pt x="811483" y="1088662"/>
                  </a:moveTo>
                  <a:lnTo>
                    <a:pt x="814348" y="1088662"/>
                  </a:lnTo>
                  <a:lnTo>
                    <a:pt x="814348" y="1085081"/>
                  </a:lnTo>
                  <a:lnTo>
                    <a:pt x="811483" y="1085081"/>
                  </a:lnTo>
                  <a:lnTo>
                    <a:pt x="811483" y="1088662"/>
                  </a:lnTo>
                  <a:close/>
                  <a:moveTo>
                    <a:pt x="1388044" y="1085081"/>
                  </a:moveTo>
                  <a:lnTo>
                    <a:pt x="1390909" y="1085081"/>
                  </a:lnTo>
                  <a:lnTo>
                    <a:pt x="1390909" y="1083291"/>
                  </a:lnTo>
                  <a:lnTo>
                    <a:pt x="1388044" y="1083291"/>
                  </a:lnTo>
                  <a:lnTo>
                    <a:pt x="1388044" y="1085081"/>
                  </a:lnTo>
                  <a:close/>
                  <a:moveTo>
                    <a:pt x="1072547" y="1083055"/>
                  </a:moveTo>
                  <a:lnTo>
                    <a:pt x="1071770" y="1082278"/>
                  </a:lnTo>
                  <a:lnTo>
                    <a:pt x="1069744" y="1084303"/>
                  </a:lnTo>
                  <a:lnTo>
                    <a:pt x="1072547" y="1087107"/>
                  </a:lnTo>
                  <a:lnTo>
                    <a:pt x="1075351" y="1084303"/>
                  </a:lnTo>
                  <a:lnTo>
                    <a:pt x="1073325" y="1082278"/>
                  </a:lnTo>
                  <a:lnTo>
                    <a:pt x="1072547" y="1083055"/>
                  </a:lnTo>
                  <a:close/>
                  <a:moveTo>
                    <a:pt x="698678" y="1083291"/>
                  </a:moveTo>
                  <a:lnTo>
                    <a:pt x="701543" y="1083291"/>
                  </a:lnTo>
                  <a:lnTo>
                    <a:pt x="701543" y="1081500"/>
                  </a:lnTo>
                  <a:lnTo>
                    <a:pt x="698678" y="1081500"/>
                  </a:lnTo>
                  <a:lnTo>
                    <a:pt x="698678" y="1083291"/>
                  </a:lnTo>
                  <a:close/>
                  <a:moveTo>
                    <a:pt x="1313260" y="1078697"/>
                  </a:moveTo>
                  <a:lnTo>
                    <a:pt x="1315286" y="1080722"/>
                  </a:lnTo>
                  <a:lnTo>
                    <a:pt x="1318867" y="1077141"/>
                  </a:lnTo>
                  <a:lnTo>
                    <a:pt x="1316841" y="1075115"/>
                  </a:lnTo>
                  <a:lnTo>
                    <a:pt x="1313260" y="1078697"/>
                  </a:lnTo>
                  <a:close/>
                  <a:moveTo>
                    <a:pt x="1042466" y="1077919"/>
                  </a:moveTo>
                  <a:lnTo>
                    <a:pt x="1045331" y="1077919"/>
                  </a:lnTo>
                  <a:lnTo>
                    <a:pt x="1045331" y="1076128"/>
                  </a:lnTo>
                  <a:lnTo>
                    <a:pt x="1042466" y="1076128"/>
                  </a:lnTo>
                  <a:lnTo>
                    <a:pt x="1042466" y="1077919"/>
                  </a:lnTo>
                  <a:close/>
                  <a:moveTo>
                    <a:pt x="1066163" y="1073325"/>
                  </a:moveTo>
                  <a:lnTo>
                    <a:pt x="1068188" y="1075351"/>
                  </a:lnTo>
                  <a:lnTo>
                    <a:pt x="1068966" y="1074573"/>
                  </a:lnTo>
                  <a:lnTo>
                    <a:pt x="1069744" y="1075351"/>
                  </a:lnTo>
                  <a:lnTo>
                    <a:pt x="1071770" y="1073325"/>
                  </a:lnTo>
                  <a:lnTo>
                    <a:pt x="1068966" y="1070521"/>
                  </a:lnTo>
                  <a:lnTo>
                    <a:pt x="1066163" y="1073325"/>
                  </a:lnTo>
                  <a:close/>
                  <a:moveTo>
                    <a:pt x="672239" y="1073325"/>
                  </a:moveTo>
                  <a:lnTo>
                    <a:pt x="674265" y="1075351"/>
                  </a:lnTo>
                  <a:lnTo>
                    <a:pt x="676055" y="1073560"/>
                  </a:lnTo>
                  <a:lnTo>
                    <a:pt x="674029" y="1071534"/>
                  </a:lnTo>
                  <a:lnTo>
                    <a:pt x="672239" y="1073325"/>
                  </a:lnTo>
                  <a:close/>
                  <a:moveTo>
                    <a:pt x="739503" y="1066817"/>
                  </a:moveTo>
                  <a:lnTo>
                    <a:pt x="739503" y="1063953"/>
                  </a:lnTo>
                  <a:lnTo>
                    <a:pt x="737712" y="1063953"/>
                  </a:lnTo>
                  <a:lnTo>
                    <a:pt x="737712" y="1066817"/>
                  </a:lnTo>
                  <a:lnTo>
                    <a:pt x="739503" y="1066817"/>
                  </a:lnTo>
                  <a:close/>
                  <a:moveTo>
                    <a:pt x="1321794" y="1063594"/>
                  </a:moveTo>
                  <a:lnTo>
                    <a:pt x="1324658" y="1063594"/>
                  </a:lnTo>
                  <a:lnTo>
                    <a:pt x="1324658" y="1060013"/>
                  </a:lnTo>
                  <a:lnTo>
                    <a:pt x="1321794" y="1060013"/>
                  </a:lnTo>
                  <a:lnTo>
                    <a:pt x="1321794" y="1063594"/>
                  </a:lnTo>
                  <a:close/>
                  <a:moveTo>
                    <a:pt x="678981" y="1061804"/>
                  </a:moveTo>
                  <a:lnTo>
                    <a:pt x="681846" y="1061804"/>
                  </a:lnTo>
                  <a:lnTo>
                    <a:pt x="681846" y="1058223"/>
                  </a:lnTo>
                  <a:lnTo>
                    <a:pt x="678981" y="1058223"/>
                  </a:lnTo>
                  <a:lnTo>
                    <a:pt x="678981" y="1061804"/>
                  </a:lnTo>
                  <a:close/>
                  <a:moveTo>
                    <a:pt x="1129845" y="1057865"/>
                  </a:moveTo>
                  <a:lnTo>
                    <a:pt x="1129845" y="1055000"/>
                  </a:lnTo>
                  <a:lnTo>
                    <a:pt x="1128055" y="1055000"/>
                  </a:lnTo>
                  <a:lnTo>
                    <a:pt x="1128055" y="1057865"/>
                  </a:lnTo>
                  <a:lnTo>
                    <a:pt x="1129845" y="1057865"/>
                  </a:lnTo>
                  <a:close/>
                  <a:moveTo>
                    <a:pt x="1108717" y="1054642"/>
                  </a:moveTo>
                  <a:lnTo>
                    <a:pt x="1111581" y="1054642"/>
                  </a:lnTo>
                  <a:lnTo>
                    <a:pt x="1111581" y="1052851"/>
                  </a:lnTo>
                  <a:lnTo>
                    <a:pt x="1108717" y="1052851"/>
                  </a:lnTo>
                  <a:lnTo>
                    <a:pt x="1108717" y="1054642"/>
                  </a:lnTo>
                  <a:close/>
                  <a:moveTo>
                    <a:pt x="678981" y="1054642"/>
                  </a:moveTo>
                  <a:lnTo>
                    <a:pt x="681846" y="1054642"/>
                  </a:lnTo>
                  <a:lnTo>
                    <a:pt x="681846" y="1052851"/>
                  </a:lnTo>
                  <a:lnTo>
                    <a:pt x="678981" y="1052851"/>
                  </a:lnTo>
                  <a:lnTo>
                    <a:pt x="678981" y="1054642"/>
                  </a:lnTo>
                  <a:close/>
                  <a:moveTo>
                    <a:pt x="1030351" y="1044676"/>
                  </a:moveTo>
                  <a:lnTo>
                    <a:pt x="1032377" y="1046702"/>
                  </a:lnTo>
                  <a:lnTo>
                    <a:pt x="1035958" y="1043121"/>
                  </a:lnTo>
                  <a:lnTo>
                    <a:pt x="1033933" y="1041095"/>
                  </a:lnTo>
                  <a:lnTo>
                    <a:pt x="1030351" y="1044676"/>
                  </a:lnTo>
                  <a:close/>
                  <a:moveTo>
                    <a:pt x="1090453" y="1037094"/>
                  </a:moveTo>
                  <a:lnTo>
                    <a:pt x="1090453" y="1039959"/>
                  </a:lnTo>
                  <a:lnTo>
                    <a:pt x="1092837" y="1039959"/>
                  </a:lnTo>
                  <a:lnTo>
                    <a:pt x="1095047" y="1037749"/>
                  </a:lnTo>
                  <a:lnTo>
                    <a:pt x="1093021" y="1035723"/>
                  </a:lnTo>
                  <a:lnTo>
                    <a:pt x="1091650" y="1037094"/>
                  </a:lnTo>
                  <a:lnTo>
                    <a:pt x="1090453" y="1037094"/>
                  </a:lnTo>
                  <a:close/>
                  <a:moveTo>
                    <a:pt x="1055000" y="1033513"/>
                  </a:moveTo>
                  <a:lnTo>
                    <a:pt x="1055000" y="1040194"/>
                  </a:lnTo>
                  <a:lnTo>
                    <a:pt x="1061681" y="1033513"/>
                  </a:lnTo>
                  <a:lnTo>
                    <a:pt x="1055000" y="1033513"/>
                  </a:lnTo>
                  <a:close/>
                  <a:moveTo>
                    <a:pt x="1043898" y="1036378"/>
                  </a:moveTo>
                  <a:lnTo>
                    <a:pt x="1043898" y="1033513"/>
                  </a:lnTo>
                  <a:lnTo>
                    <a:pt x="1042108" y="1033513"/>
                  </a:lnTo>
                  <a:lnTo>
                    <a:pt x="1042108" y="1036378"/>
                  </a:lnTo>
                  <a:lnTo>
                    <a:pt x="1043898" y="1036378"/>
                  </a:lnTo>
                  <a:close/>
                  <a:moveTo>
                    <a:pt x="658927" y="1034587"/>
                  </a:moveTo>
                  <a:lnTo>
                    <a:pt x="658927" y="1031722"/>
                  </a:lnTo>
                  <a:lnTo>
                    <a:pt x="655346" y="1031722"/>
                  </a:lnTo>
                  <a:lnTo>
                    <a:pt x="655346" y="1034587"/>
                  </a:lnTo>
                  <a:lnTo>
                    <a:pt x="658927" y="1034587"/>
                  </a:lnTo>
                  <a:close/>
                  <a:moveTo>
                    <a:pt x="1076128" y="1029932"/>
                  </a:moveTo>
                  <a:lnTo>
                    <a:pt x="1076128" y="1032797"/>
                  </a:lnTo>
                  <a:lnTo>
                    <a:pt x="1078512" y="1032797"/>
                  </a:lnTo>
                  <a:lnTo>
                    <a:pt x="1079709" y="1031600"/>
                  </a:lnTo>
                  <a:lnTo>
                    <a:pt x="1080487" y="1032377"/>
                  </a:lnTo>
                  <a:lnTo>
                    <a:pt x="1082513" y="1030351"/>
                  </a:lnTo>
                  <a:lnTo>
                    <a:pt x="1079709" y="1027548"/>
                  </a:lnTo>
                  <a:lnTo>
                    <a:pt x="1077326" y="1029932"/>
                  </a:lnTo>
                  <a:lnTo>
                    <a:pt x="1076128" y="1029932"/>
                  </a:lnTo>
                  <a:close/>
                  <a:moveTo>
                    <a:pt x="1035723" y="1032377"/>
                  </a:moveTo>
                  <a:lnTo>
                    <a:pt x="1037749" y="1030351"/>
                  </a:lnTo>
                  <a:lnTo>
                    <a:pt x="1035958" y="1028561"/>
                  </a:lnTo>
                  <a:lnTo>
                    <a:pt x="1033933" y="1030587"/>
                  </a:lnTo>
                  <a:lnTo>
                    <a:pt x="1035723" y="1032377"/>
                  </a:lnTo>
                  <a:close/>
                  <a:moveTo>
                    <a:pt x="1074696" y="1024202"/>
                  </a:moveTo>
                  <a:lnTo>
                    <a:pt x="1077561" y="1024202"/>
                  </a:lnTo>
                  <a:lnTo>
                    <a:pt x="1077561" y="1022411"/>
                  </a:lnTo>
                  <a:lnTo>
                    <a:pt x="1074696" y="1022411"/>
                  </a:lnTo>
                  <a:lnTo>
                    <a:pt x="1074696" y="1024202"/>
                  </a:lnTo>
                  <a:close/>
                  <a:moveTo>
                    <a:pt x="1029932" y="1024202"/>
                  </a:moveTo>
                  <a:lnTo>
                    <a:pt x="1032797" y="1024202"/>
                  </a:lnTo>
                  <a:lnTo>
                    <a:pt x="1032797" y="1022411"/>
                  </a:lnTo>
                  <a:lnTo>
                    <a:pt x="1029932" y="1022411"/>
                  </a:lnTo>
                  <a:lnTo>
                    <a:pt x="1029932" y="1024202"/>
                  </a:lnTo>
                  <a:close/>
                  <a:moveTo>
                    <a:pt x="1072905" y="1018830"/>
                  </a:moveTo>
                  <a:lnTo>
                    <a:pt x="1075770" y="1018830"/>
                  </a:lnTo>
                  <a:lnTo>
                    <a:pt x="1075770" y="1017040"/>
                  </a:lnTo>
                  <a:lnTo>
                    <a:pt x="1072905" y="1017040"/>
                  </a:lnTo>
                  <a:lnTo>
                    <a:pt x="1072905" y="1018830"/>
                  </a:lnTo>
                  <a:close/>
                  <a:moveTo>
                    <a:pt x="1077561" y="1004629"/>
                  </a:moveTo>
                  <a:lnTo>
                    <a:pt x="1072905" y="1009284"/>
                  </a:lnTo>
                  <a:lnTo>
                    <a:pt x="1072905" y="1015126"/>
                  </a:lnTo>
                  <a:lnTo>
                    <a:pt x="1077561" y="1010471"/>
                  </a:lnTo>
                  <a:lnTo>
                    <a:pt x="1077561" y="1004629"/>
                  </a:lnTo>
                  <a:close/>
                  <a:moveTo>
                    <a:pt x="1138798" y="998776"/>
                  </a:moveTo>
                  <a:lnTo>
                    <a:pt x="1138798" y="995911"/>
                  </a:lnTo>
                  <a:lnTo>
                    <a:pt x="1137007" y="995911"/>
                  </a:lnTo>
                  <a:lnTo>
                    <a:pt x="1137007" y="998776"/>
                  </a:lnTo>
                  <a:lnTo>
                    <a:pt x="1138798" y="998776"/>
                  </a:lnTo>
                  <a:close/>
                  <a:moveTo>
                    <a:pt x="1071115" y="997344"/>
                  </a:moveTo>
                  <a:lnTo>
                    <a:pt x="1073980" y="997344"/>
                  </a:lnTo>
                  <a:lnTo>
                    <a:pt x="1073980" y="995553"/>
                  </a:lnTo>
                  <a:lnTo>
                    <a:pt x="1071115" y="995553"/>
                  </a:lnTo>
                  <a:lnTo>
                    <a:pt x="1071115" y="997344"/>
                  </a:lnTo>
                  <a:close/>
                  <a:moveTo>
                    <a:pt x="1350443" y="999134"/>
                  </a:moveTo>
                  <a:lnTo>
                    <a:pt x="1353307" y="999134"/>
                  </a:lnTo>
                  <a:lnTo>
                    <a:pt x="1353307" y="991972"/>
                  </a:lnTo>
                  <a:lnTo>
                    <a:pt x="1350443" y="991972"/>
                  </a:lnTo>
                  <a:lnTo>
                    <a:pt x="1350443" y="999134"/>
                  </a:lnTo>
                  <a:close/>
                  <a:moveTo>
                    <a:pt x="1071115" y="984810"/>
                  </a:moveTo>
                  <a:lnTo>
                    <a:pt x="1073980" y="984810"/>
                  </a:lnTo>
                  <a:lnTo>
                    <a:pt x="1073980" y="983019"/>
                  </a:lnTo>
                  <a:lnTo>
                    <a:pt x="1071115" y="983019"/>
                  </a:lnTo>
                  <a:lnTo>
                    <a:pt x="1071115" y="984810"/>
                  </a:lnTo>
                  <a:close/>
                  <a:moveTo>
                    <a:pt x="1216570" y="984032"/>
                  </a:moveTo>
                  <a:lnTo>
                    <a:pt x="1218596" y="982006"/>
                  </a:lnTo>
                  <a:lnTo>
                    <a:pt x="1216805" y="980216"/>
                  </a:lnTo>
                  <a:lnTo>
                    <a:pt x="1214779" y="982241"/>
                  </a:lnTo>
                  <a:lnTo>
                    <a:pt x="1216570" y="984032"/>
                  </a:lnTo>
                  <a:close/>
                  <a:moveTo>
                    <a:pt x="880957" y="979080"/>
                  </a:moveTo>
                  <a:lnTo>
                    <a:pt x="880957" y="976215"/>
                  </a:lnTo>
                  <a:lnTo>
                    <a:pt x="879166" y="976215"/>
                  </a:lnTo>
                  <a:lnTo>
                    <a:pt x="879166" y="979080"/>
                  </a:lnTo>
                  <a:lnTo>
                    <a:pt x="880957" y="979080"/>
                  </a:lnTo>
                  <a:close/>
                  <a:moveTo>
                    <a:pt x="1049270" y="973708"/>
                  </a:moveTo>
                  <a:lnTo>
                    <a:pt x="1049270" y="970843"/>
                  </a:lnTo>
                  <a:lnTo>
                    <a:pt x="1047479" y="970843"/>
                  </a:lnTo>
                  <a:lnTo>
                    <a:pt x="1047479" y="973708"/>
                  </a:lnTo>
                  <a:lnTo>
                    <a:pt x="1049270" y="973708"/>
                  </a:lnTo>
                  <a:close/>
                  <a:moveTo>
                    <a:pt x="1208988" y="970485"/>
                  </a:moveTo>
                  <a:lnTo>
                    <a:pt x="1211853" y="970485"/>
                  </a:lnTo>
                  <a:lnTo>
                    <a:pt x="1211853" y="968695"/>
                  </a:lnTo>
                  <a:lnTo>
                    <a:pt x="1208988" y="968695"/>
                  </a:lnTo>
                  <a:lnTo>
                    <a:pt x="1208988" y="970485"/>
                  </a:lnTo>
                  <a:close/>
                  <a:moveTo>
                    <a:pt x="664657" y="970485"/>
                  </a:moveTo>
                  <a:lnTo>
                    <a:pt x="667522" y="970485"/>
                  </a:lnTo>
                  <a:lnTo>
                    <a:pt x="667522" y="968695"/>
                  </a:lnTo>
                  <a:lnTo>
                    <a:pt x="664657" y="968695"/>
                  </a:lnTo>
                  <a:lnTo>
                    <a:pt x="664657" y="970485"/>
                  </a:lnTo>
                  <a:close/>
                  <a:moveTo>
                    <a:pt x="1325017" y="962965"/>
                  </a:moveTo>
                  <a:lnTo>
                    <a:pt x="1325017" y="960100"/>
                  </a:lnTo>
                  <a:lnTo>
                    <a:pt x="1321435" y="960100"/>
                  </a:lnTo>
                  <a:lnTo>
                    <a:pt x="1321435" y="962965"/>
                  </a:lnTo>
                  <a:lnTo>
                    <a:pt x="1325017" y="962965"/>
                  </a:lnTo>
                  <a:close/>
                  <a:moveTo>
                    <a:pt x="1208988" y="963323"/>
                  </a:moveTo>
                  <a:lnTo>
                    <a:pt x="1211853" y="963323"/>
                  </a:lnTo>
                  <a:lnTo>
                    <a:pt x="1211853" y="961532"/>
                  </a:lnTo>
                  <a:lnTo>
                    <a:pt x="1208988" y="961532"/>
                  </a:lnTo>
                  <a:lnTo>
                    <a:pt x="1208988" y="963323"/>
                  </a:lnTo>
                  <a:close/>
                  <a:moveTo>
                    <a:pt x="1214779" y="949776"/>
                  </a:moveTo>
                  <a:lnTo>
                    <a:pt x="1216805" y="951802"/>
                  </a:lnTo>
                  <a:lnTo>
                    <a:pt x="1218596" y="950011"/>
                  </a:lnTo>
                  <a:lnTo>
                    <a:pt x="1216570" y="947985"/>
                  </a:lnTo>
                  <a:lnTo>
                    <a:pt x="1214779" y="949776"/>
                  </a:lnTo>
                  <a:close/>
                  <a:moveTo>
                    <a:pt x="1124832" y="952580"/>
                  </a:moveTo>
                  <a:lnTo>
                    <a:pt x="1127697" y="952580"/>
                  </a:lnTo>
                  <a:lnTo>
                    <a:pt x="1127697" y="947208"/>
                  </a:lnTo>
                  <a:lnTo>
                    <a:pt x="1124832" y="947208"/>
                  </a:lnTo>
                  <a:lnTo>
                    <a:pt x="1124832" y="952580"/>
                  </a:lnTo>
                  <a:close/>
                  <a:moveTo>
                    <a:pt x="692948" y="946850"/>
                  </a:moveTo>
                  <a:lnTo>
                    <a:pt x="692948" y="943985"/>
                  </a:lnTo>
                  <a:lnTo>
                    <a:pt x="687576" y="943985"/>
                  </a:lnTo>
                  <a:lnTo>
                    <a:pt x="687576" y="946850"/>
                  </a:lnTo>
                  <a:lnTo>
                    <a:pt x="692948" y="946850"/>
                  </a:lnTo>
                  <a:close/>
                  <a:moveTo>
                    <a:pt x="1066163" y="944404"/>
                  </a:moveTo>
                  <a:lnTo>
                    <a:pt x="1068188" y="946430"/>
                  </a:lnTo>
                  <a:lnTo>
                    <a:pt x="1069979" y="944640"/>
                  </a:lnTo>
                  <a:lnTo>
                    <a:pt x="1067953" y="942614"/>
                  </a:lnTo>
                  <a:lnTo>
                    <a:pt x="1066163" y="944404"/>
                  </a:lnTo>
                  <a:close/>
                  <a:moveTo>
                    <a:pt x="1026351" y="941836"/>
                  </a:moveTo>
                  <a:lnTo>
                    <a:pt x="1029216" y="941836"/>
                  </a:lnTo>
                  <a:lnTo>
                    <a:pt x="1029216" y="940046"/>
                  </a:lnTo>
                  <a:lnTo>
                    <a:pt x="1026351" y="940046"/>
                  </a:lnTo>
                  <a:lnTo>
                    <a:pt x="1026351" y="941836"/>
                  </a:lnTo>
                  <a:close/>
                  <a:moveTo>
                    <a:pt x="755976" y="945417"/>
                  </a:moveTo>
                  <a:lnTo>
                    <a:pt x="758841" y="945417"/>
                  </a:lnTo>
                  <a:lnTo>
                    <a:pt x="758841" y="938255"/>
                  </a:lnTo>
                  <a:lnTo>
                    <a:pt x="755976" y="938255"/>
                  </a:lnTo>
                  <a:lnTo>
                    <a:pt x="755976" y="945417"/>
                  </a:lnTo>
                  <a:close/>
                  <a:moveTo>
                    <a:pt x="869201" y="937242"/>
                  </a:moveTo>
                  <a:lnTo>
                    <a:pt x="871227" y="939268"/>
                  </a:lnTo>
                  <a:lnTo>
                    <a:pt x="873017" y="937477"/>
                  </a:lnTo>
                  <a:lnTo>
                    <a:pt x="870991" y="935452"/>
                  </a:lnTo>
                  <a:lnTo>
                    <a:pt x="869201" y="937242"/>
                  </a:lnTo>
                  <a:close/>
                  <a:moveTo>
                    <a:pt x="1063953" y="936464"/>
                  </a:moveTo>
                  <a:lnTo>
                    <a:pt x="1066817" y="936464"/>
                  </a:lnTo>
                  <a:lnTo>
                    <a:pt x="1066817" y="932883"/>
                  </a:lnTo>
                  <a:lnTo>
                    <a:pt x="1063953" y="932883"/>
                  </a:lnTo>
                  <a:lnTo>
                    <a:pt x="1063953" y="936464"/>
                  </a:lnTo>
                  <a:close/>
                  <a:moveTo>
                    <a:pt x="1130203" y="920349"/>
                  </a:moveTo>
                  <a:lnTo>
                    <a:pt x="1133068" y="920349"/>
                  </a:lnTo>
                  <a:lnTo>
                    <a:pt x="1133068" y="918559"/>
                  </a:lnTo>
                  <a:lnTo>
                    <a:pt x="1130203" y="918559"/>
                  </a:lnTo>
                  <a:lnTo>
                    <a:pt x="1130203" y="920349"/>
                  </a:lnTo>
                  <a:close/>
                  <a:moveTo>
                    <a:pt x="1049270" y="916410"/>
                  </a:moveTo>
                  <a:lnTo>
                    <a:pt x="1049270" y="913545"/>
                  </a:lnTo>
                  <a:lnTo>
                    <a:pt x="1047479" y="913545"/>
                  </a:lnTo>
                  <a:lnTo>
                    <a:pt x="1047479" y="916410"/>
                  </a:lnTo>
                  <a:lnTo>
                    <a:pt x="1049270" y="916410"/>
                  </a:lnTo>
                  <a:close/>
                  <a:moveTo>
                    <a:pt x="1174967" y="916768"/>
                  </a:moveTo>
                  <a:lnTo>
                    <a:pt x="1177832" y="916768"/>
                  </a:lnTo>
                  <a:lnTo>
                    <a:pt x="1177832" y="913187"/>
                  </a:lnTo>
                  <a:lnTo>
                    <a:pt x="1174967" y="913187"/>
                  </a:lnTo>
                  <a:lnTo>
                    <a:pt x="1174967" y="916768"/>
                  </a:lnTo>
                  <a:close/>
                  <a:moveTo>
                    <a:pt x="1128832" y="912174"/>
                  </a:moveTo>
                  <a:lnTo>
                    <a:pt x="1130858" y="914200"/>
                  </a:lnTo>
                  <a:lnTo>
                    <a:pt x="1132649" y="912409"/>
                  </a:lnTo>
                  <a:lnTo>
                    <a:pt x="1130623" y="910384"/>
                  </a:lnTo>
                  <a:lnTo>
                    <a:pt x="1128832" y="912174"/>
                  </a:lnTo>
                  <a:close/>
                  <a:moveTo>
                    <a:pt x="1216570" y="912174"/>
                  </a:moveTo>
                  <a:lnTo>
                    <a:pt x="1218596" y="914200"/>
                  </a:lnTo>
                  <a:lnTo>
                    <a:pt x="1222177" y="910619"/>
                  </a:lnTo>
                  <a:lnTo>
                    <a:pt x="1220151" y="908593"/>
                  </a:lnTo>
                  <a:lnTo>
                    <a:pt x="1216570" y="912174"/>
                  </a:lnTo>
                  <a:close/>
                  <a:moveTo>
                    <a:pt x="867410" y="905012"/>
                  </a:moveTo>
                  <a:lnTo>
                    <a:pt x="869436" y="907038"/>
                  </a:lnTo>
                  <a:lnTo>
                    <a:pt x="871227" y="905247"/>
                  </a:lnTo>
                  <a:lnTo>
                    <a:pt x="869201" y="903221"/>
                  </a:lnTo>
                  <a:lnTo>
                    <a:pt x="867410" y="905012"/>
                  </a:lnTo>
                  <a:close/>
                  <a:moveTo>
                    <a:pt x="1170015" y="901666"/>
                  </a:moveTo>
                  <a:lnTo>
                    <a:pt x="1172041" y="899640"/>
                  </a:lnTo>
                  <a:lnTo>
                    <a:pt x="1170251" y="897850"/>
                  </a:lnTo>
                  <a:lnTo>
                    <a:pt x="1168225" y="899876"/>
                  </a:lnTo>
                  <a:lnTo>
                    <a:pt x="1170015" y="901666"/>
                  </a:lnTo>
                  <a:close/>
                  <a:moveTo>
                    <a:pt x="884538" y="900295"/>
                  </a:moveTo>
                  <a:lnTo>
                    <a:pt x="884538" y="897430"/>
                  </a:lnTo>
                  <a:lnTo>
                    <a:pt x="882748" y="897430"/>
                  </a:lnTo>
                  <a:lnTo>
                    <a:pt x="882748" y="900295"/>
                  </a:lnTo>
                  <a:lnTo>
                    <a:pt x="884538" y="900295"/>
                  </a:lnTo>
                  <a:close/>
                  <a:moveTo>
                    <a:pt x="1135995" y="899640"/>
                  </a:moveTo>
                  <a:lnTo>
                    <a:pt x="1138020" y="901666"/>
                  </a:lnTo>
                  <a:lnTo>
                    <a:pt x="1141602" y="898085"/>
                  </a:lnTo>
                  <a:lnTo>
                    <a:pt x="1139576" y="896059"/>
                  </a:lnTo>
                  <a:lnTo>
                    <a:pt x="1135995" y="899640"/>
                  </a:lnTo>
                  <a:close/>
                  <a:moveTo>
                    <a:pt x="1069324" y="904234"/>
                  </a:moveTo>
                  <a:lnTo>
                    <a:pt x="1072189" y="904234"/>
                  </a:lnTo>
                  <a:lnTo>
                    <a:pt x="1072189" y="897072"/>
                  </a:lnTo>
                  <a:lnTo>
                    <a:pt x="1069324" y="897072"/>
                  </a:lnTo>
                  <a:lnTo>
                    <a:pt x="1069324" y="904234"/>
                  </a:lnTo>
                  <a:close/>
                  <a:moveTo>
                    <a:pt x="1159272" y="892478"/>
                  </a:moveTo>
                  <a:lnTo>
                    <a:pt x="1161298" y="894504"/>
                  </a:lnTo>
                  <a:lnTo>
                    <a:pt x="1163088" y="892713"/>
                  </a:lnTo>
                  <a:lnTo>
                    <a:pt x="1161062" y="890687"/>
                  </a:lnTo>
                  <a:lnTo>
                    <a:pt x="1159272" y="892478"/>
                  </a:lnTo>
                  <a:close/>
                  <a:moveTo>
                    <a:pt x="734131" y="880599"/>
                  </a:moveTo>
                  <a:lnTo>
                    <a:pt x="734131" y="877734"/>
                  </a:lnTo>
                  <a:lnTo>
                    <a:pt x="728759" y="877734"/>
                  </a:lnTo>
                  <a:lnTo>
                    <a:pt x="728759" y="880599"/>
                  </a:lnTo>
                  <a:lnTo>
                    <a:pt x="734131" y="880599"/>
                  </a:lnTo>
                  <a:close/>
                  <a:moveTo>
                    <a:pt x="1128413" y="877376"/>
                  </a:moveTo>
                  <a:lnTo>
                    <a:pt x="1131278" y="877376"/>
                  </a:lnTo>
                  <a:lnTo>
                    <a:pt x="1131278" y="875585"/>
                  </a:lnTo>
                  <a:lnTo>
                    <a:pt x="1128413" y="875585"/>
                  </a:lnTo>
                  <a:lnTo>
                    <a:pt x="1128413" y="877376"/>
                  </a:lnTo>
                  <a:close/>
                  <a:moveTo>
                    <a:pt x="2104689" y="874808"/>
                  </a:moveTo>
                  <a:lnTo>
                    <a:pt x="2106715" y="872782"/>
                  </a:lnTo>
                  <a:lnTo>
                    <a:pt x="2101343" y="867410"/>
                  </a:lnTo>
                  <a:lnTo>
                    <a:pt x="2099317" y="869436"/>
                  </a:lnTo>
                  <a:lnTo>
                    <a:pt x="2104689" y="874808"/>
                  </a:lnTo>
                  <a:close/>
                  <a:moveTo>
                    <a:pt x="682563" y="870214"/>
                  </a:moveTo>
                  <a:lnTo>
                    <a:pt x="685428" y="870214"/>
                  </a:lnTo>
                  <a:lnTo>
                    <a:pt x="685428" y="868423"/>
                  </a:lnTo>
                  <a:lnTo>
                    <a:pt x="682563" y="868423"/>
                  </a:lnTo>
                  <a:lnTo>
                    <a:pt x="682563" y="870214"/>
                  </a:lnTo>
                  <a:close/>
                  <a:moveTo>
                    <a:pt x="634217" y="870214"/>
                  </a:moveTo>
                  <a:lnTo>
                    <a:pt x="637082" y="870214"/>
                  </a:lnTo>
                  <a:lnTo>
                    <a:pt x="637082" y="868423"/>
                  </a:lnTo>
                  <a:lnTo>
                    <a:pt x="634217" y="868423"/>
                  </a:lnTo>
                  <a:lnTo>
                    <a:pt x="634217" y="870214"/>
                  </a:lnTo>
                  <a:close/>
                  <a:moveTo>
                    <a:pt x="2059925" y="872782"/>
                  </a:moveTo>
                  <a:lnTo>
                    <a:pt x="2061951" y="874808"/>
                  </a:lnTo>
                  <a:lnTo>
                    <a:pt x="2069113" y="867645"/>
                  </a:lnTo>
                  <a:lnTo>
                    <a:pt x="2067087" y="865620"/>
                  </a:lnTo>
                  <a:lnTo>
                    <a:pt x="2059925" y="872782"/>
                  </a:lnTo>
                  <a:close/>
                  <a:moveTo>
                    <a:pt x="1040675" y="866632"/>
                  </a:moveTo>
                  <a:lnTo>
                    <a:pt x="1043540" y="866632"/>
                  </a:lnTo>
                  <a:lnTo>
                    <a:pt x="1043540" y="864842"/>
                  </a:lnTo>
                  <a:lnTo>
                    <a:pt x="1040675" y="864842"/>
                  </a:lnTo>
                  <a:lnTo>
                    <a:pt x="1040675" y="866632"/>
                  </a:lnTo>
                  <a:close/>
                  <a:moveTo>
                    <a:pt x="682563" y="863051"/>
                  </a:moveTo>
                  <a:lnTo>
                    <a:pt x="685428" y="863051"/>
                  </a:lnTo>
                  <a:lnTo>
                    <a:pt x="685428" y="861261"/>
                  </a:lnTo>
                  <a:lnTo>
                    <a:pt x="682563" y="861261"/>
                  </a:lnTo>
                  <a:lnTo>
                    <a:pt x="682563" y="863051"/>
                  </a:lnTo>
                  <a:close/>
                  <a:moveTo>
                    <a:pt x="634217" y="863051"/>
                  </a:moveTo>
                  <a:lnTo>
                    <a:pt x="637082" y="863051"/>
                  </a:lnTo>
                  <a:lnTo>
                    <a:pt x="637082" y="861261"/>
                  </a:lnTo>
                  <a:lnTo>
                    <a:pt x="634217" y="861261"/>
                  </a:lnTo>
                  <a:lnTo>
                    <a:pt x="634217" y="863051"/>
                  </a:lnTo>
                  <a:close/>
                  <a:moveTo>
                    <a:pt x="1081500" y="855531"/>
                  </a:moveTo>
                  <a:lnTo>
                    <a:pt x="1081500" y="852666"/>
                  </a:lnTo>
                  <a:lnTo>
                    <a:pt x="1079709" y="852666"/>
                  </a:lnTo>
                  <a:lnTo>
                    <a:pt x="1079709" y="855531"/>
                  </a:lnTo>
                  <a:lnTo>
                    <a:pt x="1081500" y="855531"/>
                  </a:lnTo>
                  <a:close/>
                  <a:moveTo>
                    <a:pt x="705840" y="857680"/>
                  </a:moveTo>
                  <a:lnTo>
                    <a:pt x="708705" y="857680"/>
                  </a:lnTo>
                  <a:lnTo>
                    <a:pt x="708705" y="854099"/>
                  </a:lnTo>
                  <a:lnTo>
                    <a:pt x="705840" y="854099"/>
                  </a:lnTo>
                  <a:lnTo>
                    <a:pt x="705840" y="857680"/>
                  </a:lnTo>
                  <a:close/>
                  <a:moveTo>
                    <a:pt x="1156704" y="851950"/>
                  </a:moveTo>
                  <a:lnTo>
                    <a:pt x="1156704" y="849085"/>
                  </a:lnTo>
                  <a:lnTo>
                    <a:pt x="1154913" y="849085"/>
                  </a:lnTo>
                  <a:lnTo>
                    <a:pt x="1154913" y="851950"/>
                  </a:lnTo>
                  <a:lnTo>
                    <a:pt x="1156704" y="851950"/>
                  </a:lnTo>
                  <a:close/>
                  <a:moveTo>
                    <a:pt x="1140947" y="848727"/>
                  </a:moveTo>
                  <a:lnTo>
                    <a:pt x="1143812" y="848727"/>
                  </a:lnTo>
                  <a:lnTo>
                    <a:pt x="1143812" y="846936"/>
                  </a:lnTo>
                  <a:lnTo>
                    <a:pt x="1140947" y="846936"/>
                  </a:lnTo>
                  <a:lnTo>
                    <a:pt x="1140947" y="848727"/>
                  </a:lnTo>
                  <a:close/>
                  <a:moveTo>
                    <a:pt x="1099406" y="848369"/>
                  </a:moveTo>
                  <a:lnTo>
                    <a:pt x="1099406" y="845504"/>
                  </a:lnTo>
                  <a:lnTo>
                    <a:pt x="1097615" y="845504"/>
                  </a:lnTo>
                  <a:lnTo>
                    <a:pt x="1097615" y="848369"/>
                  </a:lnTo>
                  <a:lnTo>
                    <a:pt x="1099406" y="848369"/>
                  </a:lnTo>
                  <a:close/>
                  <a:moveTo>
                    <a:pt x="747442" y="840787"/>
                  </a:moveTo>
                  <a:lnTo>
                    <a:pt x="749468" y="838761"/>
                  </a:lnTo>
                  <a:lnTo>
                    <a:pt x="747678" y="836971"/>
                  </a:lnTo>
                  <a:lnTo>
                    <a:pt x="745652" y="838996"/>
                  </a:lnTo>
                  <a:lnTo>
                    <a:pt x="747442" y="840787"/>
                  </a:lnTo>
                  <a:close/>
                  <a:moveTo>
                    <a:pt x="1135995" y="837206"/>
                  </a:moveTo>
                  <a:lnTo>
                    <a:pt x="1138020" y="835180"/>
                  </a:lnTo>
                  <a:lnTo>
                    <a:pt x="1136230" y="833389"/>
                  </a:lnTo>
                  <a:lnTo>
                    <a:pt x="1134204" y="835415"/>
                  </a:lnTo>
                  <a:lnTo>
                    <a:pt x="1135995" y="837206"/>
                  </a:lnTo>
                  <a:close/>
                  <a:moveTo>
                    <a:pt x="724165" y="833625"/>
                  </a:moveTo>
                  <a:lnTo>
                    <a:pt x="726191" y="831599"/>
                  </a:lnTo>
                  <a:lnTo>
                    <a:pt x="724400" y="829808"/>
                  </a:lnTo>
                  <a:lnTo>
                    <a:pt x="722375" y="831834"/>
                  </a:lnTo>
                  <a:lnTo>
                    <a:pt x="724165" y="833625"/>
                  </a:lnTo>
                  <a:close/>
                  <a:moveTo>
                    <a:pt x="1122683" y="830463"/>
                  </a:moveTo>
                  <a:lnTo>
                    <a:pt x="1122683" y="827598"/>
                  </a:lnTo>
                  <a:lnTo>
                    <a:pt x="1119102" y="827598"/>
                  </a:lnTo>
                  <a:lnTo>
                    <a:pt x="1119102" y="830463"/>
                  </a:lnTo>
                  <a:lnTo>
                    <a:pt x="1122683" y="830463"/>
                  </a:lnTo>
                  <a:close/>
                  <a:moveTo>
                    <a:pt x="1190724" y="819720"/>
                  </a:moveTo>
                  <a:lnTo>
                    <a:pt x="1190724" y="816855"/>
                  </a:lnTo>
                  <a:lnTo>
                    <a:pt x="1188934" y="816855"/>
                  </a:lnTo>
                  <a:lnTo>
                    <a:pt x="1188934" y="819720"/>
                  </a:lnTo>
                  <a:lnTo>
                    <a:pt x="1190724" y="819720"/>
                  </a:lnTo>
                  <a:close/>
                  <a:moveTo>
                    <a:pt x="689725" y="812916"/>
                  </a:moveTo>
                  <a:lnTo>
                    <a:pt x="692590" y="812916"/>
                  </a:lnTo>
                  <a:lnTo>
                    <a:pt x="692590" y="811125"/>
                  </a:lnTo>
                  <a:lnTo>
                    <a:pt x="689725" y="811125"/>
                  </a:lnTo>
                  <a:lnTo>
                    <a:pt x="689725" y="812916"/>
                  </a:lnTo>
                  <a:close/>
                  <a:moveTo>
                    <a:pt x="689725" y="805753"/>
                  </a:moveTo>
                  <a:lnTo>
                    <a:pt x="692590" y="805753"/>
                  </a:lnTo>
                  <a:lnTo>
                    <a:pt x="692590" y="803963"/>
                  </a:lnTo>
                  <a:lnTo>
                    <a:pt x="689725" y="803963"/>
                  </a:lnTo>
                  <a:lnTo>
                    <a:pt x="689725" y="805753"/>
                  </a:lnTo>
                  <a:close/>
                  <a:moveTo>
                    <a:pt x="2101108" y="796023"/>
                  </a:moveTo>
                  <a:lnTo>
                    <a:pt x="2103134" y="793997"/>
                  </a:lnTo>
                  <a:lnTo>
                    <a:pt x="2101343" y="792207"/>
                  </a:lnTo>
                  <a:lnTo>
                    <a:pt x="2099317" y="794232"/>
                  </a:lnTo>
                  <a:lnTo>
                    <a:pt x="2101108" y="796023"/>
                  </a:lnTo>
                  <a:close/>
                  <a:moveTo>
                    <a:pt x="2063506" y="793997"/>
                  </a:moveTo>
                  <a:lnTo>
                    <a:pt x="2065532" y="796023"/>
                  </a:lnTo>
                  <a:lnTo>
                    <a:pt x="2067323" y="794232"/>
                  </a:lnTo>
                  <a:lnTo>
                    <a:pt x="2065297" y="792207"/>
                  </a:lnTo>
                  <a:lnTo>
                    <a:pt x="2063506" y="793997"/>
                  </a:lnTo>
                  <a:close/>
                  <a:moveTo>
                    <a:pt x="1074696" y="800382"/>
                  </a:moveTo>
                  <a:lnTo>
                    <a:pt x="1077561" y="800382"/>
                  </a:lnTo>
                  <a:lnTo>
                    <a:pt x="1077561" y="793219"/>
                  </a:lnTo>
                  <a:lnTo>
                    <a:pt x="1074696" y="793219"/>
                  </a:lnTo>
                  <a:lnTo>
                    <a:pt x="1074696" y="800382"/>
                  </a:lnTo>
                  <a:close/>
                  <a:moveTo>
                    <a:pt x="716225" y="785699"/>
                  </a:moveTo>
                  <a:lnTo>
                    <a:pt x="716225" y="782834"/>
                  </a:lnTo>
                  <a:lnTo>
                    <a:pt x="712644" y="782834"/>
                  </a:lnTo>
                  <a:lnTo>
                    <a:pt x="712644" y="785699"/>
                  </a:lnTo>
                  <a:lnTo>
                    <a:pt x="716225" y="785699"/>
                  </a:lnTo>
                  <a:close/>
                  <a:moveTo>
                    <a:pt x="818287" y="780327"/>
                  </a:moveTo>
                  <a:lnTo>
                    <a:pt x="818287" y="777462"/>
                  </a:lnTo>
                  <a:lnTo>
                    <a:pt x="814706" y="777462"/>
                  </a:lnTo>
                  <a:lnTo>
                    <a:pt x="814706" y="780327"/>
                  </a:lnTo>
                  <a:lnTo>
                    <a:pt x="818287" y="780327"/>
                  </a:lnTo>
                  <a:close/>
                  <a:moveTo>
                    <a:pt x="1126264" y="776746"/>
                  </a:moveTo>
                  <a:lnTo>
                    <a:pt x="1126264" y="773881"/>
                  </a:lnTo>
                  <a:lnTo>
                    <a:pt x="1124474" y="773881"/>
                  </a:lnTo>
                  <a:lnTo>
                    <a:pt x="1124474" y="776746"/>
                  </a:lnTo>
                  <a:lnTo>
                    <a:pt x="1126264" y="776746"/>
                  </a:lnTo>
                  <a:close/>
                  <a:moveTo>
                    <a:pt x="1094034" y="776746"/>
                  </a:moveTo>
                  <a:lnTo>
                    <a:pt x="1094034" y="773881"/>
                  </a:lnTo>
                  <a:lnTo>
                    <a:pt x="1092243" y="773881"/>
                  </a:lnTo>
                  <a:lnTo>
                    <a:pt x="1092243" y="776746"/>
                  </a:lnTo>
                  <a:lnTo>
                    <a:pt x="1094034" y="776746"/>
                  </a:lnTo>
                  <a:close/>
                  <a:moveTo>
                    <a:pt x="1174967" y="764570"/>
                  </a:moveTo>
                  <a:lnTo>
                    <a:pt x="1177832" y="764570"/>
                  </a:lnTo>
                  <a:lnTo>
                    <a:pt x="1177832" y="762780"/>
                  </a:lnTo>
                  <a:lnTo>
                    <a:pt x="1174967" y="762780"/>
                  </a:lnTo>
                  <a:lnTo>
                    <a:pt x="1174967" y="764570"/>
                  </a:lnTo>
                  <a:close/>
                  <a:moveTo>
                    <a:pt x="1174967" y="755618"/>
                  </a:moveTo>
                  <a:lnTo>
                    <a:pt x="1177832" y="755618"/>
                  </a:lnTo>
                  <a:lnTo>
                    <a:pt x="1177832" y="753827"/>
                  </a:lnTo>
                  <a:lnTo>
                    <a:pt x="1174967" y="753827"/>
                  </a:lnTo>
                  <a:lnTo>
                    <a:pt x="1174967" y="755618"/>
                  </a:lnTo>
                  <a:close/>
                  <a:moveTo>
                    <a:pt x="641380" y="744874"/>
                  </a:moveTo>
                  <a:lnTo>
                    <a:pt x="644245" y="744874"/>
                  </a:lnTo>
                  <a:lnTo>
                    <a:pt x="644245" y="743084"/>
                  </a:lnTo>
                  <a:lnTo>
                    <a:pt x="641380" y="743084"/>
                  </a:lnTo>
                  <a:lnTo>
                    <a:pt x="641380" y="744874"/>
                  </a:lnTo>
                  <a:close/>
                  <a:moveTo>
                    <a:pt x="1214002" y="737354"/>
                  </a:moveTo>
                  <a:lnTo>
                    <a:pt x="1214002" y="734489"/>
                  </a:lnTo>
                  <a:lnTo>
                    <a:pt x="1212211" y="734489"/>
                  </a:lnTo>
                  <a:lnTo>
                    <a:pt x="1212211" y="737354"/>
                  </a:lnTo>
                  <a:lnTo>
                    <a:pt x="1214002" y="737354"/>
                  </a:lnTo>
                  <a:close/>
                  <a:moveTo>
                    <a:pt x="1175387" y="738725"/>
                  </a:moveTo>
                  <a:lnTo>
                    <a:pt x="1177413" y="736699"/>
                  </a:lnTo>
                  <a:lnTo>
                    <a:pt x="1175622" y="734908"/>
                  </a:lnTo>
                  <a:lnTo>
                    <a:pt x="1173596" y="736934"/>
                  </a:lnTo>
                  <a:lnTo>
                    <a:pt x="1175387" y="738725"/>
                  </a:lnTo>
                  <a:close/>
                  <a:moveTo>
                    <a:pt x="641380" y="737712"/>
                  </a:moveTo>
                  <a:lnTo>
                    <a:pt x="644245" y="737712"/>
                  </a:lnTo>
                  <a:lnTo>
                    <a:pt x="644245" y="735921"/>
                  </a:lnTo>
                  <a:lnTo>
                    <a:pt x="641380" y="735921"/>
                  </a:lnTo>
                  <a:lnTo>
                    <a:pt x="641380" y="737712"/>
                  </a:lnTo>
                  <a:close/>
                  <a:moveTo>
                    <a:pt x="1123041" y="732340"/>
                  </a:moveTo>
                  <a:lnTo>
                    <a:pt x="1125906" y="732340"/>
                  </a:lnTo>
                  <a:lnTo>
                    <a:pt x="1125906" y="730550"/>
                  </a:lnTo>
                  <a:lnTo>
                    <a:pt x="1123041" y="730550"/>
                  </a:lnTo>
                  <a:lnTo>
                    <a:pt x="1123041" y="732340"/>
                  </a:lnTo>
                  <a:close/>
                  <a:moveTo>
                    <a:pt x="1166015" y="721720"/>
                  </a:moveTo>
                  <a:lnTo>
                    <a:pt x="1166015" y="728401"/>
                  </a:lnTo>
                  <a:lnTo>
                    <a:pt x="1172696" y="728401"/>
                  </a:lnTo>
                  <a:lnTo>
                    <a:pt x="1166015" y="721720"/>
                  </a:lnTo>
                  <a:close/>
                  <a:moveTo>
                    <a:pt x="1121251" y="723387"/>
                  </a:moveTo>
                  <a:lnTo>
                    <a:pt x="1124115" y="723387"/>
                  </a:lnTo>
                  <a:lnTo>
                    <a:pt x="1124115" y="721597"/>
                  </a:lnTo>
                  <a:lnTo>
                    <a:pt x="1121251" y="721597"/>
                  </a:lnTo>
                  <a:lnTo>
                    <a:pt x="1121251" y="723387"/>
                  </a:lnTo>
                  <a:close/>
                  <a:moveTo>
                    <a:pt x="479871" y="723029"/>
                  </a:moveTo>
                  <a:lnTo>
                    <a:pt x="479871" y="720164"/>
                  </a:lnTo>
                  <a:lnTo>
                    <a:pt x="478080" y="720164"/>
                  </a:lnTo>
                  <a:lnTo>
                    <a:pt x="478080" y="723029"/>
                  </a:lnTo>
                  <a:lnTo>
                    <a:pt x="479871" y="723029"/>
                  </a:lnTo>
                  <a:close/>
                  <a:moveTo>
                    <a:pt x="1166015" y="719806"/>
                  </a:moveTo>
                  <a:lnTo>
                    <a:pt x="1168880" y="719806"/>
                  </a:lnTo>
                  <a:lnTo>
                    <a:pt x="1168880" y="718016"/>
                  </a:lnTo>
                  <a:lnTo>
                    <a:pt x="1166015" y="718016"/>
                  </a:lnTo>
                  <a:lnTo>
                    <a:pt x="1166015" y="719806"/>
                  </a:lnTo>
                  <a:close/>
                  <a:moveTo>
                    <a:pt x="2065297" y="717003"/>
                  </a:moveTo>
                  <a:lnTo>
                    <a:pt x="2067323" y="719029"/>
                  </a:lnTo>
                  <a:lnTo>
                    <a:pt x="2069113" y="717238"/>
                  </a:lnTo>
                  <a:lnTo>
                    <a:pt x="2067087" y="715212"/>
                  </a:lnTo>
                  <a:lnTo>
                    <a:pt x="2065297" y="717003"/>
                  </a:lnTo>
                  <a:close/>
                  <a:moveTo>
                    <a:pt x="671461" y="717658"/>
                  </a:moveTo>
                  <a:lnTo>
                    <a:pt x="671461" y="714793"/>
                  </a:lnTo>
                  <a:lnTo>
                    <a:pt x="669671" y="714793"/>
                  </a:lnTo>
                  <a:lnTo>
                    <a:pt x="669671" y="717658"/>
                  </a:lnTo>
                  <a:lnTo>
                    <a:pt x="671461" y="717658"/>
                  </a:lnTo>
                  <a:close/>
                  <a:moveTo>
                    <a:pt x="664299" y="717658"/>
                  </a:moveTo>
                  <a:lnTo>
                    <a:pt x="664299" y="714793"/>
                  </a:lnTo>
                  <a:lnTo>
                    <a:pt x="662508" y="714793"/>
                  </a:lnTo>
                  <a:lnTo>
                    <a:pt x="662508" y="717658"/>
                  </a:lnTo>
                  <a:lnTo>
                    <a:pt x="664299" y="717658"/>
                  </a:lnTo>
                  <a:close/>
                  <a:moveTo>
                    <a:pt x="1230475" y="716225"/>
                  </a:moveTo>
                  <a:lnTo>
                    <a:pt x="1233340" y="716225"/>
                  </a:lnTo>
                  <a:lnTo>
                    <a:pt x="1233340" y="714435"/>
                  </a:lnTo>
                  <a:lnTo>
                    <a:pt x="1230475" y="714435"/>
                  </a:lnTo>
                  <a:lnTo>
                    <a:pt x="1230475" y="716225"/>
                  </a:lnTo>
                  <a:close/>
                  <a:moveTo>
                    <a:pt x="1230475" y="710854"/>
                  </a:moveTo>
                  <a:lnTo>
                    <a:pt x="1233340" y="710854"/>
                  </a:lnTo>
                  <a:lnTo>
                    <a:pt x="1233340" y="709063"/>
                  </a:lnTo>
                  <a:lnTo>
                    <a:pt x="1230475" y="709063"/>
                  </a:lnTo>
                  <a:lnTo>
                    <a:pt x="1230475" y="710854"/>
                  </a:lnTo>
                  <a:close/>
                  <a:moveTo>
                    <a:pt x="1116298" y="706259"/>
                  </a:moveTo>
                  <a:lnTo>
                    <a:pt x="1118324" y="708285"/>
                  </a:lnTo>
                  <a:lnTo>
                    <a:pt x="1121905" y="704704"/>
                  </a:lnTo>
                  <a:lnTo>
                    <a:pt x="1119880" y="702678"/>
                  </a:lnTo>
                  <a:lnTo>
                    <a:pt x="1116298" y="706259"/>
                  </a:lnTo>
                  <a:close/>
                  <a:moveTo>
                    <a:pt x="1149541" y="701543"/>
                  </a:moveTo>
                  <a:lnTo>
                    <a:pt x="1149541" y="698678"/>
                  </a:lnTo>
                  <a:lnTo>
                    <a:pt x="1142379" y="698678"/>
                  </a:lnTo>
                  <a:lnTo>
                    <a:pt x="1142379" y="701543"/>
                  </a:lnTo>
                  <a:lnTo>
                    <a:pt x="1149541" y="701543"/>
                  </a:lnTo>
                  <a:close/>
                  <a:moveTo>
                    <a:pt x="503506" y="700110"/>
                  </a:moveTo>
                  <a:lnTo>
                    <a:pt x="506371" y="700110"/>
                  </a:lnTo>
                  <a:lnTo>
                    <a:pt x="506371" y="698320"/>
                  </a:lnTo>
                  <a:lnTo>
                    <a:pt x="503506" y="698320"/>
                  </a:lnTo>
                  <a:lnTo>
                    <a:pt x="503506" y="700110"/>
                  </a:lnTo>
                  <a:close/>
                  <a:moveTo>
                    <a:pt x="503506" y="692948"/>
                  </a:moveTo>
                  <a:lnTo>
                    <a:pt x="506371" y="692948"/>
                  </a:lnTo>
                  <a:lnTo>
                    <a:pt x="506371" y="691157"/>
                  </a:lnTo>
                  <a:lnTo>
                    <a:pt x="503506" y="691157"/>
                  </a:lnTo>
                  <a:lnTo>
                    <a:pt x="503506" y="692948"/>
                  </a:lnTo>
                  <a:close/>
                  <a:moveTo>
                    <a:pt x="1210421" y="690799"/>
                  </a:moveTo>
                  <a:lnTo>
                    <a:pt x="1210421" y="687934"/>
                  </a:lnTo>
                  <a:lnTo>
                    <a:pt x="1206839" y="687934"/>
                  </a:lnTo>
                  <a:lnTo>
                    <a:pt x="1206839" y="690799"/>
                  </a:lnTo>
                  <a:lnTo>
                    <a:pt x="1210421" y="690799"/>
                  </a:lnTo>
                  <a:close/>
                  <a:moveTo>
                    <a:pt x="1124832" y="691157"/>
                  </a:moveTo>
                  <a:lnTo>
                    <a:pt x="1127697" y="691157"/>
                  </a:lnTo>
                  <a:lnTo>
                    <a:pt x="1127697" y="689367"/>
                  </a:lnTo>
                  <a:lnTo>
                    <a:pt x="1124832" y="689367"/>
                  </a:lnTo>
                  <a:lnTo>
                    <a:pt x="1124832" y="691157"/>
                  </a:lnTo>
                  <a:close/>
                  <a:moveTo>
                    <a:pt x="437255" y="667880"/>
                  </a:moveTo>
                  <a:lnTo>
                    <a:pt x="440120" y="667880"/>
                  </a:lnTo>
                  <a:lnTo>
                    <a:pt x="440120" y="664299"/>
                  </a:lnTo>
                  <a:lnTo>
                    <a:pt x="437255" y="664299"/>
                  </a:lnTo>
                  <a:lnTo>
                    <a:pt x="437255" y="667880"/>
                  </a:lnTo>
                  <a:close/>
                  <a:moveTo>
                    <a:pt x="2102479" y="657137"/>
                  </a:moveTo>
                  <a:lnTo>
                    <a:pt x="2105344" y="657137"/>
                  </a:lnTo>
                  <a:lnTo>
                    <a:pt x="2105344" y="655346"/>
                  </a:lnTo>
                  <a:lnTo>
                    <a:pt x="2102479" y="655346"/>
                  </a:lnTo>
                  <a:lnTo>
                    <a:pt x="2102479" y="657137"/>
                  </a:lnTo>
                  <a:close/>
                  <a:moveTo>
                    <a:pt x="1165656" y="640663"/>
                  </a:moveTo>
                  <a:lnTo>
                    <a:pt x="1165656" y="637799"/>
                  </a:lnTo>
                  <a:lnTo>
                    <a:pt x="1158494" y="637799"/>
                  </a:lnTo>
                  <a:lnTo>
                    <a:pt x="1158494" y="640663"/>
                  </a:lnTo>
                  <a:lnTo>
                    <a:pt x="1165656" y="640663"/>
                  </a:lnTo>
                  <a:close/>
                  <a:moveTo>
                    <a:pt x="1175387" y="632846"/>
                  </a:moveTo>
                  <a:lnTo>
                    <a:pt x="1177413" y="634872"/>
                  </a:lnTo>
                  <a:lnTo>
                    <a:pt x="1179203" y="633082"/>
                  </a:lnTo>
                  <a:lnTo>
                    <a:pt x="1177178" y="631056"/>
                  </a:lnTo>
                  <a:lnTo>
                    <a:pt x="1175387" y="632846"/>
                  </a:lnTo>
                  <a:close/>
                  <a:moveTo>
                    <a:pt x="490614" y="619177"/>
                  </a:moveTo>
                  <a:lnTo>
                    <a:pt x="490614" y="616312"/>
                  </a:lnTo>
                  <a:lnTo>
                    <a:pt x="488824" y="616312"/>
                  </a:lnTo>
                  <a:lnTo>
                    <a:pt x="488824" y="619177"/>
                  </a:lnTo>
                  <a:lnTo>
                    <a:pt x="490614" y="619177"/>
                  </a:lnTo>
                  <a:close/>
                  <a:moveTo>
                    <a:pt x="1137366" y="617744"/>
                  </a:moveTo>
                  <a:lnTo>
                    <a:pt x="1140231" y="617744"/>
                  </a:lnTo>
                  <a:lnTo>
                    <a:pt x="1140231" y="615954"/>
                  </a:lnTo>
                  <a:lnTo>
                    <a:pt x="1137366" y="615954"/>
                  </a:lnTo>
                  <a:lnTo>
                    <a:pt x="1137366" y="617744"/>
                  </a:lnTo>
                  <a:close/>
                  <a:moveTo>
                    <a:pt x="1182130" y="610582"/>
                  </a:moveTo>
                  <a:lnTo>
                    <a:pt x="1184995" y="610582"/>
                  </a:lnTo>
                  <a:lnTo>
                    <a:pt x="1184995" y="608791"/>
                  </a:lnTo>
                  <a:lnTo>
                    <a:pt x="1182130" y="608791"/>
                  </a:lnTo>
                  <a:lnTo>
                    <a:pt x="1182130" y="610582"/>
                  </a:lnTo>
                  <a:close/>
                  <a:moveTo>
                    <a:pt x="1156704" y="595899"/>
                  </a:moveTo>
                  <a:lnTo>
                    <a:pt x="1156704" y="593034"/>
                  </a:lnTo>
                  <a:lnTo>
                    <a:pt x="1154913" y="593034"/>
                  </a:lnTo>
                  <a:lnTo>
                    <a:pt x="1154913" y="595899"/>
                  </a:lnTo>
                  <a:lnTo>
                    <a:pt x="1156704" y="595899"/>
                  </a:lnTo>
                  <a:close/>
                  <a:moveTo>
                    <a:pt x="1099406" y="536811"/>
                  </a:moveTo>
                  <a:lnTo>
                    <a:pt x="1099406" y="533946"/>
                  </a:lnTo>
                  <a:lnTo>
                    <a:pt x="1095825" y="533946"/>
                  </a:lnTo>
                  <a:lnTo>
                    <a:pt x="1095825" y="536811"/>
                  </a:lnTo>
                  <a:lnTo>
                    <a:pt x="1099406" y="536811"/>
                  </a:lnTo>
                  <a:close/>
                  <a:moveTo>
                    <a:pt x="1110927" y="528994"/>
                  </a:moveTo>
                  <a:lnTo>
                    <a:pt x="1112953" y="531020"/>
                  </a:lnTo>
                  <a:lnTo>
                    <a:pt x="1114743" y="529229"/>
                  </a:lnTo>
                  <a:lnTo>
                    <a:pt x="1112717" y="527203"/>
                  </a:lnTo>
                  <a:lnTo>
                    <a:pt x="1110927" y="528994"/>
                  </a:lnTo>
                  <a:close/>
                  <a:moveTo>
                    <a:pt x="1082278" y="531020"/>
                  </a:moveTo>
                  <a:lnTo>
                    <a:pt x="1084303" y="528994"/>
                  </a:lnTo>
                  <a:lnTo>
                    <a:pt x="1082513" y="527203"/>
                  </a:lnTo>
                  <a:lnTo>
                    <a:pt x="1080487" y="529229"/>
                  </a:lnTo>
                  <a:lnTo>
                    <a:pt x="1082278" y="531020"/>
                  </a:lnTo>
                  <a:close/>
                  <a:moveTo>
                    <a:pt x="1117669" y="517473"/>
                  </a:moveTo>
                  <a:lnTo>
                    <a:pt x="1120534" y="517473"/>
                  </a:lnTo>
                  <a:lnTo>
                    <a:pt x="1120534" y="515682"/>
                  </a:lnTo>
                  <a:lnTo>
                    <a:pt x="1117669" y="515682"/>
                  </a:lnTo>
                  <a:lnTo>
                    <a:pt x="1117669" y="517473"/>
                  </a:lnTo>
                  <a:close/>
                  <a:moveTo>
                    <a:pt x="1074696" y="517473"/>
                  </a:moveTo>
                  <a:lnTo>
                    <a:pt x="1077561" y="517473"/>
                  </a:lnTo>
                  <a:lnTo>
                    <a:pt x="1077561" y="510310"/>
                  </a:lnTo>
                  <a:lnTo>
                    <a:pt x="1074696" y="510310"/>
                  </a:lnTo>
                  <a:lnTo>
                    <a:pt x="1074696" y="517473"/>
                  </a:lnTo>
                  <a:close/>
                  <a:moveTo>
                    <a:pt x="1080487" y="498554"/>
                  </a:moveTo>
                  <a:lnTo>
                    <a:pt x="1082513" y="500580"/>
                  </a:lnTo>
                  <a:lnTo>
                    <a:pt x="1086094" y="496999"/>
                  </a:lnTo>
                  <a:lnTo>
                    <a:pt x="1084068" y="494973"/>
                  </a:lnTo>
                  <a:lnTo>
                    <a:pt x="1080487" y="498554"/>
                  </a:lnTo>
                  <a:close/>
                  <a:moveTo>
                    <a:pt x="286490" y="456235"/>
                  </a:moveTo>
                  <a:lnTo>
                    <a:pt x="286490" y="453371"/>
                  </a:lnTo>
                  <a:lnTo>
                    <a:pt x="284700" y="453371"/>
                  </a:lnTo>
                  <a:lnTo>
                    <a:pt x="284700" y="456235"/>
                  </a:lnTo>
                  <a:lnTo>
                    <a:pt x="286490" y="456235"/>
                  </a:lnTo>
                  <a:close/>
                  <a:moveTo>
                    <a:pt x="299802" y="444837"/>
                  </a:moveTo>
                  <a:lnTo>
                    <a:pt x="301827" y="446863"/>
                  </a:lnTo>
                  <a:lnTo>
                    <a:pt x="303618" y="445073"/>
                  </a:lnTo>
                  <a:lnTo>
                    <a:pt x="301592" y="443047"/>
                  </a:lnTo>
                  <a:lnTo>
                    <a:pt x="299802" y="444837"/>
                  </a:lnTo>
                  <a:close/>
                  <a:moveTo>
                    <a:pt x="306544" y="431526"/>
                  </a:moveTo>
                  <a:lnTo>
                    <a:pt x="309409" y="431526"/>
                  </a:lnTo>
                  <a:lnTo>
                    <a:pt x="309409" y="429735"/>
                  </a:lnTo>
                  <a:lnTo>
                    <a:pt x="306544" y="429735"/>
                  </a:lnTo>
                  <a:lnTo>
                    <a:pt x="306544" y="431526"/>
                  </a:lnTo>
                  <a:close/>
                  <a:moveTo>
                    <a:pt x="306544" y="424363"/>
                  </a:moveTo>
                  <a:lnTo>
                    <a:pt x="309409" y="424363"/>
                  </a:lnTo>
                  <a:lnTo>
                    <a:pt x="309409" y="422573"/>
                  </a:lnTo>
                  <a:lnTo>
                    <a:pt x="306544" y="422573"/>
                  </a:lnTo>
                  <a:lnTo>
                    <a:pt x="306544" y="424363"/>
                  </a:lnTo>
                  <a:close/>
                  <a:moveTo>
                    <a:pt x="584501" y="414633"/>
                  </a:moveTo>
                  <a:lnTo>
                    <a:pt x="586527" y="412607"/>
                  </a:lnTo>
                  <a:lnTo>
                    <a:pt x="584736" y="410817"/>
                  </a:lnTo>
                  <a:lnTo>
                    <a:pt x="582711" y="412842"/>
                  </a:lnTo>
                  <a:lnTo>
                    <a:pt x="584501" y="414633"/>
                  </a:lnTo>
                  <a:close/>
                  <a:moveTo>
                    <a:pt x="296221" y="405680"/>
                  </a:moveTo>
                  <a:lnTo>
                    <a:pt x="298246" y="403654"/>
                  </a:lnTo>
                  <a:lnTo>
                    <a:pt x="296456" y="401864"/>
                  </a:lnTo>
                  <a:lnTo>
                    <a:pt x="294430" y="403890"/>
                  </a:lnTo>
                  <a:lnTo>
                    <a:pt x="296221" y="405680"/>
                  </a:lnTo>
                  <a:close/>
                  <a:moveTo>
                    <a:pt x="1162853" y="126352"/>
                  </a:moveTo>
                  <a:lnTo>
                    <a:pt x="1164879" y="124327"/>
                  </a:lnTo>
                  <a:lnTo>
                    <a:pt x="1161298" y="120745"/>
                  </a:lnTo>
                  <a:lnTo>
                    <a:pt x="1159272" y="122771"/>
                  </a:lnTo>
                  <a:lnTo>
                    <a:pt x="1162853" y="126352"/>
                  </a:lnTo>
                  <a:close/>
                  <a:moveTo>
                    <a:pt x="1127042" y="122536"/>
                  </a:moveTo>
                  <a:lnTo>
                    <a:pt x="1129068" y="124562"/>
                  </a:lnTo>
                  <a:lnTo>
                    <a:pt x="1130858" y="122771"/>
                  </a:lnTo>
                  <a:lnTo>
                    <a:pt x="1128832" y="120745"/>
                  </a:lnTo>
                  <a:lnTo>
                    <a:pt x="1127042" y="12253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131" name="Vector layer C7C6CA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819570" y="1718940"/>
                  </a:moveTo>
                  <a:lnTo>
                    <a:pt x="1822435" y="1718940"/>
                  </a:lnTo>
                  <a:lnTo>
                    <a:pt x="1822435" y="1713569"/>
                  </a:lnTo>
                  <a:lnTo>
                    <a:pt x="1819570" y="1713569"/>
                  </a:lnTo>
                  <a:lnTo>
                    <a:pt x="1819570" y="1718940"/>
                  </a:lnTo>
                  <a:close/>
                  <a:moveTo>
                    <a:pt x="562595" y="1721324"/>
                  </a:moveTo>
                  <a:lnTo>
                    <a:pt x="564805" y="1723534"/>
                  </a:lnTo>
                  <a:lnTo>
                    <a:pt x="566831" y="1721509"/>
                  </a:lnTo>
                  <a:lnTo>
                    <a:pt x="565460" y="1720138"/>
                  </a:lnTo>
                  <a:lnTo>
                    <a:pt x="565460" y="1713569"/>
                  </a:lnTo>
                  <a:lnTo>
                    <a:pt x="562595" y="1713569"/>
                  </a:lnTo>
                  <a:lnTo>
                    <a:pt x="562595" y="1721324"/>
                  </a:lnTo>
                  <a:close/>
                  <a:moveTo>
                    <a:pt x="964101" y="1648331"/>
                  </a:moveTo>
                  <a:lnTo>
                    <a:pt x="966126" y="1646305"/>
                  </a:lnTo>
                  <a:lnTo>
                    <a:pt x="964336" y="1644514"/>
                  </a:lnTo>
                  <a:lnTo>
                    <a:pt x="962310" y="1646540"/>
                  </a:lnTo>
                  <a:lnTo>
                    <a:pt x="964101" y="1648331"/>
                  </a:lnTo>
                  <a:close/>
                  <a:moveTo>
                    <a:pt x="908593" y="1630425"/>
                  </a:moveTo>
                  <a:lnTo>
                    <a:pt x="910619" y="1628399"/>
                  </a:lnTo>
                  <a:lnTo>
                    <a:pt x="907038" y="1624818"/>
                  </a:lnTo>
                  <a:lnTo>
                    <a:pt x="905012" y="1626844"/>
                  </a:lnTo>
                  <a:lnTo>
                    <a:pt x="908593" y="1630425"/>
                  </a:lnTo>
                  <a:close/>
                  <a:moveTo>
                    <a:pt x="1106568" y="1611149"/>
                  </a:moveTo>
                  <a:lnTo>
                    <a:pt x="1106568" y="1608284"/>
                  </a:lnTo>
                  <a:lnTo>
                    <a:pt x="1104777" y="1608284"/>
                  </a:lnTo>
                  <a:lnTo>
                    <a:pt x="1104777" y="1611149"/>
                  </a:lnTo>
                  <a:lnTo>
                    <a:pt x="1106568" y="1611149"/>
                  </a:lnTo>
                  <a:close/>
                  <a:moveTo>
                    <a:pt x="1109136" y="1606913"/>
                  </a:moveTo>
                  <a:lnTo>
                    <a:pt x="1111162" y="1608938"/>
                  </a:lnTo>
                  <a:lnTo>
                    <a:pt x="1114743" y="1605357"/>
                  </a:lnTo>
                  <a:lnTo>
                    <a:pt x="1112717" y="1603332"/>
                  </a:lnTo>
                  <a:lnTo>
                    <a:pt x="1109136" y="1606913"/>
                  </a:lnTo>
                  <a:close/>
                  <a:moveTo>
                    <a:pt x="854876" y="1607148"/>
                  </a:moveTo>
                  <a:lnTo>
                    <a:pt x="856902" y="1605122"/>
                  </a:lnTo>
                  <a:lnTo>
                    <a:pt x="855111" y="1603332"/>
                  </a:lnTo>
                  <a:lnTo>
                    <a:pt x="853086" y="1605357"/>
                  </a:lnTo>
                  <a:lnTo>
                    <a:pt x="854876" y="1607148"/>
                  </a:lnTo>
                  <a:close/>
                  <a:moveTo>
                    <a:pt x="1131636" y="1598615"/>
                  </a:moveTo>
                  <a:lnTo>
                    <a:pt x="1131636" y="1595750"/>
                  </a:lnTo>
                  <a:lnTo>
                    <a:pt x="1129845" y="1595750"/>
                  </a:lnTo>
                  <a:lnTo>
                    <a:pt x="1129845" y="1598615"/>
                  </a:lnTo>
                  <a:lnTo>
                    <a:pt x="1131636" y="1598615"/>
                  </a:lnTo>
                  <a:close/>
                  <a:moveTo>
                    <a:pt x="1126264" y="1598615"/>
                  </a:moveTo>
                  <a:lnTo>
                    <a:pt x="1126264" y="1595750"/>
                  </a:lnTo>
                  <a:lnTo>
                    <a:pt x="1124474" y="1595750"/>
                  </a:lnTo>
                  <a:lnTo>
                    <a:pt x="1124474" y="1598615"/>
                  </a:lnTo>
                  <a:lnTo>
                    <a:pt x="1126264" y="1598615"/>
                  </a:lnTo>
                  <a:close/>
                  <a:moveTo>
                    <a:pt x="829808" y="1598195"/>
                  </a:moveTo>
                  <a:lnTo>
                    <a:pt x="831834" y="1596169"/>
                  </a:lnTo>
                  <a:lnTo>
                    <a:pt x="828253" y="1592588"/>
                  </a:lnTo>
                  <a:lnTo>
                    <a:pt x="826227" y="1594614"/>
                  </a:lnTo>
                  <a:lnTo>
                    <a:pt x="829808" y="1598195"/>
                  </a:lnTo>
                  <a:close/>
                  <a:moveTo>
                    <a:pt x="822227" y="1585242"/>
                  </a:moveTo>
                  <a:lnTo>
                    <a:pt x="822227" y="1586439"/>
                  </a:lnTo>
                  <a:lnTo>
                    <a:pt x="825091" y="1586439"/>
                  </a:lnTo>
                  <a:lnTo>
                    <a:pt x="825091" y="1584055"/>
                  </a:lnTo>
                  <a:lnTo>
                    <a:pt x="822881" y="1581845"/>
                  </a:lnTo>
                  <a:lnTo>
                    <a:pt x="820856" y="1583871"/>
                  </a:lnTo>
                  <a:lnTo>
                    <a:pt x="822227" y="1585242"/>
                  </a:lnTo>
                  <a:close/>
                  <a:moveTo>
                    <a:pt x="1091231" y="1580054"/>
                  </a:moveTo>
                  <a:lnTo>
                    <a:pt x="1093256" y="1582080"/>
                  </a:lnTo>
                  <a:lnTo>
                    <a:pt x="1094627" y="1580709"/>
                  </a:lnTo>
                  <a:lnTo>
                    <a:pt x="1097615" y="1580709"/>
                  </a:lnTo>
                  <a:lnTo>
                    <a:pt x="1097615" y="1577844"/>
                  </a:lnTo>
                  <a:lnTo>
                    <a:pt x="1093441" y="1577844"/>
                  </a:lnTo>
                  <a:lnTo>
                    <a:pt x="1091231" y="1580054"/>
                  </a:lnTo>
                  <a:close/>
                  <a:moveTo>
                    <a:pt x="1176400" y="1578918"/>
                  </a:moveTo>
                  <a:lnTo>
                    <a:pt x="1176400" y="1576054"/>
                  </a:lnTo>
                  <a:lnTo>
                    <a:pt x="1174609" y="1576054"/>
                  </a:lnTo>
                  <a:lnTo>
                    <a:pt x="1174609" y="1578918"/>
                  </a:lnTo>
                  <a:lnTo>
                    <a:pt x="1176400" y="1578918"/>
                  </a:lnTo>
                  <a:close/>
                  <a:moveTo>
                    <a:pt x="1165656" y="1578918"/>
                  </a:moveTo>
                  <a:lnTo>
                    <a:pt x="1165656" y="1576054"/>
                  </a:lnTo>
                  <a:lnTo>
                    <a:pt x="1163866" y="1576054"/>
                  </a:lnTo>
                  <a:lnTo>
                    <a:pt x="1163866" y="1578918"/>
                  </a:lnTo>
                  <a:lnTo>
                    <a:pt x="1165656" y="1578918"/>
                  </a:lnTo>
                  <a:close/>
                  <a:moveTo>
                    <a:pt x="1180759" y="1572892"/>
                  </a:moveTo>
                  <a:lnTo>
                    <a:pt x="1182784" y="1574918"/>
                  </a:lnTo>
                  <a:lnTo>
                    <a:pt x="1184575" y="1573127"/>
                  </a:lnTo>
                  <a:lnTo>
                    <a:pt x="1182549" y="1571101"/>
                  </a:lnTo>
                  <a:lnTo>
                    <a:pt x="1180759" y="1572892"/>
                  </a:lnTo>
                  <a:close/>
                  <a:moveTo>
                    <a:pt x="1157481" y="1574918"/>
                  </a:moveTo>
                  <a:lnTo>
                    <a:pt x="1159507" y="1572892"/>
                  </a:lnTo>
                  <a:lnTo>
                    <a:pt x="1157717" y="1571101"/>
                  </a:lnTo>
                  <a:lnTo>
                    <a:pt x="1155691" y="1573127"/>
                  </a:lnTo>
                  <a:lnTo>
                    <a:pt x="1157481" y="1574918"/>
                  </a:lnTo>
                  <a:close/>
                  <a:moveTo>
                    <a:pt x="983377" y="1575695"/>
                  </a:moveTo>
                  <a:lnTo>
                    <a:pt x="986242" y="1575695"/>
                  </a:lnTo>
                  <a:lnTo>
                    <a:pt x="986242" y="1572114"/>
                  </a:lnTo>
                  <a:lnTo>
                    <a:pt x="983377" y="1572114"/>
                  </a:lnTo>
                  <a:lnTo>
                    <a:pt x="983377" y="1575695"/>
                  </a:lnTo>
                  <a:close/>
                  <a:moveTo>
                    <a:pt x="1143157" y="1569546"/>
                  </a:moveTo>
                  <a:lnTo>
                    <a:pt x="1145183" y="1567520"/>
                  </a:lnTo>
                  <a:lnTo>
                    <a:pt x="1143392" y="1565730"/>
                  </a:lnTo>
                  <a:lnTo>
                    <a:pt x="1141366" y="1567755"/>
                  </a:lnTo>
                  <a:lnTo>
                    <a:pt x="1143157" y="1569546"/>
                  </a:lnTo>
                  <a:close/>
                  <a:moveTo>
                    <a:pt x="1243428" y="1565730"/>
                  </a:moveTo>
                  <a:lnTo>
                    <a:pt x="1245454" y="1567755"/>
                  </a:lnTo>
                  <a:lnTo>
                    <a:pt x="1247245" y="1565965"/>
                  </a:lnTo>
                  <a:lnTo>
                    <a:pt x="1245219" y="1563939"/>
                  </a:lnTo>
                  <a:lnTo>
                    <a:pt x="1243428" y="1565730"/>
                  </a:lnTo>
                  <a:close/>
                  <a:moveTo>
                    <a:pt x="1151690" y="1566743"/>
                  </a:moveTo>
                  <a:lnTo>
                    <a:pt x="1154555" y="1566743"/>
                  </a:lnTo>
                  <a:lnTo>
                    <a:pt x="1154555" y="1564952"/>
                  </a:lnTo>
                  <a:lnTo>
                    <a:pt x="1151690" y="1564952"/>
                  </a:lnTo>
                  <a:lnTo>
                    <a:pt x="1151690" y="1566743"/>
                  </a:lnTo>
                  <a:close/>
                  <a:moveTo>
                    <a:pt x="985168" y="1566743"/>
                  </a:moveTo>
                  <a:lnTo>
                    <a:pt x="988033" y="1566743"/>
                  </a:lnTo>
                  <a:lnTo>
                    <a:pt x="988033" y="1564952"/>
                  </a:lnTo>
                  <a:lnTo>
                    <a:pt x="985168" y="1564952"/>
                  </a:lnTo>
                  <a:lnTo>
                    <a:pt x="985168" y="1566743"/>
                  </a:lnTo>
                  <a:close/>
                  <a:moveTo>
                    <a:pt x="1250591" y="1558567"/>
                  </a:moveTo>
                  <a:lnTo>
                    <a:pt x="1252616" y="1560593"/>
                  </a:lnTo>
                  <a:lnTo>
                    <a:pt x="1254407" y="1558803"/>
                  </a:lnTo>
                  <a:lnTo>
                    <a:pt x="1252381" y="1556777"/>
                  </a:lnTo>
                  <a:lnTo>
                    <a:pt x="1250591" y="1558567"/>
                  </a:lnTo>
                  <a:close/>
                  <a:moveTo>
                    <a:pt x="1128413" y="1557790"/>
                  </a:moveTo>
                  <a:lnTo>
                    <a:pt x="1131278" y="1557790"/>
                  </a:lnTo>
                  <a:lnTo>
                    <a:pt x="1131278" y="1555999"/>
                  </a:lnTo>
                  <a:lnTo>
                    <a:pt x="1128413" y="1555999"/>
                  </a:lnTo>
                  <a:lnTo>
                    <a:pt x="1128413" y="1557790"/>
                  </a:lnTo>
                  <a:close/>
                  <a:moveTo>
                    <a:pt x="985168" y="1552418"/>
                  </a:moveTo>
                  <a:lnTo>
                    <a:pt x="988033" y="1552418"/>
                  </a:lnTo>
                  <a:lnTo>
                    <a:pt x="988033" y="1550628"/>
                  </a:lnTo>
                  <a:lnTo>
                    <a:pt x="985168" y="1550628"/>
                  </a:lnTo>
                  <a:lnTo>
                    <a:pt x="985168" y="1552418"/>
                  </a:lnTo>
                  <a:close/>
                  <a:moveTo>
                    <a:pt x="1253752" y="1550628"/>
                  </a:moveTo>
                  <a:lnTo>
                    <a:pt x="1256617" y="1550628"/>
                  </a:lnTo>
                  <a:lnTo>
                    <a:pt x="1256617" y="1548837"/>
                  </a:lnTo>
                  <a:lnTo>
                    <a:pt x="1253752" y="1548837"/>
                  </a:lnTo>
                  <a:lnTo>
                    <a:pt x="1253752" y="1550628"/>
                  </a:lnTo>
                  <a:close/>
                  <a:moveTo>
                    <a:pt x="1193293" y="1542452"/>
                  </a:moveTo>
                  <a:lnTo>
                    <a:pt x="1195318" y="1544478"/>
                  </a:lnTo>
                  <a:lnTo>
                    <a:pt x="1197109" y="1542688"/>
                  </a:lnTo>
                  <a:lnTo>
                    <a:pt x="1195083" y="1540662"/>
                  </a:lnTo>
                  <a:lnTo>
                    <a:pt x="1193293" y="1542452"/>
                  </a:lnTo>
                  <a:close/>
                  <a:moveTo>
                    <a:pt x="990539" y="1539884"/>
                  </a:moveTo>
                  <a:lnTo>
                    <a:pt x="993404" y="1539884"/>
                  </a:lnTo>
                  <a:lnTo>
                    <a:pt x="993404" y="1538094"/>
                  </a:lnTo>
                  <a:lnTo>
                    <a:pt x="990539" y="1538094"/>
                  </a:lnTo>
                  <a:lnTo>
                    <a:pt x="990539" y="1539884"/>
                  </a:lnTo>
                  <a:close/>
                  <a:moveTo>
                    <a:pt x="815484" y="1535290"/>
                  </a:moveTo>
                  <a:lnTo>
                    <a:pt x="817510" y="1537316"/>
                  </a:lnTo>
                  <a:lnTo>
                    <a:pt x="819300" y="1535525"/>
                  </a:lnTo>
                  <a:lnTo>
                    <a:pt x="817274" y="1533500"/>
                  </a:lnTo>
                  <a:lnTo>
                    <a:pt x="815484" y="1535290"/>
                  </a:lnTo>
                  <a:close/>
                  <a:moveTo>
                    <a:pt x="990539" y="1534512"/>
                  </a:moveTo>
                  <a:lnTo>
                    <a:pt x="993404" y="1534512"/>
                  </a:lnTo>
                  <a:lnTo>
                    <a:pt x="993404" y="1532722"/>
                  </a:lnTo>
                  <a:lnTo>
                    <a:pt x="990539" y="1532722"/>
                  </a:lnTo>
                  <a:lnTo>
                    <a:pt x="990539" y="1534512"/>
                  </a:lnTo>
                  <a:close/>
                  <a:moveTo>
                    <a:pt x="1126622" y="1526153"/>
                  </a:moveTo>
                  <a:lnTo>
                    <a:pt x="1128832" y="1528363"/>
                  </a:lnTo>
                  <a:lnTo>
                    <a:pt x="1130858" y="1526337"/>
                  </a:lnTo>
                  <a:lnTo>
                    <a:pt x="1129487" y="1524966"/>
                  </a:lnTo>
                  <a:lnTo>
                    <a:pt x="1129487" y="1523769"/>
                  </a:lnTo>
                  <a:lnTo>
                    <a:pt x="1126622" y="1523769"/>
                  </a:lnTo>
                  <a:lnTo>
                    <a:pt x="1126622" y="1526153"/>
                  </a:lnTo>
                  <a:close/>
                  <a:moveTo>
                    <a:pt x="1143157" y="1522756"/>
                  </a:moveTo>
                  <a:lnTo>
                    <a:pt x="1145183" y="1524782"/>
                  </a:lnTo>
                  <a:lnTo>
                    <a:pt x="1146973" y="1522991"/>
                  </a:lnTo>
                  <a:lnTo>
                    <a:pt x="1144947" y="1520966"/>
                  </a:lnTo>
                  <a:lnTo>
                    <a:pt x="1143157" y="1522756"/>
                  </a:lnTo>
                  <a:close/>
                  <a:moveTo>
                    <a:pt x="818410" y="1518756"/>
                  </a:moveTo>
                  <a:lnTo>
                    <a:pt x="822227" y="1522572"/>
                  </a:lnTo>
                  <a:lnTo>
                    <a:pt x="822227" y="1523769"/>
                  </a:lnTo>
                  <a:lnTo>
                    <a:pt x="825091" y="1523769"/>
                  </a:lnTo>
                  <a:lnTo>
                    <a:pt x="825091" y="1518756"/>
                  </a:lnTo>
                  <a:lnTo>
                    <a:pt x="818410" y="1518756"/>
                  </a:lnTo>
                  <a:close/>
                  <a:moveTo>
                    <a:pt x="739503" y="1519830"/>
                  </a:moveTo>
                  <a:lnTo>
                    <a:pt x="739503" y="1516965"/>
                  </a:lnTo>
                  <a:lnTo>
                    <a:pt x="737712" y="1516965"/>
                  </a:lnTo>
                  <a:lnTo>
                    <a:pt x="737712" y="1519830"/>
                  </a:lnTo>
                  <a:lnTo>
                    <a:pt x="739503" y="1519830"/>
                  </a:lnTo>
                  <a:close/>
                  <a:moveTo>
                    <a:pt x="1148529" y="1517385"/>
                  </a:moveTo>
                  <a:lnTo>
                    <a:pt x="1150554" y="1519410"/>
                  </a:lnTo>
                  <a:lnTo>
                    <a:pt x="1152345" y="1517620"/>
                  </a:lnTo>
                  <a:lnTo>
                    <a:pt x="1150319" y="1515594"/>
                  </a:lnTo>
                  <a:lnTo>
                    <a:pt x="1148529" y="1517385"/>
                  </a:lnTo>
                  <a:close/>
                  <a:moveTo>
                    <a:pt x="1134204" y="1519175"/>
                  </a:moveTo>
                  <a:lnTo>
                    <a:pt x="1136230" y="1521201"/>
                  </a:lnTo>
                  <a:lnTo>
                    <a:pt x="1139811" y="1517620"/>
                  </a:lnTo>
                  <a:lnTo>
                    <a:pt x="1137785" y="1515594"/>
                  </a:lnTo>
                  <a:lnTo>
                    <a:pt x="1134204" y="1519175"/>
                  </a:lnTo>
                  <a:close/>
                  <a:moveTo>
                    <a:pt x="976215" y="1518397"/>
                  </a:moveTo>
                  <a:lnTo>
                    <a:pt x="979080" y="1518397"/>
                  </a:lnTo>
                  <a:lnTo>
                    <a:pt x="979080" y="1516607"/>
                  </a:lnTo>
                  <a:lnTo>
                    <a:pt x="976215" y="1516607"/>
                  </a:lnTo>
                  <a:lnTo>
                    <a:pt x="976215" y="1518397"/>
                  </a:lnTo>
                  <a:close/>
                  <a:moveTo>
                    <a:pt x="1165656" y="1516249"/>
                  </a:moveTo>
                  <a:lnTo>
                    <a:pt x="1165656" y="1513384"/>
                  </a:lnTo>
                  <a:lnTo>
                    <a:pt x="1163866" y="1513384"/>
                  </a:lnTo>
                  <a:lnTo>
                    <a:pt x="1163866" y="1516249"/>
                  </a:lnTo>
                  <a:lnTo>
                    <a:pt x="1165656" y="1516249"/>
                  </a:lnTo>
                  <a:close/>
                  <a:moveTo>
                    <a:pt x="772510" y="1517620"/>
                  </a:moveTo>
                  <a:lnTo>
                    <a:pt x="774536" y="1515594"/>
                  </a:lnTo>
                  <a:lnTo>
                    <a:pt x="770955" y="1512013"/>
                  </a:lnTo>
                  <a:lnTo>
                    <a:pt x="768929" y="1514039"/>
                  </a:lnTo>
                  <a:lnTo>
                    <a:pt x="772510" y="1517620"/>
                  </a:lnTo>
                  <a:close/>
                  <a:moveTo>
                    <a:pt x="731327" y="1515829"/>
                  </a:moveTo>
                  <a:lnTo>
                    <a:pt x="733353" y="1513803"/>
                  </a:lnTo>
                  <a:lnTo>
                    <a:pt x="731563" y="1512013"/>
                  </a:lnTo>
                  <a:lnTo>
                    <a:pt x="729537" y="1514039"/>
                  </a:lnTo>
                  <a:lnTo>
                    <a:pt x="731327" y="1515829"/>
                  </a:lnTo>
                  <a:close/>
                  <a:moveTo>
                    <a:pt x="1198664" y="1514039"/>
                  </a:moveTo>
                  <a:lnTo>
                    <a:pt x="1200690" y="1512013"/>
                  </a:lnTo>
                  <a:lnTo>
                    <a:pt x="1198900" y="1510222"/>
                  </a:lnTo>
                  <a:lnTo>
                    <a:pt x="1196874" y="1512248"/>
                  </a:lnTo>
                  <a:lnTo>
                    <a:pt x="1198664" y="1514039"/>
                  </a:lnTo>
                  <a:close/>
                  <a:moveTo>
                    <a:pt x="976215" y="1513026"/>
                  </a:moveTo>
                  <a:lnTo>
                    <a:pt x="979080" y="1513026"/>
                  </a:lnTo>
                  <a:lnTo>
                    <a:pt x="979080" y="1511235"/>
                  </a:lnTo>
                  <a:lnTo>
                    <a:pt x="976215" y="1511235"/>
                  </a:lnTo>
                  <a:lnTo>
                    <a:pt x="976215" y="1513026"/>
                  </a:lnTo>
                  <a:close/>
                  <a:moveTo>
                    <a:pt x="754605" y="1515594"/>
                  </a:moveTo>
                  <a:lnTo>
                    <a:pt x="756630" y="1517620"/>
                  </a:lnTo>
                  <a:lnTo>
                    <a:pt x="762002" y="1512248"/>
                  </a:lnTo>
                  <a:lnTo>
                    <a:pt x="759976" y="1510222"/>
                  </a:lnTo>
                  <a:lnTo>
                    <a:pt x="754605" y="1515594"/>
                  </a:lnTo>
                  <a:close/>
                  <a:moveTo>
                    <a:pt x="1240860" y="1507296"/>
                  </a:moveTo>
                  <a:lnTo>
                    <a:pt x="1240860" y="1504431"/>
                  </a:lnTo>
                  <a:lnTo>
                    <a:pt x="1235488" y="1504431"/>
                  </a:lnTo>
                  <a:lnTo>
                    <a:pt x="1235488" y="1507296"/>
                  </a:lnTo>
                  <a:lnTo>
                    <a:pt x="1240860" y="1507296"/>
                  </a:lnTo>
                  <a:close/>
                  <a:moveTo>
                    <a:pt x="1074696" y="1502405"/>
                  </a:moveTo>
                  <a:lnTo>
                    <a:pt x="1074696" y="1508247"/>
                  </a:lnTo>
                  <a:lnTo>
                    <a:pt x="1077326" y="1510877"/>
                  </a:lnTo>
                  <a:lnTo>
                    <a:pt x="1083168" y="1510877"/>
                  </a:lnTo>
                  <a:lnTo>
                    <a:pt x="1074696" y="1502405"/>
                  </a:lnTo>
                  <a:close/>
                  <a:moveTo>
                    <a:pt x="725536" y="1507654"/>
                  </a:moveTo>
                  <a:lnTo>
                    <a:pt x="728401" y="1507654"/>
                  </a:lnTo>
                  <a:lnTo>
                    <a:pt x="728401" y="1505863"/>
                  </a:lnTo>
                  <a:lnTo>
                    <a:pt x="725536" y="1505863"/>
                  </a:lnTo>
                  <a:lnTo>
                    <a:pt x="725536" y="1507654"/>
                  </a:lnTo>
                  <a:close/>
                  <a:moveTo>
                    <a:pt x="965113" y="1501924"/>
                  </a:moveTo>
                  <a:lnTo>
                    <a:pt x="965113" y="1499059"/>
                  </a:lnTo>
                  <a:lnTo>
                    <a:pt x="957951" y="1499059"/>
                  </a:lnTo>
                  <a:lnTo>
                    <a:pt x="957951" y="1501924"/>
                  </a:lnTo>
                  <a:lnTo>
                    <a:pt x="965113" y="1501924"/>
                  </a:lnTo>
                  <a:close/>
                  <a:moveTo>
                    <a:pt x="831179" y="1505863"/>
                  </a:moveTo>
                  <a:lnTo>
                    <a:pt x="834044" y="1505863"/>
                  </a:lnTo>
                  <a:lnTo>
                    <a:pt x="834044" y="1500492"/>
                  </a:lnTo>
                  <a:lnTo>
                    <a:pt x="831179" y="1500492"/>
                  </a:lnTo>
                  <a:lnTo>
                    <a:pt x="831179" y="1505863"/>
                  </a:lnTo>
                  <a:close/>
                  <a:moveTo>
                    <a:pt x="1223732" y="1501505"/>
                  </a:moveTo>
                  <a:lnTo>
                    <a:pt x="1225758" y="1499479"/>
                  </a:lnTo>
                  <a:lnTo>
                    <a:pt x="1223967" y="1497688"/>
                  </a:lnTo>
                  <a:lnTo>
                    <a:pt x="1221942" y="1499714"/>
                  </a:lnTo>
                  <a:lnTo>
                    <a:pt x="1223732" y="1501505"/>
                  </a:lnTo>
                  <a:close/>
                  <a:moveTo>
                    <a:pt x="1252381" y="1497688"/>
                  </a:moveTo>
                  <a:lnTo>
                    <a:pt x="1254407" y="1499714"/>
                  </a:lnTo>
                  <a:lnTo>
                    <a:pt x="1256198" y="1497924"/>
                  </a:lnTo>
                  <a:lnTo>
                    <a:pt x="1254172" y="1495898"/>
                  </a:lnTo>
                  <a:lnTo>
                    <a:pt x="1252381" y="1497688"/>
                  </a:lnTo>
                  <a:close/>
                  <a:moveTo>
                    <a:pt x="1139576" y="1499714"/>
                  </a:moveTo>
                  <a:lnTo>
                    <a:pt x="1141602" y="1497688"/>
                  </a:lnTo>
                  <a:lnTo>
                    <a:pt x="1139811" y="1495898"/>
                  </a:lnTo>
                  <a:lnTo>
                    <a:pt x="1137785" y="1497924"/>
                  </a:lnTo>
                  <a:lnTo>
                    <a:pt x="1139576" y="1499714"/>
                  </a:lnTo>
                  <a:close/>
                  <a:moveTo>
                    <a:pt x="725536" y="1495120"/>
                  </a:moveTo>
                  <a:lnTo>
                    <a:pt x="728401" y="1495120"/>
                  </a:lnTo>
                  <a:lnTo>
                    <a:pt x="728401" y="1493330"/>
                  </a:lnTo>
                  <a:lnTo>
                    <a:pt x="725536" y="1493330"/>
                  </a:lnTo>
                  <a:lnTo>
                    <a:pt x="725536" y="1495120"/>
                  </a:lnTo>
                  <a:close/>
                  <a:moveTo>
                    <a:pt x="680414" y="1494762"/>
                  </a:moveTo>
                  <a:lnTo>
                    <a:pt x="680414" y="1491897"/>
                  </a:lnTo>
                  <a:lnTo>
                    <a:pt x="678623" y="1491897"/>
                  </a:lnTo>
                  <a:lnTo>
                    <a:pt x="678623" y="1494762"/>
                  </a:lnTo>
                  <a:lnTo>
                    <a:pt x="680414" y="1494762"/>
                  </a:lnTo>
                  <a:close/>
                  <a:moveTo>
                    <a:pt x="673252" y="1494762"/>
                  </a:moveTo>
                  <a:lnTo>
                    <a:pt x="673252" y="1491897"/>
                  </a:lnTo>
                  <a:lnTo>
                    <a:pt x="671461" y="1491897"/>
                  </a:lnTo>
                  <a:lnTo>
                    <a:pt x="671461" y="1494762"/>
                  </a:lnTo>
                  <a:lnTo>
                    <a:pt x="673252" y="1494762"/>
                  </a:lnTo>
                  <a:close/>
                  <a:moveTo>
                    <a:pt x="1255543" y="1493330"/>
                  </a:moveTo>
                  <a:lnTo>
                    <a:pt x="1258408" y="1493330"/>
                  </a:lnTo>
                  <a:lnTo>
                    <a:pt x="1258408" y="1491539"/>
                  </a:lnTo>
                  <a:lnTo>
                    <a:pt x="1255543" y="1491539"/>
                  </a:lnTo>
                  <a:lnTo>
                    <a:pt x="1255543" y="1493330"/>
                  </a:lnTo>
                  <a:close/>
                  <a:moveTo>
                    <a:pt x="951567" y="1492317"/>
                  </a:moveTo>
                  <a:lnTo>
                    <a:pt x="953592" y="1494342"/>
                  </a:lnTo>
                  <a:lnTo>
                    <a:pt x="955383" y="1492552"/>
                  </a:lnTo>
                  <a:lnTo>
                    <a:pt x="953357" y="1490526"/>
                  </a:lnTo>
                  <a:lnTo>
                    <a:pt x="951567" y="1492317"/>
                  </a:lnTo>
                  <a:close/>
                  <a:moveTo>
                    <a:pt x="854457" y="1489748"/>
                  </a:moveTo>
                  <a:lnTo>
                    <a:pt x="857322" y="1489748"/>
                  </a:lnTo>
                  <a:lnTo>
                    <a:pt x="857322" y="1487958"/>
                  </a:lnTo>
                  <a:lnTo>
                    <a:pt x="854457" y="1487958"/>
                  </a:lnTo>
                  <a:lnTo>
                    <a:pt x="854457" y="1489748"/>
                  </a:lnTo>
                  <a:close/>
                  <a:moveTo>
                    <a:pt x="996331" y="1486945"/>
                  </a:moveTo>
                  <a:lnTo>
                    <a:pt x="998356" y="1488971"/>
                  </a:lnTo>
                  <a:lnTo>
                    <a:pt x="1000147" y="1487180"/>
                  </a:lnTo>
                  <a:lnTo>
                    <a:pt x="998121" y="1485154"/>
                  </a:lnTo>
                  <a:lnTo>
                    <a:pt x="996331" y="1486945"/>
                  </a:lnTo>
                  <a:close/>
                  <a:moveTo>
                    <a:pt x="803605" y="1482709"/>
                  </a:moveTo>
                  <a:lnTo>
                    <a:pt x="796923" y="1489390"/>
                  </a:lnTo>
                  <a:lnTo>
                    <a:pt x="803605" y="1489390"/>
                  </a:lnTo>
                  <a:lnTo>
                    <a:pt x="803605" y="1482709"/>
                  </a:lnTo>
                  <a:close/>
                  <a:moveTo>
                    <a:pt x="729537" y="1486945"/>
                  </a:moveTo>
                  <a:lnTo>
                    <a:pt x="731563" y="1488971"/>
                  </a:lnTo>
                  <a:lnTo>
                    <a:pt x="733353" y="1487180"/>
                  </a:lnTo>
                  <a:lnTo>
                    <a:pt x="731327" y="1485154"/>
                  </a:lnTo>
                  <a:lnTo>
                    <a:pt x="729537" y="1486945"/>
                  </a:lnTo>
                  <a:close/>
                  <a:moveTo>
                    <a:pt x="1127042" y="1488971"/>
                  </a:moveTo>
                  <a:lnTo>
                    <a:pt x="1129068" y="1486945"/>
                  </a:lnTo>
                  <a:lnTo>
                    <a:pt x="1125486" y="1483364"/>
                  </a:lnTo>
                  <a:lnTo>
                    <a:pt x="1123461" y="1485390"/>
                  </a:lnTo>
                  <a:lnTo>
                    <a:pt x="1127042" y="1488971"/>
                  </a:lnTo>
                  <a:close/>
                  <a:moveTo>
                    <a:pt x="1217941" y="1484377"/>
                  </a:moveTo>
                  <a:lnTo>
                    <a:pt x="1220806" y="1484377"/>
                  </a:lnTo>
                  <a:lnTo>
                    <a:pt x="1220806" y="1482586"/>
                  </a:lnTo>
                  <a:lnTo>
                    <a:pt x="1217941" y="1482586"/>
                  </a:lnTo>
                  <a:lnTo>
                    <a:pt x="1217941" y="1484377"/>
                  </a:lnTo>
                  <a:close/>
                  <a:moveTo>
                    <a:pt x="1115521" y="1482228"/>
                  </a:moveTo>
                  <a:lnTo>
                    <a:pt x="1115521" y="1479363"/>
                  </a:lnTo>
                  <a:lnTo>
                    <a:pt x="1110149" y="1479363"/>
                  </a:lnTo>
                  <a:lnTo>
                    <a:pt x="1110149" y="1482228"/>
                  </a:lnTo>
                  <a:lnTo>
                    <a:pt x="1115521" y="1482228"/>
                  </a:lnTo>
                  <a:close/>
                  <a:moveTo>
                    <a:pt x="795788" y="1483599"/>
                  </a:moveTo>
                  <a:lnTo>
                    <a:pt x="797813" y="1481573"/>
                  </a:lnTo>
                  <a:lnTo>
                    <a:pt x="796023" y="1479783"/>
                  </a:lnTo>
                  <a:lnTo>
                    <a:pt x="793997" y="1481808"/>
                  </a:lnTo>
                  <a:lnTo>
                    <a:pt x="795788" y="1483599"/>
                  </a:lnTo>
                  <a:close/>
                  <a:moveTo>
                    <a:pt x="856667" y="1483364"/>
                  </a:moveTo>
                  <a:lnTo>
                    <a:pt x="858693" y="1485390"/>
                  </a:lnTo>
                  <a:lnTo>
                    <a:pt x="864064" y="1480018"/>
                  </a:lnTo>
                  <a:lnTo>
                    <a:pt x="862038" y="1477992"/>
                  </a:lnTo>
                  <a:lnTo>
                    <a:pt x="856667" y="1483364"/>
                  </a:lnTo>
                  <a:close/>
                  <a:moveTo>
                    <a:pt x="754605" y="1479783"/>
                  </a:moveTo>
                  <a:lnTo>
                    <a:pt x="756630" y="1481808"/>
                  </a:lnTo>
                  <a:lnTo>
                    <a:pt x="758421" y="1480018"/>
                  </a:lnTo>
                  <a:lnTo>
                    <a:pt x="756395" y="1477992"/>
                  </a:lnTo>
                  <a:lnTo>
                    <a:pt x="754605" y="1479783"/>
                  </a:lnTo>
                  <a:close/>
                  <a:moveTo>
                    <a:pt x="1220151" y="1476202"/>
                  </a:moveTo>
                  <a:lnTo>
                    <a:pt x="1222177" y="1478227"/>
                  </a:lnTo>
                  <a:lnTo>
                    <a:pt x="1223967" y="1476437"/>
                  </a:lnTo>
                  <a:lnTo>
                    <a:pt x="1221942" y="1474411"/>
                  </a:lnTo>
                  <a:lnTo>
                    <a:pt x="1220151" y="1476202"/>
                  </a:lnTo>
                  <a:close/>
                  <a:moveTo>
                    <a:pt x="1167447" y="1476856"/>
                  </a:moveTo>
                  <a:lnTo>
                    <a:pt x="1167447" y="1473991"/>
                  </a:lnTo>
                  <a:lnTo>
                    <a:pt x="1162075" y="1473991"/>
                  </a:lnTo>
                  <a:lnTo>
                    <a:pt x="1162075" y="1476856"/>
                  </a:lnTo>
                  <a:lnTo>
                    <a:pt x="1167447" y="1476856"/>
                  </a:lnTo>
                  <a:close/>
                  <a:moveTo>
                    <a:pt x="786835" y="1478227"/>
                  </a:moveTo>
                  <a:lnTo>
                    <a:pt x="788861" y="1476202"/>
                  </a:lnTo>
                  <a:lnTo>
                    <a:pt x="787070" y="1474411"/>
                  </a:lnTo>
                  <a:lnTo>
                    <a:pt x="785044" y="1476437"/>
                  </a:lnTo>
                  <a:lnTo>
                    <a:pt x="786835" y="1478227"/>
                  </a:lnTo>
                  <a:close/>
                  <a:moveTo>
                    <a:pt x="695097" y="1477214"/>
                  </a:moveTo>
                  <a:lnTo>
                    <a:pt x="697961" y="1477214"/>
                  </a:lnTo>
                  <a:lnTo>
                    <a:pt x="697961" y="1475424"/>
                  </a:lnTo>
                  <a:lnTo>
                    <a:pt x="695097" y="1475424"/>
                  </a:lnTo>
                  <a:lnTo>
                    <a:pt x="695097" y="1477214"/>
                  </a:lnTo>
                  <a:close/>
                  <a:moveTo>
                    <a:pt x="956519" y="1475424"/>
                  </a:moveTo>
                  <a:lnTo>
                    <a:pt x="959384" y="1475424"/>
                  </a:lnTo>
                  <a:lnTo>
                    <a:pt x="959384" y="1473633"/>
                  </a:lnTo>
                  <a:lnTo>
                    <a:pt x="956519" y="1473633"/>
                  </a:lnTo>
                  <a:lnTo>
                    <a:pt x="956519" y="1475424"/>
                  </a:lnTo>
                  <a:close/>
                  <a:moveTo>
                    <a:pt x="1252381" y="1474646"/>
                  </a:moveTo>
                  <a:lnTo>
                    <a:pt x="1254407" y="1472620"/>
                  </a:lnTo>
                  <a:lnTo>
                    <a:pt x="1252616" y="1470830"/>
                  </a:lnTo>
                  <a:lnTo>
                    <a:pt x="1250591" y="1472856"/>
                  </a:lnTo>
                  <a:lnTo>
                    <a:pt x="1252381" y="1474646"/>
                  </a:lnTo>
                  <a:close/>
                  <a:moveTo>
                    <a:pt x="1155691" y="1474646"/>
                  </a:moveTo>
                  <a:lnTo>
                    <a:pt x="1157717" y="1472620"/>
                  </a:lnTo>
                  <a:lnTo>
                    <a:pt x="1155926" y="1470830"/>
                  </a:lnTo>
                  <a:lnTo>
                    <a:pt x="1153900" y="1472856"/>
                  </a:lnTo>
                  <a:lnTo>
                    <a:pt x="1155691" y="1474646"/>
                  </a:lnTo>
                  <a:close/>
                  <a:moveTo>
                    <a:pt x="1103345" y="1473633"/>
                  </a:moveTo>
                  <a:lnTo>
                    <a:pt x="1106210" y="1473633"/>
                  </a:lnTo>
                  <a:lnTo>
                    <a:pt x="1106210" y="1471843"/>
                  </a:lnTo>
                  <a:lnTo>
                    <a:pt x="1103345" y="1471843"/>
                  </a:lnTo>
                  <a:lnTo>
                    <a:pt x="1103345" y="1473633"/>
                  </a:lnTo>
                  <a:close/>
                  <a:moveTo>
                    <a:pt x="789996" y="1473633"/>
                  </a:moveTo>
                  <a:lnTo>
                    <a:pt x="792861" y="1473633"/>
                  </a:lnTo>
                  <a:lnTo>
                    <a:pt x="792861" y="1471843"/>
                  </a:lnTo>
                  <a:lnTo>
                    <a:pt x="789996" y="1471843"/>
                  </a:lnTo>
                  <a:lnTo>
                    <a:pt x="789996" y="1473633"/>
                  </a:lnTo>
                  <a:close/>
                  <a:moveTo>
                    <a:pt x="1113730" y="1471485"/>
                  </a:moveTo>
                  <a:lnTo>
                    <a:pt x="1113730" y="1468620"/>
                  </a:lnTo>
                  <a:lnTo>
                    <a:pt x="1111940" y="1468620"/>
                  </a:lnTo>
                  <a:lnTo>
                    <a:pt x="1111940" y="1471485"/>
                  </a:lnTo>
                  <a:lnTo>
                    <a:pt x="1113730" y="1471485"/>
                  </a:lnTo>
                  <a:close/>
                  <a:moveTo>
                    <a:pt x="1245638" y="1469694"/>
                  </a:moveTo>
                  <a:lnTo>
                    <a:pt x="1247009" y="1471065"/>
                  </a:lnTo>
                  <a:lnTo>
                    <a:pt x="1249035" y="1469039"/>
                  </a:lnTo>
                  <a:lnTo>
                    <a:pt x="1246825" y="1466829"/>
                  </a:lnTo>
                  <a:lnTo>
                    <a:pt x="1244441" y="1466829"/>
                  </a:lnTo>
                  <a:lnTo>
                    <a:pt x="1244441" y="1469694"/>
                  </a:lnTo>
                  <a:lnTo>
                    <a:pt x="1245638" y="1469694"/>
                  </a:lnTo>
                  <a:close/>
                  <a:moveTo>
                    <a:pt x="1221164" y="1469694"/>
                  </a:moveTo>
                  <a:lnTo>
                    <a:pt x="1221164" y="1466829"/>
                  </a:lnTo>
                  <a:lnTo>
                    <a:pt x="1219373" y="1466829"/>
                  </a:lnTo>
                  <a:lnTo>
                    <a:pt x="1219373" y="1469694"/>
                  </a:lnTo>
                  <a:lnTo>
                    <a:pt x="1221164" y="1469694"/>
                  </a:lnTo>
                  <a:close/>
                  <a:moveTo>
                    <a:pt x="929302" y="1469694"/>
                  </a:moveTo>
                  <a:lnTo>
                    <a:pt x="929302" y="1466829"/>
                  </a:lnTo>
                  <a:lnTo>
                    <a:pt x="927512" y="1466829"/>
                  </a:lnTo>
                  <a:lnTo>
                    <a:pt x="927512" y="1469694"/>
                  </a:lnTo>
                  <a:lnTo>
                    <a:pt x="929302" y="1469694"/>
                  </a:lnTo>
                  <a:close/>
                  <a:moveTo>
                    <a:pt x="695097" y="1470052"/>
                  </a:moveTo>
                  <a:lnTo>
                    <a:pt x="697961" y="1470052"/>
                  </a:lnTo>
                  <a:lnTo>
                    <a:pt x="697961" y="1468262"/>
                  </a:lnTo>
                  <a:lnTo>
                    <a:pt x="695097" y="1468262"/>
                  </a:lnTo>
                  <a:lnTo>
                    <a:pt x="695097" y="1470052"/>
                  </a:lnTo>
                  <a:close/>
                  <a:moveTo>
                    <a:pt x="827598" y="1471843"/>
                  </a:moveTo>
                  <a:lnTo>
                    <a:pt x="830463" y="1471843"/>
                  </a:lnTo>
                  <a:lnTo>
                    <a:pt x="830463" y="1466471"/>
                  </a:lnTo>
                  <a:lnTo>
                    <a:pt x="827598" y="1466471"/>
                  </a:lnTo>
                  <a:lnTo>
                    <a:pt x="827598" y="1471843"/>
                  </a:lnTo>
                  <a:close/>
                  <a:moveTo>
                    <a:pt x="1148529" y="1467484"/>
                  </a:moveTo>
                  <a:lnTo>
                    <a:pt x="1150554" y="1465458"/>
                  </a:lnTo>
                  <a:lnTo>
                    <a:pt x="1148764" y="1463668"/>
                  </a:lnTo>
                  <a:lnTo>
                    <a:pt x="1146738" y="1465693"/>
                  </a:lnTo>
                  <a:lnTo>
                    <a:pt x="1148529" y="1467484"/>
                  </a:lnTo>
                  <a:close/>
                  <a:moveTo>
                    <a:pt x="1318632" y="1465458"/>
                  </a:moveTo>
                  <a:lnTo>
                    <a:pt x="1320658" y="1467484"/>
                  </a:lnTo>
                  <a:lnTo>
                    <a:pt x="1324239" y="1463903"/>
                  </a:lnTo>
                  <a:lnTo>
                    <a:pt x="1322213" y="1461877"/>
                  </a:lnTo>
                  <a:lnTo>
                    <a:pt x="1318632" y="1465458"/>
                  </a:lnTo>
                  <a:close/>
                  <a:moveTo>
                    <a:pt x="947208" y="1462532"/>
                  </a:moveTo>
                  <a:lnTo>
                    <a:pt x="947208" y="1459667"/>
                  </a:lnTo>
                  <a:lnTo>
                    <a:pt x="945417" y="1459667"/>
                  </a:lnTo>
                  <a:lnTo>
                    <a:pt x="945417" y="1462532"/>
                  </a:lnTo>
                  <a:lnTo>
                    <a:pt x="947208" y="1462532"/>
                  </a:lnTo>
                  <a:close/>
                  <a:moveTo>
                    <a:pt x="899221" y="1464681"/>
                  </a:moveTo>
                  <a:lnTo>
                    <a:pt x="902086" y="1464681"/>
                  </a:lnTo>
                  <a:lnTo>
                    <a:pt x="902086" y="1461099"/>
                  </a:lnTo>
                  <a:lnTo>
                    <a:pt x="899221" y="1461099"/>
                  </a:lnTo>
                  <a:lnTo>
                    <a:pt x="899221" y="1464681"/>
                  </a:lnTo>
                  <a:close/>
                  <a:moveTo>
                    <a:pt x="1091231" y="1462112"/>
                  </a:moveTo>
                  <a:lnTo>
                    <a:pt x="1093256" y="1460086"/>
                  </a:lnTo>
                  <a:lnTo>
                    <a:pt x="1091466" y="1458296"/>
                  </a:lnTo>
                  <a:lnTo>
                    <a:pt x="1089440" y="1460322"/>
                  </a:lnTo>
                  <a:lnTo>
                    <a:pt x="1091231" y="1462112"/>
                  </a:lnTo>
                  <a:close/>
                  <a:moveTo>
                    <a:pt x="859470" y="1460741"/>
                  </a:moveTo>
                  <a:lnTo>
                    <a:pt x="859470" y="1457876"/>
                  </a:lnTo>
                  <a:lnTo>
                    <a:pt x="854099" y="1457876"/>
                  </a:lnTo>
                  <a:lnTo>
                    <a:pt x="854099" y="1460741"/>
                  </a:lnTo>
                  <a:lnTo>
                    <a:pt x="859470" y="1460741"/>
                  </a:lnTo>
                  <a:close/>
                  <a:moveTo>
                    <a:pt x="768929" y="1460086"/>
                  </a:moveTo>
                  <a:lnTo>
                    <a:pt x="770955" y="1462112"/>
                  </a:lnTo>
                  <a:lnTo>
                    <a:pt x="772746" y="1460322"/>
                  </a:lnTo>
                  <a:lnTo>
                    <a:pt x="770720" y="1458296"/>
                  </a:lnTo>
                  <a:lnTo>
                    <a:pt x="768929" y="1460086"/>
                  </a:lnTo>
                  <a:close/>
                  <a:moveTo>
                    <a:pt x="749233" y="1462112"/>
                  </a:moveTo>
                  <a:lnTo>
                    <a:pt x="751259" y="1460086"/>
                  </a:lnTo>
                  <a:lnTo>
                    <a:pt x="749468" y="1458296"/>
                  </a:lnTo>
                  <a:lnTo>
                    <a:pt x="747442" y="1460322"/>
                  </a:lnTo>
                  <a:lnTo>
                    <a:pt x="749233" y="1462112"/>
                  </a:lnTo>
                  <a:close/>
                  <a:moveTo>
                    <a:pt x="1234476" y="1458296"/>
                  </a:moveTo>
                  <a:lnTo>
                    <a:pt x="1236501" y="1460322"/>
                  </a:lnTo>
                  <a:lnTo>
                    <a:pt x="1238292" y="1458531"/>
                  </a:lnTo>
                  <a:lnTo>
                    <a:pt x="1236266" y="1456505"/>
                  </a:lnTo>
                  <a:lnTo>
                    <a:pt x="1234476" y="1458296"/>
                  </a:lnTo>
                  <a:close/>
                  <a:moveTo>
                    <a:pt x="1196874" y="1460086"/>
                  </a:moveTo>
                  <a:lnTo>
                    <a:pt x="1198900" y="1462112"/>
                  </a:lnTo>
                  <a:lnTo>
                    <a:pt x="1201468" y="1459544"/>
                  </a:lnTo>
                  <a:lnTo>
                    <a:pt x="1202245" y="1460322"/>
                  </a:lnTo>
                  <a:lnTo>
                    <a:pt x="1204271" y="1458296"/>
                  </a:lnTo>
                  <a:lnTo>
                    <a:pt x="1201468" y="1455492"/>
                  </a:lnTo>
                  <a:lnTo>
                    <a:pt x="1196874" y="1460086"/>
                  </a:lnTo>
                  <a:close/>
                  <a:moveTo>
                    <a:pt x="953357" y="1458296"/>
                  </a:moveTo>
                  <a:lnTo>
                    <a:pt x="955383" y="1460322"/>
                  </a:lnTo>
                  <a:lnTo>
                    <a:pt x="957174" y="1458531"/>
                  </a:lnTo>
                  <a:lnTo>
                    <a:pt x="955148" y="1456505"/>
                  </a:lnTo>
                  <a:lnTo>
                    <a:pt x="953357" y="1458296"/>
                  </a:lnTo>
                  <a:close/>
                  <a:moveTo>
                    <a:pt x="792207" y="1458296"/>
                  </a:moveTo>
                  <a:lnTo>
                    <a:pt x="794232" y="1460322"/>
                  </a:lnTo>
                  <a:lnTo>
                    <a:pt x="796023" y="1458531"/>
                  </a:lnTo>
                  <a:lnTo>
                    <a:pt x="793997" y="1456505"/>
                  </a:lnTo>
                  <a:lnTo>
                    <a:pt x="792207" y="1458296"/>
                  </a:lnTo>
                  <a:close/>
                  <a:moveTo>
                    <a:pt x="1001702" y="1456505"/>
                  </a:moveTo>
                  <a:lnTo>
                    <a:pt x="1003728" y="1458531"/>
                  </a:lnTo>
                  <a:lnTo>
                    <a:pt x="1005519" y="1456741"/>
                  </a:lnTo>
                  <a:lnTo>
                    <a:pt x="1003493" y="1454715"/>
                  </a:lnTo>
                  <a:lnTo>
                    <a:pt x="1001702" y="1456505"/>
                  </a:lnTo>
                  <a:close/>
                  <a:moveTo>
                    <a:pt x="935452" y="1458531"/>
                  </a:moveTo>
                  <a:lnTo>
                    <a:pt x="937477" y="1456505"/>
                  </a:lnTo>
                  <a:lnTo>
                    <a:pt x="935687" y="1454715"/>
                  </a:lnTo>
                  <a:lnTo>
                    <a:pt x="933661" y="1456741"/>
                  </a:lnTo>
                  <a:lnTo>
                    <a:pt x="935452" y="1458531"/>
                  </a:lnTo>
                  <a:close/>
                  <a:moveTo>
                    <a:pt x="1124832" y="1455728"/>
                  </a:moveTo>
                  <a:lnTo>
                    <a:pt x="1127697" y="1455728"/>
                  </a:lnTo>
                  <a:lnTo>
                    <a:pt x="1127697" y="1453937"/>
                  </a:lnTo>
                  <a:lnTo>
                    <a:pt x="1124832" y="1453937"/>
                  </a:lnTo>
                  <a:lnTo>
                    <a:pt x="1124832" y="1455728"/>
                  </a:lnTo>
                  <a:close/>
                  <a:moveTo>
                    <a:pt x="743861" y="1456741"/>
                  </a:moveTo>
                  <a:lnTo>
                    <a:pt x="745887" y="1454715"/>
                  </a:lnTo>
                  <a:lnTo>
                    <a:pt x="744097" y="1452924"/>
                  </a:lnTo>
                  <a:lnTo>
                    <a:pt x="742071" y="1454950"/>
                  </a:lnTo>
                  <a:lnTo>
                    <a:pt x="743861" y="1456741"/>
                  </a:lnTo>
                  <a:close/>
                  <a:moveTo>
                    <a:pt x="706259" y="1454715"/>
                  </a:moveTo>
                  <a:lnTo>
                    <a:pt x="708285" y="1456741"/>
                  </a:lnTo>
                  <a:lnTo>
                    <a:pt x="710076" y="1454950"/>
                  </a:lnTo>
                  <a:lnTo>
                    <a:pt x="708050" y="1452924"/>
                  </a:lnTo>
                  <a:lnTo>
                    <a:pt x="706259" y="1454715"/>
                  </a:lnTo>
                  <a:close/>
                  <a:moveTo>
                    <a:pt x="844133" y="1456741"/>
                  </a:moveTo>
                  <a:lnTo>
                    <a:pt x="846159" y="1454715"/>
                  </a:lnTo>
                  <a:lnTo>
                    <a:pt x="840787" y="1449343"/>
                  </a:lnTo>
                  <a:lnTo>
                    <a:pt x="838761" y="1451369"/>
                  </a:lnTo>
                  <a:lnTo>
                    <a:pt x="844133" y="1456741"/>
                  </a:lnTo>
                  <a:close/>
                  <a:moveTo>
                    <a:pt x="777462" y="1450356"/>
                  </a:moveTo>
                  <a:lnTo>
                    <a:pt x="780327" y="1450356"/>
                  </a:lnTo>
                  <a:lnTo>
                    <a:pt x="780327" y="1448565"/>
                  </a:lnTo>
                  <a:lnTo>
                    <a:pt x="777462" y="1448565"/>
                  </a:lnTo>
                  <a:lnTo>
                    <a:pt x="777462" y="1450356"/>
                  </a:lnTo>
                  <a:close/>
                  <a:moveTo>
                    <a:pt x="923930" y="1448207"/>
                  </a:moveTo>
                  <a:lnTo>
                    <a:pt x="923930" y="1445342"/>
                  </a:lnTo>
                  <a:lnTo>
                    <a:pt x="922140" y="1445342"/>
                  </a:lnTo>
                  <a:lnTo>
                    <a:pt x="922140" y="1448207"/>
                  </a:lnTo>
                  <a:lnTo>
                    <a:pt x="923930" y="1448207"/>
                  </a:lnTo>
                  <a:close/>
                  <a:moveTo>
                    <a:pt x="918559" y="1448207"/>
                  </a:moveTo>
                  <a:lnTo>
                    <a:pt x="918559" y="1445342"/>
                  </a:lnTo>
                  <a:lnTo>
                    <a:pt x="916768" y="1445342"/>
                  </a:lnTo>
                  <a:lnTo>
                    <a:pt x="916768" y="1448207"/>
                  </a:lnTo>
                  <a:lnTo>
                    <a:pt x="918559" y="1448207"/>
                  </a:lnTo>
                  <a:close/>
                  <a:moveTo>
                    <a:pt x="889910" y="1448207"/>
                  </a:moveTo>
                  <a:lnTo>
                    <a:pt x="889910" y="1445342"/>
                  </a:lnTo>
                  <a:lnTo>
                    <a:pt x="888119" y="1445342"/>
                  </a:lnTo>
                  <a:lnTo>
                    <a:pt x="888119" y="1448207"/>
                  </a:lnTo>
                  <a:lnTo>
                    <a:pt x="889910" y="1448207"/>
                  </a:lnTo>
                  <a:close/>
                  <a:moveTo>
                    <a:pt x="818287" y="1448207"/>
                  </a:moveTo>
                  <a:lnTo>
                    <a:pt x="818287" y="1445342"/>
                  </a:lnTo>
                  <a:lnTo>
                    <a:pt x="816497" y="1445342"/>
                  </a:lnTo>
                  <a:lnTo>
                    <a:pt x="816497" y="1448207"/>
                  </a:lnTo>
                  <a:lnTo>
                    <a:pt x="818287" y="1448207"/>
                  </a:lnTo>
                  <a:close/>
                  <a:moveTo>
                    <a:pt x="785044" y="1447788"/>
                  </a:moveTo>
                  <a:lnTo>
                    <a:pt x="787070" y="1445762"/>
                  </a:lnTo>
                  <a:lnTo>
                    <a:pt x="785279" y="1443971"/>
                  </a:lnTo>
                  <a:lnTo>
                    <a:pt x="783254" y="1445997"/>
                  </a:lnTo>
                  <a:lnTo>
                    <a:pt x="785044" y="1447788"/>
                  </a:lnTo>
                  <a:close/>
                  <a:moveTo>
                    <a:pt x="1139156" y="1444984"/>
                  </a:moveTo>
                  <a:lnTo>
                    <a:pt x="1142021" y="1444984"/>
                  </a:lnTo>
                  <a:lnTo>
                    <a:pt x="1142021" y="1441403"/>
                  </a:lnTo>
                  <a:lnTo>
                    <a:pt x="1139156" y="1441403"/>
                  </a:lnTo>
                  <a:lnTo>
                    <a:pt x="1139156" y="1444984"/>
                  </a:lnTo>
                  <a:close/>
                  <a:moveTo>
                    <a:pt x="647171" y="1443971"/>
                  </a:moveTo>
                  <a:lnTo>
                    <a:pt x="649197" y="1445997"/>
                  </a:lnTo>
                  <a:lnTo>
                    <a:pt x="652778" y="1442416"/>
                  </a:lnTo>
                  <a:lnTo>
                    <a:pt x="650752" y="1440390"/>
                  </a:lnTo>
                  <a:lnTo>
                    <a:pt x="647171" y="1443971"/>
                  </a:lnTo>
                  <a:close/>
                  <a:moveTo>
                    <a:pt x="997702" y="1443194"/>
                  </a:moveTo>
                  <a:lnTo>
                    <a:pt x="1000567" y="1443194"/>
                  </a:lnTo>
                  <a:lnTo>
                    <a:pt x="1000567" y="1439613"/>
                  </a:lnTo>
                  <a:lnTo>
                    <a:pt x="997702" y="1439613"/>
                  </a:lnTo>
                  <a:lnTo>
                    <a:pt x="997702" y="1443194"/>
                  </a:lnTo>
                  <a:close/>
                  <a:moveTo>
                    <a:pt x="904234" y="1441045"/>
                  </a:moveTo>
                  <a:lnTo>
                    <a:pt x="904234" y="1438180"/>
                  </a:lnTo>
                  <a:lnTo>
                    <a:pt x="900653" y="1438180"/>
                  </a:lnTo>
                  <a:lnTo>
                    <a:pt x="900653" y="1441045"/>
                  </a:lnTo>
                  <a:lnTo>
                    <a:pt x="904234" y="1441045"/>
                  </a:lnTo>
                  <a:close/>
                  <a:moveTo>
                    <a:pt x="781044" y="1441403"/>
                  </a:moveTo>
                  <a:lnTo>
                    <a:pt x="783908" y="1441403"/>
                  </a:lnTo>
                  <a:lnTo>
                    <a:pt x="783908" y="1439613"/>
                  </a:lnTo>
                  <a:lnTo>
                    <a:pt x="781044" y="1439613"/>
                  </a:lnTo>
                  <a:lnTo>
                    <a:pt x="781044" y="1441403"/>
                  </a:lnTo>
                  <a:close/>
                  <a:moveTo>
                    <a:pt x="1324004" y="1440626"/>
                  </a:moveTo>
                  <a:lnTo>
                    <a:pt x="1326029" y="1438600"/>
                  </a:lnTo>
                  <a:lnTo>
                    <a:pt x="1324239" y="1436809"/>
                  </a:lnTo>
                  <a:lnTo>
                    <a:pt x="1322213" y="1438835"/>
                  </a:lnTo>
                  <a:lnTo>
                    <a:pt x="1324004" y="1440626"/>
                  </a:lnTo>
                  <a:close/>
                  <a:moveTo>
                    <a:pt x="777462" y="1439613"/>
                  </a:moveTo>
                  <a:lnTo>
                    <a:pt x="780327" y="1439613"/>
                  </a:lnTo>
                  <a:lnTo>
                    <a:pt x="780327" y="1437822"/>
                  </a:lnTo>
                  <a:lnTo>
                    <a:pt x="777462" y="1437822"/>
                  </a:lnTo>
                  <a:lnTo>
                    <a:pt x="777462" y="1439613"/>
                  </a:lnTo>
                  <a:close/>
                  <a:moveTo>
                    <a:pt x="1270287" y="1435019"/>
                  </a:moveTo>
                  <a:lnTo>
                    <a:pt x="1272313" y="1437044"/>
                  </a:lnTo>
                  <a:lnTo>
                    <a:pt x="1274103" y="1435254"/>
                  </a:lnTo>
                  <a:lnTo>
                    <a:pt x="1272077" y="1433228"/>
                  </a:lnTo>
                  <a:lnTo>
                    <a:pt x="1270287" y="1435019"/>
                  </a:lnTo>
                  <a:close/>
                  <a:moveTo>
                    <a:pt x="1234476" y="1437044"/>
                  </a:moveTo>
                  <a:lnTo>
                    <a:pt x="1236501" y="1435019"/>
                  </a:lnTo>
                  <a:lnTo>
                    <a:pt x="1232920" y="1431437"/>
                  </a:lnTo>
                  <a:lnTo>
                    <a:pt x="1230894" y="1433463"/>
                  </a:lnTo>
                  <a:lnTo>
                    <a:pt x="1234476" y="1437044"/>
                  </a:lnTo>
                  <a:close/>
                  <a:moveTo>
                    <a:pt x="742071" y="1433228"/>
                  </a:moveTo>
                  <a:lnTo>
                    <a:pt x="744097" y="1435254"/>
                  </a:lnTo>
                  <a:lnTo>
                    <a:pt x="745887" y="1433463"/>
                  </a:lnTo>
                  <a:lnTo>
                    <a:pt x="743861" y="1431437"/>
                  </a:lnTo>
                  <a:lnTo>
                    <a:pt x="742071" y="1433228"/>
                  </a:lnTo>
                  <a:close/>
                  <a:moveTo>
                    <a:pt x="672239" y="1433228"/>
                  </a:moveTo>
                  <a:lnTo>
                    <a:pt x="674265" y="1435254"/>
                  </a:lnTo>
                  <a:lnTo>
                    <a:pt x="676055" y="1433463"/>
                  </a:lnTo>
                  <a:lnTo>
                    <a:pt x="674029" y="1431437"/>
                  </a:lnTo>
                  <a:lnTo>
                    <a:pt x="672239" y="1433228"/>
                  </a:lnTo>
                  <a:close/>
                  <a:moveTo>
                    <a:pt x="1285624" y="1430302"/>
                  </a:moveTo>
                  <a:lnTo>
                    <a:pt x="1285624" y="1427437"/>
                  </a:lnTo>
                  <a:lnTo>
                    <a:pt x="1283834" y="1427437"/>
                  </a:lnTo>
                  <a:lnTo>
                    <a:pt x="1283834" y="1430302"/>
                  </a:lnTo>
                  <a:lnTo>
                    <a:pt x="1285624" y="1430302"/>
                  </a:lnTo>
                  <a:close/>
                  <a:moveTo>
                    <a:pt x="781044" y="1430660"/>
                  </a:moveTo>
                  <a:lnTo>
                    <a:pt x="783908" y="1430660"/>
                  </a:lnTo>
                  <a:lnTo>
                    <a:pt x="783908" y="1428869"/>
                  </a:lnTo>
                  <a:lnTo>
                    <a:pt x="781044" y="1428869"/>
                  </a:lnTo>
                  <a:lnTo>
                    <a:pt x="781044" y="1430660"/>
                  </a:lnTo>
                  <a:close/>
                  <a:moveTo>
                    <a:pt x="747442" y="1427856"/>
                  </a:moveTo>
                  <a:lnTo>
                    <a:pt x="749468" y="1429882"/>
                  </a:lnTo>
                  <a:lnTo>
                    <a:pt x="751259" y="1428092"/>
                  </a:lnTo>
                  <a:lnTo>
                    <a:pt x="749233" y="1426066"/>
                  </a:lnTo>
                  <a:lnTo>
                    <a:pt x="747442" y="1427856"/>
                  </a:lnTo>
                  <a:close/>
                  <a:moveTo>
                    <a:pt x="1288192" y="1426066"/>
                  </a:moveTo>
                  <a:lnTo>
                    <a:pt x="1290218" y="1428092"/>
                  </a:lnTo>
                  <a:lnTo>
                    <a:pt x="1292009" y="1426301"/>
                  </a:lnTo>
                  <a:lnTo>
                    <a:pt x="1289983" y="1424275"/>
                  </a:lnTo>
                  <a:lnTo>
                    <a:pt x="1288192" y="1426066"/>
                  </a:lnTo>
                  <a:close/>
                  <a:moveTo>
                    <a:pt x="962310" y="1428092"/>
                  </a:moveTo>
                  <a:lnTo>
                    <a:pt x="964336" y="1426066"/>
                  </a:lnTo>
                  <a:lnTo>
                    <a:pt x="962545" y="1424275"/>
                  </a:lnTo>
                  <a:lnTo>
                    <a:pt x="960519" y="1426301"/>
                  </a:lnTo>
                  <a:lnTo>
                    <a:pt x="962310" y="1428092"/>
                  </a:lnTo>
                  <a:close/>
                  <a:moveTo>
                    <a:pt x="755618" y="1426721"/>
                  </a:moveTo>
                  <a:lnTo>
                    <a:pt x="755618" y="1423856"/>
                  </a:lnTo>
                  <a:lnTo>
                    <a:pt x="753827" y="1423856"/>
                  </a:lnTo>
                  <a:lnTo>
                    <a:pt x="753827" y="1426721"/>
                  </a:lnTo>
                  <a:lnTo>
                    <a:pt x="755618" y="1426721"/>
                  </a:lnTo>
                  <a:close/>
                  <a:moveTo>
                    <a:pt x="679401" y="1426066"/>
                  </a:moveTo>
                  <a:lnTo>
                    <a:pt x="681427" y="1428092"/>
                  </a:lnTo>
                  <a:lnTo>
                    <a:pt x="683217" y="1426301"/>
                  </a:lnTo>
                  <a:lnTo>
                    <a:pt x="681192" y="1424275"/>
                  </a:lnTo>
                  <a:lnTo>
                    <a:pt x="679401" y="1426066"/>
                  </a:lnTo>
                  <a:close/>
                  <a:moveTo>
                    <a:pt x="852308" y="1424930"/>
                  </a:moveTo>
                  <a:lnTo>
                    <a:pt x="852308" y="1422065"/>
                  </a:lnTo>
                  <a:lnTo>
                    <a:pt x="850517" y="1422065"/>
                  </a:lnTo>
                  <a:lnTo>
                    <a:pt x="850517" y="1424930"/>
                  </a:lnTo>
                  <a:lnTo>
                    <a:pt x="852308" y="1424930"/>
                  </a:lnTo>
                  <a:close/>
                  <a:moveTo>
                    <a:pt x="694738" y="1424930"/>
                  </a:moveTo>
                  <a:lnTo>
                    <a:pt x="694738" y="1422065"/>
                  </a:lnTo>
                  <a:lnTo>
                    <a:pt x="692948" y="1422065"/>
                  </a:lnTo>
                  <a:lnTo>
                    <a:pt x="692948" y="1424930"/>
                  </a:lnTo>
                  <a:lnTo>
                    <a:pt x="694738" y="1424930"/>
                  </a:lnTo>
                  <a:close/>
                  <a:moveTo>
                    <a:pt x="689367" y="1424930"/>
                  </a:moveTo>
                  <a:lnTo>
                    <a:pt x="689367" y="1422065"/>
                  </a:lnTo>
                  <a:lnTo>
                    <a:pt x="687576" y="1422065"/>
                  </a:lnTo>
                  <a:lnTo>
                    <a:pt x="687576" y="1424930"/>
                  </a:lnTo>
                  <a:lnTo>
                    <a:pt x="689367" y="1424930"/>
                  </a:lnTo>
                  <a:close/>
                  <a:moveTo>
                    <a:pt x="1187921" y="1424510"/>
                  </a:moveTo>
                  <a:lnTo>
                    <a:pt x="1189947" y="1422485"/>
                  </a:lnTo>
                  <a:lnTo>
                    <a:pt x="1186366" y="1418904"/>
                  </a:lnTo>
                  <a:lnTo>
                    <a:pt x="1184340" y="1420929"/>
                  </a:lnTo>
                  <a:lnTo>
                    <a:pt x="1187921" y="1424510"/>
                  </a:lnTo>
                  <a:close/>
                  <a:moveTo>
                    <a:pt x="1234056" y="1419916"/>
                  </a:moveTo>
                  <a:lnTo>
                    <a:pt x="1236921" y="1419916"/>
                  </a:lnTo>
                  <a:lnTo>
                    <a:pt x="1236921" y="1418126"/>
                  </a:lnTo>
                  <a:lnTo>
                    <a:pt x="1234056" y="1418126"/>
                  </a:lnTo>
                  <a:lnTo>
                    <a:pt x="1234056" y="1419916"/>
                  </a:lnTo>
                  <a:close/>
                  <a:moveTo>
                    <a:pt x="1193293" y="1420694"/>
                  </a:moveTo>
                  <a:lnTo>
                    <a:pt x="1195318" y="1422720"/>
                  </a:lnTo>
                  <a:lnTo>
                    <a:pt x="1198900" y="1419139"/>
                  </a:lnTo>
                  <a:lnTo>
                    <a:pt x="1196874" y="1417113"/>
                  </a:lnTo>
                  <a:lnTo>
                    <a:pt x="1193293" y="1420694"/>
                  </a:lnTo>
                  <a:close/>
                  <a:moveTo>
                    <a:pt x="817274" y="1418904"/>
                  </a:moveTo>
                  <a:lnTo>
                    <a:pt x="819300" y="1420929"/>
                  </a:lnTo>
                  <a:lnTo>
                    <a:pt x="821091" y="1419139"/>
                  </a:lnTo>
                  <a:lnTo>
                    <a:pt x="819065" y="1417113"/>
                  </a:lnTo>
                  <a:lnTo>
                    <a:pt x="817274" y="1418904"/>
                  </a:lnTo>
                  <a:close/>
                  <a:moveTo>
                    <a:pt x="1205049" y="1415977"/>
                  </a:moveTo>
                  <a:lnTo>
                    <a:pt x="1205049" y="1413112"/>
                  </a:lnTo>
                  <a:lnTo>
                    <a:pt x="1203258" y="1413112"/>
                  </a:lnTo>
                  <a:lnTo>
                    <a:pt x="1203258" y="1415977"/>
                  </a:lnTo>
                  <a:lnTo>
                    <a:pt x="1205049" y="1415977"/>
                  </a:lnTo>
                  <a:close/>
                  <a:moveTo>
                    <a:pt x="838761" y="1417348"/>
                  </a:moveTo>
                  <a:lnTo>
                    <a:pt x="840787" y="1415322"/>
                  </a:lnTo>
                  <a:lnTo>
                    <a:pt x="838996" y="1413532"/>
                  </a:lnTo>
                  <a:lnTo>
                    <a:pt x="836971" y="1415558"/>
                  </a:lnTo>
                  <a:lnTo>
                    <a:pt x="838761" y="1417348"/>
                  </a:lnTo>
                  <a:close/>
                  <a:moveTo>
                    <a:pt x="1178968" y="1417348"/>
                  </a:moveTo>
                  <a:lnTo>
                    <a:pt x="1180994" y="1415322"/>
                  </a:lnTo>
                  <a:lnTo>
                    <a:pt x="1177413" y="1411741"/>
                  </a:lnTo>
                  <a:lnTo>
                    <a:pt x="1175387" y="1413767"/>
                  </a:lnTo>
                  <a:lnTo>
                    <a:pt x="1178968" y="1417348"/>
                  </a:lnTo>
                  <a:close/>
                  <a:moveTo>
                    <a:pt x="840552" y="1411741"/>
                  </a:moveTo>
                  <a:lnTo>
                    <a:pt x="842577" y="1413767"/>
                  </a:lnTo>
                  <a:lnTo>
                    <a:pt x="844368" y="1411977"/>
                  </a:lnTo>
                  <a:lnTo>
                    <a:pt x="842342" y="1409951"/>
                  </a:lnTo>
                  <a:lnTo>
                    <a:pt x="840552" y="1411741"/>
                  </a:lnTo>
                  <a:close/>
                  <a:moveTo>
                    <a:pt x="1238057" y="1409951"/>
                  </a:moveTo>
                  <a:lnTo>
                    <a:pt x="1240082" y="1411977"/>
                  </a:lnTo>
                  <a:lnTo>
                    <a:pt x="1243664" y="1408395"/>
                  </a:lnTo>
                  <a:lnTo>
                    <a:pt x="1241638" y="1406370"/>
                  </a:lnTo>
                  <a:lnTo>
                    <a:pt x="1238057" y="1409951"/>
                  </a:lnTo>
                  <a:close/>
                  <a:moveTo>
                    <a:pt x="1171806" y="1410186"/>
                  </a:moveTo>
                  <a:lnTo>
                    <a:pt x="1173832" y="1408160"/>
                  </a:lnTo>
                  <a:lnTo>
                    <a:pt x="1172041" y="1406370"/>
                  </a:lnTo>
                  <a:lnTo>
                    <a:pt x="1170015" y="1408395"/>
                  </a:lnTo>
                  <a:lnTo>
                    <a:pt x="1171806" y="1410186"/>
                  </a:lnTo>
                  <a:close/>
                  <a:moveTo>
                    <a:pt x="1115521" y="1401653"/>
                  </a:moveTo>
                  <a:lnTo>
                    <a:pt x="1115521" y="1398788"/>
                  </a:lnTo>
                  <a:lnTo>
                    <a:pt x="1111940" y="1398788"/>
                  </a:lnTo>
                  <a:lnTo>
                    <a:pt x="1111940" y="1401653"/>
                  </a:lnTo>
                  <a:lnTo>
                    <a:pt x="1115521" y="1401653"/>
                  </a:lnTo>
                  <a:close/>
                  <a:moveTo>
                    <a:pt x="1297145" y="1401233"/>
                  </a:moveTo>
                  <a:lnTo>
                    <a:pt x="1299171" y="1399207"/>
                  </a:lnTo>
                  <a:lnTo>
                    <a:pt x="1297380" y="1397417"/>
                  </a:lnTo>
                  <a:lnTo>
                    <a:pt x="1295355" y="1399443"/>
                  </a:lnTo>
                  <a:lnTo>
                    <a:pt x="1297145" y="1401233"/>
                  </a:lnTo>
                  <a:close/>
                  <a:moveTo>
                    <a:pt x="1118089" y="1395626"/>
                  </a:moveTo>
                  <a:lnTo>
                    <a:pt x="1120115" y="1397652"/>
                  </a:lnTo>
                  <a:lnTo>
                    <a:pt x="1121905" y="1395861"/>
                  </a:lnTo>
                  <a:lnTo>
                    <a:pt x="1119880" y="1393836"/>
                  </a:lnTo>
                  <a:lnTo>
                    <a:pt x="1118089" y="1395626"/>
                  </a:lnTo>
                  <a:close/>
                  <a:moveTo>
                    <a:pt x="1293564" y="1395861"/>
                  </a:moveTo>
                  <a:lnTo>
                    <a:pt x="1295590" y="1393836"/>
                  </a:lnTo>
                  <a:lnTo>
                    <a:pt x="1293799" y="1392045"/>
                  </a:lnTo>
                  <a:lnTo>
                    <a:pt x="1291774" y="1394071"/>
                  </a:lnTo>
                  <a:lnTo>
                    <a:pt x="1293564" y="1395861"/>
                  </a:lnTo>
                  <a:close/>
                  <a:moveTo>
                    <a:pt x="1264915" y="1392045"/>
                  </a:moveTo>
                  <a:lnTo>
                    <a:pt x="1266941" y="1394071"/>
                  </a:lnTo>
                  <a:lnTo>
                    <a:pt x="1268731" y="1392280"/>
                  </a:lnTo>
                  <a:lnTo>
                    <a:pt x="1266706" y="1390255"/>
                  </a:lnTo>
                  <a:lnTo>
                    <a:pt x="1264915" y="1392045"/>
                  </a:lnTo>
                  <a:close/>
                  <a:moveTo>
                    <a:pt x="1288192" y="1392280"/>
                  </a:moveTo>
                  <a:lnTo>
                    <a:pt x="1290218" y="1390255"/>
                  </a:lnTo>
                  <a:lnTo>
                    <a:pt x="1288428" y="1388464"/>
                  </a:lnTo>
                  <a:lnTo>
                    <a:pt x="1286402" y="1390490"/>
                  </a:lnTo>
                  <a:lnTo>
                    <a:pt x="1288192" y="1392280"/>
                  </a:lnTo>
                  <a:close/>
                  <a:moveTo>
                    <a:pt x="1313260" y="1390490"/>
                  </a:moveTo>
                  <a:lnTo>
                    <a:pt x="1315286" y="1388464"/>
                  </a:lnTo>
                  <a:lnTo>
                    <a:pt x="1311705" y="1384883"/>
                  </a:lnTo>
                  <a:lnTo>
                    <a:pt x="1309679" y="1386909"/>
                  </a:lnTo>
                  <a:lnTo>
                    <a:pt x="1313260" y="1390490"/>
                  </a:lnTo>
                  <a:close/>
                  <a:moveTo>
                    <a:pt x="1170015" y="1388699"/>
                  </a:moveTo>
                  <a:lnTo>
                    <a:pt x="1172041" y="1386673"/>
                  </a:lnTo>
                  <a:lnTo>
                    <a:pt x="1170251" y="1384883"/>
                  </a:lnTo>
                  <a:lnTo>
                    <a:pt x="1168225" y="1386909"/>
                  </a:lnTo>
                  <a:lnTo>
                    <a:pt x="1170015" y="1388699"/>
                  </a:lnTo>
                  <a:close/>
                  <a:moveTo>
                    <a:pt x="1112298" y="1382438"/>
                  </a:moveTo>
                  <a:lnTo>
                    <a:pt x="1112298" y="1392935"/>
                  </a:lnTo>
                  <a:lnTo>
                    <a:pt x="1117547" y="1387686"/>
                  </a:lnTo>
                  <a:lnTo>
                    <a:pt x="1112298" y="1382438"/>
                  </a:lnTo>
                  <a:close/>
                  <a:moveTo>
                    <a:pt x="1341909" y="1384883"/>
                  </a:moveTo>
                  <a:lnTo>
                    <a:pt x="1343935" y="1386909"/>
                  </a:lnTo>
                  <a:lnTo>
                    <a:pt x="1345726" y="1385118"/>
                  </a:lnTo>
                  <a:lnTo>
                    <a:pt x="1343700" y="1383092"/>
                  </a:lnTo>
                  <a:lnTo>
                    <a:pt x="1341909" y="1384883"/>
                  </a:lnTo>
                  <a:close/>
                  <a:moveTo>
                    <a:pt x="942194" y="1385896"/>
                  </a:moveTo>
                  <a:lnTo>
                    <a:pt x="945059" y="1385896"/>
                  </a:lnTo>
                  <a:lnTo>
                    <a:pt x="945059" y="1384105"/>
                  </a:lnTo>
                  <a:lnTo>
                    <a:pt x="942194" y="1384105"/>
                  </a:lnTo>
                  <a:lnTo>
                    <a:pt x="942194" y="1385896"/>
                  </a:lnTo>
                  <a:close/>
                  <a:moveTo>
                    <a:pt x="768510" y="1384105"/>
                  </a:moveTo>
                  <a:lnTo>
                    <a:pt x="771375" y="1384105"/>
                  </a:lnTo>
                  <a:lnTo>
                    <a:pt x="771375" y="1382315"/>
                  </a:lnTo>
                  <a:lnTo>
                    <a:pt x="768510" y="1382315"/>
                  </a:lnTo>
                  <a:lnTo>
                    <a:pt x="768510" y="1384105"/>
                  </a:lnTo>
                  <a:close/>
                  <a:moveTo>
                    <a:pt x="1164644" y="1383328"/>
                  </a:moveTo>
                  <a:lnTo>
                    <a:pt x="1166669" y="1381302"/>
                  </a:lnTo>
                  <a:lnTo>
                    <a:pt x="1164879" y="1379511"/>
                  </a:lnTo>
                  <a:lnTo>
                    <a:pt x="1162853" y="1381537"/>
                  </a:lnTo>
                  <a:lnTo>
                    <a:pt x="1164644" y="1383328"/>
                  </a:lnTo>
                  <a:close/>
                  <a:moveTo>
                    <a:pt x="940823" y="1379746"/>
                  </a:moveTo>
                  <a:lnTo>
                    <a:pt x="942849" y="1377721"/>
                  </a:lnTo>
                  <a:lnTo>
                    <a:pt x="941058" y="1375930"/>
                  </a:lnTo>
                  <a:lnTo>
                    <a:pt x="939033" y="1377956"/>
                  </a:lnTo>
                  <a:lnTo>
                    <a:pt x="940823" y="1379746"/>
                  </a:lnTo>
                  <a:close/>
                  <a:moveTo>
                    <a:pt x="1346861" y="1376943"/>
                  </a:moveTo>
                  <a:lnTo>
                    <a:pt x="1349726" y="1376943"/>
                  </a:lnTo>
                  <a:lnTo>
                    <a:pt x="1349726" y="1375152"/>
                  </a:lnTo>
                  <a:lnTo>
                    <a:pt x="1346861" y="1375152"/>
                  </a:lnTo>
                  <a:lnTo>
                    <a:pt x="1346861" y="1376943"/>
                  </a:lnTo>
                  <a:close/>
                  <a:moveTo>
                    <a:pt x="1012446" y="1375930"/>
                  </a:moveTo>
                  <a:lnTo>
                    <a:pt x="1014472" y="1377956"/>
                  </a:lnTo>
                  <a:lnTo>
                    <a:pt x="1016262" y="1376165"/>
                  </a:lnTo>
                  <a:lnTo>
                    <a:pt x="1014236" y="1374139"/>
                  </a:lnTo>
                  <a:lnTo>
                    <a:pt x="1012446" y="1375930"/>
                  </a:lnTo>
                  <a:close/>
                  <a:moveTo>
                    <a:pt x="836193" y="1376585"/>
                  </a:moveTo>
                  <a:lnTo>
                    <a:pt x="836193" y="1373720"/>
                  </a:lnTo>
                  <a:lnTo>
                    <a:pt x="834402" y="1373720"/>
                  </a:lnTo>
                  <a:lnTo>
                    <a:pt x="834402" y="1376585"/>
                  </a:lnTo>
                  <a:lnTo>
                    <a:pt x="836193" y="1376585"/>
                  </a:lnTo>
                  <a:close/>
                  <a:moveTo>
                    <a:pt x="817274" y="1377956"/>
                  </a:moveTo>
                  <a:lnTo>
                    <a:pt x="819300" y="1375930"/>
                  </a:lnTo>
                  <a:lnTo>
                    <a:pt x="817510" y="1374139"/>
                  </a:lnTo>
                  <a:lnTo>
                    <a:pt x="815484" y="1376165"/>
                  </a:lnTo>
                  <a:lnTo>
                    <a:pt x="817274" y="1377956"/>
                  </a:lnTo>
                  <a:close/>
                  <a:moveTo>
                    <a:pt x="772510" y="1375930"/>
                  </a:moveTo>
                  <a:lnTo>
                    <a:pt x="774536" y="1377956"/>
                  </a:lnTo>
                  <a:lnTo>
                    <a:pt x="776327" y="1376165"/>
                  </a:lnTo>
                  <a:lnTo>
                    <a:pt x="774301" y="1374139"/>
                  </a:lnTo>
                  <a:lnTo>
                    <a:pt x="772510" y="1375930"/>
                  </a:lnTo>
                  <a:close/>
                  <a:moveTo>
                    <a:pt x="811125" y="1374794"/>
                  </a:moveTo>
                  <a:lnTo>
                    <a:pt x="811125" y="1371929"/>
                  </a:lnTo>
                  <a:lnTo>
                    <a:pt x="809334" y="1371929"/>
                  </a:lnTo>
                  <a:lnTo>
                    <a:pt x="809334" y="1374794"/>
                  </a:lnTo>
                  <a:lnTo>
                    <a:pt x="811125" y="1374794"/>
                  </a:lnTo>
                  <a:close/>
                  <a:moveTo>
                    <a:pt x="1303888" y="1373362"/>
                  </a:moveTo>
                  <a:lnTo>
                    <a:pt x="1306753" y="1373362"/>
                  </a:lnTo>
                  <a:lnTo>
                    <a:pt x="1306753" y="1371571"/>
                  </a:lnTo>
                  <a:lnTo>
                    <a:pt x="1303888" y="1371571"/>
                  </a:lnTo>
                  <a:lnTo>
                    <a:pt x="1303888" y="1373362"/>
                  </a:lnTo>
                  <a:close/>
                  <a:moveTo>
                    <a:pt x="1146318" y="1371571"/>
                  </a:moveTo>
                  <a:lnTo>
                    <a:pt x="1146318" y="1380166"/>
                  </a:lnTo>
                  <a:lnTo>
                    <a:pt x="1153000" y="1380166"/>
                  </a:lnTo>
                  <a:lnTo>
                    <a:pt x="1149183" y="1376350"/>
                  </a:lnTo>
                  <a:lnTo>
                    <a:pt x="1146318" y="1371571"/>
                  </a:lnTo>
                  <a:close/>
                  <a:moveTo>
                    <a:pt x="1346861" y="1369781"/>
                  </a:moveTo>
                  <a:lnTo>
                    <a:pt x="1349726" y="1369781"/>
                  </a:lnTo>
                  <a:lnTo>
                    <a:pt x="1349726" y="1367990"/>
                  </a:lnTo>
                  <a:lnTo>
                    <a:pt x="1346861" y="1367990"/>
                  </a:lnTo>
                  <a:lnTo>
                    <a:pt x="1346861" y="1369781"/>
                  </a:lnTo>
                  <a:close/>
                  <a:moveTo>
                    <a:pt x="921127" y="1367212"/>
                  </a:moveTo>
                  <a:lnTo>
                    <a:pt x="923153" y="1365187"/>
                  </a:lnTo>
                  <a:lnTo>
                    <a:pt x="919572" y="1361606"/>
                  </a:lnTo>
                  <a:lnTo>
                    <a:pt x="917546" y="1363631"/>
                  </a:lnTo>
                  <a:lnTo>
                    <a:pt x="921127" y="1367212"/>
                  </a:lnTo>
                  <a:close/>
                  <a:moveTo>
                    <a:pt x="1345490" y="1363631"/>
                  </a:moveTo>
                  <a:lnTo>
                    <a:pt x="1347516" y="1361606"/>
                  </a:lnTo>
                  <a:lnTo>
                    <a:pt x="1345726" y="1359815"/>
                  </a:lnTo>
                  <a:lnTo>
                    <a:pt x="1343700" y="1361841"/>
                  </a:lnTo>
                  <a:lnTo>
                    <a:pt x="1345490" y="1363631"/>
                  </a:lnTo>
                  <a:close/>
                  <a:moveTo>
                    <a:pt x="1015607" y="1363212"/>
                  </a:moveTo>
                  <a:lnTo>
                    <a:pt x="1015607" y="1364409"/>
                  </a:lnTo>
                  <a:lnTo>
                    <a:pt x="1018472" y="1364409"/>
                  </a:lnTo>
                  <a:lnTo>
                    <a:pt x="1018472" y="1362025"/>
                  </a:lnTo>
                  <a:lnTo>
                    <a:pt x="1016262" y="1359815"/>
                  </a:lnTo>
                  <a:lnTo>
                    <a:pt x="1014236" y="1361841"/>
                  </a:lnTo>
                  <a:lnTo>
                    <a:pt x="1015607" y="1363212"/>
                  </a:lnTo>
                  <a:close/>
                  <a:moveTo>
                    <a:pt x="1313260" y="1354443"/>
                  </a:moveTo>
                  <a:lnTo>
                    <a:pt x="1315286" y="1356469"/>
                  </a:lnTo>
                  <a:lnTo>
                    <a:pt x="1317077" y="1354679"/>
                  </a:lnTo>
                  <a:lnTo>
                    <a:pt x="1315051" y="1352653"/>
                  </a:lnTo>
                  <a:lnTo>
                    <a:pt x="1313260" y="1354443"/>
                  </a:lnTo>
                  <a:close/>
                  <a:moveTo>
                    <a:pt x="1014236" y="1336538"/>
                  </a:moveTo>
                  <a:lnTo>
                    <a:pt x="1016262" y="1338563"/>
                  </a:lnTo>
                  <a:lnTo>
                    <a:pt x="1018053" y="1336773"/>
                  </a:lnTo>
                  <a:lnTo>
                    <a:pt x="1016027" y="1334747"/>
                  </a:lnTo>
                  <a:lnTo>
                    <a:pt x="1014236" y="1336538"/>
                  </a:lnTo>
                  <a:close/>
                  <a:moveTo>
                    <a:pt x="1015607" y="1326807"/>
                  </a:moveTo>
                  <a:lnTo>
                    <a:pt x="1018472" y="1326807"/>
                  </a:lnTo>
                  <a:lnTo>
                    <a:pt x="1018472" y="1325017"/>
                  </a:lnTo>
                  <a:lnTo>
                    <a:pt x="1015607" y="1325017"/>
                  </a:lnTo>
                  <a:lnTo>
                    <a:pt x="1015607" y="1326807"/>
                  </a:lnTo>
                  <a:close/>
                  <a:moveTo>
                    <a:pt x="1015607" y="1319645"/>
                  </a:moveTo>
                  <a:lnTo>
                    <a:pt x="1018472" y="1319645"/>
                  </a:lnTo>
                  <a:lnTo>
                    <a:pt x="1018472" y="1317854"/>
                  </a:lnTo>
                  <a:lnTo>
                    <a:pt x="1015607" y="1317854"/>
                  </a:lnTo>
                  <a:lnTo>
                    <a:pt x="1015607" y="1319645"/>
                  </a:lnTo>
                  <a:close/>
                  <a:moveTo>
                    <a:pt x="1023189" y="1300726"/>
                  </a:moveTo>
                  <a:lnTo>
                    <a:pt x="1025215" y="1302752"/>
                  </a:lnTo>
                  <a:lnTo>
                    <a:pt x="1027005" y="1300962"/>
                  </a:lnTo>
                  <a:lnTo>
                    <a:pt x="1024980" y="1298936"/>
                  </a:lnTo>
                  <a:lnTo>
                    <a:pt x="1023189" y="1300726"/>
                  </a:lnTo>
                  <a:close/>
                  <a:moveTo>
                    <a:pt x="1044256" y="1235488"/>
                  </a:moveTo>
                  <a:lnTo>
                    <a:pt x="1047121" y="1235488"/>
                  </a:lnTo>
                  <a:lnTo>
                    <a:pt x="1047121" y="1233698"/>
                  </a:lnTo>
                  <a:lnTo>
                    <a:pt x="1044256" y="1233698"/>
                  </a:lnTo>
                  <a:lnTo>
                    <a:pt x="1044256" y="1235488"/>
                  </a:lnTo>
                  <a:close/>
                  <a:moveTo>
                    <a:pt x="1012446" y="1230894"/>
                  </a:moveTo>
                  <a:lnTo>
                    <a:pt x="1014472" y="1232920"/>
                  </a:lnTo>
                  <a:lnTo>
                    <a:pt x="1016262" y="1231130"/>
                  </a:lnTo>
                  <a:lnTo>
                    <a:pt x="1014236" y="1229104"/>
                  </a:lnTo>
                  <a:lnTo>
                    <a:pt x="1012446" y="1230894"/>
                  </a:lnTo>
                  <a:close/>
                  <a:moveTo>
                    <a:pt x="1042885" y="1231130"/>
                  </a:moveTo>
                  <a:lnTo>
                    <a:pt x="1044911" y="1229104"/>
                  </a:lnTo>
                  <a:lnTo>
                    <a:pt x="1043121" y="1227313"/>
                  </a:lnTo>
                  <a:lnTo>
                    <a:pt x="1041095" y="1229339"/>
                  </a:lnTo>
                  <a:lnTo>
                    <a:pt x="1042885" y="1231130"/>
                  </a:lnTo>
                  <a:close/>
                  <a:moveTo>
                    <a:pt x="2072459" y="1227549"/>
                  </a:moveTo>
                  <a:lnTo>
                    <a:pt x="2074485" y="1225523"/>
                  </a:lnTo>
                  <a:lnTo>
                    <a:pt x="2072694" y="1223732"/>
                  </a:lnTo>
                  <a:lnTo>
                    <a:pt x="2070668" y="1225758"/>
                  </a:lnTo>
                  <a:lnTo>
                    <a:pt x="2072459" y="1227549"/>
                  </a:lnTo>
                  <a:close/>
                  <a:moveTo>
                    <a:pt x="1034945" y="1224387"/>
                  </a:moveTo>
                  <a:lnTo>
                    <a:pt x="1034945" y="1221522"/>
                  </a:lnTo>
                  <a:lnTo>
                    <a:pt x="1033155" y="1221522"/>
                  </a:lnTo>
                  <a:lnTo>
                    <a:pt x="1033155" y="1224387"/>
                  </a:lnTo>
                  <a:lnTo>
                    <a:pt x="1034945" y="1224387"/>
                  </a:lnTo>
                  <a:close/>
                  <a:moveTo>
                    <a:pt x="2097527" y="1220151"/>
                  </a:moveTo>
                  <a:lnTo>
                    <a:pt x="2099553" y="1222177"/>
                  </a:lnTo>
                  <a:lnTo>
                    <a:pt x="2101343" y="1220386"/>
                  </a:lnTo>
                  <a:lnTo>
                    <a:pt x="2099317" y="1218360"/>
                  </a:lnTo>
                  <a:lnTo>
                    <a:pt x="2097527" y="1220151"/>
                  </a:lnTo>
                  <a:close/>
                  <a:moveTo>
                    <a:pt x="2065297" y="1196874"/>
                  </a:moveTo>
                  <a:lnTo>
                    <a:pt x="2067323" y="1198900"/>
                  </a:lnTo>
                  <a:lnTo>
                    <a:pt x="2069113" y="1197109"/>
                  </a:lnTo>
                  <a:lnTo>
                    <a:pt x="2067087" y="1195083"/>
                  </a:lnTo>
                  <a:lnTo>
                    <a:pt x="2065297" y="1196874"/>
                  </a:lnTo>
                  <a:close/>
                  <a:moveTo>
                    <a:pt x="2097527" y="1197109"/>
                  </a:moveTo>
                  <a:lnTo>
                    <a:pt x="2099553" y="1195083"/>
                  </a:lnTo>
                  <a:lnTo>
                    <a:pt x="2095972" y="1191502"/>
                  </a:lnTo>
                  <a:lnTo>
                    <a:pt x="2093946" y="1193528"/>
                  </a:lnTo>
                  <a:lnTo>
                    <a:pt x="2097527" y="1197109"/>
                  </a:lnTo>
                  <a:close/>
                  <a:moveTo>
                    <a:pt x="2087796" y="1190366"/>
                  </a:moveTo>
                  <a:lnTo>
                    <a:pt x="2087796" y="1187501"/>
                  </a:lnTo>
                  <a:lnTo>
                    <a:pt x="2086006" y="1187501"/>
                  </a:lnTo>
                  <a:lnTo>
                    <a:pt x="2086006" y="1190366"/>
                  </a:lnTo>
                  <a:lnTo>
                    <a:pt x="2087796" y="1190366"/>
                  </a:lnTo>
                  <a:close/>
                  <a:moveTo>
                    <a:pt x="2080634" y="1190366"/>
                  </a:moveTo>
                  <a:lnTo>
                    <a:pt x="2080634" y="1187501"/>
                  </a:lnTo>
                  <a:lnTo>
                    <a:pt x="2078844" y="1187501"/>
                  </a:lnTo>
                  <a:lnTo>
                    <a:pt x="2078844" y="1190366"/>
                  </a:lnTo>
                  <a:lnTo>
                    <a:pt x="2080634" y="1190366"/>
                  </a:lnTo>
                  <a:close/>
                  <a:moveTo>
                    <a:pt x="1026770" y="1182784"/>
                  </a:moveTo>
                  <a:lnTo>
                    <a:pt x="1028796" y="1180759"/>
                  </a:lnTo>
                  <a:lnTo>
                    <a:pt x="1023424" y="1175387"/>
                  </a:lnTo>
                  <a:lnTo>
                    <a:pt x="1021399" y="1177413"/>
                  </a:lnTo>
                  <a:lnTo>
                    <a:pt x="1026770" y="1182784"/>
                  </a:lnTo>
                  <a:close/>
                  <a:moveTo>
                    <a:pt x="1021399" y="1155691"/>
                  </a:moveTo>
                  <a:lnTo>
                    <a:pt x="1023424" y="1157717"/>
                  </a:lnTo>
                  <a:lnTo>
                    <a:pt x="1027005" y="1154135"/>
                  </a:lnTo>
                  <a:lnTo>
                    <a:pt x="1024980" y="1152110"/>
                  </a:lnTo>
                  <a:lnTo>
                    <a:pt x="1021399" y="1155691"/>
                  </a:lnTo>
                  <a:close/>
                  <a:moveTo>
                    <a:pt x="711631" y="1026770"/>
                  </a:moveTo>
                  <a:lnTo>
                    <a:pt x="713657" y="1028796"/>
                  </a:lnTo>
                  <a:lnTo>
                    <a:pt x="715448" y="1027005"/>
                  </a:lnTo>
                  <a:lnTo>
                    <a:pt x="713422" y="1024980"/>
                  </a:lnTo>
                  <a:lnTo>
                    <a:pt x="711631" y="1026770"/>
                  </a:lnTo>
                  <a:close/>
                  <a:moveTo>
                    <a:pt x="865620" y="973289"/>
                  </a:moveTo>
                  <a:lnTo>
                    <a:pt x="867645" y="971263"/>
                  </a:lnTo>
                  <a:lnTo>
                    <a:pt x="865855" y="969472"/>
                  </a:lnTo>
                  <a:lnTo>
                    <a:pt x="863829" y="971498"/>
                  </a:lnTo>
                  <a:lnTo>
                    <a:pt x="865620" y="973289"/>
                  </a:lnTo>
                  <a:close/>
                  <a:moveTo>
                    <a:pt x="829808" y="817274"/>
                  </a:moveTo>
                  <a:lnTo>
                    <a:pt x="831834" y="819300"/>
                  </a:lnTo>
                  <a:lnTo>
                    <a:pt x="833625" y="817510"/>
                  </a:lnTo>
                  <a:lnTo>
                    <a:pt x="831599" y="815484"/>
                  </a:lnTo>
                  <a:lnTo>
                    <a:pt x="829808" y="817274"/>
                  </a:lnTo>
                  <a:close/>
                  <a:moveTo>
                    <a:pt x="2084215" y="712286"/>
                  </a:moveTo>
                  <a:lnTo>
                    <a:pt x="2084215" y="709421"/>
                  </a:lnTo>
                  <a:lnTo>
                    <a:pt x="2082425" y="709421"/>
                  </a:lnTo>
                  <a:lnTo>
                    <a:pt x="2082425" y="712286"/>
                  </a:lnTo>
                  <a:lnTo>
                    <a:pt x="2084215" y="712286"/>
                  </a:lnTo>
                  <a:close/>
                  <a:moveTo>
                    <a:pt x="2084215" y="678265"/>
                  </a:moveTo>
                  <a:lnTo>
                    <a:pt x="2084215" y="675400"/>
                  </a:lnTo>
                  <a:lnTo>
                    <a:pt x="2082425" y="675400"/>
                  </a:lnTo>
                  <a:lnTo>
                    <a:pt x="2082425" y="678265"/>
                  </a:lnTo>
                  <a:lnTo>
                    <a:pt x="2084215" y="678265"/>
                  </a:lnTo>
                  <a:close/>
                  <a:moveTo>
                    <a:pt x="2084215" y="637082"/>
                  </a:moveTo>
                  <a:lnTo>
                    <a:pt x="2084215" y="634217"/>
                  </a:lnTo>
                  <a:lnTo>
                    <a:pt x="2082425" y="634217"/>
                  </a:lnTo>
                  <a:lnTo>
                    <a:pt x="2082425" y="637082"/>
                  </a:lnTo>
                  <a:lnTo>
                    <a:pt x="2084215" y="637082"/>
                  </a:lnTo>
                  <a:close/>
                  <a:moveTo>
                    <a:pt x="306544" y="427945"/>
                  </a:moveTo>
                  <a:lnTo>
                    <a:pt x="309409" y="427945"/>
                  </a:lnTo>
                  <a:lnTo>
                    <a:pt x="309409" y="426154"/>
                  </a:lnTo>
                  <a:lnTo>
                    <a:pt x="306544" y="426154"/>
                  </a:lnTo>
                  <a:lnTo>
                    <a:pt x="306544" y="427945"/>
                  </a:lnTo>
                  <a:close/>
                  <a:moveTo>
                    <a:pt x="196962" y="398937"/>
                  </a:moveTo>
                  <a:lnTo>
                    <a:pt x="196962" y="396073"/>
                  </a:lnTo>
                  <a:lnTo>
                    <a:pt x="195171" y="396073"/>
                  </a:lnTo>
                  <a:lnTo>
                    <a:pt x="195171" y="398937"/>
                  </a:lnTo>
                  <a:lnTo>
                    <a:pt x="196962" y="39893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132" name="Vector layer C7C6C9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64101" y="1646540"/>
                  </a:moveTo>
                  <a:lnTo>
                    <a:pt x="968101" y="1650541"/>
                  </a:lnTo>
                  <a:lnTo>
                    <a:pt x="973943" y="1650541"/>
                  </a:lnTo>
                  <a:lnTo>
                    <a:pt x="969288" y="1645885"/>
                  </a:lnTo>
                  <a:lnTo>
                    <a:pt x="964101" y="1646540"/>
                  </a:lnTo>
                  <a:close/>
                  <a:moveTo>
                    <a:pt x="1012865" y="1640514"/>
                  </a:moveTo>
                  <a:lnTo>
                    <a:pt x="1006419" y="1646960"/>
                  </a:lnTo>
                  <a:lnTo>
                    <a:pt x="1012261" y="1646960"/>
                  </a:lnTo>
                  <a:lnTo>
                    <a:pt x="1014052" y="1645169"/>
                  </a:lnTo>
                  <a:lnTo>
                    <a:pt x="1015843" y="1645169"/>
                  </a:lnTo>
                  <a:lnTo>
                    <a:pt x="1017633" y="1643379"/>
                  </a:lnTo>
                  <a:lnTo>
                    <a:pt x="1018830" y="1643379"/>
                  </a:lnTo>
                  <a:lnTo>
                    <a:pt x="1018830" y="1640514"/>
                  </a:lnTo>
                  <a:lnTo>
                    <a:pt x="1012865" y="1640514"/>
                  </a:lnTo>
                  <a:close/>
                  <a:moveTo>
                    <a:pt x="1025993" y="1639798"/>
                  </a:moveTo>
                  <a:lnTo>
                    <a:pt x="1025993" y="1636933"/>
                  </a:lnTo>
                  <a:lnTo>
                    <a:pt x="1024202" y="1636933"/>
                  </a:lnTo>
                  <a:lnTo>
                    <a:pt x="1024202" y="1639798"/>
                  </a:lnTo>
                  <a:lnTo>
                    <a:pt x="1025993" y="1639798"/>
                  </a:lnTo>
                  <a:close/>
                  <a:moveTo>
                    <a:pt x="1062582" y="1621237"/>
                  </a:moveTo>
                  <a:lnTo>
                    <a:pt x="1055839" y="1627980"/>
                  </a:lnTo>
                  <a:lnTo>
                    <a:pt x="1052258" y="1627980"/>
                  </a:lnTo>
                  <a:lnTo>
                    <a:pt x="1050048" y="1630190"/>
                  </a:lnTo>
                  <a:lnTo>
                    <a:pt x="1052073" y="1632216"/>
                  </a:lnTo>
                  <a:lnTo>
                    <a:pt x="1053444" y="1630845"/>
                  </a:lnTo>
                  <a:lnTo>
                    <a:pt x="1057025" y="1630845"/>
                  </a:lnTo>
                  <a:lnTo>
                    <a:pt x="1058816" y="1629054"/>
                  </a:lnTo>
                  <a:lnTo>
                    <a:pt x="1060607" y="1629054"/>
                  </a:lnTo>
                  <a:lnTo>
                    <a:pt x="1063236" y="1626425"/>
                  </a:lnTo>
                  <a:lnTo>
                    <a:pt x="1062582" y="1621237"/>
                  </a:lnTo>
                  <a:close/>
                  <a:moveTo>
                    <a:pt x="873795" y="1618311"/>
                  </a:moveTo>
                  <a:lnTo>
                    <a:pt x="874992" y="1618311"/>
                  </a:lnTo>
                  <a:lnTo>
                    <a:pt x="876783" y="1620101"/>
                  </a:lnTo>
                  <a:lnTo>
                    <a:pt x="878573" y="1620101"/>
                  </a:lnTo>
                  <a:lnTo>
                    <a:pt x="879944" y="1621472"/>
                  </a:lnTo>
                  <a:lnTo>
                    <a:pt x="881970" y="1619447"/>
                  </a:lnTo>
                  <a:lnTo>
                    <a:pt x="877969" y="1615446"/>
                  </a:lnTo>
                  <a:lnTo>
                    <a:pt x="873795" y="1618311"/>
                  </a:lnTo>
                  <a:close/>
                  <a:moveTo>
                    <a:pt x="1084488" y="1604703"/>
                  </a:moveTo>
                  <a:lnTo>
                    <a:pt x="1082697" y="1606493"/>
                  </a:lnTo>
                  <a:lnTo>
                    <a:pt x="1079116" y="1606493"/>
                  </a:lnTo>
                  <a:lnTo>
                    <a:pt x="1077326" y="1608284"/>
                  </a:lnTo>
                  <a:lnTo>
                    <a:pt x="1074931" y="1608284"/>
                  </a:lnTo>
                  <a:lnTo>
                    <a:pt x="1073141" y="1606493"/>
                  </a:lnTo>
                  <a:lnTo>
                    <a:pt x="1069324" y="1606493"/>
                  </a:lnTo>
                  <a:lnTo>
                    <a:pt x="1069324" y="1609123"/>
                  </a:lnTo>
                  <a:lnTo>
                    <a:pt x="1068373" y="1610074"/>
                  </a:lnTo>
                  <a:lnTo>
                    <a:pt x="1063717" y="1610074"/>
                  </a:lnTo>
                  <a:lnTo>
                    <a:pt x="1067534" y="1613891"/>
                  </a:lnTo>
                  <a:lnTo>
                    <a:pt x="1067534" y="1618076"/>
                  </a:lnTo>
                  <a:lnTo>
                    <a:pt x="1063717" y="1621892"/>
                  </a:lnTo>
                  <a:lnTo>
                    <a:pt x="1068373" y="1621892"/>
                  </a:lnTo>
                  <a:lnTo>
                    <a:pt x="1070163" y="1623683"/>
                  </a:lnTo>
                  <a:lnTo>
                    <a:pt x="1080303" y="1623683"/>
                  </a:lnTo>
                  <a:lnTo>
                    <a:pt x="1082093" y="1621892"/>
                  </a:lnTo>
                  <a:lnTo>
                    <a:pt x="1083884" y="1621892"/>
                  </a:lnTo>
                  <a:lnTo>
                    <a:pt x="1090095" y="1615681"/>
                  </a:lnTo>
                  <a:lnTo>
                    <a:pt x="1090095" y="1612100"/>
                  </a:lnTo>
                  <a:lnTo>
                    <a:pt x="1092479" y="1609716"/>
                  </a:lnTo>
                  <a:lnTo>
                    <a:pt x="1087465" y="1604703"/>
                  </a:lnTo>
                  <a:lnTo>
                    <a:pt x="1084488" y="1604703"/>
                  </a:lnTo>
                  <a:close/>
                  <a:moveTo>
                    <a:pt x="852431" y="1602912"/>
                  </a:moveTo>
                  <a:lnTo>
                    <a:pt x="856247" y="1606728"/>
                  </a:lnTo>
                  <a:lnTo>
                    <a:pt x="856247" y="1609358"/>
                  </a:lnTo>
                  <a:lnTo>
                    <a:pt x="858877" y="1609358"/>
                  </a:lnTo>
                  <a:lnTo>
                    <a:pt x="860667" y="1611149"/>
                  </a:lnTo>
                  <a:lnTo>
                    <a:pt x="862458" y="1611149"/>
                  </a:lnTo>
                  <a:lnTo>
                    <a:pt x="864249" y="1612939"/>
                  </a:lnTo>
                  <a:lnTo>
                    <a:pt x="870091" y="1612939"/>
                  </a:lnTo>
                  <a:lnTo>
                    <a:pt x="866274" y="1609123"/>
                  </a:lnTo>
                  <a:lnTo>
                    <a:pt x="866274" y="1607332"/>
                  </a:lnTo>
                  <a:lnTo>
                    <a:pt x="861854" y="1602912"/>
                  </a:lnTo>
                  <a:lnTo>
                    <a:pt x="852431" y="1602912"/>
                  </a:lnTo>
                  <a:close/>
                  <a:moveTo>
                    <a:pt x="824017" y="1590613"/>
                  </a:moveTo>
                  <a:lnTo>
                    <a:pt x="826227" y="1592823"/>
                  </a:lnTo>
                  <a:lnTo>
                    <a:pt x="828253" y="1590798"/>
                  </a:lnTo>
                  <a:lnTo>
                    <a:pt x="826882" y="1589427"/>
                  </a:lnTo>
                  <a:lnTo>
                    <a:pt x="826882" y="1586439"/>
                  </a:lnTo>
                  <a:lnTo>
                    <a:pt x="824017" y="1586439"/>
                  </a:lnTo>
                  <a:lnTo>
                    <a:pt x="824017" y="1590613"/>
                  </a:lnTo>
                  <a:close/>
                  <a:moveTo>
                    <a:pt x="1082697" y="1581425"/>
                  </a:moveTo>
                  <a:lnTo>
                    <a:pt x="1077326" y="1586797"/>
                  </a:lnTo>
                  <a:lnTo>
                    <a:pt x="1072670" y="1586797"/>
                  </a:lnTo>
                  <a:lnTo>
                    <a:pt x="1077326" y="1591452"/>
                  </a:lnTo>
                  <a:lnTo>
                    <a:pt x="1084723" y="1591452"/>
                  </a:lnTo>
                  <a:lnTo>
                    <a:pt x="1084723" y="1588823"/>
                  </a:lnTo>
                  <a:lnTo>
                    <a:pt x="1088304" y="1585242"/>
                  </a:lnTo>
                  <a:lnTo>
                    <a:pt x="1088304" y="1581425"/>
                  </a:lnTo>
                  <a:lnTo>
                    <a:pt x="1082697" y="1581425"/>
                  </a:lnTo>
                  <a:close/>
                  <a:moveTo>
                    <a:pt x="1172819" y="1578918"/>
                  </a:moveTo>
                  <a:lnTo>
                    <a:pt x="1172819" y="1576054"/>
                  </a:lnTo>
                  <a:lnTo>
                    <a:pt x="1167447" y="1576054"/>
                  </a:lnTo>
                  <a:lnTo>
                    <a:pt x="1167447" y="1578918"/>
                  </a:lnTo>
                  <a:lnTo>
                    <a:pt x="1172819" y="1578918"/>
                  </a:lnTo>
                  <a:close/>
                  <a:moveTo>
                    <a:pt x="976215" y="1574263"/>
                  </a:moveTo>
                  <a:lnTo>
                    <a:pt x="976215" y="1579870"/>
                  </a:lnTo>
                  <a:lnTo>
                    <a:pt x="984452" y="1588106"/>
                  </a:lnTo>
                  <a:lnTo>
                    <a:pt x="984452" y="1580474"/>
                  </a:lnTo>
                  <a:lnTo>
                    <a:pt x="982661" y="1578683"/>
                  </a:lnTo>
                  <a:lnTo>
                    <a:pt x="982661" y="1576893"/>
                  </a:lnTo>
                  <a:lnTo>
                    <a:pt x="980031" y="1574263"/>
                  </a:lnTo>
                  <a:lnTo>
                    <a:pt x="976215" y="1574263"/>
                  </a:lnTo>
                  <a:close/>
                  <a:moveTo>
                    <a:pt x="985168" y="1577486"/>
                  </a:moveTo>
                  <a:lnTo>
                    <a:pt x="988033" y="1577486"/>
                  </a:lnTo>
                  <a:lnTo>
                    <a:pt x="988033" y="1568533"/>
                  </a:lnTo>
                  <a:lnTo>
                    <a:pt x="985168" y="1568533"/>
                  </a:lnTo>
                  <a:lnTo>
                    <a:pt x="985168" y="1577486"/>
                  </a:lnTo>
                  <a:close/>
                  <a:moveTo>
                    <a:pt x="976215" y="1570324"/>
                  </a:moveTo>
                  <a:lnTo>
                    <a:pt x="979080" y="1570324"/>
                  </a:lnTo>
                  <a:lnTo>
                    <a:pt x="979080" y="1561371"/>
                  </a:lnTo>
                  <a:lnTo>
                    <a:pt x="976215" y="1561371"/>
                  </a:lnTo>
                  <a:lnTo>
                    <a:pt x="976215" y="1570324"/>
                  </a:lnTo>
                  <a:close/>
                  <a:moveTo>
                    <a:pt x="797159" y="1561371"/>
                  </a:moveTo>
                  <a:lnTo>
                    <a:pt x="797159" y="1570917"/>
                  </a:lnTo>
                  <a:lnTo>
                    <a:pt x="798949" y="1572708"/>
                  </a:lnTo>
                  <a:lnTo>
                    <a:pt x="798949" y="1574498"/>
                  </a:lnTo>
                  <a:lnTo>
                    <a:pt x="800740" y="1576289"/>
                  </a:lnTo>
                  <a:lnTo>
                    <a:pt x="800740" y="1578079"/>
                  </a:lnTo>
                  <a:lnTo>
                    <a:pt x="803369" y="1580709"/>
                  </a:lnTo>
                  <a:lnTo>
                    <a:pt x="805160" y="1580709"/>
                  </a:lnTo>
                  <a:lnTo>
                    <a:pt x="806951" y="1582500"/>
                  </a:lnTo>
                  <a:lnTo>
                    <a:pt x="808741" y="1582500"/>
                  </a:lnTo>
                  <a:lnTo>
                    <a:pt x="810532" y="1584290"/>
                  </a:lnTo>
                  <a:lnTo>
                    <a:pt x="820671" y="1584290"/>
                  </a:lnTo>
                  <a:lnTo>
                    <a:pt x="823301" y="1581660"/>
                  </a:lnTo>
                  <a:lnTo>
                    <a:pt x="823301" y="1576289"/>
                  </a:lnTo>
                  <a:lnTo>
                    <a:pt x="827117" y="1572472"/>
                  </a:lnTo>
                  <a:lnTo>
                    <a:pt x="819485" y="1572472"/>
                  </a:lnTo>
                  <a:lnTo>
                    <a:pt x="817694" y="1574263"/>
                  </a:lnTo>
                  <a:lnTo>
                    <a:pt x="815299" y="1574263"/>
                  </a:lnTo>
                  <a:lnTo>
                    <a:pt x="813509" y="1572472"/>
                  </a:lnTo>
                  <a:lnTo>
                    <a:pt x="809928" y="1572472"/>
                  </a:lnTo>
                  <a:lnTo>
                    <a:pt x="808137" y="1570682"/>
                  </a:lnTo>
                  <a:lnTo>
                    <a:pt x="806347" y="1570682"/>
                  </a:lnTo>
                  <a:lnTo>
                    <a:pt x="801814" y="1566149"/>
                  </a:lnTo>
                  <a:lnTo>
                    <a:pt x="801814" y="1564359"/>
                  </a:lnTo>
                  <a:lnTo>
                    <a:pt x="800024" y="1562568"/>
                  </a:lnTo>
                  <a:lnTo>
                    <a:pt x="797159" y="1561371"/>
                  </a:lnTo>
                  <a:close/>
                  <a:moveTo>
                    <a:pt x="985168" y="1563161"/>
                  </a:moveTo>
                  <a:lnTo>
                    <a:pt x="988033" y="1563161"/>
                  </a:lnTo>
                  <a:lnTo>
                    <a:pt x="988033" y="1559580"/>
                  </a:lnTo>
                  <a:lnTo>
                    <a:pt x="985168" y="1559580"/>
                  </a:lnTo>
                  <a:lnTo>
                    <a:pt x="985168" y="1563161"/>
                  </a:lnTo>
                  <a:close/>
                  <a:moveTo>
                    <a:pt x="1087230" y="1556357"/>
                  </a:moveTo>
                  <a:lnTo>
                    <a:pt x="1087230" y="1558987"/>
                  </a:lnTo>
                  <a:lnTo>
                    <a:pt x="1085439" y="1560778"/>
                  </a:lnTo>
                  <a:lnTo>
                    <a:pt x="1085439" y="1562568"/>
                  </a:lnTo>
                  <a:lnTo>
                    <a:pt x="1083649" y="1564359"/>
                  </a:lnTo>
                  <a:lnTo>
                    <a:pt x="1083649" y="1570917"/>
                  </a:lnTo>
                  <a:lnTo>
                    <a:pt x="1085439" y="1572708"/>
                  </a:lnTo>
                  <a:lnTo>
                    <a:pt x="1085439" y="1576289"/>
                  </a:lnTo>
                  <a:lnTo>
                    <a:pt x="1089860" y="1580709"/>
                  </a:lnTo>
                  <a:lnTo>
                    <a:pt x="1092008" y="1581067"/>
                  </a:lnTo>
                  <a:lnTo>
                    <a:pt x="1090218" y="1582858"/>
                  </a:lnTo>
                  <a:lnTo>
                    <a:pt x="1092602" y="1585242"/>
                  </a:lnTo>
                  <a:lnTo>
                    <a:pt x="1092602" y="1596589"/>
                  </a:lnTo>
                  <a:lnTo>
                    <a:pt x="1090811" y="1598379"/>
                  </a:lnTo>
                  <a:lnTo>
                    <a:pt x="1090811" y="1604938"/>
                  </a:lnTo>
                  <a:lnTo>
                    <a:pt x="1092602" y="1606728"/>
                  </a:lnTo>
                  <a:lnTo>
                    <a:pt x="1092602" y="1609358"/>
                  </a:lnTo>
                  <a:lnTo>
                    <a:pt x="1095231" y="1609358"/>
                  </a:lnTo>
                  <a:lnTo>
                    <a:pt x="1097022" y="1611149"/>
                  </a:lnTo>
                  <a:lnTo>
                    <a:pt x="1103580" y="1611149"/>
                  </a:lnTo>
                  <a:lnTo>
                    <a:pt x="1105371" y="1609358"/>
                  </a:lnTo>
                  <a:lnTo>
                    <a:pt x="1108952" y="1609358"/>
                  </a:lnTo>
                  <a:lnTo>
                    <a:pt x="1115163" y="1603147"/>
                  </a:lnTo>
                  <a:lnTo>
                    <a:pt x="1115163" y="1601357"/>
                  </a:lnTo>
                  <a:lnTo>
                    <a:pt x="1116953" y="1599566"/>
                  </a:lnTo>
                  <a:lnTo>
                    <a:pt x="1116953" y="1594798"/>
                  </a:lnTo>
                  <a:lnTo>
                    <a:pt x="1111581" y="1589427"/>
                  </a:lnTo>
                  <a:lnTo>
                    <a:pt x="1111581" y="1587636"/>
                  </a:lnTo>
                  <a:lnTo>
                    <a:pt x="1109791" y="1585845"/>
                  </a:lnTo>
                  <a:lnTo>
                    <a:pt x="1109791" y="1581660"/>
                  </a:lnTo>
                  <a:lnTo>
                    <a:pt x="1110149" y="1581302"/>
                  </a:lnTo>
                  <a:lnTo>
                    <a:pt x="1111346" y="1582500"/>
                  </a:lnTo>
                  <a:lnTo>
                    <a:pt x="1113137" y="1582500"/>
                  </a:lnTo>
                  <a:lnTo>
                    <a:pt x="1114088" y="1583451"/>
                  </a:lnTo>
                  <a:lnTo>
                    <a:pt x="1114088" y="1585242"/>
                  </a:lnTo>
                  <a:lnTo>
                    <a:pt x="1115879" y="1587032"/>
                  </a:lnTo>
                  <a:lnTo>
                    <a:pt x="1115879" y="1588823"/>
                  </a:lnTo>
                  <a:lnTo>
                    <a:pt x="1117669" y="1590613"/>
                  </a:lnTo>
                  <a:lnTo>
                    <a:pt x="1117669" y="1594194"/>
                  </a:lnTo>
                  <a:lnTo>
                    <a:pt x="1120299" y="1596824"/>
                  </a:lnTo>
                  <a:lnTo>
                    <a:pt x="1125671" y="1596824"/>
                  </a:lnTo>
                  <a:lnTo>
                    <a:pt x="1128055" y="1599208"/>
                  </a:lnTo>
                  <a:lnTo>
                    <a:pt x="1130439" y="1596824"/>
                  </a:lnTo>
                  <a:lnTo>
                    <a:pt x="1135810" y="1596824"/>
                  </a:lnTo>
                  <a:lnTo>
                    <a:pt x="1137601" y="1595033"/>
                  </a:lnTo>
                  <a:lnTo>
                    <a:pt x="1139391" y="1595033"/>
                  </a:lnTo>
                  <a:lnTo>
                    <a:pt x="1143812" y="1590613"/>
                  </a:lnTo>
                  <a:lnTo>
                    <a:pt x="1143812" y="1588823"/>
                  </a:lnTo>
                  <a:lnTo>
                    <a:pt x="1145602" y="1587032"/>
                  </a:lnTo>
                  <a:lnTo>
                    <a:pt x="1145602" y="1585242"/>
                  </a:lnTo>
                  <a:lnTo>
                    <a:pt x="1147393" y="1583451"/>
                  </a:lnTo>
                  <a:lnTo>
                    <a:pt x="1147393" y="1573312"/>
                  </a:lnTo>
                  <a:lnTo>
                    <a:pt x="1145602" y="1571521"/>
                  </a:lnTo>
                  <a:lnTo>
                    <a:pt x="1145602" y="1569730"/>
                  </a:lnTo>
                  <a:lnTo>
                    <a:pt x="1142021" y="1566149"/>
                  </a:lnTo>
                  <a:lnTo>
                    <a:pt x="1142021" y="1563520"/>
                  </a:lnTo>
                  <a:lnTo>
                    <a:pt x="1139391" y="1563520"/>
                  </a:lnTo>
                  <a:lnTo>
                    <a:pt x="1135810" y="1559938"/>
                  </a:lnTo>
                  <a:lnTo>
                    <a:pt x="1130203" y="1559938"/>
                  </a:lnTo>
                  <a:lnTo>
                    <a:pt x="1130203" y="1564359"/>
                  </a:lnTo>
                  <a:lnTo>
                    <a:pt x="1128413" y="1566149"/>
                  </a:lnTo>
                  <a:lnTo>
                    <a:pt x="1128413" y="1567940"/>
                  </a:lnTo>
                  <a:lnTo>
                    <a:pt x="1120299" y="1576054"/>
                  </a:lnTo>
                  <a:lnTo>
                    <a:pt x="1114927" y="1576054"/>
                  </a:lnTo>
                  <a:lnTo>
                    <a:pt x="1113137" y="1577844"/>
                  </a:lnTo>
                  <a:lnTo>
                    <a:pt x="1109556" y="1577844"/>
                  </a:lnTo>
                  <a:lnTo>
                    <a:pt x="1107765" y="1579635"/>
                  </a:lnTo>
                  <a:lnTo>
                    <a:pt x="1105371" y="1579635"/>
                  </a:lnTo>
                  <a:lnTo>
                    <a:pt x="1103580" y="1577844"/>
                  </a:lnTo>
                  <a:lnTo>
                    <a:pt x="1098812" y="1577844"/>
                  </a:lnTo>
                  <a:lnTo>
                    <a:pt x="1097022" y="1579635"/>
                  </a:lnTo>
                  <a:lnTo>
                    <a:pt x="1094627" y="1579635"/>
                  </a:lnTo>
                  <a:lnTo>
                    <a:pt x="1094269" y="1579277"/>
                  </a:lnTo>
                  <a:lnTo>
                    <a:pt x="1094627" y="1578918"/>
                  </a:lnTo>
                  <a:lnTo>
                    <a:pt x="1096418" y="1578918"/>
                  </a:lnTo>
                  <a:lnTo>
                    <a:pt x="1101431" y="1573905"/>
                  </a:lnTo>
                  <a:lnTo>
                    <a:pt x="1095466" y="1567940"/>
                  </a:lnTo>
                  <a:lnTo>
                    <a:pt x="1095466" y="1566149"/>
                  </a:lnTo>
                  <a:lnTo>
                    <a:pt x="1093676" y="1564359"/>
                  </a:lnTo>
                  <a:lnTo>
                    <a:pt x="1093676" y="1558987"/>
                  </a:lnTo>
                  <a:lnTo>
                    <a:pt x="1091046" y="1556357"/>
                  </a:lnTo>
                  <a:lnTo>
                    <a:pt x="1087230" y="1556357"/>
                  </a:lnTo>
                  <a:close/>
                  <a:moveTo>
                    <a:pt x="1188934" y="1548479"/>
                  </a:moveTo>
                  <a:lnTo>
                    <a:pt x="1188934" y="1545614"/>
                  </a:lnTo>
                  <a:lnTo>
                    <a:pt x="1187143" y="1545614"/>
                  </a:lnTo>
                  <a:lnTo>
                    <a:pt x="1187143" y="1548479"/>
                  </a:lnTo>
                  <a:lnTo>
                    <a:pt x="1188934" y="1548479"/>
                  </a:lnTo>
                  <a:close/>
                  <a:moveTo>
                    <a:pt x="988749" y="1543465"/>
                  </a:moveTo>
                  <a:lnTo>
                    <a:pt x="988749" y="1544663"/>
                  </a:lnTo>
                  <a:lnTo>
                    <a:pt x="986958" y="1546453"/>
                  </a:lnTo>
                  <a:lnTo>
                    <a:pt x="986958" y="1552295"/>
                  </a:lnTo>
                  <a:lnTo>
                    <a:pt x="991614" y="1547640"/>
                  </a:lnTo>
                  <a:lnTo>
                    <a:pt x="988749" y="1543465"/>
                  </a:lnTo>
                  <a:close/>
                  <a:moveTo>
                    <a:pt x="853086" y="1542688"/>
                  </a:moveTo>
                  <a:lnTo>
                    <a:pt x="859112" y="1548714"/>
                  </a:lnTo>
                  <a:lnTo>
                    <a:pt x="859112" y="1542033"/>
                  </a:lnTo>
                  <a:lnTo>
                    <a:pt x="853086" y="1542688"/>
                  </a:lnTo>
                  <a:close/>
                  <a:moveTo>
                    <a:pt x="974424" y="1538094"/>
                  </a:moveTo>
                  <a:lnTo>
                    <a:pt x="974424" y="1540477"/>
                  </a:lnTo>
                  <a:lnTo>
                    <a:pt x="976215" y="1542268"/>
                  </a:lnTo>
                  <a:lnTo>
                    <a:pt x="976215" y="1552295"/>
                  </a:lnTo>
                  <a:lnTo>
                    <a:pt x="981464" y="1547046"/>
                  </a:lnTo>
                  <a:lnTo>
                    <a:pt x="979080" y="1544663"/>
                  </a:lnTo>
                  <a:lnTo>
                    <a:pt x="979080" y="1541081"/>
                  </a:lnTo>
                  <a:lnTo>
                    <a:pt x="977289" y="1539291"/>
                  </a:lnTo>
                  <a:lnTo>
                    <a:pt x="974424" y="1538094"/>
                  </a:lnTo>
                  <a:close/>
                  <a:moveTo>
                    <a:pt x="810532" y="1536661"/>
                  </a:moveTo>
                  <a:lnTo>
                    <a:pt x="806951" y="1540242"/>
                  </a:lnTo>
                  <a:lnTo>
                    <a:pt x="805160" y="1540242"/>
                  </a:lnTo>
                  <a:lnTo>
                    <a:pt x="802530" y="1542872"/>
                  </a:lnTo>
                  <a:lnTo>
                    <a:pt x="802530" y="1544663"/>
                  </a:lnTo>
                  <a:lnTo>
                    <a:pt x="800740" y="1546453"/>
                  </a:lnTo>
                  <a:lnTo>
                    <a:pt x="800740" y="1548244"/>
                  </a:lnTo>
                  <a:lnTo>
                    <a:pt x="798949" y="1550034"/>
                  </a:lnTo>
                  <a:lnTo>
                    <a:pt x="798949" y="1555876"/>
                  </a:lnTo>
                  <a:lnTo>
                    <a:pt x="802766" y="1552060"/>
                  </a:lnTo>
                  <a:lnTo>
                    <a:pt x="804556" y="1552060"/>
                  </a:lnTo>
                  <a:lnTo>
                    <a:pt x="808137" y="1548479"/>
                  </a:lnTo>
                  <a:lnTo>
                    <a:pt x="814348" y="1548479"/>
                  </a:lnTo>
                  <a:lnTo>
                    <a:pt x="814348" y="1542268"/>
                  </a:lnTo>
                  <a:lnTo>
                    <a:pt x="816139" y="1540477"/>
                  </a:lnTo>
                  <a:lnTo>
                    <a:pt x="816139" y="1536661"/>
                  </a:lnTo>
                  <a:lnTo>
                    <a:pt x="810532" y="1536661"/>
                  </a:lnTo>
                  <a:close/>
                  <a:moveTo>
                    <a:pt x="993762" y="1537735"/>
                  </a:moveTo>
                  <a:lnTo>
                    <a:pt x="993762" y="1534871"/>
                  </a:lnTo>
                  <a:lnTo>
                    <a:pt x="991972" y="1534871"/>
                  </a:lnTo>
                  <a:lnTo>
                    <a:pt x="991972" y="1537735"/>
                  </a:lnTo>
                  <a:lnTo>
                    <a:pt x="993762" y="1537735"/>
                  </a:lnTo>
                  <a:close/>
                  <a:moveTo>
                    <a:pt x="1229523" y="1531289"/>
                  </a:moveTo>
                  <a:lnTo>
                    <a:pt x="1225942" y="1534871"/>
                  </a:lnTo>
                  <a:lnTo>
                    <a:pt x="1224152" y="1534871"/>
                  </a:lnTo>
                  <a:lnTo>
                    <a:pt x="1221522" y="1537500"/>
                  </a:lnTo>
                  <a:lnTo>
                    <a:pt x="1221522" y="1539291"/>
                  </a:lnTo>
                  <a:lnTo>
                    <a:pt x="1219731" y="1541081"/>
                  </a:lnTo>
                  <a:lnTo>
                    <a:pt x="1219731" y="1542872"/>
                  </a:lnTo>
                  <a:lnTo>
                    <a:pt x="1217941" y="1544663"/>
                  </a:lnTo>
                  <a:lnTo>
                    <a:pt x="1217941" y="1554802"/>
                  </a:lnTo>
                  <a:lnTo>
                    <a:pt x="1219731" y="1556593"/>
                  </a:lnTo>
                  <a:lnTo>
                    <a:pt x="1219731" y="1558383"/>
                  </a:lnTo>
                  <a:lnTo>
                    <a:pt x="1221522" y="1560174"/>
                  </a:lnTo>
                  <a:lnTo>
                    <a:pt x="1221522" y="1561964"/>
                  </a:lnTo>
                  <a:lnTo>
                    <a:pt x="1224152" y="1564594"/>
                  </a:lnTo>
                  <a:lnTo>
                    <a:pt x="1225942" y="1564594"/>
                  </a:lnTo>
                  <a:lnTo>
                    <a:pt x="1227733" y="1566384"/>
                  </a:lnTo>
                  <a:lnTo>
                    <a:pt x="1229523" y="1566384"/>
                  </a:lnTo>
                  <a:lnTo>
                    <a:pt x="1231314" y="1568175"/>
                  </a:lnTo>
                  <a:lnTo>
                    <a:pt x="1243244" y="1568175"/>
                  </a:lnTo>
                  <a:lnTo>
                    <a:pt x="1246825" y="1564594"/>
                  </a:lnTo>
                  <a:lnTo>
                    <a:pt x="1248616" y="1564594"/>
                  </a:lnTo>
                  <a:lnTo>
                    <a:pt x="1251245" y="1561964"/>
                  </a:lnTo>
                  <a:lnTo>
                    <a:pt x="1251245" y="1560174"/>
                  </a:lnTo>
                  <a:lnTo>
                    <a:pt x="1254827" y="1556593"/>
                  </a:lnTo>
                  <a:lnTo>
                    <a:pt x="1254827" y="1542872"/>
                  </a:lnTo>
                  <a:lnTo>
                    <a:pt x="1253036" y="1541081"/>
                  </a:lnTo>
                  <a:lnTo>
                    <a:pt x="1253036" y="1539291"/>
                  </a:lnTo>
                  <a:lnTo>
                    <a:pt x="1246825" y="1533080"/>
                  </a:lnTo>
                  <a:lnTo>
                    <a:pt x="1245035" y="1533080"/>
                  </a:lnTo>
                  <a:lnTo>
                    <a:pt x="1243244" y="1531289"/>
                  </a:lnTo>
                  <a:lnTo>
                    <a:pt x="1229523" y="1531289"/>
                  </a:lnTo>
                  <a:close/>
                  <a:moveTo>
                    <a:pt x="823301" y="1527473"/>
                  </a:moveTo>
                  <a:lnTo>
                    <a:pt x="818645" y="1532129"/>
                  </a:lnTo>
                  <a:lnTo>
                    <a:pt x="818645" y="1535945"/>
                  </a:lnTo>
                  <a:lnTo>
                    <a:pt x="823301" y="1535945"/>
                  </a:lnTo>
                  <a:lnTo>
                    <a:pt x="823301" y="1527473"/>
                  </a:lnTo>
                  <a:close/>
                  <a:moveTo>
                    <a:pt x="1125251" y="1526573"/>
                  </a:moveTo>
                  <a:lnTo>
                    <a:pt x="1126622" y="1527944"/>
                  </a:lnTo>
                  <a:lnTo>
                    <a:pt x="1126622" y="1539291"/>
                  </a:lnTo>
                  <a:lnTo>
                    <a:pt x="1124832" y="1541081"/>
                  </a:lnTo>
                  <a:lnTo>
                    <a:pt x="1124832" y="1545849"/>
                  </a:lnTo>
                  <a:lnTo>
                    <a:pt x="1126622" y="1547640"/>
                  </a:lnTo>
                  <a:lnTo>
                    <a:pt x="1126622" y="1551825"/>
                  </a:lnTo>
                  <a:lnTo>
                    <a:pt x="1125671" y="1552776"/>
                  </a:lnTo>
                  <a:lnTo>
                    <a:pt x="1123880" y="1552776"/>
                  </a:lnTo>
                  <a:lnTo>
                    <a:pt x="1122090" y="1554567"/>
                  </a:lnTo>
                  <a:lnTo>
                    <a:pt x="1116718" y="1554567"/>
                  </a:lnTo>
                  <a:lnTo>
                    <a:pt x="1115521" y="1555764"/>
                  </a:lnTo>
                  <a:lnTo>
                    <a:pt x="1114324" y="1554567"/>
                  </a:lnTo>
                  <a:lnTo>
                    <a:pt x="1108952" y="1554567"/>
                  </a:lnTo>
                  <a:lnTo>
                    <a:pt x="1106568" y="1552183"/>
                  </a:lnTo>
                  <a:lnTo>
                    <a:pt x="1102752" y="1555999"/>
                  </a:lnTo>
                  <a:lnTo>
                    <a:pt x="1105135" y="1558383"/>
                  </a:lnTo>
                  <a:lnTo>
                    <a:pt x="1105135" y="1566149"/>
                  </a:lnTo>
                  <a:lnTo>
                    <a:pt x="1103345" y="1567940"/>
                  </a:lnTo>
                  <a:lnTo>
                    <a:pt x="1103345" y="1575337"/>
                  </a:lnTo>
                  <a:lnTo>
                    <a:pt x="1105975" y="1575337"/>
                  </a:lnTo>
                  <a:lnTo>
                    <a:pt x="1109791" y="1579154"/>
                  </a:lnTo>
                  <a:lnTo>
                    <a:pt x="1109791" y="1570917"/>
                  </a:lnTo>
                  <a:lnTo>
                    <a:pt x="1113372" y="1567336"/>
                  </a:lnTo>
                  <a:lnTo>
                    <a:pt x="1113372" y="1565545"/>
                  </a:lnTo>
                  <a:lnTo>
                    <a:pt x="1116114" y="1562803"/>
                  </a:lnTo>
                  <a:lnTo>
                    <a:pt x="1117905" y="1562803"/>
                  </a:lnTo>
                  <a:lnTo>
                    <a:pt x="1119695" y="1561013"/>
                  </a:lnTo>
                  <a:lnTo>
                    <a:pt x="1121486" y="1561013"/>
                  </a:lnTo>
                  <a:lnTo>
                    <a:pt x="1123276" y="1559222"/>
                  </a:lnTo>
                  <a:lnTo>
                    <a:pt x="1129487" y="1559222"/>
                  </a:lnTo>
                  <a:lnTo>
                    <a:pt x="1129487" y="1547640"/>
                  </a:lnTo>
                  <a:lnTo>
                    <a:pt x="1131278" y="1545849"/>
                  </a:lnTo>
                  <a:lnTo>
                    <a:pt x="1131278" y="1544059"/>
                  </a:lnTo>
                  <a:lnTo>
                    <a:pt x="1133068" y="1542268"/>
                  </a:lnTo>
                  <a:lnTo>
                    <a:pt x="1133068" y="1532129"/>
                  </a:lnTo>
                  <a:lnTo>
                    <a:pt x="1131278" y="1530338"/>
                  </a:lnTo>
                  <a:lnTo>
                    <a:pt x="1131278" y="1528547"/>
                  </a:lnTo>
                  <a:lnTo>
                    <a:pt x="1125251" y="1526573"/>
                  </a:lnTo>
                  <a:close/>
                  <a:moveTo>
                    <a:pt x="796207" y="1516965"/>
                  </a:moveTo>
                  <a:lnTo>
                    <a:pt x="792626" y="1520546"/>
                  </a:lnTo>
                  <a:lnTo>
                    <a:pt x="786057" y="1520546"/>
                  </a:lnTo>
                  <a:lnTo>
                    <a:pt x="786057" y="1523411"/>
                  </a:lnTo>
                  <a:lnTo>
                    <a:pt x="789045" y="1523411"/>
                  </a:lnTo>
                  <a:lnTo>
                    <a:pt x="790835" y="1525202"/>
                  </a:lnTo>
                  <a:lnTo>
                    <a:pt x="793813" y="1525202"/>
                  </a:lnTo>
                  <a:lnTo>
                    <a:pt x="795603" y="1523411"/>
                  </a:lnTo>
                  <a:lnTo>
                    <a:pt x="799184" y="1523411"/>
                  </a:lnTo>
                  <a:lnTo>
                    <a:pt x="800975" y="1521620"/>
                  </a:lnTo>
                  <a:lnTo>
                    <a:pt x="802172" y="1521620"/>
                  </a:lnTo>
                  <a:lnTo>
                    <a:pt x="802172" y="1518756"/>
                  </a:lnTo>
                  <a:lnTo>
                    <a:pt x="800975" y="1518756"/>
                  </a:lnTo>
                  <a:lnTo>
                    <a:pt x="799184" y="1516965"/>
                  </a:lnTo>
                  <a:lnTo>
                    <a:pt x="796207" y="1516965"/>
                  </a:lnTo>
                  <a:close/>
                  <a:moveTo>
                    <a:pt x="1157901" y="1513384"/>
                  </a:moveTo>
                  <a:lnTo>
                    <a:pt x="1156110" y="1515174"/>
                  </a:lnTo>
                  <a:lnTo>
                    <a:pt x="1152529" y="1515174"/>
                  </a:lnTo>
                  <a:lnTo>
                    <a:pt x="1148948" y="1518756"/>
                  </a:lnTo>
                  <a:lnTo>
                    <a:pt x="1146318" y="1518756"/>
                  </a:lnTo>
                  <a:lnTo>
                    <a:pt x="1146318" y="1521385"/>
                  </a:lnTo>
                  <a:lnTo>
                    <a:pt x="1142737" y="1524966"/>
                  </a:lnTo>
                  <a:lnTo>
                    <a:pt x="1142737" y="1528547"/>
                  </a:lnTo>
                  <a:lnTo>
                    <a:pt x="1140947" y="1530338"/>
                  </a:lnTo>
                  <a:lnTo>
                    <a:pt x="1140947" y="1535106"/>
                  </a:lnTo>
                  <a:lnTo>
                    <a:pt x="1142737" y="1536896"/>
                  </a:lnTo>
                  <a:lnTo>
                    <a:pt x="1142737" y="1540477"/>
                  </a:lnTo>
                  <a:lnTo>
                    <a:pt x="1144528" y="1542268"/>
                  </a:lnTo>
                  <a:lnTo>
                    <a:pt x="1144528" y="1544059"/>
                  </a:lnTo>
                  <a:lnTo>
                    <a:pt x="1148948" y="1548479"/>
                  </a:lnTo>
                  <a:lnTo>
                    <a:pt x="1150739" y="1548479"/>
                  </a:lnTo>
                  <a:lnTo>
                    <a:pt x="1153123" y="1550863"/>
                  </a:lnTo>
                  <a:lnTo>
                    <a:pt x="1156346" y="1547640"/>
                  </a:lnTo>
                  <a:lnTo>
                    <a:pt x="1156346" y="1545849"/>
                  </a:lnTo>
                  <a:lnTo>
                    <a:pt x="1158136" y="1544059"/>
                  </a:lnTo>
                  <a:lnTo>
                    <a:pt x="1158136" y="1527944"/>
                  </a:lnTo>
                  <a:lnTo>
                    <a:pt x="1161717" y="1524362"/>
                  </a:lnTo>
                  <a:lnTo>
                    <a:pt x="1161717" y="1522572"/>
                  </a:lnTo>
                  <a:lnTo>
                    <a:pt x="1169115" y="1515174"/>
                  </a:lnTo>
                  <a:lnTo>
                    <a:pt x="1164459" y="1515174"/>
                  </a:lnTo>
                  <a:lnTo>
                    <a:pt x="1162669" y="1513384"/>
                  </a:lnTo>
                  <a:lnTo>
                    <a:pt x="1157901" y="1513384"/>
                  </a:lnTo>
                  <a:close/>
                  <a:moveTo>
                    <a:pt x="1095825" y="1514458"/>
                  </a:moveTo>
                  <a:lnTo>
                    <a:pt x="1095825" y="1511593"/>
                  </a:lnTo>
                  <a:lnTo>
                    <a:pt x="1094034" y="1511593"/>
                  </a:lnTo>
                  <a:lnTo>
                    <a:pt x="1094034" y="1514458"/>
                  </a:lnTo>
                  <a:lnTo>
                    <a:pt x="1095825" y="1514458"/>
                  </a:lnTo>
                  <a:close/>
                  <a:moveTo>
                    <a:pt x="1081858" y="1511593"/>
                  </a:moveTo>
                  <a:lnTo>
                    <a:pt x="1081858" y="1518275"/>
                  </a:lnTo>
                  <a:lnTo>
                    <a:pt x="1088539" y="1511593"/>
                  </a:lnTo>
                  <a:lnTo>
                    <a:pt x="1081858" y="1511593"/>
                  </a:lnTo>
                  <a:close/>
                  <a:moveTo>
                    <a:pt x="992330" y="1511593"/>
                  </a:moveTo>
                  <a:lnTo>
                    <a:pt x="992330" y="1514223"/>
                  </a:lnTo>
                  <a:lnTo>
                    <a:pt x="988749" y="1517804"/>
                  </a:lnTo>
                  <a:lnTo>
                    <a:pt x="988749" y="1527944"/>
                  </a:lnTo>
                  <a:lnTo>
                    <a:pt x="993404" y="1532599"/>
                  </a:lnTo>
                  <a:lnTo>
                    <a:pt x="993404" y="1527944"/>
                  </a:lnTo>
                  <a:lnTo>
                    <a:pt x="995195" y="1526153"/>
                  </a:lnTo>
                  <a:lnTo>
                    <a:pt x="995195" y="1517200"/>
                  </a:lnTo>
                  <a:lnTo>
                    <a:pt x="996985" y="1515410"/>
                  </a:lnTo>
                  <a:lnTo>
                    <a:pt x="996985" y="1511593"/>
                  </a:lnTo>
                  <a:lnTo>
                    <a:pt x="992330" y="1511593"/>
                  </a:lnTo>
                  <a:close/>
                  <a:moveTo>
                    <a:pt x="768510" y="1505986"/>
                  </a:moveTo>
                  <a:lnTo>
                    <a:pt x="768510" y="1511828"/>
                  </a:lnTo>
                  <a:lnTo>
                    <a:pt x="776091" y="1519410"/>
                  </a:lnTo>
                  <a:lnTo>
                    <a:pt x="778117" y="1517385"/>
                  </a:lnTo>
                  <a:lnTo>
                    <a:pt x="773165" y="1512432"/>
                  </a:lnTo>
                  <a:lnTo>
                    <a:pt x="773165" y="1510642"/>
                  </a:lnTo>
                  <a:lnTo>
                    <a:pt x="768510" y="1505986"/>
                  </a:lnTo>
                  <a:close/>
                  <a:moveTo>
                    <a:pt x="1179388" y="1506222"/>
                  </a:moveTo>
                  <a:lnTo>
                    <a:pt x="1177597" y="1508012"/>
                  </a:lnTo>
                  <a:lnTo>
                    <a:pt x="1175807" y="1508012"/>
                  </a:lnTo>
                  <a:lnTo>
                    <a:pt x="1174016" y="1509803"/>
                  </a:lnTo>
                  <a:lnTo>
                    <a:pt x="1172225" y="1509803"/>
                  </a:lnTo>
                  <a:lnTo>
                    <a:pt x="1165779" y="1516249"/>
                  </a:lnTo>
                  <a:lnTo>
                    <a:pt x="1181178" y="1516249"/>
                  </a:lnTo>
                  <a:lnTo>
                    <a:pt x="1182969" y="1518039"/>
                  </a:lnTo>
                  <a:lnTo>
                    <a:pt x="1184759" y="1518039"/>
                  </a:lnTo>
                  <a:lnTo>
                    <a:pt x="1186550" y="1519830"/>
                  </a:lnTo>
                  <a:lnTo>
                    <a:pt x="1188340" y="1519830"/>
                  </a:lnTo>
                  <a:lnTo>
                    <a:pt x="1191082" y="1522572"/>
                  </a:lnTo>
                  <a:lnTo>
                    <a:pt x="1191082" y="1524362"/>
                  </a:lnTo>
                  <a:lnTo>
                    <a:pt x="1194664" y="1527944"/>
                  </a:lnTo>
                  <a:lnTo>
                    <a:pt x="1194664" y="1541317"/>
                  </a:lnTo>
                  <a:lnTo>
                    <a:pt x="1198480" y="1541317"/>
                  </a:lnTo>
                  <a:lnTo>
                    <a:pt x="1201110" y="1538687"/>
                  </a:lnTo>
                  <a:lnTo>
                    <a:pt x="1201110" y="1536896"/>
                  </a:lnTo>
                  <a:lnTo>
                    <a:pt x="1202900" y="1535106"/>
                  </a:lnTo>
                  <a:lnTo>
                    <a:pt x="1202900" y="1533315"/>
                  </a:lnTo>
                  <a:lnTo>
                    <a:pt x="1204691" y="1531525"/>
                  </a:lnTo>
                  <a:lnTo>
                    <a:pt x="1204691" y="1521385"/>
                  </a:lnTo>
                  <a:lnTo>
                    <a:pt x="1202900" y="1519595"/>
                  </a:lnTo>
                  <a:lnTo>
                    <a:pt x="1202900" y="1517804"/>
                  </a:lnTo>
                  <a:lnTo>
                    <a:pt x="1201110" y="1516013"/>
                  </a:lnTo>
                  <a:lnTo>
                    <a:pt x="1201110" y="1514223"/>
                  </a:lnTo>
                  <a:lnTo>
                    <a:pt x="1196689" y="1509803"/>
                  </a:lnTo>
                  <a:lnTo>
                    <a:pt x="1194899" y="1509803"/>
                  </a:lnTo>
                  <a:lnTo>
                    <a:pt x="1193108" y="1508012"/>
                  </a:lnTo>
                  <a:lnTo>
                    <a:pt x="1191318" y="1508012"/>
                  </a:lnTo>
                  <a:lnTo>
                    <a:pt x="1189527" y="1506222"/>
                  </a:lnTo>
                  <a:lnTo>
                    <a:pt x="1179388" y="1506222"/>
                  </a:lnTo>
                  <a:close/>
                  <a:moveTo>
                    <a:pt x="852666" y="1502640"/>
                  </a:moveTo>
                  <a:lnTo>
                    <a:pt x="852666" y="1505270"/>
                  </a:lnTo>
                  <a:lnTo>
                    <a:pt x="850876" y="1507061"/>
                  </a:lnTo>
                  <a:lnTo>
                    <a:pt x="850876" y="1511828"/>
                  </a:lnTo>
                  <a:lnTo>
                    <a:pt x="853505" y="1514458"/>
                  </a:lnTo>
                  <a:lnTo>
                    <a:pt x="858273" y="1514458"/>
                  </a:lnTo>
                  <a:lnTo>
                    <a:pt x="861496" y="1511235"/>
                  </a:lnTo>
                  <a:lnTo>
                    <a:pt x="859112" y="1508851"/>
                  </a:lnTo>
                  <a:lnTo>
                    <a:pt x="859112" y="1505270"/>
                  </a:lnTo>
                  <a:lnTo>
                    <a:pt x="856482" y="1502640"/>
                  </a:lnTo>
                  <a:lnTo>
                    <a:pt x="852666" y="1502640"/>
                  </a:lnTo>
                  <a:close/>
                  <a:moveTo>
                    <a:pt x="963446" y="1500850"/>
                  </a:moveTo>
                  <a:lnTo>
                    <a:pt x="969053" y="1506457"/>
                  </a:lnTo>
                  <a:lnTo>
                    <a:pt x="969053" y="1508247"/>
                  </a:lnTo>
                  <a:lnTo>
                    <a:pt x="972634" y="1511828"/>
                  </a:lnTo>
                  <a:lnTo>
                    <a:pt x="972634" y="1513619"/>
                  </a:lnTo>
                  <a:lnTo>
                    <a:pt x="974424" y="1515410"/>
                  </a:lnTo>
                  <a:lnTo>
                    <a:pt x="974424" y="1520065"/>
                  </a:lnTo>
                  <a:lnTo>
                    <a:pt x="979673" y="1514816"/>
                  </a:lnTo>
                  <a:lnTo>
                    <a:pt x="977289" y="1512432"/>
                  </a:lnTo>
                  <a:lnTo>
                    <a:pt x="977289" y="1508851"/>
                  </a:lnTo>
                  <a:lnTo>
                    <a:pt x="975499" y="1507061"/>
                  </a:lnTo>
                  <a:lnTo>
                    <a:pt x="975499" y="1505270"/>
                  </a:lnTo>
                  <a:lnTo>
                    <a:pt x="972869" y="1502640"/>
                  </a:lnTo>
                  <a:lnTo>
                    <a:pt x="971078" y="1502640"/>
                  </a:lnTo>
                  <a:lnTo>
                    <a:pt x="969288" y="1500850"/>
                  </a:lnTo>
                  <a:lnTo>
                    <a:pt x="963446" y="1500850"/>
                  </a:lnTo>
                  <a:close/>
                  <a:moveTo>
                    <a:pt x="1084488" y="1497269"/>
                  </a:moveTo>
                  <a:lnTo>
                    <a:pt x="1075893" y="1505863"/>
                  </a:lnTo>
                  <a:lnTo>
                    <a:pt x="1079116" y="1509086"/>
                  </a:lnTo>
                  <a:lnTo>
                    <a:pt x="1082093" y="1509086"/>
                  </a:lnTo>
                  <a:lnTo>
                    <a:pt x="1083884" y="1507296"/>
                  </a:lnTo>
                  <a:lnTo>
                    <a:pt x="1088069" y="1507296"/>
                  </a:lnTo>
                  <a:lnTo>
                    <a:pt x="1089860" y="1509086"/>
                  </a:lnTo>
                  <a:lnTo>
                    <a:pt x="1093441" y="1509086"/>
                  </a:lnTo>
                  <a:lnTo>
                    <a:pt x="1094812" y="1510457"/>
                  </a:lnTo>
                  <a:lnTo>
                    <a:pt x="1096837" y="1508432"/>
                  </a:lnTo>
                  <a:lnTo>
                    <a:pt x="1095466" y="1507061"/>
                  </a:lnTo>
                  <a:lnTo>
                    <a:pt x="1095466" y="1503480"/>
                  </a:lnTo>
                  <a:lnTo>
                    <a:pt x="1093676" y="1501689"/>
                  </a:lnTo>
                  <a:lnTo>
                    <a:pt x="1093676" y="1497269"/>
                  </a:lnTo>
                  <a:lnTo>
                    <a:pt x="1084488" y="1497269"/>
                  </a:lnTo>
                  <a:close/>
                  <a:moveTo>
                    <a:pt x="953357" y="1499714"/>
                  </a:moveTo>
                  <a:lnTo>
                    <a:pt x="955383" y="1497688"/>
                  </a:lnTo>
                  <a:lnTo>
                    <a:pt x="953592" y="1495898"/>
                  </a:lnTo>
                  <a:lnTo>
                    <a:pt x="951567" y="1497924"/>
                  </a:lnTo>
                  <a:lnTo>
                    <a:pt x="953357" y="1499714"/>
                  </a:lnTo>
                  <a:close/>
                  <a:moveTo>
                    <a:pt x="1128178" y="1490107"/>
                  </a:moveTo>
                  <a:lnTo>
                    <a:pt x="1131994" y="1493923"/>
                  </a:lnTo>
                  <a:lnTo>
                    <a:pt x="1131994" y="1502876"/>
                  </a:lnTo>
                  <a:lnTo>
                    <a:pt x="1133191" y="1504073"/>
                  </a:lnTo>
                  <a:lnTo>
                    <a:pt x="1131994" y="1505270"/>
                  </a:lnTo>
                  <a:lnTo>
                    <a:pt x="1131994" y="1510642"/>
                  </a:lnTo>
                  <a:lnTo>
                    <a:pt x="1130203" y="1512432"/>
                  </a:lnTo>
                  <a:lnTo>
                    <a:pt x="1130203" y="1514223"/>
                  </a:lnTo>
                  <a:lnTo>
                    <a:pt x="1125671" y="1518756"/>
                  </a:lnTo>
                  <a:lnTo>
                    <a:pt x="1124474" y="1518756"/>
                  </a:lnTo>
                  <a:lnTo>
                    <a:pt x="1124474" y="1521620"/>
                  </a:lnTo>
                  <a:lnTo>
                    <a:pt x="1125671" y="1521620"/>
                  </a:lnTo>
                  <a:lnTo>
                    <a:pt x="1127461" y="1523411"/>
                  </a:lnTo>
                  <a:lnTo>
                    <a:pt x="1132229" y="1523411"/>
                  </a:lnTo>
                  <a:lnTo>
                    <a:pt x="1140231" y="1515410"/>
                  </a:lnTo>
                  <a:lnTo>
                    <a:pt x="1140231" y="1513619"/>
                  </a:lnTo>
                  <a:lnTo>
                    <a:pt x="1142021" y="1511828"/>
                  </a:lnTo>
                  <a:lnTo>
                    <a:pt x="1142021" y="1499898"/>
                  </a:lnTo>
                  <a:lnTo>
                    <a:pt x="1138440" y="1496317"/>
                  </a:lnTo>
                  <a:lnTo>
                    <a:pt x="1138440" y="1494527"/>
                  </a:lnTo>
                  <a:lnTo>
                    <a:pt x="1134020" y="1490107"/>
                  </a:lnTo>
                  <a:lnTo>
                    <a:pt x="1128178" y="1490107"/>
                  </a:lnTo>
                  <a:close/>
                  <a:moveTo>
                    <a:pt x="1072189" y="1484500"/>
                  </a:moveTo>
                  <a:lnTo>
                    <a:pt x="1068373" y="1488316"/>
                  </a:lnTo>
                  <a:lnTo>
                    <a:pt x="1066582" y="1488316"/>
                  </a:lnTo>
                  <a:lnTo>
                    <a:pt x="1063953" y="1490946"/>
                  </a:lnTo>
                  <a:lnTo>
                    <a:pt x="1063953" y="1501085"/>
                  </a:lnTo>
                  <a:lnTo>
                    <a:pt x="1066582" y="1503715"/>
                  </a:lnTo>
                  <a:lnTo>
                    <a:pt x="1072189" y="1503715"/>
                  </a:lnTo>
                  <a:lnTo>
                    <a:pt x="1072189" y="1484500"/>
                  </a:lnTo>
                  <a:close/>
                  <a:moveTo>
                    <a:pt x="998121" y="1486945"/>
                  </a:moveTo>
                  <a:lnTo>
                    <a:pt x="994121" y="1490946"/>
                  </a:lnTo>
                  <a:lnTo>
                    <a:pt x="994121" y="1502876"/>
                  </a:lnTo>
                  <a:lnTo>
                    <a:pt x="998776" y="1507531"/>
                  </a:lnTo>
                  <a:lnTo>
                    <a:pt x="998776" y="1490342"/>
                  </a:lnTo>
                  <a:lnTo>
                    <a:pt x="998121" y="1486945"/>
                  </a:lnTo>
                  <a:close/>
                  <a:moveTo>
                    <a:pt x="817694" y="1486525"/>
                  </a:moveTo>
                  <a:lnTo>
                    <a:pt x="815903" y="1488316"/>
                  </a:lnTo>
                  <a:lnTo>
                    <a:pt x="804086" y="1488316"/>
                  </a:lnTo>
                  <a:lnTo>
                    <a:pt x="807902" y="1492132"/>
                  </a:lnTo>
                  <a:lnTo>
                    <a:pt x="807902" y="1493923"/>
                  </a:lnTo>
                  <a:lnTo>
                    <a:pt x="811483" y="1497504"/>
                  </a:lnTo>
                  <a:lnTo>
                    <a:pt x="811483" y="1512432"/>
                  </a:lnTo>
                  <a:lnTo>
                    <a:pt x="807902" y="1516013"/>
                  </a:lnTo>
                  <a:lnTo>
                    <a:pt x="807902" y="1517804"/>
                  </a:lnTo>
                  <a:lnTo>
                    <a:pt x="804086" y="1521620"/>
                  </a:lnTo>
                  <a:lnTo>
                    <a:pt x="810532" y="1521620"/>
                  </a:lnTo>
                  <a:lnTo>
                    <a:pt x="812322" y="1523411"/>
                  </a:lnTo>
                  <a:lnTo>
                    <a:pt x="815299" y="1523411"/>
                  </a:lnTo>
                  <a:lnTo>
                    <a:pt x="817090" y="1521620"/>
                  </a:lnTo>
                  <a:lnTo>
                    <a:pt x="820671" y="1521620"/>
                  </a:lnTo>
                  <a:lnTo>
                    <a:pt x="822462" y="1519830"/>
                  </a:lnTo>
                  <a:lnTo>
                    <a:pt x="823066" y="1519830"/>
                  </a:lnTo>
                  <a:lnTo>
                    <a:pt x="824017" y="1520781"/>
                  </a:lnTo>
                  <a:lnTo>
                    <a:pt x="824017" y="1523176"/>
                  </a:lnTo>
                  <a:lnTo>
                    <a:pt x="820201" y="1526992"/>
                  </a:lnTo>
                  <a:lnTo>
                    <a:pt x="826043" y="1526992"/>
                  </a:lnTo>
                  <a:lnTo>
                    <a:pt x="827833" y="1525202"/>
                  </a:lnTo>
                  <a:lnTo>
                    <a:pt x="839181" y="1525202"/>
                  </a:lnTo>
                  <a:lnTo>
                    <a:pt x="840971" y="1526992"/>
                  </a:lnTo>
                  <a:lnTo>
                    <a:pt x="842762" y="1526992"/>
                  </a:lnTo>
                  <a:lnTo>
                    <a:pt x="844552" y="1528783"/>
                  </a:lnTo>
                  <a:lnTo>
                    <a:pt x="846343" y="1528783"/>
                  </a:lnTo>
                  <a:lnTo>
                    <a:pt x="850159" y="1532599"/>
                  </a:lnTo>
                  <a:lnTo>
                    <a:pt x="850159" y="1526153"/>
                  </a:lnTo>
                  <a:lnTo>
                    <a:pt x="851950" y="1524362"/>
                  </a:lnTo>
                  <a:lnTo>
                    <a:pt x="851950" y="1519595"/>
                  </a:lnTo>
                  <a:lnTo>
                    <a:pt x="850159" y="1517804"/>
                  </a:lnTo>
                  <a:lnTo>
                    <a:pt x="850159" y="1512432"/>
                  </a:lnTo>
                  <a:lnTo>
                    <a:pt x="847530" y="1509803"/>
                  </a:lnTo>
                  <a:lnTo>
                    <a:pt x="833809" y="1509803"/>
                  </a:lnTo>
                  <a:lnTo>
                    <a:pt x="829389" y="1514223"/>
                  </a:lnTo>
                  <a:lnTo>
                    <a:pt x="829389" y="1516013"/>
                  </a:lnTo>
                  <a:lnTo>
                    <a:pt x="826647" y="1518756"/>
                  </a:lnTo>
                  <a:lnTo>
                    <a:pt x="825091" y="1517804"/>
                  </a:lnTo>
                  <a:lnTo>
                    <a:pt x="825091" y="1517200"/>
                  </a:lnTo>
                  <a:lnTo>
                    <a:pt x="832254" y="1510038"/>
                  </a:lnTo>
                  <a:lnTo>
                    <a:pt x="832254" y="1496317"/>
                  </a:lnTo>
                  <a:lnTo>
                    <a:pt x="830463" y="1494527"/>
                  </a:lnTo>
                  <a:lnTo>
                    <a:pt x="830463" y="1492736"/>
                  </a:lnTo>
                  <a:lnTo>
                    <a:pt x="824252" y="1486525"/>
                  </a:lnTo>
                  <a:lnTo>
                    <a:pt x="817694" y="1486525"/>
                  </a:lnTo>
                  <a:close/>
                  <a:moveTo>
                    <a:pt x="1107765" y="1481154"/>
                  </a:moveTo>
                  <a:lnTo>
                    <a:pt x="1103110" y="1485809"/>
                  </a:lnTo>
                  <a:lnTo>
                    <a:pt x="1120299" y="1485809"/>
                  </a:lnTo>
                  <a:lnTo>
                    <a:pt x="1122090" y="1487600"/>
                  </a:lnTo>
                  <a:lnTo>
                    <a:pt x="1127932" y="1487600"/>
                  </a:lnTo>
                  <a:lnTo>
                    <a:pt x="1123276" y="1482944"/>
                  </a:lnTo>
                  <a:lnTo>
                    <a:pt x="1121486" y="1482944"/>
                  </a:lnTo>
                  <a:lnTo>
                    <a:pt x="1119695" y="1481154"/>
                  </a:lnTo>
                  <a:lnTo>
                    <a:pt x="1107765" y="1481154"/>
                  </a:lnTo>
                  <a:close/>
                  <a:moveTo>
                    <a:pt x="738909" y="1481154"/>
                  </a:moveTo>
                  <a:lnTo>
                    <a:pt x="737119" y="1482944"/>
                  </a:lnTo>
                  <a:lnTo>
                    <a:pt x="735328" y="1482944"/>
                  </a:lnTo>
                  <a:lnTo>
                    <a:pt x="727327" y="1490946"/>
                  </a:lnTo>
                  <a:lnTo>
                    <a:pt x="727327" y="1494527"/>
                  </a:lnTo>
                  <a:lnTo>
                    <a:pt x="725536" y="1496317"/>
                  </a:lnTo>
                  <a:lnTo>
                    <a:pt x="725536" y="1504666"/>
                  </a:lnTo>
                  <a:lnTo>
                    <a:pt x="727327" y="1506457"/>
                  </a:lnTo>
                  <a:lnTo>
                    <a:pt x="727327" y="1510038"/>
                  </a:lnTo>
                  <a:lnTo>
                    <a:pt x="735328" y="1518039"/>
                  </a:lnTo>
                  <a:lnTo>
                    <a:pt x="738909" y="1518039"/>
                  </a:lnTo>
                  <a:lnTo>
                    <a:pt x="740700" y="1519830"/>
                  </a:lnTo>
                  <a:lnTo>
                    <a:pt x="750839" y="1519830"/>
                  </a:lnTo>
                  <a:lnTo>
                    <a:pt x="752630" y="1518039"/>
                  </a:lnTo>
                  <a:lnTo>
                    <a:pt x="754420" y="1518039"/>
                  </a:lnTo>
                  <a:lnTo>
                    <a:pt x="762422" y="1510038"/>
                  </a:lnTo>
                  <a:lnTo>
                    <a:pt x="762422" y="1504431"/>
                  </a:lnTo>
                  <a:lnTo>
                    <a:pt x="759792" y="1504431"/>
                  </a:lnTo>
                  <a:lnTo>
                    <a:pt x="757050" y="1501689"/>
                  </a:lnTo>
                  <a:lnTo>
                    <a:pt x="757050" y="1499898"/>
                  </a:lnTo>
                  <a:lnTo>
                    <a:pt x="755259" y="1498108"/>
                  </a:lnTo>
                  <a:lnTo>
                    <a:pt x="755259" y="1496317"/>
                  </a:lnTo>
                  <a:lnTo>
                    <a:pt x="753469" y="1494527"/>
                  </a:lnTo>
                  <a:lnTo>
                    <a:pt x="753469" y="1483783"/>
                  </a:lnTo>
                  <a:lnTo>
                    <a:pt x="750839" y="1481154"/>
                  </a:lnTo>
                  <a:lnTo>
                    <a:pt x="738909" y="1481154"/>
                  </a:lnTo>
                  <a:close/>
                  <a:moveTo>
                    <a:pt x="868423" y="1475189"/>
                  </a:moveTo>
                  <a:lnTo>
                    <a:pt x="866039" y="1477573"/>
                  </a:lnTo>
                  <a:lnTo>
                    <a:pt x="864249" y="1477573"/>
                  </a:lnTo>
                  <a:lnTo>
                    <a:pt x="856247" y="1485574"/>
                  </a:lnTo>
                  <a:lnTo>
                    <a:pt x="856247" y="1489155"/>
                  </a:lnTo>
                  <a:lnTo>
                    <a:pt x="854457" y="1490946"/>
                  </a:lnTo>
                  <a:lnTo>
                    <a:pt x="854457" y="1498343"/>
                  </a:lnTo>
                  <a:lnTo>
                    <a:pt x="859112" y="1498343"/>
                  </a:lnTo>
                  <a:lnTo>
                    <a:pt x="859112" y="1493923"/>
                  </a:lnTo>
                  <a:lnTo>
                    <a:pt x="860903" y="1492132"/>
                  </a:lnTo>
                  <a:lnTo>
                    <a:pt x="860903" y="1490342"/>
                  </a:lnTo>
                  <a:lnTo>
                    <a:pt x="865435" y="1485809"/>
                  </a:lnTo>
                  <a:lnTo>
                    <a:pt x="867226" y="1485809"/>
                  </a:lnTo>
                  <a:lnTo>
                    <a:pt x="869016" y="1484019"/>
                  </a:lnTo>
                  <a:lnTo>
                    <a:pt x="873437" y="1484019"/>
                  </a:lnTo>
                  <a:lnTo>
                    <a:pt x="873437" y="1477573"/>
                  </a:lnTo>
                  <a:lnTo>
                    <a:pt x="870807" y="1477573"/>
                  </a:lnTo>
                  <a:lnTo>
                    <a:pt x="868423" y="1475189"/>
                  </a:lnTo>
                  <a:close/>
                  <a:moveTo>
                    <a:pt x="765768" y="1470410"/>
                  </a:moveTo>
                  <a:lnTo>
                    <a:pt x="762186" y="1473991"/>
                  </a:lnTo>
                  <a:lnTo>
                    <a:pt x="760396" y="1473991"/>
                  </a:lnTo>
                  <a:lnTo>
                    <a:pt x="757766" y="1476621"/>
                  </a:lnTo>
                  <a:lnTo>
                    <a:pt x="757766" y="1478412"/>
                  </a:lnTo>
                  <a:lnTo>
                    <a:pt x="752159" y="1484019"/>
                  </a:lnTo>
                  <a:lnTo>
                    <a:pt x="756815" y="1484019"/>
                  </a:lnTo>
                  <a:lnTo>
                    <a:pt x="761347" y="1488551"/>
                  </a:lnTo>
                  <a:lnTo>
                    <a:pt x="761347" y="1490342"/>
                  </a:lnTo>
                  <a:lnTo>
                    <a:pt x="763138" y="1492132"/>
                  </a:lnTo>
                  <a:lnTo>
                    <a:pt x="763138" y="1494762"/>
                  </a:lnTo>
                  <a:lnTo>
                    <a:pt x="767793" y="1494762"/>
                  </a:lnTo>
                  <a:lnTo>
                    <a:pt x="767793" y="1492132"/>
                  </a:lnTo>
                  <a:lnTo>
                    <a:pt x="775907" y="1484019"/>
                  </a:lnTo>
                  <a:lnTo>
                    <a:pt x="779488" y="1484019"/>
                  </a:lnTo>
                  <a:lnTo>
                    <a:pt x="781279" y="1482228"/>
                  </a:lnTo>
                  <a:lnTo>
                    <a:pt x="789280" y="1482228"/>
                  </a:lnTo>
                  <a:lnTo>
                    <a:pt x="789280" y="1478412"/>
                  </a:lnTo>
                  <a:lnTo>
                    <a:pt x="783069" y="1472201"/>
                  </a:lnTo>
                  <a:lnTo>
                    <a:pt x="781279" y="1472201"/>
                  </a:lnTo>
                  <a:lnTo>
                    <a:pt x="779488" y="1470410"/>
                  </a:lnTo>
                  <a:lnTo>
                    <a:pt x="765768" y="1470410"/>
                  </a:lnTo>
                  <a:close/>
                  <a:moveTo>
                    <a:pt x="1233105" y="1466829"/>
                  </a:moveTo>
                  <a:lnTo>
                    <a:pt x="1231314" y="1468620"/>
                  </a:lnTo>
                  <a:lnTo>
                    <a:pt x="1229523" y="1468620"/>
                  </a:lnTo>
                  <a:lnTo>
                    <a:pt x="1227733" y="1470410"/>
                  </a:lnTo>
                  <a:lnTo>
                    <a:pt x="1225942" y="1470410"/>
                  </a:lnTo>
                  <a:lnTo>
                    <a:pt x="1223313" y="1473040"/>
                  </a:lnTo>
                  <a:lnTo>
                    <a:pt x="1223313" y="1474831"/>
                  </a:lnTo>
                  <a:lnTo>
                    <a:pt x="1219731" y="1478412"/>
                  </a:lnTo>
                  <a:lnTo>
                    <a:pt x="1219731" y="1483783"/>
                  </a:lnTo>
                  <a:lnTo>
                    <a:pt x="1217941" y="1485574"/>
                  </a:lnTo>
                  <a:lnTo>
                    <a:pt x="1217941" y="1488551"/>
                  </a:lnTo>
                  <a:lnTo>
                    <a:pt x="1219731" y="1490342"/>
                  </a:lnTo>
                  <a:lnTo>
                    <a:pt x="1219731" y="1493923"/>
                  </a:lnTo>
                  <a:lnTo>
                    <a:pt x="1221522" y="1495713"/>
                  </a:lnTo>
                  <a:lnTo>
                    <a:pt x="1221522" y="1497504"/>
                  </a:lnTo>
                  <a:lnTo>
                    <a:pt x="1227733" y="1503715"/>
                  </a:lnTo>
                  <a:lnTo>
                    <a:pt x="1229523" y="1503715"/>
                  </a:lnTo>
                  <a:lnTo>
                    <a:pt x="1231314" y="1505505"/>
                  </a:lnTo>
                  <a:lnTo>
                    <a:pt x="1246825" y="1505505"/>
                  </a:lnTo>
                  <a:lnTo>
                    <a:pt x="1250406" y="1501924"/>
                  </a:lnTo>
                  <a:lnTo>
                    <a:pt x="1253036" y="1501924"/>
                  </a:lnTo>
                  <a:lnTo>
                    <a:pt x="1253036" y="1499295"/>
                  </a:lnTo>
                  <a:lnTo>
                    <a:pt x="1256617" y="1495713"/>
                  </a:lnTo>
                  <a:lnTo>
                    <a:pt x="1256617" y="1492132"/>
                  </a:lnTo>
                  <a:lnTo>
                    <a:pt x="1258408" y="1490342"/>
                  </a:lnTo>
                  <a:lnTo>
                    <a:pt x="1258408" y="1481993"/>
                  </a:lnTo>
                  <a:lnTo>
                    <a:pt x="1256617" y="1480202"/>
                  </a:lnTo>
                  <a:lnTo>
                    <a:pt x="1256617" y="1478412"/>
                  </a:lnTo>
                  <a:lnTo>
                    <a:pt x="1254827" y="1476621"/>
                  </a:lnTo>
                  <a:lnTo>
                    <a:pt x="1254827" y="1474831"/>
                  </a:lnTo>
                  <a:lnTo>
                    <a:pt x="1250406" y="1470410"/>
                  </a:lnTo>
                  <a:lnTo>
                    <a:pt x="1248616" y="1470410"/>
                  </a:lnTo>
                  <a:lnTo>
                    <a:pt x="1246825" y="1468620"/>
                  </a:lnTo>
                  <a:lnTo>
                    <a:pt x="1245035" y="1468620"/>
                  </a:lnTo>
                  <a:lnTo>
                    <a:pt x="1243244" y="1466829"/>
                  </a:lnTo>
                  <a:lnTo>
                    <a:pt x="1233105" y="1466829"/>
                  </a:lnTo>
                  <a:close/>
                  <a:moveTo>
                    <a:pt x="905432" y="1465039"/>
                  </a:moveTo>
                  <a:lnTo>
                    <a:pt x="903641" y="1466829"/>
                  </a:lnTo>
                  <a:lnTo>
                    <a:pt x="898985" y="1466829"/>
                  </a:lnTo>
                  <a:lnTo>
                    <a:pt x="905432" y="1473275"/>
                  </a:lnTo>
                  <a:lnTo>
                    <a:pt x="907222" y="1473275"/>
                  </a:lnTo>
                  <a:lnTo>
                    <a:pt x="909013" y="1475066"/>
                  </a:lnTo>
                  <a:lnTo>
                    <a:pt x="915571" y="1475066"/>
                  </a:lnTo>
                  <a:lnTo>
                    <a:pt x="919152" y="1471485"/>
                  </a:lnTo>
                  <a:lnTo>
                    <a:pt x="923808" y="1471485"/>
                  </a:lnTo>
                  <a:lnTo>
                    <a:pt x="919152" y="1466829"/>
                  </a:lnTo>
                  <a:lnTo>
                    <a:pt x="917362" y="1466829"/>
                  </a:lnTo>
                  <a:lnTo>
                    <a:pt x="915571" y="1465039"/>
                  </a:lnTo>
                  <a:lnTo>
                    <a:pt x="905432" y="1465039"/>
                  </a:lnTo>
                  <a:close/>
                  <a:moveTo>
                    <a:pt x="685192" y="1465039"/>
                  </a:moveTo>
                  <a:lnTo>
                    <a:pt x="682563" y="1467668"/>
                  </a:lnTo>
                  <a:lnTo>
                    <a:pt x="682563" y="1469459"/>
                  </a:lnTo>
                  <a:lnTo>
                    <a:pt x="678030" y="1473991"/>
                  </a:lnTo>
                  <a:lnTo>
                    <a:pt x="676239" y="1473991"/>
                  </a:lnTo>
                  <a:lnTo>
                    <a:pt x="672658" y="1477573"/>
                  </a:lnTo>
                  <a:lnTo>
                    <a:pt x="667287" y="1477573"/>
                  </a:lnTo>
                  <a:lnTo>
                    <a:pt x="665496" y="1479363"/>
                  </a:lnTo>
                  <a:lnTo>
                    <a:pt x="663102" y="1479363"/>
                  </a:lnTo>
                  <a:lnTo>
                    <a:pt x="661311" y="1477573"/>
                  </a:lnTo>
                  <a:lnTo>
                    <a:pt x="655704" y="1477573"/>
                  </a:lnTo>
                  <a:lnTo>
                    <a:pt x="655704" y="1481389"/>
                  </a:lnTo>
                  <a:lnTo>
                    <a:pt x="659285" y="1484970"/>
                  </a:lnTo>
                  <a:lnTo>
                    <a:pt x="659285" y="1486761"/>
                  </a:lnTo>
                  <a:lnTo>
                    <a:pt x="661915" y="1489390"/>
                  </a:lnTo>
                  <a:lnTo>
                    <a:pt x="663706" y="1489390"/>
                  </a:lnTo>
                  <a:lnTo>
                    <a:pt x="667287" y="1492971"/>
                  </a:lnTo>
                  <a:lnTo>
                    <a:pt x="672658" y="1492971"/>
                  </a:lnTo>
                  <a:lnTo>
                    <a:pt x="674449" y="1494762"/>
                  </a:lnTo>
                  <a:lnTo>
                    <a:pt x="677426" y="1494762"/>
                  </a:lnTo>
                  <a:lnTo>
                    <a:pt x="679217" y="1492971"/>
                  </a:lnTo>
                  <a:lnTo>
                    <a:pt x="684588" y="1492971"/>
                  </a:lnTo>
                  <a:lnTo>
                    <a:pt x="688170" y="1489390"/>
                  </a:lnTo>
                  <a:lnTo>
                    <a:pt x="689960" y="1489390"/>
                  </a:lnTo>
                  <a:lnTo>
                    <a:pt x="692590" y="1486761"/>
                  </a:lnTo>
                  <a:lnTo>
                    <a:pt x="692590" y="1484970"/>
                  </a:lnTo>
                  <a:lnTo>
                    <a:pt x="696171" y="1481389"/>
                  </a:lnTo>
                  <a:lnTo>
                    <a:pt x="696171" y="1476017"/>
                  </a:lnTo>
                  <a:lnTo>
                    <a:pt x="697961" y="1474227"/>
                  </a:lnTo>
                  <a:lnTo>
                    <a:pt x="697961" y="1471249"/>
                  </a:lnTo>
                  <a:lnTo>
                    <a:pt x="696171" y="1469459"/>
                  </a:lnTo>
                  <a:lnTo>
                    <a:pt x="696171" y="1465039"/>
                  </a:lnTo>
                  <a:lnTo>
                    <a:pt x="685192" y="1465039"/>
                  </a:lnTo>
                  <a:close/>
                  <a:moveTo>
                    <a:pt x="937662" y="1463248"/>
                  </a:moveTo>
                  <a:lnTo>
                    <a:pt x="935871" y="1465039"/>
                  </a:lnTo>
                  <a:lnTo>
                    <a:pt x="934674" y="1465039"/>
                  </a:lnTo>
                  <a:lnTo>
                    <a:pt x="934674" y="1467904"/>
                  </a:lnTo>
                  <a:lnTo>
                    <a:pt x="943033" y="1467904"/>
                  </a:lnTo>
                  <a:lnTo>
                    <a:pt x="944824" y="1469694"/>
                  </a:lnTo>
                  <a:lnTo>
                    <a:pt x="946614" y="1469694"/>
                  </a:lnTo>
                  <a:lnTo>
                    <a:pt x="948405" y="1471485"/>
                  </a:lnTo>
                  <a:lnTo>
                    <a:pt x="950196" y="1471485"/>
                  </a:lnTo>
                  <a:lnTo>
                    <a:pt x="951147" y="1472436"/>
                  </a:lnTo>
                  <a:lnTo>
                    <a:pt x="951147" y="1474227"/>
                  </a:lnTo>
                  <a:lnTo>
                    <a:pt x="954728" y="1477808"/>
                  </a:lnTo>
                  <a:lnTo>
                    <a:pt x="954728" y="1484019"/>
                  </a:lnTo>
                  <a:lnTo>
                    <a:pt x="959384" y="1484019"/>
                  </a:lnTo>
                  <a:lnTo>
                    <a:pt x="959384" y="1476621"/>
                  </a:lnTo>
                  <a:lnTo>
                    <a:pt x="957593" y="1474831"/>
                  </a:lnTo>
                  <a:lnTo>
                    <a:pt x="957593" y="1471249"/>
                  </a:lnTo>
                  <a:lnTo>
                    <a:pt x="951382" y="1465039"/>
                  </a:lnTo>
                  <a:lnTo>
                    <a:pt x="949592" y="1465039"/>
                  </a:lnTo>
                  <a:lnTo>
                    <a:pt x="947801" y="1463248"/>
                  </a:lnTo>
                  <a:lnTo>
                    <a:pt x="937662" y="1463248"/>
                  </a:lnTo>
                  <a:close/>
                  <a:moveTo>
                    <a:pt x="1077919" y="1464322"/>
                  </a:moveTo>
                  <a:lnTo>
                    <a:pt x="1077919" y="1461457"/>
                  </a:lnTo>
                  <a:lnTo>
                    <a:pt x="1076128" y="1461457"/>
                  </a:lnTo>
                  <a:lnTo>
                    <a:pt x="1076128" y="1464322"/>
                  </a:lnTo>
                  <a:lnTo>
                    <a:pt x="1077919" y="1464322"/>
                  </a:lnTo>
                  <a:close/>
                  <a:moveTo>
                    <a:pt x="1146318" y="1457641"/>
                  </a:moveTo>
                  <a:lnTo>
                    <a:pt x="1146318" y="1463483"/>
                  </a:lnTo>
                  <a:lnTo>
                    <a:pt x="1149900" y="1467064"/>
                  </a:lnTo>
                  <a:lnTo>
                    <a:pt x="1149900" y="1468855"/>
                  </a:lnTo>
                  <a:lnTo>
                    <a:pt x="1152529" y="1471485"/>
                  </a:lnTo>
                  <a:lnTo>
                    <a:pt x="1154320" y="1471485"/>
                  </a:lnTo>
                  <a:lnTo>
                    <a:pt x="1157901" y="1475066"/>
                  </a:lnTo>
                  <a:lnTo>
                    <a:pt x="1173412" y="1475066"/>
                  </a:lnTo>
                  <a:lnTo>
                    <a:pt x="1176993" y="1471485"/>
                  </a:lnTo>
                  <a:lnTo>
                    <a:pt x="1178190" y="1471485"/>
                  </a:lnTo>
                  <a:lnTo>
                    <a:pt x="1178190" y="1468620"/>
                  </a:lnTo>
                  <a:lnTo>
                    <a:pt x="1176993" y="1468620"/>
                  </a:lnTo>
                  <a:lnTo>
                    <a:pt x="1175203" y="1466829"/>
                  </a:lnTo>
                  <a:lnTo>
                    <a:pt x="1173412" y="1466829"/>
                  </a:lnTo>
                  <a:lnTo>
                    <a:pt x="1169831" y="1463248"/>
                  </a:lnTo>
                  <a:lnTo>
                    <a:pt x="1153716" y="1463248"/>
                  </a:lnTo>
                  <a:lnTo>
                    <a:pt x="1151925" y="1461457"/>
                  </a:lnTo>
                  <a:lnTo>
                    <a:pt x="1150135" y="1461457"/>
                  </a:lnTo>
                  <a:lnTo>
                    <a:pt x="1146318" y="1457641"/>
                  </a:lnTo>
                  <a:close/>
                  <a:moveTo>
                    <a:pt x="1004506" y="1455492"/>
                  </a:moveTo>
                  <a:lnTo>
                    <a:pt x="999492" y="1460506"/>
                  </a:lnTo>
                  <a:lnTo>
                    <a:pt x="999492" y="1464087"/>
                  </a:lnTo>
                  <a:lnTo>
                    <a:pt x="997702" y="1465878"/>
                  </a:lnTo>
                  <a:lnTo>
                    <a:pt x="997702" y="1468855"/>
                  </a:lnTo>
                  <a:lnTo>
                    <a:pt x="999492" y="1470646"/>
                  </a:lnTo>
                  <a:lnTo>
                    <a:pt x="999492" y="1473633"/>
                  </a:lnTo>
                  <a:lnTo>
                    <a:pt x="1002357" y="1473633"/>
                  </a:lnTo>
                  <a:lnTo>
                    <a:pt x="1002357" y="1472436"/>
                  </a:lnTo>
                  <a:lnTo>
                    <a:pt x="1004148" y="1470646"/>
                  </a:lnTo>
                  <a:lnTo>
                    <a:pt x="1004148" y="1468855"/>
                  </a:lnTo>
                  <a:lnTo>
                    <a:pt x="1010113" y="1462890"/>
                  </a:lnTo>
                  <a:lnTo>
                    <a:pt x="1007729" y="1460506"/>
                  </a:lnTo>
                  <a:lnTo>
                    <a:pt x="1007729" y="1458715"/>
                  </a:lnTo>
                  <a:lnTo>
                    <a:pt x="1004506" y="1455492"/>
                  </a:lnTo>
                  <a:close/>
                  <a:moveTo>
                    <a:pt x="1120299" y="1450714"/>
                  </a:moveTo>
                  <a:lnTo>
                    <a:pt x="1118509" y="1452505"/>
                  </a:lnTo>
                  <a:lnTo>
                    <a:pt x="1116718" y="1452505"/>
                  </a:lnTo>
                  <a:lnTo>
                    <a:pt x="1114927" y="1454295"/>
                  </a:lnTo>
                  <a:lnTo>
                    <a:pt x="1111346" y="1454295"/>
                  </a:lnTo>
                  <a:lnTo>
                    <a:pt x="1109556" y="1456086"/>
                  </a:lnTo>
                  <a:lnTo>
                    <a:pt x="1103580" y="1456086"/>
                  </a:lnTo>
                  <a:lnTo>
                    <a:pt x="1101790" y="1454295"/>
                  </a:lnTo>
                  <a:lnTo>
                    <a:pt x="1097022" y="1454295"/>
                  </a:lnTo>
                  <a:lnTo>
                    <a:pt x="1092008" y="1459309"/>
                  </a:lnTo>
                  <a:lnTo>
                    <a:pt x="1095231" y="1462532"/>
                  </a:lnTo>
                  <a:lnTo>
                    <a:pt x="1097022" y="1462532"/>
                  </a:lnTo>
                  <a:lnTo>
                    <a:pt x="1103345" y="1468855"/>
                  </a:lnTo>
                  <a:lnTo>
                    <a:pt x="1103345" y="1469459"/>
                  </a:lnTo>
                  <a:lnTo>
                    <a:pt x="1102393" y="1470410"/>
                  </a:lnTo>
                  <a:lnTo>
                    <a:pt x="1099999" y="1470410"/>
                  </a:lnTo>
                  <a:lnTo>
                    <a:pt x="1089675" y="1460086"/>
                  </a:lnTo>
                  <a:lnTo>
                    <a:pt x="1087649" y="1462112"/>
                  </a:lnTo>
                  <a:lnTo>
                    <a:pt x="1089020" y="1463483"/>
                  </a:lnTo>
                  <a:lnTo>
                    <a:pt x="1089020" y="1464087"/>
                  </a:lnTo>
                  <a:lnTo>
                    <a:pt x="1087230" y="1465878"/>
                  </a:lnTo>
                  <a:lnTo>
                    <a:pt x="1087230" y="1469459"/>
                  </a:lnTo>
                  <a:lnTo>
                    <a:pt x="1085439" y="1471249"/>
                  </a:lnTo>
                  <a:lnTo>
                    <a:pt x="1085439" y="1473040"/>
                  </a:lnTo>
                  <a:lnTo>
                    <a:pt x="1081623" y="1476856"/>
                  </a:lnTo>
                  <a:lnTo>
                    <a:pt x="1095231" y="1476856"/>
                  </a:lnTo>
                  <a:lnTo>
                    <a:pt x="1097022" y="1478647"/>
                  </a:lnTo>
                  <a:lnTo>
                    <a:pt x="1098812" y="1478647"/>
                  </a:lnTo>
                  <a:lnTo>
                    <a:pt x="1102393" y="1482228"/>
                  </a:lnTo>
                  <a:lnTo>
                    <a:pt x="1106210" y="1482228"/>
                  </a:lnTo>
                  <a:lnTo>
                    <a:pt x="1106210" y="1474831"/>
                  </a:lnTo>
                  <a:lnTo>
                    <a:pt x="1104419" y="1473040"/>
                  </a:lnTo>
                  <a:lnTo>
                    <a:pt x="1104419" y="1472436"/>
                  </a:lnTo>
                  <a:lnTo>
                    <a:pt x="1105371" y="1471485"/>
                  </a:lnTo>
                  <a:lnTo>
                    <a:pt x="1110742" y="1471485"/>
                  </a:lnTo>
                  <a:lnTo>
                    <a:pt x="1112533" y="1469694"/>
                  </a:lnTo>
                  <a:lnTo>
                    <a:pt x="1116114" y="1469694"/>
                  </a:lnTo>
                  <a:lnTo>
                    <a:pt x="1117905" y="1467904"/>
                  </a:lnTo>
                  <a:lnTo>
                    <a:pt x="1119695" y="1467904"/>
                  </a:lnTo>
                  <a:lnTo>
                    <a:pt x="1124115" y="1463483"/>
                  </a:lnTo>
                  <a:lnTo>
                    <a:pt x="1124115" y="1461693"/>
                  </a:lnTo>
                  <a:lnTo>
                    <a:pt x="1125906" y="1459902"/>
                  </a:lnTo>
                  <a:lnTo>
                    <a:pt x="1125906" y="1454530"/>
                  </a:lnTo>
                  <a:lnTo>
                    <a:pt x="1129722" y="1450714"/>
                  </a:lnTo>
                  <a:lnTo>
                    <a:pt x="1120299" y="1450714"/>
                  </a:lnTo>
                  <a:close/>
                  <a:moveTo>
                    <a:pt x="814113" y="1450714"/>
                  </a:moveTo>
                  <a:lnTo>
                    <a:pt x="812322" y="1452505"/>
                  </a:lnTo>
                  <a:lnTo>
                    <a:pt x="810532" y="1452505"/>
                  </a:lnTo>
                  <a:lnTo>
                    <a:pt x="808741" y="1454295"/>
                  </a:lnTo>
                  <a:lnTo>
                    <a:pt x="803369" y="1454295"/>
                  </a:lnTo>
                  <a:lnTo>
                    <a:pt x="801579" y="1456086"/>
                  </a:lnTo>
                  <a:lnTo>
                    <a:pt x="800975" y="1456086"/>
                  </a:lnTo>
                  <a:lnTo>
                    <a:pt x="799184" y="1454295"/>
                  </a:lnTo>
                  <a:lnTo>
                    <a:pt x="795368" y="1454295"/>
                  </a:lnTo>
                  <a:lnTo>
                    <a:pt x="795368" y="1456925"/>
                  </a:lnTo>
                  <a:lnTo>
                    <a:pt x="791787" y="1460506"/>
                  </a:lnTo>
                  <a:lnTo>
                    <a:pt x="791787" y="1464087"/>
                  </a:lnTo>
                  <a:lnTo>
                    <a:pt x="789996" y="1465878"/>
                  </a:lnTo>
                  <a:lnTo>
                    <a:pt x="789996" y="1470646"/>
                  </a:lnTo>
                  <a:lnTo>
                    <a:pt x="791787" y="1472436"/>
                  </a:lnTo>
                  <a:lnTo>
                    <a:pt x="791787" y="1476017"/>
                  </a:lnTo>
                  <a:lnTo>
                    <a:pt x="793578" y="1477808"/>
                  </a:lnTo>
                  <a:lnTo>
                    <a:pt x="793578" y="1479598"/>
                  </a:lnTo>
                  <a:lnTo>
                    <a:pt x="799788" y="1485809"/>
                  </a:lnTo>
                  <a:lnTo>
                    <a:pt x="806347" y="1485809"/>
                  </a:lnTo>
                  <a:lnTo>
                    <a:pt x="808137" y="1484019"/>
                  </a:lnTo>
                  <a:lnTo>
                    <a:pt x="822462" y="1484019"/>
                  </a:lnTo>
                  <a:lnTo>
                    <a:pt x="826882" y="1479598"/>
                  </a:lnTo>
                  <a:lnTo>
                    <a:pt x="826882" y="1477808"/>
                  </a:lnTo>
                  <a:lnTo>
                    <a:pt x="828673" y="1476017"/>
                  </a:lnTo>
                  <a:lnTo>
                    <a:pt x="828673" y="1460506"/>
                  </a:lnTo>
                  <a:lnTo>
                    <a:pt x="825091" y="1456925"/>
                  </a:lnTo>
                  <a:lnTo>
                    <a:pt x="825091" y="1454295"/>
                  </a:lnTo>
                  <a:lnTo>
                    <a:pt x="822462" y="1454295"/>
                  </a:lnTo>
                  <a:lnTo>
                    <a:pt x="818881" y="1450714"/>
                  </a:lnTo>
                  <a:lnTo>
                    <a:pt x="814113" y="1450714"/>
                  </a:lnTo>
                  <a:close/>
                  <a:moveTo>
                    <a:pt x="1003493" y="1453159"/>
                  </a:moveTo>
                  <a:lnTo>
                    <a:pt x="1005519" y="1451134"/>
                  </a:lnTo>
                  <a:lnTo>
                    <a:pt x="1003728" y="1449343"/>
                  </a:lnTo>
                  <a:lnTo>
                    <a:pt x="1001702" y="1451369"/>
                  </a:lnTo>
                  <a:lnTo>
                    <a:pt x="1003493" y="1453159"/>
                  </a:lnTo>
                  <a:close/>
                  <a:moveTo>
                    <a:pt x="1129845" y="1449998"/>
                  </a:moveTo>
                  <a:lnTo>
                    <a:pt x="1129845" y="1447133"/>
                  </a:lnTo>
                  <a:lnTo>
                    <a:pt x="1128055" y="1447133"/>
                  </a:lnTo>
                  <a:lnTo>
                    <a:pt x="1128055" y="1449998"/>
                  </a:lnTo>
                  <a:lnTo>
                    <a:pt x="1129845" y="1449998"/>
                  </a:lnTo>
                  <a:close/>
                  <a:moveTo>
                    <a:pt x="1189292" y="1445342"/>
                  </a:moveTo>
                  <a:lnTo>
                    <a:pt x="1189292" y="1447972"/>
                  </a:lnTo>
                  <a:lnTo>
                    <a:pt x="1185711" y="1451553"/>
                  </a:lnTo>
                  <a:lnTo>
                    <a:pt x="1185711" y="1458715"/>
                  </a:lnTo>
                  <a:lnTo>
                    <a:pt x="1183920" y="1460506"/>
                  </a:lnTo>
                  <a:lnTo>
                    <a:pt x="1183920" y="1464087"/>
                  </a:lnTo>
                  <a:lnTo>
                    <a:pt x="1182130" y="1465878"/>
                  </a:lnTo>
                  <a:lnTo>
                    <a:pt x="1182130" y="1471720"/>
                  </a:lnTo>
                  <a:lnTo>
                    <a:pt x="1185946" y="1467904"/>
                  </a:lnTo>
                  <a:lnTo>
                    <a:pt x="1191318" y="1467904"/>
                  </a:lnTo>
                  <a:lnTo>
                    <a:pt x="1194899" y="1464322"/>
                  </a:lnTo>
                  <a:lnTo>
                    <a:pt x="1197529" y="1464322"/>
                  </a:lnTo>
                  <a:lnTo>
                    <a:pt x="1197529" y="1461693"/>
                  </a:lnTo>
                  <a:lnTo>
                    <a:pt x="1201703" y="1457518"/>
                  </a:lnTo>
                  <a:lnTo>
                    <a:pt x="1199319" y="1455134"/>
                  </a:lnTo>
                  <a:lnTo>
                    <a:pt x="1199319" y="1451553"/>
                  </a:lnTo>
                  <a:lnTo>
                    <a:pt x="1193108" y="1445342"/>
                  </a:lnTo>
                  <a:lnTo>
                    <a:pt x="1189292" y="1445342"/>
                  </a:lnTo>
                  <a:close/>
                  <a:moveTo>
                    <a:pt x="999492" y="1446775"/>
                  </a:moveTo>
                  <a:lnTo>
                    <a:pt x="1002357" y="1446775"/>
                  </a:lnTo>
                  <a:lnTo>
                    <a:pt x="1002357" y="1444984"/>
                  </a:lnTo>
                  <a:lnTo>
                    <a:pt x="999492" y="1444984"/>
                  </a:lnTo>
                  <a:lnTo>
                    <a:pt x="999492" y="1446775"/>
                  </a:lnTo>
                  <a:close/>
                  <a:moveTo>
                    <a:pt x="931451" y="1441526"/>
                  </a:moveTo>
                  <a:lnTo>
                    <a:pt x="931451" y="1452740"/>
                  </a:lnTo>
                  <a:lnTo>
                    <a:pt x="939452" y="1460741"/>
                  </a:lnTo>
                  <a:lnTo>
                    <a:pt x="953173" y="1460741"/>
                  </a:lnTo>
                  <a:lnTo>
                    <a:pt x="956754" y="1457160"/>
                  </a:lnTo>
                  <a:lnTo>
                    <a:pt x="959384" y="1457160"/>
                  </a:lnTo>
                  <a:lnTo>
                    <a:pt x="959384" y="1454530"/>
                  </a:lnTo>
                  <a:lnTo>
                    <a:pt x="961174" y="1452740"/>
                  </a:lnTo>
                  <a:lnTo>
                    <a:pt x="961174" y="1450949"/>
                  </a:lnTo>
                  <a:lnTo>
                    <a:pt x="962545" y="1449578"/>
                  </a:lnTo>
                  <a:lnTo>
                    <a:pt x="960519" y="1447553"/>
                  </a:lnTo>
                  <a:lnTo>
                    <a:pt x="957358" y="1450714"/>
                  </a:lnTo>
                  <a:lnTo>
                    <a:pt x="953777" y="1450714"/>
                  </a:lnTo>
                  <a:lnTo>
                    <a:pt x="951986" y="1452505"/>
                  </a:lnTo>
                  <a:lnTo>
                    <a:pt x="946011" y="1452505"/>
                  </a:lnTo>
                  <a:lnTo>
                    <a:pt x="944220" y="1450714"/>
                  </a:lnTo>
                  <a:lnTo>
                    <a:pt x="942429" y="1450714"/>
                  </a:lnTo>
                  <a:lnTo>
                    <a:pt x="940639" y="1448924"/>
                  </a:lnTo>
                  <a:lnTo>
                    <a:pt x="938848" y="1448924"/>
                  </a:lnTo>
                  <a:lnTo>
                    <a:pt x="931451" y="1441526"/>
                  </a:lnTo>
                  <a:close/>
                  <a:moveTo>
                    <a:pt x="1085081" y="1441168"/>
                  </a:moveTo>
                  <a:lnTo>
                    <a:pt x="1081858" y="1444391"/>
                  </a:lnTo>
                  <a:lnTo>
                    <a:pt x="1081858" y="1447368"/>
                  </a:lnTo>
                  <a:lnTo>
                    <a:pt x="1085439" y="1450949"/>
                  </a:lnTo>
                  <a:lnTo>
                    <a:pt x="1085439" y="1452740"/>
                  </a:lnTo>
                  <a:lnTo>
                    <a:pt x="1087230" y="1454530"/>
                  </a:lnTo>
                  <a:lnTo>
                    <a:pt x="1087230" y="1457518"/>
                  </a:lnTo>
                  <a:lnTo>
                    <a:pt x="1090095" y="1457518"/>
                  </a:lnTo>
                  <a:lnTo>
                    <a:pt x="1090095" y="1446182"/>
                  </a:lnTo>
                  <a:lnTo>
                    <a:pt x="1085081" y="1441168"/>
                  </a:lnTo>
                  <a:close/>
                  <a:moveTo>
                    <a:pt x="875943" y="1441761"/>
                  </a:moveTo>
                  <a:lnTo>
                    <a:pt x="875943" y="1448443"/>
                  </a:lnTo>
                  <a:lnTo>
                    <a:pt x="882625" y="1441761"/>
                  </a:lnTo>
                  <a:lnTo>
                    <a:pt x="875943" y="1441761"/>
                  </a:lnTo>
                  <a:close/>
                  <a:moveTo>
                    <a:pt x="909964" y="1439971"/>
                  </a:moveTo>
                  <a:lnTo>
                    <a:pt x="909964" y="1443787"/>
                  </a:lnTo>
                  <a:lnTo>
                    <a:pt x="912594" y="1446417"/>
                  </a:lnTo>
                  <a:lnTo>
                    <a:pt x="917965" y="1446417"/>
                  </a:lnTo>
                  <a:lnTo>
                    <a:pt x="920349" y="1448801"/>
                  </a:lnTo>
                  <a:lnTo>
                    <a:pt x="925598" y="1443552"/>
                  </a:lnTo>
                  <a:lnTo>
                    <a:pt x="917362" y="1443552"/>
                  </a:lnTo>
                  <a:lnTo>
                    <a:pt x="913780" y="1439971"/>
                  </a:lnTo>
                  <a:lnTo>
                    <a:pt x="909964" y="1439971"/>
                  </a:lnTo>
                  <a:close/>
                  <a:moveTo>
                    <a:pt x="660124" y="1436390"/>
                  </a:moveTo>
                  <a:lnTo>
                    <a:pt x="658334" y="1438180"/>
                  </a:lnTo>
                  <a:lnTo>
                    <a:pt x="654753" y="1438180"/>
                  </a:lnTo>
                  <a:lnTo>
                    <a:pt x="646751" y="1446182"/>
                  </a:lnTo>
                  <a:lnTo>
                    <a:pt x="646751" y="1447972"/>
                  </a:lnTo>
                  <a:lnTo>
                    <a:pt x="644961" y="1449763"/>
                  </a:lnTo>
                  <a:lnTo>
                    <a:pt x="644961" y="1451553"/>
                  </a:lnTo>
                  <a:lnTo>
                    <a:pt x="643170" y="1453344"/>
                  </a:lnTo>
                  <a:lnTo>
                    <a:pt x="643170" y="1461693"/>
                  </a:lnTo>
                  <a:lnTo>
                    <a:pt x="644961" y="1463483"/>
                  </a:lnTo>
                  <a:lnTo>
                    <a:pt x="644961" y="1465274"/>
                  </a:lnTo>
                  <a:lnTo>
                    <a:pt x="646751" y="1467064"/>
                  </a:lnTo>
                  <a:lnTo>
                    <a:pt x="646751" y="1468855"/>
                  </a:lnTo>
                  <a:lnTo>
                    <a:pt x="654988" y="1477092"/>
                  </a:lnTo>
                  <a:lnTo>
                    <a:pt x="654988" y="1465274"/>
                  </a:lnTo>
                  <a:lnTo>
                    <a:pt x="658569" y="1461693"/>
                  </a:lnTo>
                  <a:lnTo>
                    <a:pt x="658569" y="1459902"/>
                  </a:lnTo>
                  <a:lnTo>
                    <a:pt x="663102" y="1455370"/>
                  </a:lnTo>
                  <a:lnTo>
                    <a:pt x="664892" y="1455370"/>
                  </a:lnTo>
                  <a:lnTo>
                    <a:pt x="668473" y="1451788"/>
                  </a:lnTo>
                  <a:lnTo>
                    <a:pt x="671103" y="1451788"/>
                  </a:lnTo>
                  <a:lnTo>
                    <a:pt x="671103" y="1444391"/>
                  </a:lnTo>
                  <a:lnTo>
                    <a:pt x="669906" y="1443194"/>
                  </a:lnTo>
                  <a:lnTo>
                    <a:pt x="671103" y="1441997"/>
                  </a:lnTo>
                  <a:lnTo>
                    <a:pt x="671103" y="1436390"/>
                  </a:lnTo>
                  <a:lnTo>
                    <a:pt x="660124" y="1436390"/>
                  </a:lnTo>
                  <a:close/>
                  <a:moveTo>
                    <a:pt x="1233698" y="1434006"/>
                  </a:moveTo>
                  <a:lnTo>
                    <a:pt x="1230475" y="1437229"/>
                  </a:lnTo>
                  <a:lnTo>
                    <a:pt x="1230475" y="1440810"/>
                  </a:lnTo>
                  <a:lnTo>
                    <a:pt x="1228684" y="1442600"/>
                  </a:lnTo>
                  <a:lnTo>
                    <a:pt x="1228684" y="1444391"/>
                  </a:lnTo>
                  <a:lnTo>
                    <a:pt x="1220571" y="1452505"/>
                  </a:lnTo>
                  <a:lnTo>
                    <a:pt x="1218780" y="1452505"/>
                  </a:lnTo>
                  <a:lnTo>
                    <a:pt x="1216989" y="1454295"/>
                  </a:lnTo>
                  <a:lnTo>
                    <a:pt x="1201826" y="1454295"/>
                  </a:lnTo>
                  <a:lnTo>
                    <a:pt x="1201826" y="1458112"/>
                  </a:lnTo>
                  <a:lnTo>
                    <a:pt x="1203616" y="1459902"/>
                  </a:lnTo>
                  <a:lnTo>
                    <a:pt x="1203616" y="1461693"/>
                  </a:lnTo>
                  <a:lnTo>
                    <a:pt x="1206246" y="1464322"/>
                  </a:lnTo>
                  <a:lnTo>
                    <a:pt x="1208037" y="1464322"/>
                  </a:lnTo>
                  <a:lnTo>
                    <a:pt x="1209827" y="1466113"/>
                  </a:lnTo>
                  <a:lnTo>
                    <a:pt x="1211618" y="1466113"/>
                  </a:lnTo>
                  <a:lnTo>
                    <a:pt x="1213408" y="1467904"/>
                  </a:lnTo>
                  <a:lnTo>
                    <a:pt x="1227129" y="1467904"/>
                  </a:lnTo>
                  <a:lnTo>
                    <a:pt x="1230710" y="1464322"/>
                  </a:lnTo>
                  <a:lnTo>
                    <a:pt x="1232501" y="1464322"/>
                  </a:lnTo>
                  <a:lnTo>
                    <a:pt x="1235130" y="1461693"/>
                  </a:lnTo>
                  <a:lnTo>
                    <a:pt x="1235130" y="1459902"/>
                  </a:lnTo>
                  <a:lnTo>
                    <a:pt x="1238711" y="1456321"/>
                  </a:lnTo>
                  <a:lnTo>
                    <a:pt x="1238711" y="1452740"/>
                  </a:lnTo>
                  <a:lnTo>
                    <a:pt x="1240502" y="1450949"/>
                  </a:lnTo>
                  <a:lnTo>
                    <a:pt x="1240502" y="1444391"/>
                  </a:lnTo>
                  <a:lnTo>
                    <a:pt x="1238711" y="1442600"/>
                  </a:lnTo>
                  <a:lnTo>
                    <a:pt x="1238711" y="1440810"/>
                  </a:lnTo>
                  <a:lnTo>
                    <a:pt x="1236921" y="1439019"/>
                  </a:lnTo>
                  <a:lnTo>
                    <a:pt x="1236921" y="1437229"/>
                  </a:lnTo>
                  <a:lnTo>
                    <a:pt x="1233698" y="1434006"/>
                  </a:lnTo>
                  <a:close/>
                  <a:moveTo>
                    <a:pt x="1142737" y="1436032"/>
                  </a:moveTo>
                  <a:lnTo>
                    <a:pt x="1142737" y="1437229"/>
                  </a:lnTo>
                  <a:lnTo>
                    <a:pt x="1140947" y="1439019"/>
                  </a:lnTo>
                  <a:lnTo>
                    <a:pt x="1140947" y="1450949"/>
                  </a:lnTo>
                  <a:lnTo>
                    <a:pt x="1142737" y="1452740"/>
                  </a:lnTo>
                  <a:lnTo>
                    <a:pt x="1142737" y="1453937"/>
                  </a:lnTo>
                  <a:lnTo>
                    <a:pt x="1145602" y="1453937"/>
                  </a:lnTo>
                  <a:lnTo>
                    <a:pt x="1145602" y="1450949"/>
                  </a:lnTo>
                  <a:lnTo>
                    <a:pt x="1147393" y="1449159"/>
                  </a:lnTo>
                  <a:lnTo>
                    <a:pt x="1147393" y="1447368"/>
                  </a:lnTo>
                  <a:lnTo>
                    <a:pt x="1149183" y="1445578"/>
                  </a:lnTo>
                  <a:lnTo>
                    <a:pt x="1149183" y="1440810"/>
                  </a:lnTo>
                  <a:lnTo>
                    <a:pt x="1145602" y="1437229"/>
                  </a:lnTo>
                  <a:lnTo>
                    <a:pt x="1142737" y="1436032"/>
                  </a:lnTo>
                  <a:close/>
                  <a:moveTo>
                    <a:pt x="891700" y="1434006"/>
                  </a:moveTo>
                  <a:lnTo>
                    <a:pt x="888477" y="1437229"/>
                  </a:lnTo>
                  <a:lnTo>
                    <a:pt x="888477" y="1439019"/>
                  </a:lnTo>
                  <a:lnTo>
                    <a:pt x="886687" y="1440810"/>
                  </a:lnTo>
                  <a:lnTo>
                    <a:pt x="886687" y="1444626"/>
                  </a:lnTo>
                  <a:lnTo>
                    <a:pt x="890503" y="1444626"/>
                  </a:lnTo>
                  <a:lnTo>
                    <a:pt x="892294" y="1442836"/>
                  </a:lnTo>
                  <a:lnTo>
                    <a:pt x="895875" y="1442836"/>
                  </a:lnTo>
                  <a:lnTo>
                    <a:pt x="897665" y="1441045"/>
                  </a:lnTo>
                  <a:lnTo>
                    <a:pt x="898863" y="1441045"/>
                  </a:lnTo>
                  <a:lnTo>
                    <a:pt x="898863" y="1438180"/>
                  </a:lnTo>
                  <a:lnTo>
                    <a:pt x="897665" y="1438180"/>
                  </a:lnTo>
                  <a:lnTo>
                    <a:pt x="895875" y="1436390"/>
                  </a:lnTo>
                  <a:lnTo>
                    <a:pt x="894084" y="1436390"/>
                  </a:lnTo>
                  <a:lnTo>
                    <a:pt x="891700" y="1434006"/>
                  </a:lnTo>
                  <a:close/>
                  <a:moveTo>
                    <a:pt x="850876" y="1436032"/>
                  </a:moveTo>
                  <a:lnTo>
                    <a:pt x="850876" y="1437229"/>
                  </a:lnTo>
                  <a:lnTo>
                    <a:pt x="849085" y="1439019"/>
                  </a:lnTo>
                  <a:lnTo>
                    <a:pt x="849085" y="1442600"/>
                  </a:lnTo>
                  <a:lnTo>
                    <a:pt x="841923" y="1449763"/>
                  </a:lnTo>
                  <a:lnTo>
                    <a:pt x="841923" y="1452740"/>
                  </a:lnTo>
                  <a:lnTo>
                    <a:pt x="846343" y="1457160"/>
                  </a:lnTo>
                  <a:lnTo>
                    <a:pt x="848134" y="1457160"/>
                  </a:lnTo>
                  <a:lnTo>
                    <a:pt x="849924" y="1458951"/>
                  </a:lnTo>
                  <a:lnTo>
                    <a:pt x="863645" y="1458951"/>
                  </a:lnTo>
                  <a:lnTo>
                    <a:pt x="864842" y="1457753"/>
                  </a:lnTo>
                  <a:lnTo>
                    <a:pt x="865200" y="1458112"/>
                  </a:lnTo>
                  <a:lnTo>
                    <a:pt x="865200" y="1468855"/>
                  </a:lnTo>
                  <a:lnTo>
                    <a:pt x="866991" y="1470646"/>
                  </a:lnTo>
                  <a:lnTo>
                    <a:pt x="866991" y="1472436"/>
                  </a:lnTo>
                  <a:lnTo>
                    <a:pt x="869620" y="1475066"/>
                  </a:lnTo>
                  <a:lnTo>
                    <a:pt x="874388" y="1475066"/>
                  </a:lnTo>
                  <a:lnTo>
                    <a:pt x="877018" y="1472436"/>
                  </a:lnTo>
                  <a:lnTo>
                    <a:pt x="877018" y="1470646"/>
                  </a:lnTo>
                  <a:lnTo>
                    <a:pt x="877969" y="1469694"/>
                  </a:lnTo>
                  <a:lnTo>
                    <a:pt x="879760" y="1469694"/>
                  </a:lnTo>
                  <a:lnTo>
                    <a:pt x="883341" y="1466113"/>
                  </a:lnTo>
                  <a:lnTo>
                    <a:pt x="900295" y="1466113"/>
                  </a:lnTo>
                  <a:lnTo>
                    <a:pt x="900295" y="1456925"/>
                  </a:lnTo>
                  <a:lnTo>
                    <a:pt x="898505" y="1455134"/>
                  </a:lnTo>
                  <a:lnTo>
                    <a:pt x="898505" y="1453344"/>
                  </a:lnTo>
                  <a:lnTo>
                    <a:pt x="892294" y="1447133"/>
                  </a:lnTo>
                  <a:lnTo>
                    <a:pt x="888713" y="1447133"/>
                  </a:lnTo>
                  <a:lnTo>
                    <a:pt x="886922" y="1445342"/>
                  </a:lnTo>
                  <a:lnTo>
                    <a:pt x="883945" y="1445342"/>
                  </a:lnTo>
                  <a:lnTo>
                    <a:pt x="882154" y="1447133"/>
                  </a:lnTo>
                  <a:lnTo>
                    <a:pt x="880364" y="1447133"/>
                  </a:lnTo>
                  <a:lnTo>
                    <a:pt x="878573" y="1448924"/>
                  </a:lnTo>
                  <a:lnTo>
                    <a:pt x="874992" y="1448924"/>
                  </a:lnTo>
                  <a:lnTo>
                    <a:pt x="867830" y="1456086"/>
                  </a:lnTo>
                  <a:lnTo>
                    <a:pt x="867226" y="1456086"/>
                  </a:lnTo>
                  <a:lnTo>
                    <a:pt x="866274" y="1454530"/>
                  </a:lnTo>
                  <a:lnTo>
                    <a:pt x="871881" y="1448924"/>
                  </a:lnTo>
                  <a:lnTo>
                    <a:pt x="863645" y="1448924"/>
                  </a:lnTo>
                  <a:lnTo>
                    <a:pt x="860064" y="1445342"/>
                  </a:lnTo>
                  <a:lnTo>
                    <a:pt x="858273" y="1445342"/>
                  </a:lnTo>
                  <a:lnTo>
                    <a:pt x="855531" y="1442600"/>
                  </a:lnTo>
                  <a:lnTo>
                    <a:pt x="855531" y="1440810"/>
                  </a:lnTo>
                  <a:lnTo>
                    <a:pt x="850876" y="1436032"/>
                  </a:lnTo>
                  <a:close/>
                  <a:moveTo>
                    <a:pt x="999492" y="1436032"/>
                  </a:moveTo>
                  <a:lnTo>
                    <a:pt x="1002357" y="1436032"/>
                  </a:lnTo>
                  <a:lnTo>
                    <a:pt x="1002357" y="1434241"/>
                  </a:lnTo>
                  <a:lnTo>
                    <a:pt x="999492" y="1434241"/>
                  </a:lnTo>
                  <a:lnTo>
                    <a:pt x="999492" y="1436032"/>
                  </a:lnTo>
                  <a:close/>
                  <a:moveTo>
                    <a:pt x="1299355" y="1429227"/>
                  </a:moveTo>
                  <a:lnTo>
                    <a:pt x="1295774" y="1432808"/>
                  </a:lnTo>
                  <a:lnTo>
                    <a:pt x="1293984" y="1432808"/>
                  </a:lnTo>
                  <a:lnTo>
                    <a:pt x="1289563" y="1437229"/>
                  </a:lnTo>
                  <a:lnTo>
                    <a:pt x="1289563" y="1439019"/>
                  </a:lnTo>
                  <a:lnTo>
                    <a:pt x="1287773" y="1440810"/>
                  </a:lnTo>
                  <a:lnTo>
                    <a:pt x="1287773" y="1442600"/>
                  </a:lnTo>
                  <a:lnTo>
                    <a:pt x="1285982" y="1444391"/>
                  </a:lnTo>
                  <a:lnTo>
                    <a:pt x="1285982" y="1456321"/>
                  </a:lnTo>
                  <a:lnTo>
                    <a:pt x="1287773" y="1458112"/>
                  </a:lnTo>
                  <a:lnTo>
                    <a:pt x="1287773" y="1459902"/>
                  </a:lnTo>
                  <a:lnTo>
                    <a:pt x="1291354" y="1463483"/>
                  </a:lnTo>
                  <a:lnTo>
                    <a:pt x="1291354" y="1466113"/>
                  </a:lnTo>
                  <a:lnTo>
                    <a:pt x="1293984" y="1466113"/>
                  </a:lnTo>
                  <a:lnTo>
                    <a:pt x="1297565" y="1469694"/>
                  </a:lnTo>
                  <a:lnTo>
                    <a:pt x="1301146" y="1469694"/>
                  </a:lnTo>
                  <a:lnTo>
                    <a:pt x="1302937" y="1471485"/>
                  </a:lnTo>
                  <a:lnTo>
                    <a:pt x="1311285" y="1471485"/>
                  </a:lnTo>
                  <a:lnTo>
                    <a:pt x="1313076" y="1469694"/>
                  </a:lnTo>
                  <a:lnTo>
                    <a:pt x="1314867" y="1469694"/>
                  </a:lnTo>
                  <a:lnTo>
                    <a:pt x="1316657" y="1467904"/>
                  </a:lnTo>
                  <a:lnTo>
                    <a:pt x="1318448" y="1467904"/>
                  </a:lnTo>
                  <a:lnTo>
                    <a:pt x="1326449" y="1459902"/>
                  </a:lnTo>
                  <a:lnTo>
                    <a:pt x="1326449" y="1456321"/>
                  </a:lnTo>
                  <a:lnTo>
                    <a:pt x="1328240" y="1454530"/>
                  </a:lnTo>
                  <a:lnTo>
                    <a:pt x="1328240" y="1444391"/>
                  </a:lnTo>
                  <a:lnTo>
                    <a:pt x="1326449" y="1442600"/>
                  </a:lnTo>
                  <a:lnTo>
                    <a:pt x="1326449" y="1440810"/>
                  </a:lnTo>
                  <a:lnTo>
                    <a:pt x="1322868" y="1437229"/>
                  </a:lnTo>
                  <a:lnTo>
                    <a:pt x="1322868" y="1435438"/>
                  </a:lnTo>
                  <a:lnTo>
                    <a:pt x="1320238" y="1432808"/>
                  </a:lnTo>
                  <a:lnTo>
                    <a:pt x="1318448" y="1432808"/>
                  </a:lnTo>
                  <a:lnTo>
                    <a:pt x="1316657" y="1431018"/>
                  </a:lnTo>
                  <a:lnTo>
                    <a:pt x="1314867" y="1431018"/>
                  </a:lnTo>
                  <a:lnTo>
                    <a:pt x="1313076" y="1429227"/>
                  </a:lnTo>
                  <a:lnTo>
                    <a:pt x="1299355" y="1429227"/>
                  </a:lnTo>
                  <a:close/>
                  <a:moveTo>
                    <a:pt x="751443" y="1425646"/>
                  </a:moveTo>
                  <a:lnTo>
                    <a:pt x="747862" y="1429227"/>
                  </a:lnTo>
                  <a:lnTo>
                    <a:pt x="745232" y="1429227"/>
                  </a:lnTo>
                  <a:lnTo>
                    <a:pt x="745232" y="1431857"/>
                  </a:lnTo>
                  <a:lnTo>
                    <a:pt x="741651" y="1435438"/>
                  </a:lnTo>
                  <a:lnTo>
                    <a:pt x="741651" y="1439019"/>
                  </a:lnTo>
                  <a:lnTo>
                    <a:pt x="739861" y="1440810"/>
                  </a:lnTo>
                  <a:lnTo>
                    <a:pt x="739861" y="1447368"/>
                  </a:lnTo>
                  <a:lnTo>
                    <a:pt x="741651" y="1449159"/>
                  </a:lnTo>
                  <a:lnTo>
                    <a:pt x="741651" y="1452740"/>
                  </a:lnTo>
                  <a:lnTo>
                    <a:pt x="745232" y="1456321"/>
                  </a:lnTo>
                  <a:lnTo>
                    <a:pt x="745232" y="1458951"/>
                  </a:lnTo>
                  <a:lnTo>
                    <a:pt x="747862" y="1458951"/>
                  </a:lnTo>
                  <a:lnTo>
                    <a:pt x="751443" y="1462532"/>
                  </a:lnTo>
                  <a:lnTo>
                    <a:pt x="755024" y="1462532"/>
                  </a:lnTo>
                  <a:lnTo>
                    <a:pt x="756815" y="1464322"/>
                  </a:lnTo>
                  <a:lnTo>
                    <a:pt x="763373" y="1464322"/>
                  </a:lnTo>
                  <a:lnTo>
                    <a:pt x="765164" y="1462532"/>
                  </a:lnTo>
                  <a:lnTo>
                    <a:pt x="768745" y="1462532"/>
                  </a:lnTo>
                  <a:lnTo>
                    <a:pt x="772326" y="1458951"/>
                  </a:lnTo>
                  <a:lnTo>
                    <a:pt x="774117" y="1458951"/>
                  </a:lnTo>
                  <a:lnTo>
                    <a:pt x="776746" y="1456321"/>
                  </a:lnTo>
                  <a:lnTo>
                    <a:pt x="776746" y="1454530"/>
                  </a:lnTo>
                  <a:lnTo>
                    <a:pt x="778537" y="1452740"/>
                  </a:lnTo>
                  <a:lnTo>
                    <a:pt x="778537" y="1449159"/>
                  </a:lnTo>
                  <a:lnTo>
                    <a:pt x="780327" y="1447368"/>
                  </a:lnTo>
                  <a:lnTo>
                    <a:pt x="780327" y="1440810"/>
                  </a:lnTo>
                  <a:lnTo>
                    <a:pt x="778537" y="1439019"/>
                  </a:lnTo>
                  <a:lnTo>
                    <a:pt x="778537" y="1435438"/>
                  </a:lnTo>
                  <a:lnTo>
                    <a:pt x="776746" y="1433648"/>
                  </a:lnTo>
                  <a:lnTo>
                    <a:pt x="776746" y="1431857"/>
                  </a:lnTo>
                  <a:lnTo>
                    <a:pt x="774117" y="1429227"/>
                  </a:lnTo>
                  <a:lnTo>
                    <a:pt x="765164" y="1429227"/>
                  </a:lnTo>
                  <a:lnTo>
                    <a:pt x="763373" y="1427437"/>
                  </a:lnTo>
                  <a:lnTo>
                    <a:pt x="759792" y="1427437"/>
                  </a:lnTo>
                  <a:lnTo>
                    <a:pt x="758001" y="1425646"/>
                  </a:lnTo>
                  <a:lnTo>
                    <a:pt x="751443" y="1425646"/>
                  </a:lnTo>
                  <a:close/>
                  <a:moveTo>
                    <a:pt x="849085" y="1423856"/>
                  </a:moveTo>
                  <a:lnTo>
                    <a:pt x="849085" y="1428511"/>
                  </a:lnTo>
                  <a:lnTo>
                    <a:pt x="853740" y="1428511"/>
                  </a:lnTo>
                  <a:lnTo>
                    <a:pt x="853740" y="1423856"/>
                  </a:lnTo>
                  <a:lnTo>
                    <a:pt x="849085" y="1423856"/>
                  </a:lnTo>
                  <a:close/>
                  <a:moveTo>
                    <a:pt x="691157" y="1421472"/>
                  </a:moveTo>
                  <a:lnTo>
                    <a:pt x="688773" y="1423856"/>
                  </a:lnTo>
                  <a:lnTo>
                    <a:pt x="683402" y="1423856"/>
                  </a:lnTo>
                  <a:lnTo>
                    <a:pt x="679821" y="1427437"/>
                  </a:lnTo>
                  <a:lnTo>
                    <a:pt x="678030" y="1427437"/>
                  </a:lnTo>
                  <a:lnTo>
                    <a:pt x="675400" y="1430066"/>
                  </a:lnTo>
                  <a:lnTo>
                    <a:pt x="675400" y="1431857"/>
                  </a:lnTo>
                  <a:lnTo>
                    <a:pt x="671226" y="1436032"/>
                  </a:lnTo>
                  <a:lnTo>
                    <a:pt x="674449" y="1439255"/>
                  </a:lnTo>
                  <a:lnTo>
                    <a:pt x="676239" y="1439255"/>
                  </a:lnTo>
                  <a:lnTo>
                    <a:pt x="682563" y="1445578"/>
                  </a:lnTo>
                  <a:lnTo>
                    <a:pt x="682563" y="1447368"/>
                  </a:lnTo>
                  <a:lnTo>
                    <a:pt x="684353" y="1449159"/>
                  </a:lnTo>
                  <a:lnTo>
                    <a:pt x="684353" y="1450949"/>
                  </a:lnTo>
                  <a:lnTo>
                    <a:pt x="686144" y="1452740"/>
                  </a:lnTo>
                  <a:lnTo>
                    <a:pt x="686144" y="1455370"/>
                  </a:lnTo>
                  <a:lnTo>
                    <a:pt x="688773" y="1455370"/>
                  </a:lnTo>
                  <a:lnTo>
                    <a:pt x="693306" y="1459902"/>
                  </a:lnTo>
                  <a:lnTo>
                    <a:pt x="693306" y="1461693"/>
                  </a:lnTo>
                  <a:lnTo>
                    <a:pt x="696529" y="1464916"/>
                  </a:lnTo>
                  <a:lnTo>
                    <a:pt x="698913" y="1462532"/>
                  </a:lnTo>
                  <a:lnTo>
                    <a:pt x="700703" y="1462532"/>
                  </a:lnTo>
                  <a:lnTo>
                    <a:pt x="702494" y="1460741"/>
                  </a:lnTo>
                  <a:lnTo>
                    <a:pt x="704285" y="1460741"/>
                  </a:lnTo>
                  <a:lnTo>
                    <a:pt x="706914" y="1458112"/>
                  </a:lnTo>
                  <a:lnTo>
                    <a:pt x="706914" y="1456321"/>
                  </a:lnTo>
                  <a:lnTo>
                    <a:pt x="710495" y="1452740"/>
                  </a:lnTo>
                  <a:lnTo>
                    <a:pt x="710495" y="1450949"/>
                  </a:lnTo>
                  <a:lnTo>
                    <a:pt x="712286" y="1449159"/>
                  </a:lnTo>
                  <a:lnTo>
                    <a:pt x="712286" y="1439019"/>
                  </a:lnTo>
                  <a:lnTo>
                    <a:pt x="710495" y="1437229"/>
                  </a:lnTo>
                  <a:lnTo>
                    <a:pt x="710495" y="1435438"/>
                  </a:lnTo>
                  <a:lnTo>
                    <a:pt x="708705" y="1433648"/>
                  </a:lnTo>
                  <a:lnTo>
                    <a:pt x="708705" y="1431857"/>
                  </a:lnTo>
                  <a:lnTo>
                    <a:pt x="702494" y="1425646"/>
                  </a:lnTo>
                  <a:lnTo>
                    <a:pt x="700703" y="1425646"/>
                  </a:lnTo>
                  <a:lnTo>
                    <a:pt x="698913" y="1423856"/>
                  </a:lnTo>
                  <a:lnTo>
                    <a:pt x="693541" y="1423856"/>
                  </a:lnTo>
                  <a:lnTo>
                    <a:pt x="691157" y="1421472"/>
                  </a:lnTo>
                  <a:close/>
                  <a:moveTo>
                    <a:pt x="999492" y="1430660"/>
                  </a:moveTo>
                  <a:lnTo>
                    <a:pt x="1002357" y="1430660"/>
                  </a:lnTo>
                  <a:lnTo>
                    <a:pt x="1002357" y="1421707"/>
                  </a:lnTo>
                  <a:lnTo>
                    <a:pt x="999492" y="1421707"/>
                  </a:lnTo>
                  <a:lnTo>
                    <a:pt x="999492" y="1430660"/>
                  </a:lnTo>
                  <a:close/>
                  <a:moveTo>
                    <a:pt x="952938" y="1420275"/>
                  </a:moveTo>
                  <a:lnTo>
                    <a:pt x="952938" y="1429463"/>
                  </a:lnTo>
                  <a:lnTo>
                    <a:pt x="955567" y="1432092"/>
                  </a:lnTo>
                  <a:lnTo>
                    <a:pt x="957358" y="1432092"/>
                  </a:lnTo>
                  <a:lnTo>
                    <a:pt x="960100" y="1434834"/>
                  </a:lnTo>
                  <a:lnTo>
                    <a:pt x="960100" y="1436625"/>
                  </a:lnTo>
                  <a:lnTo>
                    <a:pt x="961890" y="1438415"/>
                  </a:lnTo>
                  <a:lnTo>
                    <a:pt x="961890" y="1441403"/>
                  </a:lnTo>
                  <a:lnTo>
                    <a:pt x="964755" y="1441403"/>
                  </a:lnTo>
                  <a:lnTo>
                    <a:pt x="964755" y="1438415"/>
                  </a:lnTo>
                  <a:lnTo>
                    <a:pt x="966546" y="1436625"/>
                  </a:lnTo>
                  <a:lnTo>
                    <a:pt x="966546" y="1433648"/>
                  </a:lnTo>
                  <a:lnTo>
                    <a:pt x="964755" y="1431857"/>
                  </a:lnTo>
                  <a:lnTo>
                    <a:pt x="964755" y="1428276"/>
                  </a:lnTo>
                  <a:lnTo>
                    <a:pt x="961174" y="1424695"/>
                  </a:lnTo>
                  <a:lnTo>
                    <a:pt x="961174" y="1422065"/>
                  </a:lnTo>
                  <a:lnTo>
                    <a:pt x="958545" y="1422065"/>
                  </a:lnTo>
                  <a:lnTo>
                    <a:pt x="956754" y="1420275"/>
                  </a:lnTo>
                  <a:lnTo>
                    <a:pt x="952938" y="1420275"/>
                  </a:lnTo>
                  <a:close/>
                  <a:moveTo>
                    <a:pt x="857680" y="1421349"/>
                  </a:moveTo>
                  <a:lnTo>
                    <a:pt x="858877" y="1421349"/>
                  </a:lnTo>
                  <a:lnTo>
                    <a:pt x="860667" y="1423139"/>
                  </a:lnTo>
                  <a:lnTo>
                    <a:pt x="864249" y="1423139"/>
                  </a:lnTo>
                  <a:lnTo>
                    <a:pt x="866039" y="1424930"/>
                  </a:lnTo>
                  <a:lnTo>
                    <a:pt x="869855" y="1424930"/>
                  </a:lnTo>
                  <a:lnTo>
                    <a:pt x="869855" y="1420275"/>
                  </a:lnTo>
                  <a:lnTo>
                    <a:pt x="865435" y="1420275"/>
                  </a:lnTo>
                  <a:lnTo>
                    <a:pt x="863645" y="1418484"/>
                  </a:lnTo>
                  <a:lnTo>
                    <a:pt x="857680" y="1421349"/>
                  </a:lnTo>
                  <a:close/>
                  <a:moveTo>
                    <a:pt x="1180339" y="1414668"/>
                  </a:moveTo>
                  <a:lnTo>
                    <a:pt x="1180339" y="1420510"/>
                  </a:lnTo>
                  <a:lnTo>
                    <a:pt x="1182130" y="1422300"/>
                  </a:lnTo>
                  <a:lnTo>
                    <a:pt x="1182130" y="1428511"/>
                  </a:lnTo>
                  <a:lnTo>
                    <a:pt x="1184759" y="1428511"/>
                  </a:lnTo>
                  <a:lnTo>
                    <a:pt x="1186550" y="1430302"/>
                  </a:lnTo>
                  <a:lnTo>
                    <a:pt x="1190366" y="1430302"/>
                  </a:lnTo>
                  <a:lnTo>
                    <a:pt x="1190366" y="1424695"/>
                  </a:lnTo>
                  <a:lnTo>
                    <a:pt x="1180339" y="1414668"/>
                  </a:lnTo>
                  <a:close/>
                  <a:moveTo>
                    <a:pt x="1152529" y="1416693"/>
                  </a:moveTo>
                  <a:lnTo>
                    <a:pt x="1148948" y="1420275"/>
                  </a:lnTo>
                  <a:lnTo>
                    <a:pt x="1147158" y="1420275"/>
                  </a:lnTo>
                  <a:lnTo>
                    <a:pt x="1144528" y="1422904"/>
                  </a:lnTo>
                  <a:lnTo>
                    <a:pt x="1144528" y="1428511"/>
                  </a:lnTo>
                  <a:lnTo>
                    <a:pt x="1148344" y="1428511"/>
                  </a:lnTo>
                  <a:lnTo>
                    <a:pt x="1151925" y="1424930"/>
                  </a:lnTo>
                  <a:lnTo>
                    <a:pt x="1155506" y="1424930"/>
                  </a:lnTo>
                  <a:lnTo>
                    <a:pt x="1158136" y="1422300"/>
                  </a:lnTo>
                  <a:lnTo>
                    <a:pt x="1158136" y="1420510"/>
                  </a:lnTo>
                  <a:lnTo>
                    <a:pt x="1159088" y="1419558"/>
                  </a:lnTo>
                  <a:lnTo>
                    <a:pt x="1160285" y="1419558"/>
                  </a:lnTo>
                  <a:lnTo>
                    <a:pt x="1160285" y="1416693"/>
                  </a:lnTo>
                  <a:lnTo>
                    <a:pt x="1152529" y="1416693"/>
                  </a:lnTo>
                  <a:close/>
                  <a:moveTo>
                    <a:pt x="823066" y="1414903"/>
                  </a:moveTo>
                  <a:lnTo>
                    <a:pt x="816261" y="1421707"/>
                  </a:lnTo>
                  <a:lnTo>
                    <a:pt x="818645" y="1424091"/>
                  </a:lnTo>
                  <a:lnTo>
                    <a:pt x="818645" y="1425881"/>
                  </a:lnTo>
                  <a:lnTo>
                    <a:pt x="820436" y="1427672"/>
                  </a:lnTo>
                  <a:lnTo>
                    <a:pt x="820436" y="1431253"/>
                  </a:lnTo>
                  <a:lnTo>
                    <a:pt x="822227" y="1433044"/>
                  </a:lnTo>
                  <a:lnTo>
                    <a:pt x="822227" y="1435438"/>
                  </a:lnTo>
                  <a:lnTo>
                    <a:pt x="820436" y="1437229"/>
                  </a:lnTo>
                  <a:lnTo>
                    <a:pt x="820436" y="1442600"/>
                  </a:lnTo>
                  <a:lnTo>
                    <a:pt x="818645" y="1444391"/>
                  </a:lnTo>
                  <a:lnTo>
                    <a:pt x="818645" y="1447368"/>
                  </a:lnTo>
                  <a:lnTo>
                    <a:pt x="821275" y="1449998"/>
                  </a:lnTo>
                  <a:lnTo>
                    <a:pt x="823066" y="1449998"/>
                  </a:lnTo>
                  <a:lnTo>
                    <a:pt x="824856" y="1451788"/>
                  </a:lnTo>
                  <a:lnTo>
                    <a:pt x="839416" y="1451788"/>
                  </a:lnTo>
                  <a:lnTo>
                    <a:pt x="839416" y="1447972"/>
                  </a:lnTo>
                  <a:lnTo>
                    <a:pt x="837625" y="1446182"/>
                  </a:lnTo>
                  <a:lnTo>
                    <a:pt x="837625" y="1434834"/>
                  </a:lnTo>
                  <a:lnTo>
                    <a:pt x="839416" y="1433044"/>
                  </a:lnTo>
                  <a:lnTo>
                    <a:pt x="839416" y="1431253"/>
                  </a:lnTo>
                  <a:lnTo>
                    <a:pt x="846578" y="1424091"/>
                  </a:lnTo>
                  <a:lnTo>
                    <a:pt x="846578" y="1421114"/>
                  </a:lnTo>
                  <a:lnTo>
                    <a:pt x="842158" y="1416693"/>
                  </a:lnTo>
                  <a:lnTo>
                    <a:pt x="840367" y="1416693"/>
                  </a:lnTo>
                  <a:lnTo>
                    <a:pt x="838577" y="1414903"/>
                  </a:lnTo>
                  <a:lnTo>
                    <a:pt x="823066" y="1414903"/>
                  </a:lnTo>
                  <a:close/>
                  <a:moveTo>
                    <a:pt x="796207" y="1414903"/>
                  </a:moveTo>
                  <a:lnTo>
                    <a:pt x="794417" y="1416693"/>
                  </a:lnTo>
                  <a:lnTo>
                    <a:pt x="792626" y="1416693"/>
                  </a:lnTo>
                  <a:lnTo>
                    <a:pt x="790835" y="1418484"/>
                  </a:lnTo>
                  <a:lnTo>
                    <a:pt x="789045" y="1418484"/>
                  </a:lnTo>
                  <a:lnTo>
                    <a:pt x="784625" y="1422904"/>
                  </a:lnTo>
                  <a:lnTo>
                    <a:pt x="784625" y="1424695"/>
                  </a:lnTo>
                  <a:lnTo>
                    <a:pt x="782834" y="1426485"/>
                  </a:lnTo>
                  <a:lnTo>
                    <a:pt x="782834" y="1430066"/>
                  </a:lnTo>
                  <a:lnTo>
                    <a:pt x="781044" y="1431857"/>
                  </a:lnTo>
                  <a:lnTo>
                    <a:pt x="781044" y="1438415"/>
                  </a:lnTo>
                  <a:lnTo>
                    <a:pt x="782834" y="1440206"/>
                  </a:lnTo>
                  <a:lnTo>
                    <a:pt x="782834" y="1443787"/>
                  </a:lnTo>
                  <a:lnTo>
                    <a:pt x="786415" y="1447368"/>
                  </a:lnTo>
                  <a:lnTo>
                    <a:pt x="786415" y="1449998"/>
                  </a:lnTo>
                  <a:lnTo>
                    <a:pt x="789045" y="1449998"/>
                  </a:lnTo>
                  <a:lnTo>
                    <a:pt x="792626" y="1453579"/>
                  </a:lnTo>
                  <a:lnTo>
                    <a:pt x="797394" y="1453579"/>
                  </a:lnTo>
                  <a:lnTo>
                    <a:pt x="799184" y="1451788"/>
                  </a:lnTo>
                  <a:lnTo>
                    <a:pt x="800975" y="1451788"/>
                  </a:lnTo>
                  <a:lnTo>
                    <a:pt x="802766" y="1449998"/>
                  </a:lnTo>
                  <a:lnTo>
                    <a:pt x="806347" y="1449998"/>
                  </a:lnTo>
                  <a:lnTo>
                    <a:pt x="808137" y="1448207"/>
                  </a:lnTo>
                  <a:lnTo>
                    <a:pt x="810532" y="1448207"/>
                  </a:lnTo>
                  <a:lnTo>
                    <a:pt x="812322" y="1449998"/>
                  </a:lnTo>
                  <a:lnTo>
                    <a:pt x="816139" y="1449998"/>
                  </a:lnTo>
                  <a:lnTo>
                    <a:pt x="816139" y="1444391"/>
                  </a:lnTo>
                  <a:lnTo>
                    <a:pt x="812557" y="1440810"/>
                  </a:lnTo>
                  <a:lnTo>
                    <a:pt x="812557" y="1425881"/>
                  </a:lnTo>
                  <a:lnTo>
                    <a:pt x="816732" y="1421707"/>
                  </a:lnTo>
                  <a:lnTo>
                    <a:pt x="813509" y="1418484"/>
                  </a:lnTo>
                  <a:lnTo>
                    <a:pt x="811718" y="1418484"/>
                  </a:lnTo>
                  <a:lnTo>
                    <a:pt x="809928" y="1416693"/>
                  </a:lnTo>
                  <a:lnTo>
                    <a:pt x="808137" y="1416693"/>
                  </a:lnTo>
                  <a:lnTo>
                    <a:pt x="806347" y="1414903"/>
                  </a:lnTo>
                  <a:lnTo>
                    <a:pt x="796207" y="1414903"/>
                  </a:lnTo>
                  <a:close/>
                  <a:moveTo>
                    <a:pt x="1206246" y="1413112"/>
                  </a:moveTo>
                  <a:lnTo>
                    <a:pt x="1204456" y="1414903"/>
                  </a:lnTo>
                  <a:lnTo>
                    <a:pt x="1200874" y="1414903"/>
                  </a:lnTo>
                  <a:lnTo>
                    <a:pt x="1192873" y="1422904"/>
                  </a:lnTo>
                  <a:lnTo>
                    <a:pt x="1192873" y="1431253"/>
                  </a:lnTo>
                  <a:lnTo>
                    <a:pt x="1195503" y="1433883"/>
                  </a:lnTo>
                  <a:lnTo>
                    <a:pt x="1197293" y="1433883"/>
                  </a:lnTo>
                  <a:lnTo>
                    <a:pt x="1198245" y="1434834"/>
                  </a:lnTo>
                  <a:lnTo>
                    <a:pt x="1198245" y="1437464"/>
                  </a:lnTo>
                  <a:lnTo>
                    <a:pt x="1202061" y="1437464"/>
                  </a:lnTo>
                  <a:lnTo>
                    <a:pt x="1204691" y="1434834"/>
                  </a:lnTo>
                  <a:lnTo>
                    <a:pt x="1204691" y="1433044"/>
                  </a:lnTo>
                  <a:lnTo>
                    <a:pt x="1205642" y="1432092"/>
                  </a:lnTo>
                  <a:lnTo>
                    <a:pt x="1207433" y="1432092"/>
                  </a:lnTo>
                  <a:lnTo>
                    <a:pt x="1211014" y="1428511"/>
                  </a:lnTo>
                  <a:lnTo>
                    <a:pt x="1216386" y="1428511"/>
                  </a:lnTo>
                  <a:lnTo>
                    <a:pt x="1218176" y="1426721"/>
                  </a:lnTo>
                  <a:lnTo>
                    <a:pt x="1220571" y="1426721"/>
                  </a:lnTo>
                  <a:lnTo>
                    <a:pt x="1222361" y="1428511"/>
                  </a:lnTo>
                  <a:lnTo>
                    <a:pt x="1229759" y="1428511"/>
                  </a:lnTo>
                  <a:lnTo>
                    <a:pt x="1229759" y="1424695"/>
                  </a:lnTo>
                  <a:lnTo>
                    <a:pt x="1226178" y="1421114"/>
                  </a:lnTo>
                  <a:lnTo>
                    <a:pt x="1226178" y="1418484"/>
                  </a:lnTo>
                  <a:lnTo>
                    <a:pt x="1223548" y="1418484"/>
                  </a:lnTo>
                  <a:lnTo>
                    <a:pt x="1219967" y="1414903"/>
                  </a:lnTo>
                  <a:lnTo>
                    <a:pt x="1218176" y="1414903"/>
                  </a:lnTo>
                  <a:lnTo>
                    <a:pt x="1216386" y="1413112"/>
                  </a:lnTo>
                  <a:lnTo>
                    <a:pt x="1206246" y="1413112"/>
                  </a:lnTo>
                  <a:close/>
                  <a:moveTo>
                    <a:pt x="1170435" y="1409531"/>
                  </a:moveTo>
                  <a:lnTo>
                    <a:pt x="1163989" y="1415977"/>
                  </a:lnTo>
                  <a:lnTo>
                    <a:pt x="1169831" y="1415977"/>
                  </a:lnTo>
                  <a:lnTo>
                    <a:pt x="1171622" y="1414187"/>
                  </a:lnTo>
                  <a:lnTo>
                    <a:pt x="1174016" y="1414187"/>
                  </a:lnTo>
                  <a:lnTo>
                    <a:pt x="1175387" y="1415558"/>
                  </a:lnTo>
                  <a:lnTo>
                    <a:pt x="1177413" y="1413532"/>
                  </a:lnTo>
                  <a:lnTo>
                    <a:pt x="1176042" y="1412161"/>
                  </a:lnTo>
                  <a:lnTo>
                    <a:pt x="1176042" y="1409531"/>
                  </a:lnTo>
                  <a:lnTo>
                    <a:pt x="1170435" y="1409531"/>
                  </a:lnTo>
                  <a:close/>
                  <a:moveTo>
                    <a:pt x="1008087" y="1405357"/>
                  </a:moveTo>
                  <a:lnTo>
                    <a:pt x="1004864" y="1408580"/>
                  </a:lnTo>
                  <a:lnTo>
                    <a:pt x="1004864" y="1414422"/>
                  </a:lnTo>
                  <a:lnTo>
                    <a:pt x="1008680" y="1410606"/>
                  </a:lnTo>
                  <a:lnTo>
                    <a:pt x="1013336" y="1410606"/>
                  </a:lnTo>
                  <a:lnTo>
                    <a:pt x="1008087" y="1405357"/>
                  </a:lnTo>
                  <a:close/>
                  <a:moveTo>
                    <a:pt x="870214" y="1403566"/>
                  </a:moveTo>
                  <a:lnTo>
                    <a:pt x="867830" y="1405950"/>
                  </a:lnTo>
                  <a:lnTo>
                    <a:pt x="862458" y="1405950"/>
                  </a:lnTo>
                  <a:lnTo>
                    <a:pt x="860667" y="1407741"/>
                  </a:lnTo>
                  <a:lnTo>
                    <a:pt x="858273" y="1407741"/>
                  </a:lnTo>
                  <a:lnTo>
                    <a:pt x="856482" y="1405950"/>
                  </a:lnTo>
                  <a:lnTo>
                    <a:pt x="847059" y="1405950"/>
                  </a:lnTo>
                  <a:lnTo>
                    <a:pt x="850876" y="1409766"/>
                  </a:lnTo>
                  <a:lnTo>
                    <a:pt x="850876" y="1411557"/>
                  </a:lnTo>
                  <a:lnTo>
                    <a:pt x="855296" y="1415977"/>
                  </a:lnTo>
                  <a:lnTo>
                    <a:pt x="860064" y="1415977"/>
                  </a:lnTo>
                  <a:lnTo>
                    <a:pt x="861854" y="1414187"/>
                  </a:lnTo>
                  <a:lnTo>
                    <a:pt x="865435" y="1414187"/>
                  </a:lnTo>
                  <a:lnTo>
                    <a:pt x="867226" y="1412396"/>
                  </a:lnTo>
                  <a:lnTo>
                    <a:pt x="875227" y="1412396"/>
                  </a:lnTo>
                  <a:lnTo>
                    <a:pt x="875227" y="1408580"/>
                  </a:lnTo>
                  <a:lnTo>
                    <a:pt x="870214" y="1403566"/>
                  </a:lnTo>
                  <a:close/>
                  <a:moveTo>
                    <a:pt x="1249220" y="1402369"/>
                  </a:moveTo>
                  <a:lnTo>
                    <a:pt x="1247429" y="1404159"/>
                  </a:lnTo>
                  <a:lnTo>
                    <a:pt x="1245638" y="1404159"/>
                  </a:lnTo>
                  <a:lnTo>
                    <a:pt x="1237637" y="1412161"/>
                  </a:lnTo>
                  <a:lnTo>
                    <a:pt x="1237637" y="1413951"/>
                  </a:lnTo>
                  <a:lnTo>
                    <a:pt x="1235847" y="1415742"/>
                  </a:lnTo>
                  <a:lnTo>
                    <a:pt x="1235847" y="1419323"/>
                  </a:lnTo>
                  <a:lnTo>
                    <a:pt x="1234056" y="1421114"/>
                  </a:lnTo>
                  <a:lnTo>
                    <a:pt x="1234056" y="1425881"/>
                  </a:lnTo>
                  <a:lnTo>
                    <a:pt x="1235847" y="1427672"/>
                  </a:lnTo>
                  <a:lnTo>
                    <a:pt x="1235847" y="1431253"/>
                  </a:lnTo>
                  <a:lnTo>
                    <a:pt x="1237637" y="1433044"/>
                  </a:lnTo>
                  <a:lnTo>
                    <a:pt x="1237637" y="1434834"/>
                  </a:lnTo>
                  <a:lnTo>
                    <a:pt x="1243848" y="1441045"/>
                  </a:lnTo>
                  <a:lnTo>
                    <a:pt x="1245638" y="1441045"/>
                  </a:lnTo>
                  <a:lnTo>
                    <a:pt x="1247429" y="1442836"/>
                  </a:lnTo>
                  <a:lnTo>
                    <a:pt x="1249220" y="1442836"/>
                  </a:lnTo>
                  <a:lnTo>
                    <a:pt x="1251010" y="1444626"/>
                  </a:lnTo>
                  <a:lnTo>
                    <a:pt x="1259359" y="1444626"/>
                  </a:lnTo>
                  <a:lnTo>
                    <a:pt x="1261150" y="1442836"/>
                  </a:lnTo>
                  <a:lnTo>
                    <a:pt x="1264731" y="1442836"/>
                  </a:lnTo>
                  <a:lnTo>
                    <a:pt x="1268312" y="1439255"/>
                  </a:lnTo>
                  <a:lnTo>
                    <a:pt x="1270942" y="1439255"/>
                  </a:lnTo>
                  <a:lnTo>
                    <a:pt x="1270942" y="1436625"/>
                  </a:lnTo>
                  <a:lnTo>
                    <a:pt x="1274523" y="1433044"/>
                  </a:lnTo>
                  <a:lnTo>
                    <a:pt x="1274523" y="1429227"/>
                  </a:lnTo>
                  <a:lnTo>
                    <a:pt x="1270102" y="1429227"/>
                  </a:lnTo>
                  <a:lnTo>
                    <a:pt x="1266521" y="1425646"/>
                  </a:lnTo>
                  <a:lnTo>
                    <a:pt x="1264731" y="1425646"/>
                  </a:lnTo>
                  <a:lnTo>
                    <a:pt x="1261989" y="1422904"/>
                  </a:lnTo>
                  <a:lnTo>
                    <a:pt x="1261989" y="1421114"/>
                  </a:lnTo>
                  <a:lnTo>
                    <a:pt x="1258408" y="1417533"/>
                  </a:lnTo>
                  <a:lnTo>
                    <a:pt x="1258408" y="1412161"/>
                  </a:lnTo>
                  <a:lnTo>
                    <a:pt x="1256617" y="1410370"/>
                  </a:lnTo>
                  <a:lnTo>
                    <a:pt x="1256617" y="1406185"/>
                  </a:lnTo>
                  <a:lnTo>
                    <a:pt x="1260433" y="1402369"/>
                  </a:lnTo>
                  <a:lnTo>
                    <a:pt x="1249220" y="1402369"/>
                  </a:lnTo>
                  <a:close/>
                  <a:moveTo>
                    <a:pt x="1110507" y="1400578"/>
                  </a:moveTo>
                  <a:lnTo>
                    <a:pt x="1110507" y="1403208"/>
                  </a:lnTo>
                  <a:lnTo>
                    <a:pt x="1108717" y="1404999"/>
                  </a:lnTo>
                  <a:lnTo>
                    <a:pt x="1108717" y="1406789"/>
                  </a:lnTo>
                  <a:lnTo>
                    <a:pt x="1103110" y="1412396"/>
                  </a:lnTo>
                  <a:lnTo>
                    <a:pt x="1107765" y="1412396"/>
                  </a:lnTo>
                  <a:lnTo>
                    <a:pt x="1109556" y="1414187"/>
                  </a:lnTo>
                  <a:lnTo>
                    <a:pt x="1112533" y="1414187"/>
                  </a:lnTo>
                  <a:lnTo>
                    <a:pt x="1114324" y="1412396"/>
                  </a:lnTo>
                  <a:lnTo>
                    <a:pt x="1116953" y="1412396"/>
                  </a:lnTo>
                  <a:lnTo>
                    <a:pt x="1116953" y="1400578"/>
                  </a:lnTo>
                  <a:lnTo>
                    <a:pt x="1110507" y="1400578"/>
                  </a:lnTo>
                  <a:close/>
                  <a:moveTo>
                    <a:pt x="941243" y="1398788"/>
                  </a:moveTo>
                  <a:lnTo>
                    <a:pt x="939452" y="1400578"/>
                  </a:lnTo>
                  <a:lnTo>
                    <a:pt x="936823" y="1400578"/>
                  </a:lnTo>
                  <a:lnTo>
                    <a:pt x="936823" y="1408815"/>
                  </a:lnTo>
                  <a:lnTo>
                    <a:pt x="939452" y="1408815"/>
                  </a:lnTo>
                  <a:lnTo>
                    <a:pt x="941243" y="1410606"/>
                  </a:lnTo>
                  <a:lnTo>
                    <a:pt x="943033" y="1410606"/>
                  </a:lnTo>
                  <a:lnTo>
                    <a:pt x="944824" y="1412396"/>
                  </a:lnTo>
                  <a:lnTo>
                    <a:pt x="946614" y="1412396"/>
                  </a:lnTo>
                  <a:lnTo>
                    <a:pt x="949356" y="1415138"/>
                  </a:lnTo>
                  <a:lnTo>
                    <a:pt x="949356" y="1417768"/>
                  </a:lnTo>
                  <a:lnTo>
                    <a:pt x="954012" y="1417768"/>
                  </a:lnTo>
                  <a:lnTo>
                    <a:pt x="954012" y="1408580"/>
                  </a:lnTo>
                  <a:lnTo>
                    <a:pt x="950431" y="1404999"/>
                  </a:lnTo>
                  <a:lnTo>
                    <a:pt x="950431" y="1402369"/>
                  </a:lnTo>
                  <a:lnTo>
                    <a:pt x="947801" y="1402369"/>
                  </a:lnTo>
                  <a:lnTo>
                    <a:pt x="944220" y="1398788"/>
                  </a:lnTo>
                  <a:lnTo>
                    <a:pt x="941243" y="1398788"/>
                  </a:lnTo>
                  <a:close/>
                  <a:moveTo>
                    <a:pt x="1122090" y="1393416"/>
                  </a:moveTo>
                  <a:lnTo>
                    <a:pt x="1117076" y="1398430"/>
                  </a:lnTo>
                  <a:lnTo>
                    <a:pt x="1120299" y="1401653"/>
                  </a:lnTo>
                  <a:lnTo>
                    <a:pt x="1122090" y="1401653"/>
                  </a:lnTo>
                  <a:lnTo>
                    <a:pt x="1131042" y="1410606"/>
                  </a:lnTo>
                  <a:lnTo>
                    <a:pt x="1132833" y="1410606"/>
                  </a:lnTo>
                  <a:lnTo>
                    <a:pt x="1136414" y="1414187"/>
                  </a:lnTo>
                  <a:lnTo>
                    <a:pt x="1138205" y="1414187"/>
                  </a:lnTo>
                  <a:lnTo>
                    <a:pt x="1139156" y="1415138"/>
                  </a:lnTo>
                  <a:lnTo>
                    <a:pt x="1139156" y="1419794"/>
                  </a:lnTo>
                  <a:lnTo>
                    <a:pt x="1145837" y="1413112"/>
                  </a:lnTo>
                  <a:lnTo>
                    <a:pt x="1141182" y="1413112"/>
                  </a:lnTo>
                  <a:lnTo>
                    <a:pt x="1138440" y="1410370"/>
                  </a:lnTo>
                  <a:lnTo>
                    <a:pt x="1138440" y="1408580"/>
                  </a:lnTo>
                  <a:lnTo>
                    <a:pt x="1134859" y="1404999"/>
                  </a:lnTo>
                  <a:lnTo>
                    <a:pt x="1134859" y="1399627"/>
                  </a:lnTo>
                  <a:lnTo>
                    <a:pt x="1133068" y="1397836"/>
                  </a:lnTo>
                  <a:lnTo>
                    <a:pt x="1133068" y="1397232"/>
                  </a:lnTo>
                  <a:lnTo>
                    <a:pt x="1136885" y="1393416"/>
                  </a:lnTo>
                  <a:lnTo>
                    <a:pt x="1122090" y="1393416"/>
                  </a:lnTo>
                  <a:close/>
                  <a:moveTo>
                    <a:pt x="889316" y="1393416"/>
                  </a:moveTo>
                  <a:lnTo>
                    <a:pt x="887526" y="1395207"/>
                  </a:lnTo>
                  <a:lnTo>
                    <a:pt x="882870" y="1395207"/>
                  </a:lnTo>
                  <a:lnTo>
                    <a:pt x="886687" y="1399023"/>
                  </a:lnTo>
                  <a:lnTo>
                    <a:pt x="886687" y="1401417"/>
                  </a:lnTo>
                  <a:lnTo>
                    <a:pt x="884896" y="1403208"/>
                  </a:lnTo>
                  <a:lnTo>
                    <a:pt x="884896" y="1407024"/>
                  </a:lnTo>
                  <a:lnTo>
                    <a:pt x="892294" y="1407024"/>
                  </a:lnTo>
                  <a:lnTo>
                    <a:pt x="894084" y="1405234"/>
                  </a:lnTo>
                  <a:lnTo>
                    <a:pt x="895875" y="1405234"/>
                  </a:lnTo>
                  <a:lnTo>
                    <a:pt x="899098" y="1402011"/>
                  </a:lnTo>
                  <a:lnTo>
                    <a:pt x="893133" y="1396046"/>
                  </a:lnTo>
                  <a:lnTo>
                    <a:pt x="893133" y="1393416"/>
                  </a:lnTo>
                  <a:lnTo>
                    <a:pt x="889316" y="1393416"/>
                  </a:lnTo>
                  <a:close/>
                  <a:moveTo>
                    <a:pt x="1272497" y="1388044"/>
                  </a:moveTo>
                  <a:lnTo>
                    <a:pt x="1270706" y="1389835"/>
                  </a:lnTo>
                  <a:lnTo>
                    <a:pt x="1268916" y="1389835"/>
                  </a:lnTo>
                  <a:lnTo>
                    <a:pt x="1265335" y="1393416"/>
                  </a:lnTo>
                  <a:lnTo>
                    <a:pt x="1262705" y="1393416"/>
                  </a:lnTo>
                  <a:lnTo>
                    <a:pt x="1262705" y="1396046"/>
                  </a:lnTo>
                  <a:lnTo>
                    <a:pt x="1258531" y="1400220"/>
                  </a:lnTo>
                  <a:lnTo>
                    <a:pt x="1261754" y="1403443"/>
                  </a:lnTo>
                  <a:lnTo>
                    <a:pt x="1265335" y="1403443"/>
                  </a:lnTo>
                  <a:lnTo>
                    <a:pt x="1268916" y="1407024"/>
                  </a:lnTo>
                  <a:lnTo>
                    <a:pt x="1270706" y="1407024"/>
                  </a:lnTo>
                  <a:lnTo>
                    <a:pt x="1271658" y="1407976"/>
                  </a:lnTo>
                  <a:lnTo>
                    <a:pt x="1271658" y="1409766"/>
                  </a:lnTo>
                  <a:lnTo>
                    <a:pt x="1275239" y="1413348"/>
                  </a:lnTo>
                  <a:lnTo>
                    <a:pt x="1275239" y="1416929"/>
                  </a:lnTo>
                  <a:lnTo>
                    <a:pt x="1277030" y="1418719"/>
                  </a:lnTo>
                  <a:lnTo>
                    <a:pt x="1277030" y="1430302"/>
                  </a:lnTo>
                  <a:lnTo>
                    <a:pt x="1282636" y="1430302"/>
                  </a:lnTo>
                  <a:lnTo>
                    <a:pt x="1284427" y="1428511"/>
                  </a:lnTo>
                  <a:lnTo>
                    <a:pt x="1288008" y="1428511"/>
                  </a:lnTo>
                  <a:lnTo>
                    <a:pt x="1291589" y="1424930"/>
                  </a:lnTo>
                  <a:lnTo>
                    <a:pt x="1293380" y="1424930"/>
                  </a:lnTo>
                  <a:lnTo>
                    <a:pt x="1296009" y="1422300"/>
                  </a:lnTo>
                  <a:lnTo>
                    <a:pt x="1296009" y="1420510"/>
                  </a:lnTo>
                  <a:lnTo>
                    <a:pt x="1297800" y="1418719"/>
                  </a:lnTo>
                  <a:lnTo>
                    <a:pt x="1297800" y="1416929"/>
                  </a:lnTo>
                  <a:lnTo>
                    <a:pt x="1299591" y="1415138"/>
                  </a:lnTo>
                  <a:lnTo>
                    <a:pt x="1299591" y="1401417"/>
                  </a:lnTo>
                  <a:lnTo>
                    <a:pt x="1296009" y="1397836"/>
                  </a:lnTo>
                  <a:lnTo>
                    <a:pt x="1296009" y="1396046"/>
                  </a:lnTo>
                  <a:lnTo>
                    <a:pt x="1291589" y="1391626"/>
                  </a:lnTo>
                  <a:lnTo>
                    <a:pt x="1289799" y="1391626"/>
                  </a:lnTo>
                  <a:lnTo>
                    <a:pt x="1286218" y="1388044"/>
                  </a:lnTo>
                  <a:lnTo>
                    <a:pt x="1272497" y="1388044"/>
                  </a:lnTo>
                  <a:close/>
                  <a:moveTo>
                    <a:pt x="763977" y="1388044"/>
                  </a:moveTo>
                  <a:lnTo>
                    <a:pt x="762186" y="1389835"/>
                  </a:lnTo>
                  <a:lnTo>
                    <a:pt x="760396" y="1389835"/>
                  </a:lnTo>
                  <a:lnTo>
                    <a:pt x="758605" y="1391626"/>
                  </a:lnTo>
                  <a:lnTo>
                    <a:pt x="756815" y="1391626"/>
                  </a:lnTo>
                  <a:lnTo>
                    <a:pt x="752395" y="1396046"/>
                  </a:lnTo>
                  <a:lnTo>
                    <a:pt x="752395" y="1397836"/>
                  </a:lnTo>
                  <a:lnTo>
                    <a:pt x="750604" y="1399627"/>
                  </a:lnTo>
                  <a:lnTo>
                    <a:pt x="750604" y="1401417"/>
                  </a:lnTo>
                  <a:lnTo>
                    <a:pt x="748813" y="1403208"/>
                  </a:lnTo>
                  <a:lnTo>
                    <a:pt x="748813" y="1413348"/>
                  </a:lnTo>
                  <a:lnTo>
                    <a:pt x="750604" y="1415138"/>
                  </a:lnTo>
                  <a:lnTo>
                    <a:pt x="750604" y="1416929"/>
                  </a:lnTo>
                  <a:lnTo>
                    <a:pt x="752395" y="1418719"/>
                  </a:lnTo>
                  <a:lnTo>
                    <a:pt x="752395" y="1420510"/>
                  </a:lnTo>
                  <a:lnTo>
                    <a:pt x="755024" y="1423139"/>
                  </a:lnTo>
                  <a:lnTo>
                    <a:pt x="762186" y="1423139"/>
                  </a:lnTo>
                  <a:lnTo>
                    <a:pt x="763977" y="1424930"/>
                  </a:lnTo>
                  <a:lnTo>
                    <a:pt x="767558" y="1424930"/>
                  </a:lnTo>
                  <a:lnTo>
                    <a:pt x="769349" y="1426721"/>
                  </a:lnTo>
                  <a:lnTo>
                    <a:pt x="771139" y="1426721"/>
                  </a:lnTo>
                  <a:lnTo>
                    <a:pt x="773523" y="1429104"/>
                  </a:lnTo>
                  <a:lnTo>
                    <a:pt x="775907" y="1426721"/>
                  </a:lnTo>
                  <a:lnTo>
                    <a:pt x="777698" y="1426721"/>
                  </a:lnTo>
                  <a:lnTo>
                    <a:pt x="779488" y="1424930"/>
                  </a:lnTo>
                  <a:lnTo>
                    <a:pt x="781279" y="1424930"/>
                  </a:lnTo>
                  <a:lnTo>
                    <a:pt x="785699" y="1420510"/>
                  </a:lnTo>
                  <a:lnTo>
                    <a:pt x="785699" y="1418719"/>
                  </a:lnTo>
                  <a:lnTo>
                    <a:pt x="787490" y="1416929"/>
                  </a:lnTo>
                  <a:lnTo>
                    <a:pt x="787490" y="1415138"/>
                  </a:lnTo>
                  <a:lnTo>
                    <a:pt x="789280" y="1413348"/>
                  </a:lnTo>
                  <a:lnTo>
                    <a:pt x="789280" y="1409531"/>
                  </a:lnTo>
                  <a:lnTo>
                    <a:pt x="781279" y="1409531"/>
                  </a:lnTo>
                  <a:lnTo>
                    <a:pt x="779488" y="1407741"/>
                  </a:lnTo>
                  <a:lnTo>
                    <a:pt x="777698" y="1407741"/>
                  </a:lnTo>
                  <a:lnTo>
                    <a:pt x="771375" y="1401417"/>
                  </a:lnTo>
                  <a:lnTo>
                    <a:pt x="771375" y="1399627"/>
                  </a:lnTo>
                  <a:lnTo>
                    <a:pt x="769584" y="1397836"/>
                  </a:lnTo>
                  <a:lnTo>
                    <a:pt x="769584" y="1394255"/>
                  </a:lnTo>
                  <a:lnTo>
                    <a:pt x="767793" y="1392465"/>
                  </a:lnTo>
                  <a:lnTo>
                    <a:pt x="767793" y="1388044"/>
                  </a:lnTo>
                  <a:lnTo>
                    <a:pt x="763977" y="1388044"/>
                  </a:lnTo>
                  <a:close/>
                  <a:moveTo>
                    <a:pt x="849505" y="1383328"/>
                  </a:moveTo>
                  <a:lnTo>
                    <a:pt x="850876" y="1384699"/>
                  </a:lnTo>
                  <a:lnTo>
                    <a:pt x="850876" y="1389354"/>
                  </a:lnTo>
                  <a:lnTo>
                    <a:pt x="857557" y="1382673"/>
                  </a:lnTo>
                  <a:lnTo>
                    <a:pt x="852901" y="1382673"/>
                  </a:lnTo>
                  <a:lnTo>
                    <a:pt x="849505" y="1383328"/>
                  </a:lnTo>
                  <a:close/>
                  <a:moveTo>
                    <a:pt x="1150739" y="1377301"/>
                  </a:moveTo>
                  <a:lnTo>
                    <a:pt x="1146318" y="1381721"/>
                  </a:lnTo>
                  <a:lnTo>
                    <a:pt x="1146318" y="1383512"/>
                  </a:lnTo>
                  <a:lnTo>
                    <a:pt x="1142502" y="1387328"/>
                  </a:lnTo>
                  <a:lnTo>
                    <a:pt x="1147158" y="1387328"/>
                  </a:lnTo>
                  <a:lnTo>
                    <a:pt x="1155271" y="1395442"/>
                  </a:lnTo>
                  <a:lnTo>
                    <a:pt x="1155271" y="1400814"/>
                  </a:lnTo>
                  <a:lnTo>
                    <a:pt x="1157062" y="1402604"/>
                  </a:lnTo>
                  <a:lnTo>
                    <a:pt x="1157062" y="1405234"/>
                  </a:lnTo>
                  <a:lnTo>
                    <a:pt x="1168644" y="1405234"/>
                  </a:lnTo>
                  <a:lnTo>
                    <a:pt x="1172461" y="1409050"/>
                  </a:lnTo>
                  <a:lnTo>
                    <a:pt x="1172461" y="1402604"/>
                  </a:lnTo>
                  <a:lnTo>
                    <a:pt x="1174251" y="1400814"/>
                  </a:lnTo>
                  <a:lnTo>
                    <a:pt x="1174251" y="1394255"/>
                  </a:lnTo>
                  <a:lnTo>
                    <a:pt x="1172461" y="1392465"/>
                  </a:lnTo>
                  <a:lnTo>
                    <a:pt x="1172461" y="1388884"/>
                  </a:lnTo>
                  <a:lnTo>
                    <a:pt x="1168880" y="1385302"/>
                  </a:lnTo>
                  <a:lnTo>
                    <a:pt x="1168880" y="1382673"/>
                  </a:lnTo>
                  <a:lnTo>
                    <a:pt x="1166250" y="1382673"/>
                  </a:lnTo>
                  <a:lnTo>
                    <a:pt x="1162669" y="1379092"/>
                  </a:lnTo>
                  <a:lnTo>
                    <a:pt x="1159088" y="1379092"/>
                  </a:lnTo>
                  <a:lnTo>
                    <a:pt x="1157297" y="1377301"/>
                  </a:lnTo>
                  <a:lnTo>
                    <a:pt x="1150739" y="1377301"/>
                  </a:lnTo>
                  <a:close/>
                  <a:moveTo>
                    <a:pt x="1016682" y="1373485"/>
                  </a:moveTo>
                  <a:lnTo>
                    <a:pt x="1012865" y="1377301"/>
                  </a:lnTo>
                  <a:lnTo>
                    <a:pt x="1010236" y="1377301"/>
                  </a:lnTo>
                  <a:lnTo>
                    <a:pt x="1010236" y="1379931"/>
                  </a:lnTo>
                  <a:lnTo>
                    <a:pt x="1006655" y="1383512"/>
                  </a:lnTo>
                  <a:lnTo>
                    <a:pt x="1006655" y="1394849"/>
                  </a:lnTo>
                  <a:lnTo>
                    <a:pt x="1009519" y="1394849"/>
                  </a:lnTo>
                  <a:lnTo>
                    <a:pt x="1009519" y="1393651"/>
                  </a:lnTo>
                  <a:lnTo>
                    <a:pt x="1011310" y="1391861"/>
                  </a:lnTo>
                  <a:lnTo>
                    <a:pt x="1011310" y="1390070"/>
                  </a:lnTo>
                  <a:lnTo>
                    <a:pt x="1016682" y="1384699"/>
                  </a:lnTo>
                  <a:lnTo>
                    <a:pt x="1016682" y="1382908"/>
                  </a:lnTo>
                  <a:lnTo>
                    <a:pt x="1019066" y="1380524"/>
                  </a:lnTo>
                  <a:lnTo>
                    <a:pt x="1016682" y="1378140"/>
                  </a:lnTo>
                  <a:lnTo>
                    <a:pt x="1016682" y="1373485"/>
                  </a:lnTo>
                  <a:close/>
                  <a:moveTo>
                    <a:pt x="830228" y="1373720"/>
                  </a:moveTo>
                  <a:lnTo>
                    <a:pt x="828437" y="1375510"/>
                  </a:lnTo>
                  <a:lnTo>
                    <a:pt x="824856" y="1375510"/>
                  </a:lnTo>
                  <a:lnTo>
                    <a:pt x="821633" y="1378733"/>
                  </a:lnTo>
                  <a:lnTo>
                    <a:pt x="824017" y="1381117"/>
                  </a:lnTo>
                  <a:lnTo>
                    <a:pt x="824017" y="1382908"/>
                  </a:lnTo>
                  <a:lnTo>
                    <a:pt x="825808" y="1384699"/>
                  </a:lnTo>
                  <a:lnTo>
                    <a:pt x="825808" y="1388280"/>
                  </a:lnTo>
                  <a:lnTo>
                    <a:pt x="827598" y="1390070"/>
                  </a:lnTo>
                  <a:lnTo>
                    <a:pt x="827598" y="1394255"/>
                  </a:lnTo>
                  <a:lnTo>
                    <a:pt x="825808" y="1396046"/>
                  </a:lnTo>
                  <a:lnTo>
                    <a:pt x="825808" y="1401417"/>
                  </a:lnTo>
                  <a:lnTo>
                    <a:pt x="822227" y="1404999"/>
                  </a:lnTo>
                  <a:lnTo>
                    <a:pt x="822227" y="1406789"/>
                  </a:lnTo>
                  <a:lnTo>
                    <a:pt x="821275" y="1407741"/>
                  </a:lnTo>
                  <a:lnTo>
                    <a:pt x="816620" y="1407741"/>
                  </a:lnTo>
                  <a:lnTo>
                    <a:pt x="821275" y="1412396"/>
                  </a:lnTo>
                  <a:lnTo>
                    <a:pt x="823066" y="1412396"/>
                  </a:lnTo>
                  <a:lnTo>
                    <a:pt x="824856" y="1414187"/>
                  </a:lnTo>
                  <a:lnTo>
                    <a:pt x="840367" y="1414187"/>
                  </a:lnTo>
                  <a:lnTo>
                    <a:pt x="843949" y="1410606"/>
                  </a:lnTo>
                  <a:lnTo>
                    <a:pt x="845739" y="1410606"/>
                  </a:lnTo>
                  <a:lnTo>
                    <a:pt x="848369" y="1407976"/>
                  </a:lnTo>
                  <a:lnTo>
                    <a:pt x="848369" y="1402369"/>
                  </a:lnTo>
                  <a:lnTo>
                    <a:pt x="845739" y="1402369"/>
                  </a:lnTo>
                  <a:lnTo>
                    <a:pt x="844788" y="1401417"/>
                  </a:lnTo>
                  <a:lnTo>
                    <a:pt x="844788" y="1399627"/>
                  </a:lnTo>
                  <a:lnTo>
                    <a:pt x="841206" y="1396046"/>
                  </a:lnTo>
                  <a:lnTo>
                    <a:pt x="841206" y="1390674"/>
                  </a:lnTo>
                  <a:lnTo>
                    <a:pt x="839416" y="1388884"/>
                  </a:lnTo>
                  <a:lnTo>
                    <a:pt x="839416" y="1386489"/>
                  </a:lnTo>
                  <a:lnTo>
                    <a:pt x="841206" y="1384699"/>
                  </a:lnTo>
                  <a:lnTo>
                    <a:pt x="841206" y="1375510"/>
                  </a:lnTo>
                  <a:lnTo>
                    <a:pt x="834996" y="1375510"/>
                  </a:lnTo>
                  <a:lnTo>
                    <a:pt x="833205" y="1373720"/>
                  </a:lnTo>
                  <a:lnTo>
                    <a:pt x="830228" y="1373720"/>
                  </a:lnTo>
                  <a:close/>
                  <a:moveTo>
                    <a:pt x="805160" y="1371929"/>
                  </a:moveTo>
                  <a:lnTo>
                    <a:pt x="801937" y="1375152"/>
                  </a:lnTo>
                  <a:lnTo>
                    <a:pt x="807902" y="1381117"/>
                  </a:lnTo>
                  <a:lnTo>
                    <a:pt x="807902" y="1388280"/>
                  </a:lnTo>
                  <a:lnTo>
                    <a:pt x="809693" y="1390070"/>
                  </a:lnTo>
                  <a:lnTo>
                    <a:pt x="809693" y="1390674"/>
                  </a:lnTo>
                  <a:lnTo>
                    <a:pt x="807902" y="1392465"/>
                  </a:lnTo>
                  <a:lnTo>
                    <a:pt x="807902" y="1397836"/>
                  </a:lnTo>
                  <a:lnTo>
                    <a:pt x="804321" y="1401417"/>
                  </a:lnTo>
                  <a:lnTo>
                    <a:pt x="804321" y="1403208"/>
                  </a:lnTo>
                  <a:lnTo>
                    <a:pt x="801579" y="1405950"/>
                  </a:lnTo>
                  <a:lnTo>
                    <a:pt x="799788" y="1405950"/>
                  </a:lnTo>
                  <a:lnTo>
                    <a:pt x="795133" y="1410606"/>
                  </a:lnTo>
                  <a:lnTo>
                    <a:pt x="799788" y="1410606"/>
                  </a:lnTo>
                  <a:lnTo>
                    <a:pt x="801579" y="1412396"/>
                  </a:lnTo>
                  <a:lnTo>
                    <a:pt x="811718" y="1412396"/>
                  </a:lnTo>
                  <a:lnTo>
                    <a:pt x="813509" y="1410606"/>
                  </a:lnTo>
                  <a:lnTo>
                    <a:pt x="819955" y="1410606"/>
                  </a:lnTo>
                  <a:lnTo>
                    <a:pt x="812557" y="1403208"/>
                  </a:lnTo>
                  <a:lnTo>
                    <a:pt x="812557" y="1397836"/>
                  </a:lnTo>
                  <a:lnTo>
                    <a:pt x="810767" y="1396046"/>
                  </a:lnTo>
                  <a:lnTo>
                    <a:pt x="810767" y="1393651"/>
                  </a:lnTo>
                  <a:lnTo>
                    <a:pt x="812557" y="1391861"/>
                  </a:lnTo>
                  <a:lnTo>
                    <a:pt x="812557" y="1386489"/>
                  </a:lnTo>
                  <a:lnTo>
                    <a:pt x="816139" y="1382908"/>
                  </a:lnTo>
                  <a:lnTo>
                    <a:pt x="816139" y="1381117"/>
                  </a:lnTo>
                  <a:lnTo>
                    <a:pt x="817929" y="1379327"/>
                  </a:lnTo>
                  <a:lnTo>
                    <a:pt x="817929" y="1376350"/>
                  </a:lnTo>
                  <a:lnTo>
                    <a:pt x="815299" y="1373720"/>
                  </a:lnTo>
                  <a:lnTo>
                    <a:pt x="809928" y="1373720"/>
                  </a:lnTo>
                  <a:lnTo>
                    <a:pt x="808137" y="1371929"/>
                  </a:lnTo>
                  <a:lnTo>
                    <a:pt x="805160" y="1371929"/>
                  </a:lnTo>
                  <a:close/>
                  <a:moveTo>
                    <a:pt x="931451" y="1368113"/>
                  </a:moveTo>
                  <a:lnTo>
                    <a:pt x="931451" y="1374559"/>
                  </a:lnTo>
                  <a:lnTo>
                    <a:pt x="930499" y="1375510"/>
                  </a:lnTo>
                  <a:lnTo>
                    <a:pt x="924053" y="1375510"/>
                  </a:lnTo>
                  <a:lnTo>
                    <a:pt x="927870" y="1379327"/>
                  </a:lnTo>
                  <a:lnTo>
                    <a:pt x="927870" y="1385538"/>
                  </a:lnTo>
                  <a:lnTo>
                    <a:pt x="930499" y="1385538"/>
                  </a:lnTo>
                  <a:lnTo>
                    <a:pt x="931451" y="1386489"/>
                  </a:lnTo>
                  <a:lnTo>
                    <a:pt x="931451" y="1388884"/>
                  </a:lnTo>
                  <a:lnTo>
                    <a:pt x="929067" y="1391267"/>
                  </a:lnTo>
                  <a:lnTo>
                    <a:pt x="935871" y="1398072"/>
                  </a:lnTo>
                  <a:lnTo>
                    <a:pt x="941478" y="1398072"/>
                  </a:lnTo>
                  <a:lnTo>
                    <a:pt x="941478" y="1395442"/>
                  </a:lnTo>
                  <a:lnTo>
                    <a:pt x="943269" y="1393651"/>
                  </a:lnTo>
                  <a:lnTo>
                    <a:pt x="943269" y="1390070"/>
                  </a:lnTo>
                  <a:lnTo>
                    <a:pt x="945652" y="1387686"/>
                  </a:lnTo>
                  <a:lnTo>
                    <a:pt x="943269" y="1385302"/>
                  </a:lnTo>
                  <a:lnTo>
                    <a:pt x="943269" y="1379931"/>
                  </a:lnTo>
                  <a:lnTo>
                    <a:pt x="939687" y="1376350"/>
                  </a:lnTo>
                  <a:lnTo>
                    <a:pt x="939687" y="1373720"/>
                  </a:lnTo>
                  <a:lnTo>
                    <a:pt x="937058" y="1373720"/>
                  </a:lnTo>
                  <a:lnTo>
                    <a:pt x="931451" y="1368113"/>
                  </a:lnTo>
                  <a:close/>
                  <a:moveTo>
                    <a:pt x="781883" y="1370139"/>
                  </a:moveTo>
                  <a:lnTo>
                    <a:pt x="780092" y="1371929"/>
                  </a:lnTo>
                  <a:lnTo>
                    <a:pt x="778302" y="1371929"/>
                  </a:lnTo>
                  <a:lnTo>
                    <a:pt x="770300" y="1379931"/>
                  </a:lnTo>
                  <a:lnTo>
                    <a:pt x="770300" y="1383512"/>
                  </a:lnTo>
                  <a:lnTo>
                    <a:pt x="766484" y="1387328"/>
                  </a:lnTo>
                  <a:lnTo>
                    <a:pt x="772930" y="1387328"/>
                  </a:lnTo>
                  <a:lnTo>
                    <a:pt x="774720" y="1389119"/>
                  </a:lnTo>
                  <a:lnTo>
                    <a:pt x="778302" y="1389119"/>
                  </a:lnTo>
                  <a:lnTo>
                    <a:pt x="785044" y="1395861"/>
                  </a:lnTo>
                  <a:lnTo>
                    <a:pt x="787070" y="1393836"/>
                  </a:lnTo>
                  <a:lnTo>
                    <a:pt x="785699" y="1392465"/>
                  </a:lnTo>
                  <a:lnTo>
                    <a:pt x="785699" y="1391861"/>
                  </a:lnTo>
                  <a:lnTo>
                    <a:pt x="787490" y="1390070"/>
                  </a:lnTo>
                  <a:lnTo>
                    <a:pt x="787490" y="1384699"/>
                  </a:lnTo>
                  <a:lnTo>
                    <a:pt x="791071" y="1381117"/>
                  </a:lnTo>
                  <a:lnTo>
                    <a:pt x="791071" y="1379327"/>
                  </a:lnTo>
                  <a:lnTo>
                    <a:pt x="793813" y="1376585"/>
                  </a:lnTo>
                  <a:lnTo>
                    <a:pt x="795603" y="1376585"/>
                  </a:lnTo>
                  <a:lnTo>
                    <a:pt x="797394" y="1374794"/>
                  </a:lnTo>
                  <a:lnTo>
                    <a:pt x="798591" y="1374794"/>
                  </a:lnTo>
                  <a:lnTo>
                    <a:pt x="798591" y="1371929"/>
                  </a:lnTo>
                  <a:lnTo>
                    <a:pt x="797394" y="1371929"/>
                  </a:lnTo>
                  <a:lnTo>
                    <a:pt x="795603" y="1370139"/>
                  </a:lnTo>
                  <a:lnTo>
                    <a:pt x="781883" y="1370139"/>
                  </a:lnTo>
                  <a:close/>
                  <a:moveTo>
                    <a:pt x="1142737" y="1364767"/>
                  </a:moveTo>
                  <a:lnTo>
                    <a:pt x="1142737" y="1369187"/>
                  </a:lnTo>
                  <a:lnTo>
                    <a:pt x="1134624" y="1377301"/>
                  </a:lnTo>
                  <a:lnTo>
                    <a:pt x="1132833" y="1377301"/>
                  </a:lnTo>
                  <a:lnTo>
                    <a:pt x="1131042" y="1379092"/>
                  </a:lnTo>
                  <a:lnTo>
                    <a:pt x="1117905" y="1379092"/>
                  </a:lnTo>
                  <a:lnTo>
                    <a:pt x="1116114" y="1377301"/>
                  </a:lnTo>
                  <a:lnTo>
                    <a:pt x="1114324" y="1377301"/>
                  </a:lnTo>
                  <a:lnTo>
                    <a:pt x="1110149" y="1373127"/>
                  </a:lnTo>
                  <a:lnTo>
                    <a:pt x="1108358" y="1374917"/>
                  </a:lnTo>
                  <a:lnTo>
                    <a:pt x="1107161" y="1373720"/>
                  </a:lnTo>
                  <a:lnTo>
                    <a:pt x="1105371" y="1373720"/>
                  </a:lnTo>
                  <a:lnTo>
                    <a:pt x="1103580" y="1371929"/>
                  </a:lnTo>
                  <a:lnTo>
                    <a:pt x="1101790" y="1371929"/>
                  </a:lnTo>
                  <a:lnTo>
                    <a:pt x="1099406" y="1369545"/>
                  </a:lnTo>
                  <a:lnTo>
                    <a:pt x="1095231" y="1373720"/>
                  </a:lnTo>
                  <a:lnTo>
                    <a:pt x="1089020" y="1373720"/>
                  </a:lnTo>
                  <a:lnTo>
                    <a:pt x="1089020" y="1378375"/>
                  </a:lnTo>
                  <a:lnTo>
                    <a:pt x="1098812" y="1378375"/>
                  </a:lnTo>
                  <a:lnTo>
                    <a:pt x="1102393" y="1381957"/>
                  </a:lnTo>
                  <a:lnTo>
                    <a:pt x="1104184" y="1381957"/>
                  </a:lnTo>
                  <a:lnTo>
                    <a:pt x="1106926" y="1384699"/>
                  </a:lnTo>
                  <a:lnTo>
                    <a:pt x="1106926" y="1386489"/>
                  </a:lnTo>
                  <a:lnTo>
                    <a:pt x="1110507" y="1390070"/>
                  </a:lnTo>
                  <a:lnTo>
                    <a:pt x="1110507" y="1394849"/>
                  </a:lnTo>
                  <a:lnTo>
                    <a:pt x="1113372" y="1394849"/>
                  </a:lnTo>
                  <a:lnTo>
                    <a:pt x="1113372" y="1385302"/>
                  </a:lnTo>
                  <a:lnTo>
                    <a:pt x="1109791" y="1381721"/>
                  </a:lnTo>
                  <a:lnTo>
                    <a:pt x="1109791" y="1377536"/>
                  </a:lnTo>
                  <a:lnTo>
                    <a:pt x="1110149" y="1377178"/>
                  </a:lnTo>
                  <a:lnTo>
                    <a:pt x="1112298" y="1379327"/>
                  </a:lnTo>
                  <a:lnTo>
                    <a:pt x="1112298" y="1382908"/>
                  </a:lnTo>
                  <a:lnTo>
                    <a:pt x="1114088" y="1384699"/>
                  </a:lnTo>
                  <a:lnTo>
                    <a:pt x="1114088" y="1386489"/>
                  </a:lnTo>
                  <a:lnTo>
                    <a:pt x="1118509" y="1390909"/>
                  </a:lnTo>
                  <a:lnTo>
                    <a:pt x="1121486" y="1390909"/>
                  </a:lnTo>
                  <a:lnTo>
                    <a:pt x="1123276" y="1389119"/>
                  </a:lnTo>
                  <a:lnTo>
                    <a:pt x="1125067" y="1389119"/>
                  </a:lnTo>
                  <a:lnTo>
                    <a:pt x="1128648" y="1385538"/>
                  </a:lnTo>
                  <a:lnTo>
                    <a:pt x="1134020" y="1385538"/>
                  </a:lnTo>
                  <a:lnTo>
                    <a:pt x="1135810" y="1383747"/>
                  </a:lnTo>
                  <a:lnTo>
                    <a:pt x="1139391" y="1383747"/>
                  </a:lnTo>
                  <a:lnTo>
                    <a:pt x="1142973" y="1380166"/>
                  </a:lnTo>
                  <a:lnTo>
                    <a:pt x="1144763" y="1380166"/>
                  </a:lnTo>
                  <a:lnTo>
                    <a:pt x="1147393" y="1377536"/>
                  </a:lnTo>
                  <a:lnTo>
                    <a:pt x="1147393" y="1364767"/>
                  </a:lnTo>
                  <a:lnTo>
                    <a:pt x="1142737" y="1364767"/>
                  </a:lnTo>
                  <a:close/>
                  <a:moveTo>
                    <a:pt x="1015607" y="1366200"/>
                  </a:moveTo>
                  <a:lnTo>
                    <a:pt x="1015607" y="1373004"/>
                  </a:lnTo>
                  <a:lnTo>
                    <a:pt x="1022289" y="1373004"/>
                  </a:lnTo>
                  <a:lnTo>
                    <a:pt x="1018472" y="1369187"/>
                  </a:lnTo>
                  <a:lnTo>
                    <a:pt x="1015607" y="1366200"/>
                  </a:lnTo>
                  <a:close/>
                  <a:moveTo>
                    <a:pt x="894269" y="1361606"/>
                  </a:moveTo>
                  <a:lnTo>
                    <a:pt x="892898" y="1362977"/>
                  </a:lnTo>
                  <a:lnTo>
                    <a:pt x="886452" y="1362977"/>
                  </a:lnTo>
                  <a:lnTo>
                    <a:pt x="891700" y="1368225"/>
                  </a:lnTo>
                  <a:lnTo>
                    <a:pt x="894269" y="1361606"/>
                  </a:lnTo>
                  <a:close/>
                  <a:moveTo>
                    <a:pt x="913187" y="1362260"/>
                  </a:moveTo>
                  <a:lnTo>
                    <a:pt x="913187" y="1359395"/>
                  </a:lnTo>
                  <a:lnTo>
                    <a:pt x="911397" y="1359395"/>
                  </a:lnTo>
                  <a:lnTo>
                    <a:pt x="911397" y="1362260"/>
                  </a:lnTo>
                  <a:lnTo>
                    <a:pt x="913187" y="1362260"/>
                  </a:lnTo>
                  <a:close/>
                  <a:moveTo>
                    <a:pt x="906025" y="1362260"/>
                  </a:moveTo>
                  <a:lnTo>
                    <a:pt x="906025" y="1359395"/>
                  </a:lnTo>
                  <a:lnTo>
                    <a:pt x="902444" y="1359395"/>
                  </a:lnTo>
                  <a:lnTo>
                    <a:pt x="902444" y="1362260"/>
                  </a:lnTo>
                  <a:lnTo>
                    <a:pt x="906025" y="1362260"/>
                  </a:lnTo>
                  <a:close/>
                  <a:moveTo>
                    <a:pt x="1320842" y="1350443"/>
                  </a:moveTo>
                  <a:lnTo>
                    <a:pt x="1319052" y="1352233"/>
                  </a:lnTo>
                  <a:lnTo>
                    <a:pt x="1317261" y="1352233"/>
                  </a:lnTo>
                  <a:lnTo>
                    <a:pt x="1313680" y="1355814"/>
                  </a:lnTo>
                  <a:lnTo>
                    <a:pt x="1311889" y="1355814"/>
                  </a:lnTo>
                  <a:lnTo>
                    <a:pt x="1309260" y="1358444"/>
                  </a:lnTo>
                  <a:lnTo>
                    <a:pt x="1309260" y="1360235"/>
                  </a:lnTo>
                  <a:lnTo>
                    <a:pt x="1307469" y="1362025"/>
                  </a:lnTo>
                  <a:lnTo>
                    <a:pt x="1307469" y="1363816"/>
                  </a:lnTo>
                  <a:lnTo>
                    <a:pt x="1305679" y="1365606"/>
                  </a:lnTo>
                  <a:lnTo>
                    <a:pt x="1305679" y="1379327"/>
                  </a:lnTo>
                  <a:lnTo>
                    <a:pt x="1307469" y="1381117"/>
                  </a:lnTo>
                  <a:lnTo>
                    <a:pt x="1307469" y="1382908"/>
                  </a:lnTo>
                  <a:lnTo>
                    <a:pt x="1315470" y="1390909"/>
                  </a:lnTo>
                  <a:lnTo>
                    <a:pt x="1317261" y="1390909"/>
                  </a:lnTo>
                  <a:lnTo>
                    <a:pt x="1319052" y="1392700"/>
                  </a:lnTo>
                  <a:lnTo>
                    <a:pt x="1320842" y="1392700"/>
                  </a:lnTo>
                  <a:lnTo>
                    <a:pt x="1322633" y="1394490"/>
                  </a:lnTo>
                  <a:lnTo>
                    <a:pt x="1330982" y="1394490"/>
                  </a:lnTo>
                  <a:lnTo>
                    <a:pt x="1332772" y="1392700"/>
                  </a:lnTo>
                  <a:lnTo>
                    <a:pt x="1336353" y="1392700"/>
                  </a:lnTo>
                  <a:lnTo>
                    <a:pt x="1339934" y="1389119"/>
                  </a:lnTo>
                  <a:lnTo>
                    <a:pt x="1342564" y="1389119"/>
                  </a:lnTo>
                  <a:lnTo>
                    <a:pt x="1342564" y="1386489"/>
                  </a:lnTo>
                  <a:lnTo>
                    <a:pt x="1346145" y="1382908"/>
                  </a:lnTo>
                  <a:lnTo>
                    <a:pt x="1346145" y="1381117"/>
                  </a:lnTo>
                  <a:lnTo>
                    <a:pt x="1347936" y="1379327"/>
                  </a:lnTo>
                  <a:lnTo>
                    <a:pt x="1347936" y="1375746"/>
                  </a:lnTo>
                  <a:lnTo>
                    <a:pt x="1349726" y="1373955"/>
                  </a:lnTo>
                  <a:lnTo>
                    <a:pt x="1349726" y="1370978"/>
                  </a:lnTo>
                  <a:lnTo>
                    <a:pt x="1347936" y="1369187"/>
                  </a:lnTo>
                  <a:lnTo>
                    <a:pt x="1347936" y="1363816"/>
                  </a:lnTo>
                  <a:lnTo>
                    <a:pt x="1344355" y="1360235"/>
                  </a:lnTo>
                  <a:lnTo>
                    <a:pt x="1344355" y="1358444"/>
                  </a:lnTo>
                  <a:lnTo>
                    <a:pt x="1339934" y="1354024"/>
                  </a:lnTo>
                  <a:lnTo>
                    <a:pt x="1338144" y="1354024"/>
                  </a:lnTo>
                  <a:lnTo>
                    <a:pt x="1336353" y="1352233"/>
                  </a:lnTo>
                  <a:lnTo>
                    <a:pt x="1334563" y="1352233"/>
                  </a:lnTo>
                  <a:lnTo>
                    <a:pt x="1332772" y="1350443"/>
                  </a:lnTo>
                  <a:lnTo>
                    <a:pt x="1320842" y="1350443"/>
                  </a:lnTo>
                  <a:close/>
                  <a:moveTo>
                    <a:pt x="1340774" y="1368583"/>
                  </a:moveTo>
                  <a:lnTo>
                    <a:pt x="1341725" y="1367632"/>
                  </a:lnTo>
                  <a:lnTo>
                    <a:pt x="1344119" y="1367632"/>
                  </a:lnTo>
                  <a:lnTo>
                    <a:pt x="1345071" y="1369187"/>
                  </a:lnTo>
                  <a:lnTo>
                    <a:pt x="1344119" y="1370139"/>
                  </a:lnTo>
                  <a:lnTo>
                    <a:pt x="1341725" y="1370139"/>
                  </a:lnTo>
                  <a:lnTo>
                    <a:pt x="1340774" y="1368583"/>
                  </a:lnTo>
                  <a:close/>
                  <a:moveTo>
                    <a:pt x="1326449" y="1368583"/>
                  </a:moveTo>
                  <a:lnTo>
                    <a:pt x="1327401" y="1367632"/>
                  </a:lnTo>
                  <a:lnTo>
                    <a:pt x="1329795" y="1367632"/>
                  </a:lnTo>
                  <a:lnTo>
                    <a:pt x="1330746" y="1369187"/>
                  </a:lnTo>
                  <a:lnTo>
                    <a:pt x="1329795" y="1370139"/>
                  </a:lnTo>
                  <a:lnTo>
                    <a:pt x="1327401" y="1370139"/>
                  </a:lnTo>
                  <a:lnTo>
                    <a:pt x="1326449" y="1368583"/>
                  </a:lnTo>
                  <a:close/>
                  <a:moveTo>
                    <a:pt x="1310334" y="1368583"/>
                  </a:moveTo>
                  <a:lnTo>
                    <a:pt x="1311285" y="1367632"/>
                  </a:lnTo>
                  <a:lnTo>
                    <a:pt x="1313680" y="1367632"/>
                  </a:lnTo>
                  <a:lnTo>
                    <a:pt x="1314631" y="1369187"/>
                  </a:lnTo>
                  <a:lnTo>
                    <a:pt x="1313680" y="1370139"/>
                  </a:lnTo>
                  <a:lnTo>
                    <a:pt x="1311285" y="1370139"/>
                  </a:lnTo>
                  <a:lnTo>
                    <a:pt x="1310334" y="1368583"/>
                  </a:lnTo>
                  <a:close/>
                  <a:moveTo>
                    <a:pt x="1018472" y="1334092"/>
                  </a:moveTo>
                  <a:lnTo>
                    <a:pt x="1012026" y="1340538"/>
                  </a:lnTo>
                  <a:lnTo>
                    <a:pt x="1012026" y="1344119"/>
                  </a:lnTo>
                  <a:lnTo>
                    <a:pt x="1010236" y="1345910"/>
                  </a:lnTo>
                  <a:lnTo>
                    <a:pt x="1010236" y="1352468"/>
                  </a:lnTo>
                  <a:lnTo>
                    <a:pt x="1012026" y="1354259"/>
                  </a:lnTo>
                  <a:lnTo>
                    <a:pt x="1012026" y="1356050"/>
                  </a:lnTo>
                  <a:lnTo>
                    <a:pt x="1013817" y="1357840"/>
                  </a:lnTo>
                  <a:lnTo>
                    <a:pt x="1013817" y="1359037"/>
                  </a:lnTo>
                  <a:lnTo>
                    <a:pt x="1016682" y="1359037"/>
                  </a:lnTo>
                  <a:lnTo>
                    <a:pt x="1016682" y="1350678"/>
                  </a:lnTo>
                  <a:lnTo>
                    <a:pt x="1018472" y="1348887"/>
                  </a:lnTo>
                  <a:lnTo>
                    <a:pt x="1018472" y="1345306"/>
                  </a:lnTo>
                  <a:lnTo>
                    <a:pt x="1020856" y="1342922"/>
                  </a:lnTo>
                  <a:lnTo>
                    <a:pt x="1018472" y="1340538"/>
                  </a:lnTo>
                  <a:lnTo>
                    <a:pt x="1018472" y="1334092"/>
                  </a:lnTo>
                  <a:close/>
                  <a:moveTo>
                    <a:pt x="1017398" y="1316064"/>
                  </a:moveTo>
                  <a:lnTo>
                    <a:pt x="1017398" y="1319052"/>
                  </a:lnTo>
                  <a:lnTo>
                    <a:pt x="1015607" y="1320842"/>
                  </a:lnTo>
                  <a:lnTo>
                    <a:pt x="1015607" y="1323819"/>
                  </a:lnTo>
                  <a:lnTo>
                    <a:pt x="1020263" y="1328475"/>
                  </a:lnTo>
                  <a:lnTo>
                    <a:pt x="1017398" y="1316064"/>
                  </a:lnTo>
                  <a:close/>
                  <a:moveTo>
                    <a:pt x="1023189" y="1302517"/>
                  </a:moveTo>
                  <a:lnTo>
                    <a:pt x="1025215" y="1304543"/>
                  </a:lnTo>
                  <a:lnTo>
                    <a:pt x="1028376" y="1301381"/>
                  </a:lnTo>
                  <a:lnTo>
                    <a:pt x="1030167" y="1301381"/>
                  </a:lnTo>
                  <a:lnTo>
                    <a:pt x="1032377" y="1299171"/>
                  </a:lnTo>
                  <a:lnTo>
                    <a:pt x="1030351" y="1297145"/>
                  </a:lnTo>
                  <a:lnTo>
                    <a:pt x="1028980" y="1298516"/>
                  </a:lnTo>
                  <a:lnTo>
                    <a:pt x="1027190" y="1298516"/>
                  </a:lnTo>
                  <a:lnTo>
                    <a:pt x="1023189" y="1302517"/>
                  </a:lnTo>
                  <a:close/>
                  <a:moveTo>
                    <a:pt x="1025399" y="1221522"/>
                  </a:moveTo>
                  <a:lnTo>
                    <a:pt x="1023609" y="1223313"/>
                  </a:lnTo>
                  <a:lnTo>
                    <a:pt x="1021818" y="1223313"/>
                  </a:lnTo>
                  <a:lnTo>
                    <a:pt x="1020028" y="1225103"/>
                  </a:lnTo>
                  <a:lnTo>
                    <a:pt x="1018237" y="1225103"/>
                  </a:lnTo>
                  <a:lnTo>
                    <a:pt x="1015607" y="1227733"/>
                  </a:lnTo>
                  <a:lnTo>
                    <a:pt x="1015607" y="1229523"/>
                  </a:lnTo>
                  <a:lnTo>
                    <a:pt x="1012026" y="1233105"/>
                  </a:lnTo>
                  <a:lnTo>
                    <a:pt x="1012026" y="1245035"/>
                  </a:lnTo>
                  <a:lnTo>
                    <a:pt x="1013817" y="1246825"/>
                  </a:lnTo>
                  <a:lnTo>
                    <a:pt x="1013817" y="1248616"/>
                  </a:lnTo>
                  <a:lnTo>
                    <a:pt x="1020028" y="1254827"/>
                  </a:lnTo>
                  <a:lnTo>
                    <a:pt x="1021818" y="1254827"/>
                  </a:lnTo>
                  <a:lnTo>
                    <a:pt x="1023609" y="1256617"/>
                  </a:lnTo>
                  <a:lnTo>
                    <a:pt x="1034587" y="1256617"/>
                  </a:lnTo>
                  <a:lnTo>
                    <a:pt x="1034587" y="1253987"/>
                  </a:lnTo>
                  <a:lnTo>
                    <a:pt x="1036378" y="1252197"/>
                  </a:lnTo>
                  <a:lnTo>
                    <a:pt x="1036378" y="1241453"/>
                  </a:lnTo>
                  <a:lnTo>
                    <a:pt x="1037329" y="1240502"/>
                  </a:lnTo>
                  <a:lnTo>
                    <a:pt x="1042701" y="1240502"/>
                  </a:lnTo>
                  <a:lnTo>
                    <a:pt x="1044492" y="1238711"/>
                  </a:lnTo>
                  <a:lnTo>
                    <a:pt x="1049147" y="1238711"/>
                  </a:lnTo>
                  <a:lnTo>
                    <a:pt x="1045331" y="1234895"/>
                  </a:lnTo>
                  <a:lnTo>
                    <a:pt x="1045331" y="1231314"/>
                  </a:lnTo>
                  <a:lnTo>
                    <a:pt x="1042701" y="1228684"/>
                  </a:lnTo>
                  <a:lnTo>
                    <a:pt x="1037329" y="1228684"/>
                  </a:lnTo>
                  <a:lnTo>
                    <a:pt x="1036378" y="1227733"/>
                  </a:lnTo>
                  <a:lnTo>
                    <a:pt x="1036378" y="1223313"/>
                  </a:lnTo>
                  <a:lnTo>
                    <a:pt x="1033748" y="1223313"/>
                  </a:lnTo>
                  <a:lnTo>
                    <a:pt x="1031958" y="1221522"/>
                  </a:lnTo>
                  <a:lnTo>
                    <a:pt x="1025399" y="1221522"/>
                  </a:lnTo>
                  <a:close/>
                  <a:moveTo>
                    <a:pt x="2081831" y="1187501"/>
                  </a:moveTo>
                  <a:lnTo>
                    <a:pt x="2080041" y="1189292"/>
                  </a:lnTo>
                  <a:lnTo>
                    <a:pt x="2074669" y="1189292"/>
                  </a:lnTo>
                  <a:lnTo>
                    <a:pt x="2071088" y="1192873"/>
                  </a:lnTo>
                  <a:lnTo>
                    <a:pt x="2068458" y="1192873"/>
                  </a:lnTo>
                  <a:lnTo>
                    <a:pt x="2068458" y="1195503"/>
                  </a:lnTo>
                  <a:lnTo>
                    <a:pt x="2064877" y="1199084"/>
                  </a:lnTo>
                  <a:lnTo>
                    <a:pt x="2064877" y="1200874"/>
                  </a:lnTo>
                  <a:lnTo>
                    <a:pt x="2063087" y="1202665"/>
                  </a:lnTo>
                  <a:lnTo>
                    <a:pt x="2063087" y="1214595"/>
                  </a:lnTo>
                  <a:lnTo>
                    <a:pt x="2064877" y="1216386"/>
                  </a:lnTo>
                  <a:lnTo>
                    <a:pt x="2064877" y="1218176"/>
                  </a:lnTo>
                  <a:lnTo>
                    <a:pt x="2066668" y="1219967"/>
                  </a:lnTo>
                  <a:lnTo>
                    <a:pt x="2066668" y="1221757"/>
                  </a:lnTo>
                  <a:lnTo>
                    <a:pt x="2069297" y="1224387"/>
                  </a:lnTo>
                  <a:lnTo>
                    <a:pt x="2071088" y="1224387"/>
                  </a:lnTo>
                  <a:lnTo>
                    <a:pt x="2074669" y="1227968"/>
                  </a:lnTo>
                  <a:lnTo>
                    <a:pt x="2078250" y="1227968"/>
                  </a:lnTo>
                  <a:lnTo>
                    <a:pt x="2080041" y="1229759"/>
                  </a:lnTo>
                  <a:lnTo>
                    <a:pt x="2086599" y="1229759"/>
                  </a:lnTo>
                  <a:lnTo>
                    <a:pt x="2088390" y="1227968"/>
                  </a:lnTo>
                  <a:lnTo>
                    <a:pt x="2091971" y="1227968"/>
                  </a:lnTo>
                  <a:lnTo>
                    <a:pt x="2095552" y="1224387"/>
                  </a:lnTo>
                  <a:lnTo>
                    <a:pt x="2098182" y="1224387"/>
                  </a:lnTo>
                  <a:lnTo>
                    <a:pt x="2098182" y="1221757"/>
                  </a:lnTo>
                  <a:lnTo>
                    <a:pt x="2101763" y="1218176"/>
                  </a:lnTo>
                  <a:lnTo>
                    <a:pt x="2101763" y="1216386"/>
                  </a:lnTo>
                  <a:lnTo>
                    <a:pt x="2103553" y="1214595"/>
                  </a:lnTo>
                  <a:lnTo>
                    <a:pt x="2103553" y="1202665"/>
                  </a:lnTo>
                  <a:lnTo>
                    <a:pt x="2101763" y="1200874"/>
                  </a:lnTo>
                  <a:lnTo>
                    <a:pt x="2101763" y="1199084"/>
                  </a:lnTo>
                  <a:lnTo>
                    <a:pt x="2093761" y="1191082"/>
                  </a:lnTo>
                  <a:lnTo>
                    <a:pt x="2091971" y="1191082"/>
                  </a:lnTo>
                  <a:lnTo>
                    <a:pt x="2090180" y="1189292"/>
                  </a:lnTo>
                  <a:lnTo>
                    <a:pt x="2086599" y="1189292"/>
                  </a:lnTo>
                  <a:lnTo>
                    <a:pt x="2084809" y="1187501"/>
                  </a:lnTo>
                  <a:lnTo>
                    <a:pt x="2081831" y="1187501"/>
                  </a:lnTo>
                  <a:close/>
                  <a:moveTo>
                    <a:pt x="1025634" y="1153245"/>
                  </a:moveTo>
                  <a:lnTo>
                    <a:pt x="1020979" y="1157901"/>
                  </a:lnTo>
                  <a:lnTo>
                    <a:pt x="1020979" y="1159691"/>
                  </a:lnTo>
                  <a:lnTo>
                    <a:pt x="1019188" y="1161482"/>
                  </a:lnTo>
                  <a:lnTo>
                    <a:pt x="1019188" y="1171622"/>
                  </a:lnTo>
                  <a:lnTo>
                    <a:pt x="1020979" y="1173412"/>
                  </a:lnTo>
                  <a:lnTo>
                    <a:pt x="1020979" y="1175203"/>
                  </a:lnTo>
                  <a:lnTo>
                    <a:pt x="1027783" y="1182007"/>
                  </a:lnTo>
                  <a:lnTo>
                    <a:pt x="1031958" y="1177832"/>
                  </a:lnTo>
                  <a:lnTo>
                    <a:pt x="1036613" y="1177832"/>
                  </a:lnTo>
                  <a:lnTo>
                    <a:pt x="1027425" y="1168644"/>
                  </a:lnTo>
                  <a:lnTo>
                    <a:pt x="1027425" y="1165063"/>
                  </a:lnTo>
                  <a:lnTo>
                    <a:pt x="1025634" y="1163273"/>
                  </a:lnTo>
                  <a:lnTo>
                    <a:pt x="1025634" y="115324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133" name="Vector layer C7C6C8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881735" y="1621472"/>
                  </a:moveTo>
                  <a:lnTo>
                    <a:pt x="883760" y="1619447"/>
                  </a:lnTo>
                  <a:lnTo>
                    <a:pt x="881970" y="1617656"/>
                  </a:lnTo>
                  <a:lnTo>
                    <a:pt x="879944" y="1619682"/>
                  </a:lnTo>
                  <a:lnTo>
                    <a:pt x="881735" y="1621472"/>
                  </a:lnTo>
                  <a:close/>
                  <a:moveTo>
                    <a:pt x="867410" y="1612520"/>
                  </a:moveTo>
                  <a:lnTo>
                    <a:pt x="869436" y="1610494"/>
                  </a:lnTo>
                  <a:lnTo>
                    <a:pt x="867645" y="1608703"/>
                  </a:lnTo>
                  <a:lnTo>
                    <a:pt x="865620" y="1610729"/>
                  </a:lnTo>
                  <a:lnTo>
                    <a:pt x="867410" y="1612520"/>
                  </a:lnTo>
                  <a:close/>
                  <a:moveTo>
                    <a:pt x="1089440" y="1606913"/>
                  </a:moveTo>
                  <a:lnTo>
                    <a:pt x="1091466" y="1608938"/>
                  </a:lnTo>
                  <a:lnTo>
                    <a:pt x="1093256" y="1607148"/>
                  </a:lnTo>
                  <a:lnTo>
                    <a:pt x="1091231" y="1605122"/>
                  </a:lnTo>
                  <a:lnTo>
                    <a:pt x="1089440" y="1606913"/>
                  </a:lnTo>
                  <a:close/>
                  <a:moveTo>
                    <a:pt x="862038" y="1605357"/>
                  </a:moveTo>
                  <a:lnTo>
                    <a:pt x="864064" y="1603332"/>
                  </a:lnTo>
                  <a:lnTo>
                    <a:pt x="862274" y="1601541"/>
                  </a:lnTo>
                  <a:lnTo>
                    <a:pt x="860248" y="1603567"/>
                  </a:lnTo>
                  <a:lnTo>
                    <a:pt x="862038" y="1605357"/>
                  </a:lnTo>
                  <a:close/>
                  <a:moveTo>
                    <a:pt x="1076128" y="1591452"/>
                  </a:moveTo>
                  <a:lnTo>
                    <a:pt x="1076128" y="1588587"/>
                  </a:lnTo>
                  <a:lnTo>
                    <a:pt x="1074338" y="1588587"/>
                  </a:lnTo>
                  <a:lnTo>
                    <a:pt x="1074338" y="1591452"/>
                  </a:lnTo>
                  <a:lnTo>
                    <a:pt x="1076128" y="1591452"/>
                  </a:lnTo>
                  <a:close/>
                  <a:moveTo>
                    <a:pt x="982006" y="1587452"/>
                  </a:moveTo>
                  <a:lnTo>
                    <a:pt x="984032" y="1585426"/>
                  </a:lnTo>
                  <a:lnTo>
                    <a:pt x="982241" y="1583635"/>
                  </a:lnTo>
                  <a:lnTo>
                    <a:pt x="980216" y="1585661"/>
                  </a:lnTo>
                  <a:lnTo>
                    <a:pt x="982006" y="1587452"/>
                  </a:lnTo>
                  <a:close/>
                  <a:moveTo>
                    <a:pt x="1083649" y="1576289"/>
                  </a:moveTo>
                  <a:lnTo>
                    <a:pt x="1085859" y="1578499"/>
                  </a:lnTo>
                  <a:lnTo>
                    <a:pt x="1087885" y="1576473"/>
                  </a:lnTo>
                  <a:lnTo>
                    <a:pt x="1086514" y="1575102"/>
                  </a:lnTo>
                  <a:lnTo>
                    <a:pt x="1086514" y="1573905"/>
                  </a:lnTo>
                  <a:lnTo>
                    <a:pt x="1083649" y="1573905"/>
                  </a:lnTo>
                  <a:lnTo>
                    <a:pt x="1083649" y="1576289"/>
                  </a:lnTo>
                  <a:close/>
                  <a:moveTo>
                    <a:pt x="1112717" y="1563939"/>
                  </a:moveTo>
                  <a:lnTo>
                    <a:pt x="1114743" y="1565965"/>
                  </a:lnTo>
                  <a:lnTo>
                    <a:pt x="1116534" y="1564174"/>
                  </a:lnTo>
                  <a:lnTo>
                    <a:pt x="1114508" y="1562149"/>
                  </a:lnTo>
                  <a:lnTo>
                    <a:pt x="1112717" y="1563939"/>
                  </a:lnTo>
                  <a:close/>
                  <a:moveTo>
                    <a:pt x="1124474" y="1561013"/>
                  </a:moveTo>
                  <a:lnTo>
                    <a:pt x="1124474" y="1558148"/>
                  </a:lnTo>
                  <a:lnTo>
                    <a:pt x="1122683" y="1558148"/>
                  </a:lnTo>
                  <a:lnTo>
                    <a:pt x="1122683" y="1561013"/>
                  </a:lnTo>
                  <a:lnTo>
                    <a:pt x="1124474" y="1561013"/>
                  </a:lnTo>
                  <a:close/>
                  <a:moveTo>
                    <a:pt x="799369" y="1553196"/>
                  </a:moveTo>
                  <a:lnTo>
                    <a:pt x="801395" y="1555222"/>
                  </a:lnTo>
                  <a:lnTo>
                    <a:pt x="803185" y="1553431"/>
                  </a:lnTo>
                  <a:lnTo>
                    <a:pt x="801159" y="1551405"/>
                  </a:lnTo>
                  <a:lnTo>
                    <a:pt x="799369" y="1553196"/>
                  </a:lnTo>
                  <a:close/>
                  <a:moveTo>
                    <a:pt x="987378" y="1549615"/>
                  </a:moveTo>
                  <a:lnTo>
                    <a:pt x="989404" y="1551640"/>
                  </a:lnTo>
                  <a:lnTo>
                    <a:pt x="991194" y="1549850"/>
                  </a:lnTo>
                  <a:lnTo>
                    <a:pt x="989168" y="1547824"/>
                  </a:lnTo>
                  <a:lnTo>
                    <a:pt x="987378" y="1549615"/>
                  </a:lnTo>
                  <a:close/>
                  <a:moveTo>
                    <a:pt x="813274" y="1547046"/>
                  </a:moveTo>
                  <a:lnTo>
                    <a:pt x="816139" y="1547046"/>
                  </a:lnTo>
                  <a:lnTo>
                    <a:pt x="816139" y="1545256"/>
                  </a:lnTo>
                  <a:lnTo>
                    <a:pt x="813274" y="1545256"/>
                  </a:lnTo>
                  <a:lnTo>
                    <a:pt x="813274" y="1547046"/>
                  </a:lnTo>
                  <a:close/>
                  <a:moveTo>
                    <a:pt x="1155691" y="1544243"/>
                  </a:moveTo>
                  <a:lnTo>
                    <a:pt x="1157717" y="1546269"/>
                  </a:lnTo>
                  <a:lnTo>
                    <a:pt x="1159507" y="1544478"/>
                  </a:lnTo>
                  <a:lnTo>
                    <a:pt x="1157481" y="1542452"/>
                  </a:lnTo>
                  <a:lnTo>
                    <a:pt x="1155691" y="1544243"/>
                  </a:lnTo>
                  <a:close/>
                  <a:moveTo>
                    <a:pt x="990539" y="1545256"/>
                  </a:moveTo>
                  <a:lnTo>
                    <a:pt x="993404" y="1545256"/>
                  </a:lnTo>
                  <a:lnTo>
                    <a:pt x="993404" y="1543465"/>
                  </a:lnTo>
                  <a:lnTo>
                    <a:pt x="990539" y="1543465"/>
                  </a:lnTo>
                  <a:lnTo>
                    <a:pt x="990539" y="1545256"/>
                  </a:lnTo>
                  <a:close/>
                  <a:moveTo>
                    <a:pt x="974424" y="1543465"/>
                  </a:moveTo>
                  <a:lnTo>
                    <a:pt x="977289" y="1543465"/>
                  </a:lnTo>
                  <a:lnTo>
                    <a:pt x="977289" y="1541675"/>
                  </a:lnTo>
                  <a:lnTo>
                    <a:pt x="974424" y="1541675"/>
                  </a:lnTo>
                  <a:lnTo>
                    <a:pt x="974424" y="1543465"/>
                  </a:lnTo>
                  <a:close/>
                  <a:moveTo>
                    <a:pt x="852073" y="1543465"/>
                  </a:moveTo>
                  <a:lnTo>
                    <a:pt x="854876" y="1546269"/>
                  </a:lnTo>
                  <a:lnTo>
                    <a:pt x="856902" y="1544243"/>
                  </a:lnTo>
                  <a:lnTo>
                    <a:pt x="856124" y="1543465"/>
                  </a:lnTo>
                  <a:lnTo>
                    <a:pt x="856902" y="1542688"/>
                  </a:lnTo>
                  <a:lnTo>
                    <a:pt x="854876" y="1540662"/>
                  </a:lnTo>
                  <a:lnTo>
                    <a:pt x="852073" y="1543465"/>
                  </a:lnTo>
                  <a:close/>
                  <a:moveTo>
                    <a:pt x="848134" y="1532364"/>
                  </a:moveTo>
                  <a:lnTo>
                    <a:pt x="850517" y="1532364"/>
                  </a:lnTo>
                  <a:lnTo>
                    <a:pt x="850517" y="1529499"/>
                  </a:lnTo>
                  <a:lnTo>
                    <a:pt x="849320" y="1529499"/>
                  </a:lnTo>
                  <a:lnTo>
                    <a:pt x="847949" y="1528128"/>
                  </a:lnTo>
                  <a:lnTo>
                    <a:pt x="845923" y="1530154"/>
                  </a:lnTo>
                  <a:lnTo>
                    <a:pt x="848134" y="1532364"/>
                  </a:lnTo>
                  <a:close/>
                  <a:moveTo>
                    <a:pt x="1157062" y="1529141"/>
                  </a:moveTo>
                  <a:lnTo>
                    <a:pt x="1159927" y="1529141"/>
                  </a:lnTo>
                  <a:lnTo>
                    <a:pt x="1159927" y="1527350"/>
                  </a:lnTo>
                  <a:lnTo>
                    <a:pt x="1157062" y="1527350"/>
                  </a:lnTo>
                  <a:lnTo>
                    <a:pt x="1157062" y="1529141"/>
                  </a:lnTo>
                  <a:close/>
                  <a:moveTo>
                    <a:pt x="992750" y="1526337"/>
                  </a:moveTo>
                  <a:lnTo>
                    <a:pt x="994775" y="1528363"/>
                  </a:lnTo>
                  <a:lnTo>
                    <a:pt x="996566" y="1526573"/>
                  </a:lnTo>
                  <a:lnTo>
                    <a:pt x="994540" y="1524547"/>
                  </a:lnTo>
                  <a:lnTo>
                    <a:pt x="992750" y="1526337"/>
                  </a:lnTo>
                  <a:close/>
                  <a:moveTo>
                    <a:pt x="829031" y="1526992"/>
                  </a:moveTo>
                  <a:lnTo>
                    <a:pt x="829031" y="1524127"/>
                  </a:lnTo>
                  <a:lnTo>
                    <a:pt x="827240" y="1524127"/>
                  </a:lnTo>
                  <a:lnTo>
                    <a:pt x="827240" y="1526992"/>
                  </a:lnTo>
                  <a:lnTo>
                    <a:pt x="829031" y="1526992"/>
                  </a:lnTo>
                  <a:close/>
                  <a:moveTo>
                    <a:pt x="1189711" y="1522991"/>
                  </a:moveTo>
                  <a:lnTo>
                    <a:pt x="1191737" y="1520966"/>
                  </a:lnTo>
                  <a:lnTo>
                    <a:pt x="1189947" y="1519175"/>
                  </a:lnTo>
                  <a:lnTo>
                    <a:pt x="1187921" y="1521201"/>
                  </a:lnTo>
                  <a:lnTo>
                    <a:pt x="1189711" y="1522991"/>
                  </a:lnTo>
                  <a:close/>
                  <a:moveTo>
                    <a:pt x="1161062" y="1520966"/>
                  </a:moveTo>
                  <a:lnTo>
                    <a:pt x="1163088" y="1522991"/>
                  </a:lnTo>
                  <a:lnTo>
                    <a:pt x="1164879" y="1521201"/>
                  </a:lnTo>
                  <a:lnTo>
                    <a:pt x="1162853" y="1519175"/>
                  </a:lnTo>
                  <a:lnTo>
                    <a:pt x="1161062" y="1520966"/>
                  </a:lnTo>
                  <a:close/>
                  <a:moveTo>
                    <a:pt x="804740" y="1519175"/>
                  </a:moveTo>
                  <a:lnTo>
                    <a:pt x="806766" y="1521201"/>
                  </a:lnTo>
                  <a:lnTo>
                    <a:pt x="808557" y="1519410"/>
                  </a:lnTo>
                  <a:lnTo>
                    <a:pt x="806531" y="1517385"/>
                  </a:lnTo>
                  <a:lnTo>
                    <a:pt x="804740" y="1519175"/>
                  </a:lnTo>
                  <a:close/>
                  <a:moveTo>
                    <a:pt x="826227" y="1519410"/>
                  </a:moveTo>
                  <a:lnTo>
                    <a:pt x="828253" y="1517385"/>
                  </a:lnTo>
                  <a:lnTo>
                    <a:pt x="826462" y="1515594"/>
                  </a:lnTo>
                  <a:lnTo>
                    <a:pt x="824437" y="1517620"/>
                  </a:lnTo>
                  <a:lnTo>
                    <a:pt x="826227" y="1519410"/>
                  </a:lnTo>
                  <a:close/>
                  <a:moveTo>
                    <a:pt x="1095825" y="1516249"/>
                  </a:moveTo>
                  <a:lnTo>
                    <a:pt x="1098812" y="1516249"/>
                  </a:lnTo>
                  <a:lnTo>
                    <a:pt x="1102629" y="1520065"/>
                  </a:lnTo>
                  <a:lnTo>
                    <a:pt x="1102629" y="1513384"/>
                  </a:lnTo>
                  <a:lnTo>
                    <a:pt x="1095825" y="1516249"/>
                  </a:lnTo>
                  <a:close/>
                  <a:moveTo>
                    <a:pt x="853505" y="1516249"/>
                  </a:moveTo>
                  <a:lnTo>
                    <a:pt x="855889" y="1516249"/>
                  </a:lnTo>
                  <a:lnTo>
                    <a:pt x="855889" y="1513384"/>
                  </a:lnTo>
                  <a:lnTo>
                    <a:pt x="854692" y="1513384"/>
                  </a:lnTo>
                  <a:lnTo>
                    <a:pt x="853321" y="1512013"/>
                  </a:lnTo>
                  <a:lnTo>
                    <a:pt x="851295" y="1514039"/>
                  </a:lnTo>
                  <a:lnTo>
                    <a:pt x="853505" y="1516249"/>
                  </a:lnTo>
                  <a:close/>
                  <a:moveTo>
                    <a:pt x="809693" y="1513026"/>
                  </a:moveTo>
                  <a:lnTo>
                    <a:pt x="812557" y="1513026"/>
                  </a:lnTo>
                  <a:lnTo>
                    <a:pt x="812557" y="1511235"/>
                  </a:lnTo>
                  <a:lnTo>
                    <a:pt x="809693" y="1511235"/>
                  </a:lnTo>
                  <a:lnTo>
                    <a:pt x="809693" y="1513026"/>
                  </a:lnTo>
                  <a:close/>
                  <a:moveTo>
                    <a:pt x="971263" y="1512248"/>
                  </a:moveTo>
                  <a:lnTo>
                    <a:pt x="973289" y="1510222"/>
                  </a:lnTo>
                  <a:lnTo>
                    <a:pt x="971498" y="1508432"/>
                  </a:lnTo>
                  <a:lnTo>
                    <a:pt x="969472" y="1510457"/>
                  </a:lnTo>
                  <a:lnTo>
                    <a:pt x="971263" y="1512248"/>
                  </a:lnTo>
                  <a:close/>
                  <a:moveTo>
                    <a:pt x="1085081" y="1509086"/>
                  </a:moveTo>
                  <a:lnTo>
                    <a:pt x="1085081" y="1506222"/>
                  </a:lnTo>
                  <a:lnTo>
                    <a:pt x="1083291" y="1506222"/>
                  </a:lnTo>
                  <a:lnTo>
                    <a:pt x="1083291" y="1509086"/>
                  </a:lnTo>
                  <a:lnTo>
                    <a:pt x="1085081" y="1509086"/>
                  </a:lnTo>
                  <a:close/>
                  <a:moveTo>
                    <a:pt x="1071115" y="1504073"/>
                  </a:moveTo>
                  <a:lnTo>
                    <a:pt x="1073980" y="1504073"/>
                  </a:lnTo>
                  <a:lnTo>
                    <a:pt x="1073980" y="1502282"/>
                  </a:lnTo>
                  <a:lnTo>
                    <a:pt x="1071115" y="1502282"/>
                  </a:lnTo>
                  <a:lnTo>
                    <a:pt x="1071115" y="1504073"/>
                  </a:lnTo>
                  <a:close/>
                  <a:moveTo>
                    <a:pt x="967682" y="1506876"/>
                  </a:moveTo>
                  <a:lnTo>
                    <a:pt x="969707" y="1504851"/>
                  </a:lnTo>
                  <a:lnTo>
                    <a:pt x="966126" y="1501269"/>
                  </a:lnTo>
                  <a:lnTo>
                    <a:pt x="964101" y="1503295"/>
                  </a:lnTo>
                  <a:lnTo>
                    <a:pt x="967682" y="1506876"/>
                  </a:lnTo>
                  <a:close/>
                  <a:moveTo>
                    <a:pt x="758186" y="1505086"/>
                  </a:moveTo>
                  <a:lnTo>
                    <a:pt x="760212" y="1503060"/>
                  </a:lnTo>
                  <a:lnTo>
                    <a:pt x="758421" y="1501269"/>
                  </a:lnTo>
                  <a:lnTo>
                    <a:pt x="756395" y="1503295"/>
                  </a:lnTo>
                  <a:lnTo>
                    <a:pt x="758186" y="1505086"/>
                  </a:lnTo>
                  <a:close/>
                  <a:moveTo>
                    <a:pt x="1092602" y="1502282"/>
                  </a:moveTo>
                  <a:lnTo>
                    <a:pt x="1095466" y="1502282"/>
                  </a:lnTo>
                  <a:lnTo>
                    <a:pt x="1095466" y="1500492"/>
                  </a:lnTo>
                  <a:lnTo>
                    <a:pt x="1092602" y="1500492"/>
                  </a:lnTo>
                  <a:lnTo>
                    <a:pt x="1092602" y="1502282"/>
                  </a:lnTo>
                  <a:close/>
                  <a:moveTo>
                    <a:pt x="809693" y="1497504"/>
                  </a:moveTo>
                  <a:lnTo>
                    <a:pt x="809693" y="1498701"/>
                  </a:lnTo>
                  <a:lnTo>
                    <a:pt x="812557" y="1498701"/>
                  </a:lnTo>
                  <a:lnTo>
                    <a:pt x="812557" y="1496317"/>
                  </a:lnTo>
                  <a:lnTo>
                    <a:pt x="810347" y="1494107"/>
                  </a:lnTo>
                  <a:lnTo>
                    <a:pt x="808322" y="1496133"/>
                  </a:lnTo>
                  <a:lnTo>
                    <a:pt x="809693" y="1497504"/>
                  </a:lnTo>
                  <a:close/>
                  <a:moveTo>
                    <a:pt x="763138" y="1493688"/>
                  </a:moveTo>
                  <a:lnTo>
                    <a:pt x="763138" y="1500369"/>
                  </a:lnTo>
                  <a:lnTo>
                    <a:pt x="769819" y="1493688"/>
                  </a:lnTo>
                  <a:lnTo>
                    <a:pt x="763138" y="1493688"/>
                  </a:lnTo>
                  <a:close/>
                  <a:moveTo>
                    <a:pt x="767139" y="1490526"/>
                  </a:moveTo>
                  <a:lnTo>
                    <a:pt x="769164" y="1492552"/>
                  </a:lnTo>
                  <a:lnTo>
                    <a:pt x="770955" y="1490761"/>
                  </a:lnTo>
                  <a:lnTo>
                    <a:pt x="768929" y="1488735"/>
                  </a:lnTo>
                  <a:lnTo>
                    <a:pt x="767139" y="1490526"/>
                  </a:lnTo>
                  <a:close/>
                  <a:moveTo>
                    <a:pt x="806531" y="1492552"/>
                  </a:moveTo>
                  <a:lnTo>
                    <a:pt x="808557" y="1490526"/>
                  </a:lnTo>
                  <a:lnTo>
                    <a:pt x="804976" y="1486945"/>
                  </a:lnTo>
                  <a:lnTo>
                    <a:pt x="802950" y="1488971"/>
                  </a:lnTo>
                  <a:lnTo>
                    <a:pt x="806531" y="1492552"/>
                  </a:lnTo>
                  <a:close/>
                  <a:moveTo>
                    <a:pt x="818645" y="1486167"/>
                  </a:moveTo>
                  <a:lnTo>
                    <a:pt x="821510" y="1486167"/>
                  </a:lnTo>
                  <a:lnTo>
                    <a:pt x="821510" y="1484377"/>
                  </a:lnTo>
                  <a:lnTo>
                    <a:pt x="818645" y="1484377"/>
                  </a:lnTo>
                  <a:lnTo>
                    <a:pt x="818645" y="1486167"/>
                  </a:lnTo>
                  <a:close/>
                  <a:moveTo>
                    <a:pt x="782476" y="1484019"/>
                  </a:moveTo>
                  <a:lnTo>
                    <a:pt x="782476" y="1481154"/>
                  </a:lnTo>
                  <a:lnTo>
                    <a:pt x="780685" y="1481154"/>
                  </a:lnTo>
                  <a:lnTo>
                    <a:pt x="780685" y="1484019"/>
                  </a:lnTo>
                  <a:lnTo>
                    <a:pt x="782476" y="1484019"/>
                  </a:lnTo>
                  <a:close/>
                  <a:moveTo>
                    <a:pt x="1084723" y="1471966"/>
                  </a:moveTo>
                  <a:lnTo>
                    <a:pt x="1078042" y="1478647"/>
                  </a:lnTo>
                  <a:lnTo>
                    <a:pt x="1084723" y="1478647"/>
                  </a:lnTo>
                  <a:lnTo>
                    <a:pt x="1084723" y="1471966"/>
                  </a:lnTo>
                  <a:close/>
                  <a:moveTo>
                    <a:pt x="913187" y="1476856"/>
                  </a:moveTo>
                  <a:lnTo>
                    <a:pt x="913187" y="1473991"/>
                  </a:lnTo>
                  <a:lnTo>
                    <a:pt x="911397" y="1473991"/>
                  </a:lnTo>
                  <a:lnTo>
                    <a:pt x="911397" y="1476856"/>
                  </a:lnTo>
                  <a:lnTo>
                    <a:pt x="913187" y="1476856"/>
                  </a:lnTo>
                  <a:close/>
                  <a:moveTo>
                    <a:pt x="677610" y="1472620"/>
                  </a:moveTo>
                  <a:lnTo>
                    <a:pt x="679636" y="1474646"/>
                  </a:lnTo>
                  <a:lnTo>
                    <a:pt x="681427" y="1472856"/>
                  </a:lnTo>
                  <a:lnTo>
                    <a:pt x="679401" y="1470830"/>
                  </a:lnTo>
                  <a:lnTo>
                    <a:pt x="677610" y="1472620"/>
                  </a:lnTo>
                  <a:close/>
                  <a:moveTo>
                    <a:pt x="879944" y="1467249"/>
                  </a:moveTo>
                  <a:lnTo>
                    <a:pt x="881970" y="1469275"/>
                  </a:lnTo>
                  <a:lnTo>
                    <a:pt x="883760" y="1467484"/>
                  </a:lnTo>
                  <a:lnTo>
                    <a:pt x="881735" y="1465458"/>
                  </a:lnTo>
                  <a:lnTo>
                    <a:pt x="879944" y="1467249"/>
                  </a:lnTo>
                  <a:close/>
                  <a:moveTo>
                    <a:pt x="1091231" y="1461877"/>
                  </a:moveTo>
                  <a:lnTo>
                    <a:pt x="1093256" y="1463903"/>
                  </a:lnTo>
                  <a:lnTo>
                    <a:pt x="1096060" y="1461099"/>
                  </a:lnTo>
                  <a:lnTo>
                    <a:pt x="1093256" y="1458296"/>
                  </a:lnTo>
                  <a:lnTo>
                    <a:pt x="1091231" y="1460322"/>
                  </a:lnTo>
                  <a:lnTo>
                    <a:pt x="1092008" y="1461099"/>
                  </a:lnTo>
                  <a:lnTo>
                    <a:pt x="1091231" y="1461877"/>
                  </a:lnTo>
                  <a:close/>
                  <a:moveTo>
                    <a:pt x="865620" y="1452924"/>
                  </a:moveTo>
                  <a:lnTo>
                    <a:pt x="867645" y="1454950"/>
                  </a:lnTo>
                  <a:lnTo>
                    <a:pt x="869436" y="1453159"/>
                  </a:lnTo>
                  <a:lnTo>
                    <a:pt x="867410" y="1451134"/>
                  </a:lnTo>
                  <a:lnTo>
                    <a:pt x="865620" y="1452924"/>
                  </a:lnTo>
                  <a:close/>
                  <a:moveTo>
                    <a:pt x="1084068" y="1451369"/>
                  </a:moveTo>
                  <a:lnTo>
                    <a:pt x="1086094" y="1449343"/>
                  </a:lnTo>
                  <a:lnTo>
                    <a:pt x="1084303" y="1447553"/>
                  </a:lnTo>
                  <a:lnTo>
                    <a:pt x="1082278" y="1449578"/>
                  </a:lnTo>
                  <a:lnTo>
                    <a:pt x="1084068" y="1451369"/>
                  </a:lnTo>
                  <a:close/>
                  <a:moveTo>
                    <a:pt x="925721" y="1446417"/>
                  </a:moveTo>
                  <a:lnTo>
                    <a:pt x="925721" y="1443552"/>
                  </a:lnTo>
                  <a:lnTo>
                    <a:pt x="923930" y="1443552"/>
                  </a:lnTo>
                  <a:lnTo>
                    <a:pt x="923930" y="1446417"/>
                  </a:lnTo>
                  <a:lnTo>
                    <a:pt x="925721" y="1446417"/>
                  </a:lnTo>
                  <a:close/>
                  <a:moveTo>
                    <a:pt x="909606" y="1442836"/>
                  </a:moveTo>
                  <a:lnTo>
                    <a:pt x="909606" y="1439971"/>
                  </a:lnTo>
                  <a:lnTo>
                    <a:pt x="907815" y="1439971"/>
                  </a:lnTo>
                  <a:lnTo>
                    <a:pt x="907815" y="1442836"/>
                  </a:lnTo>
                  <a:lnTo>
                    <a:pt x="909606" y="1442836"/>
                  </a:lnTo>
                  <a:close/>
                  <a:moveTo>
                    <a:pt x="681192" y="1445997"/>
                  </a:moveTo>
                  <a:lnTo>
                    <a:pt x="683217" y="1443971"/>
                  </a:lnTo>
                  <a:lnTo>
                    <a:pt x="677846" y="1438600"/>
                  </a:lnTo>
                  <a:lnTo>
                    <a:pt x="675820" y="1440626"/>
                  </a:lnTo>
                  <a:lnTo>
                    <a:pt x="681192" y="1445997"/>
                  </a:lnTo>
                  <a:close/>
                  <a:moveTo>
                    <a:pt x="836551" y="1436032"/>
                  </a:moveTo>
                  <a:lnTo>
                    <a:pt x="839416" y="1436032"/>
                  </a:lnTo>
                  <a:lnTo>
                    <a:pt x="839416" y="1434241"/>
                  </a:lnTo>
                  <a:lnTo>
                    <a:pt x="836551" y="1434241"/>
                  </a:lnTo>
                  <a:lnTo>
                    <a:pt x="836551" y="1436032"/>
                  </a:lnTo>
                  <a:close/>
                  <a:moveTo>
                    <a:pt x="958729" y="1435254"/>
                  </a:moveTo>
                  <a:lnTo>
                    <a:pt x="960755" y="1433228"/>
                  </a:lnTo>
                  <a:lnTo>
                    <a:pt x="958964" y="1431437"/>
                  </a:lnTo>
                  <a:lnTo>
                    <a:pt x="956938" y="1433463"/>
                  </a:lnTo>
                  <a:lnTo>
                    <a:pt x="958729" y="1435254"/>
                  </a:lnTo>
                  <a:close/>
                  <a:moveTo>
                    <a:pt x="852308" y="1430302"/>
                  </a:moveTo>
                  <a:lnTo>
                    <a:pt x="852308" y="1427437"/>
                  </a:lnTo>
                  <a:lnTo>
                    <a:pt x="850517" y="1427437"/>
                  </a:lnTo>
                  <a:lnTo>
                    <a:pt x="850517" y="1430302"/>
                  </a:lnTo>
                  <a:lnTo>
                    <a:pt x="852308" y="1430302"/>
                  </a:lnTo>
                  <a:close/>
                  <a:moveTo>
                    <a:pt x="838761" y="1429647"/>
                  </a:moveTo>
                  <a:lnTo>
                    <a:pt x="840787" y="1431673"/>
                  </a:lnTo>
                  <a:lnTo>
                    <a:pt x="842577" y="1429882"/>
                  </a:lnTo>
                  <a:lnTo>
                    <a:pt x="840552" y="1427856"/>
                  </a:lnTo>
                  <a:lnTo>
                    <a:pt x="838761" y="1429647"/>
                  </a:lnTo>
                  <a:close/>
                  <a:moveTo>
                    <a:pt x="1191082" y="1428869"/>
                  </a:moveTo>
                  <a:lnTo>
                    <a:pt x="1193947" y="1428869"/>
                  </a:lnTo>
                  <a:lnTo>
                    <a:pt x="1193947" y="1427079"/>
                  </a:lnTo>
                  <a:lnTo>
                    <a:pt x="1191082" y="1427079"/>
                  </a:lnTo>
                  <a:lnTo>
                    <a:pt x="1191082" y="1428869"/>
                  </a:lnTo>
                  <a:close/>
                  <a:moveTo>
                    <a:pt x="1180339" y="1428869"/>
                  </a:moveTo>
                  <a:lnTo>
                    <a:pt x="1183204" y="1428869"/>
                  </a:lnTo>
                  <a:lnTo>
                    <a:pt x="1183204" y="1427079"/>
                  </a:lnTo>
                  <a:lnTo>
                    <a:pt x="1180339" y="1427079"/>
                  </a:lnTo>
                  <a:lnTo>
                    <a:pt x="1180339" y="1428869"/>
                  </a:lnTo>
                  <a:close/>
                  <a:moveTo>
                    <a:pt x="1148529" y="1426066"/>
                  </a:moveTo>
                  <a:lnTo>
                    <a:pt x="1150554" y="1428092"/>
                  </a:lnTo>
                  <a:lnTo>
                    <a:pt x="1152345" y="1426301"/>
                  </a:lnTo>
                  <a:lnTo>
                    <a:pt x="1150319" y="1424275"/>
                  </a:lnTo>
                  <a:lnTo>
                    <a:pt x="1148529" y="1426066"/>
                  </a:lnTo>
                  <a:close/>
                  <a:moveTo>
                    <a:pt x="817274" y="1424510"/>
                  </a:moveTo>
                  <a:lnTo>
                    <a:pt x="819300" y="1422485"/>
                  </a:lnTo>
                  <a:lnTo>
                    <a:pt x="817510" y="1420694"/>
                  </a:lnTo>
                  <a:lnTo>
                    <a:pt x="815484" y="1422720"/>
                  </a:lnTo>
                  <a:lnTo>
                    <a:pt x="817274" y="1424510"/>
                  </a:lnTo>
                  <a:close/>
                  <a:moveTo>
                    <a:pt x="1163866" y="1417768"/>
                  </a:moveTo>
                  <a:lnTo>
                    <a:pt x="1163866" y="1414903"/>
                  </a:lnTo>
                  <a:lnTo>
                    <a:pt x="1162075" y="1414903"/>
                  </a:lnTo>
                  <a:lnTo>
                    <a:pt x="1162075" y="1417768"/>
                  </a:lnTo>
                  <a:lnTo>
                    <a:pt x="1163866" y="1417768"/>
                  </a:lnTo>
                  <a:close/>
                  <a:moveTo>
                    <a:pt x="947985" y="1415558"/>
                  </a:moveTo>
                  <a:lnTo>
                    <a:pt x="950011" y="1413532"/>
                  </a:lnTo>
                  <a:lnTo>
                    <a:pt x="948221" y="1411741"/>
                  </a:lnTo>
                  <a:lnTo>
                    <a:pt x="946195" y="1413767"/>
                  </a:lnTo>
                  <a:lnTo>
                    <a:pt x="947985" y="1415558"/>
                  </a:lnTo>
                  <a:close/>
                  <a:moveTo>
                    <a:pt x="1137785" y="1413532"/>
                  </a:moveTo>
                  <a:lnTo>
                    <a:pt x="1139811" y="1415558"/>
                  </a:lnTo>
                  <a:lnTo>
                    <a:pt x="1142614" y="1412754"/>
                  </a:lnTo>
                  <a:lnTo>
                    <a:pt x="1139811" y="1409951"/>
                  </a:lnTo>
                  <a:lnTo>
                    <a:pt x="1137785" y="1411977"/>
                  </a:lnTo>
                  <a:lnTo>
                    <a:pt x="1138563" y="1412754"/>
                  </a:lnTo>
                  <a:lnTo>
                    <a:pt x="1137785" y="1413532"/>
                  </a:lnTo>
                  <a:close/>
                  <a:moveTo>
                    <a:pt x="801159" y="1404579"/>
                  </a:moveTo>
                  <a:lnTo>
                    <a:pt x="803185" y="1406605"/>
                  </a:lnTo>
                  <a:lnTo>
                    <a:pt x="804976" y="1404814"/>
                  </a:lnTo>
                  <a:lnTo>
                    <a:pt x="802950" y="1402788"/>
                  </a:lnTo>
                  <a:lnTo>
                    <a:pt x="801159" y="1404579"/>
                  </a:lnTo>
                  <a:close/>
                  <a:moveTo>
                    <a:pt x="1131994" y="1398430"/>
                  </a:moveTo>
                  <a:lnTo>
                    <a:pt x="1134859" y="1398430"/>
                  </a:lnTo>
                  <a:lnTo>
                    <a:pt x="1134859" y="1396639"/>
                  </a:lnTo>
                  <a:lnTo>
                    <a:pt x="1131994" y="1396639"/>
                  </a:lnTo>
                  <a:lnTo>
                    <a:pt x="1131994" y="1398430"/>
                  </a:lnTo>
                  <a:close/>
                  <a:moveTo>
                    <a:pt x="930080" y="1394071"/>
                  </a:moveTo>
                  <a:lnTo>
                    <a:pt x="932106" y="1392045"/>
                  </a:lnTo>
                  <a:lnTo>
                    <a:pt x="930315" y="1390255"/>
                  </a:lnTo>
                  <a:lnTo>
                    <a:pt x="928289" y="1392280"/>
                  </a:lnTo>
                  <a:lnTo>
                    <a:pt x="930080" y="1394071"/>
                  </a:lnTo>
                  <a:close/>
                  <a:moveTo>
                    <a:pt x="784625" y="1393058"/>
                  </a:moveTo>
                  <a:lnTo>
                    <a:pt x="787490" y="1393058"/>
                  </a:lnTo>
                  <a:lnTo>
                    <a:pt x="787490" y="1391267"/>
                  </a:lnTo>
                  <a:lnTo>
                    <a:pt x="784625" y="1391267"/>
                  </a:lnTo>
                  <a:lnTo>
                    <a:pt x="784625" y="1393058"/>
                  </a:lnTo>
                  <a:close/>
                  <a:moveTo>
                    <a:pt x="773523" y="1389119"/>
                  </a:moveTo>
                  <a:lnTo>
                    <a:pt x="773523" y="1386254"/>
                  </a:lnTo>
                  <a:lnTo>
                    <a:pt x="771733" y="1386254"/>
                  </a:lnTo>
                  <a:lnTo>
                    <a:pt x="771733" y="1389119"/>
                  </a:lnTo>
                  <a:lnTo>
                    <a:pt x="773523" y="1389119"/>
                  </a:lnTo>
                  <a:close/>
                  <a:moveTo>
                    <a:pt x="1125251" y="1386673"/>
                  </a:moveTo>
                  <a:lnTo>
                    <a:pt x="1127277" y="1388699"/>
                  </a:lnTo>
                  <a:lnTo>
                    <a:pt x="1129068" y="1386909"/>
                  </a:lnTo>
                  <a:lnTo>
                    <a:pt x="1127042" y="1384883"/>
                  </a:lnTo>
                  <a:lnTo>
                    <a:pt x="1125251" y="1386673"/>
                  </a:lnTo>
                  <a:close/>
                  <a:moveTo>
                    <a:pt x="811903" y="1384883"/>
                  </a:moveTo>
                  <a:lnTo>
                    <a:pt x="813928" y="1386909"/>
                  </a:lnTo>
                  <a:lnTo>
                    <a:pt x="815719" y="1385118"/>
                  </a:lnTo>
                  <a:lnTo>
                    <a:pt x="813693" y="1383092"/>
                  </a:lnTo>
                  <a:lnTo>
                    <a:pt x="811903" y="1384883"/>
                  </a:lnTo>
                  <a:close/>
                  <a:moveTo>
                    <a:pt x="1105555" y="1385118"/>
                  </a:moveTo>
                  <a:lnTo>
                    <a:pt x="1107581" y="1383092"/>
                  </a:lnTo>
                  <a:lnTo>
                    <a:pt x="1105790" y="1381302"/>
                  </a:lnTo>
                  <a:lnTo>
                    <a:pt x="1103764" y="1383328"/>
                  </a:lnTo>
                  <a:lnTo>
                    <a:pt x="1105555" y="1385118"/>
                  </a:lnTo>
                  <a:close/>
                  <a:moveTo>
                    <a:pt x="1137785" y="1383092"/>
                  </a:moveTo>
                  <a:lnTo>
                    <a:pt x="1139811" y="1385118"/>
                  </a:lnTo>
                  <a:lnTo>
                    <a:pt x="1143392" y="1381537"/>
                  </a:lnTo>
                  <a:lnTo>
                    <a:pt x="1141366" y="1379511"/>
                  </a:lnTo>
                  <a:lnTo>
                    <a:pt x="1137785" y="1383092"/>
                  </a:lnTo>
                  <a:close/>
                  <a:moveTo>
                    <a:pt x="815484" y="1379511"/>
                  </a:moveTo>
                  <a:lnTo>
                    <a:pt x="817510" y="1381537"/>
                  </a:lnTo>
                  <a:lnTo>
                    <a:pt x="819300" y="1379746"/>
                  </a:lnTo>
                  <a:lnTo>
                    <a:pt x="817274" y="1377721"/>
                  </a:lnTo>
                  <a:lnTo>
                    <a:pt x="815484" y="1379511"/>
                  </a:lnTo>
                  <a:close/>
                  <a:moveTo>
                    <a:pt x="1110927" y="1377721"/>
                  </a:moveTo>
                  <a:lnTo>
                    <a:pt x="1112953" y="1379746"/>
                  </a:lnTo>
                  <a:lnTo>
                    <a:pt x="1114743" y="1377956"/>
                  </a:lnTo>
                  <a:lnTo>
                    <a:pt x="1112717" y="1375930"/>
                  </a:lnTo>
                  <a:lnTo>
                    <a:pt x="1110927" y="1377721"/>
                  </a:lnTo>
                  <a:close/>
                  <a:moveTo>
                    <a:pt x="790416" y="1377721"/>
                  </a:moveTo>
                  <a:lnTo>
                    <a:pt x="792442" y="1379746"/>
                  </a:lnTo>
                  <a:lnTo>
                    <a:pt x="794232" y="1377956"/>
                  </a:lnTo>
                  <a:lnTo>
                    <a:pt x="792207" y="1375930"/>
                  </a:lnTo>
                  <a:lnTo>
                    <a:pt x="790416" y="1377721"/>
                  </a:lnTo>
                  <a:close/>
                  <a:moveTo>
                    <a:pt x="890687" y="1366977"/>
                  </a:moveTo>
                  <a:lnTo>
                    <a:pt x="892713" y="1369003"/>
                  </a:lnTo>
                  <a:lnTo>
                    <a:pt x="894504" y="1367212"/>
                  </a:lnTo>
                  <a:lnTo>
                    <a:pt x="892478" y="1365187"/>
                  </a:lnTo>
                  <a:lnTo>
                    <a:pt x="890687" y="1366977"/>
                  </a:lnTo>
                  <a:close/>
                  <a:moveTo>
                    <a:pt x="909606" y="1362260"/>
                  </a:moveTo>
                  <a:lnTo>
                    <a:pt x="909606" y="1359395"/>
                  </a:lnTo>
                  <a:lnTo>
                    <a:pt x="907815" y="1359395"/>
                  </a:lnTo>
                  <a:lnTo>
                    <a:pt x="907815" y="1362260"/>
                  </a:lnTo>
                  <a:lnTo>
                    <a:pt x="909606" y="1362260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134" name="Vector layer C6C6C9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54370" y="1645169"/>
                  </a:moveTo>
                  <a:lnTo>
                    <a:pt x="954370" y="1642304"/>
                  </a:lnTo>
                  <a:lnTo>
                    <a:pt x="952580" y="1642304"/>
                  </a:lnTo>
                  <a:lnTo>
                    <a:pt x="952580" y="1645169"/>
                  </a:lnTo>
                  <a:lnTo>
                    <a:pt x="954370" y="1645169"/>
                  </a:lnTo>
                  <a:close/>
                  <a:moveTo>
                    <a:pt x="1065743" y="1616878"/>
                  </a:moveTo>
                  <a:lnTo>
                    <a:pt x="1068608" y="1616878"/>
                  </a:lnTo>
                  <a:lnTo>
                    <a:pt x="1068608" y="1615088"/>
                  </a:lnTo>
                  <a:lnTo>
                    <a:pt x="1065743" y="1615088"/>
                  </a:lnTo>
                  <a:lnTo>
                    <a:pt x="1065743" y="1616878"/>
                  </a:lnTo>
                  <a:close/>
                  <a:moveTo>
                    <a:pt x="1077919" y="1609358"/>
                  </a:moveTo>
                  <a:lnTo>
                    <a:pt x="1077919" y="1606493"/>
                  </a:lnTo>
                  <a:lnTo>
                    <a:pt x="1076128" y="1606493"/>
                  </a:lnTo>
                  <a:lnTo>
                    <a:pt x="1076128" y="1609358"/>
                  </a:lnTo>
                  <a:lnTo>
                    <a:pt x="1077919" y="1609358"/>
                  </a:lnTo>
                  <a:close/>
                  <a:moveTo>
                    <a:pt x="824437" y="1585661"/>
                  </a:moveTo>
                  <a:lnTo>
                    <a:pt x="826462" y="1583635"/>
                  </a:lnTo>
                  <a:lnTo>
                    <a:pt x="824672" y="1581845"/>
                  </a:lnTo>
                  <a:lnTo>
                    <a:pt x="822646" y="1583871"/>
                  </a:lnTo>
                  <a:lnTo>
                    <a:pt x="824437" y="1585661"/>
                  </a:lnTo>
                  <a:close/>
                  <a:moveTo>
                    <a:pt x="1178190" y="1577128"/>
                  </a:moveTo>
                  <a:lnTo>
                    <a:pt x="1178190" y="1574263"/>
                  </a:lnTo>
                  <a:lnTo>
                    <a:pt x="1176400" y="1574263"/>
                  </a:lnTo>
                  <a:lnTo>
                    <a:pt x="1176400" y="1577128"/>
                  </a:lnTo>
                  <a:lnTo>
                    <a:pt x="1178190" y="1577128"/>
                  </a:lnTo>
                  <a:close/>
                  <a:moveTo>
                    <a:pt x="1119880" y="1574683"/>
                  </a:moveTo>
                  <a:lnTo>
                    <a:pt x="1121905" y="1576708"/>
                  </a:lnTo>
                  <a:lnTo>
                    <a:pt x="1123696" y="1574918"/>
                  </a:lnTo>
                  <a:lnTo>
                    <a:pt x="1121670" y="1572892"/>
                  </a:lnTo>
                  <a:lnTo>
                    <a:pt x="1119880" y="1574683"/>
                  </a:lnTo>
                  <a:close/>
                  <a:moveTo>
                    <a:pt x="818287" y="1575337"/>
                  </a:moveTo>
                  <a:lnTo>
                    <a:pt x="818287" y="1572472"/>
                  </a:lnTo>
                  <a:lnTo>
                    <a:pt x="814706" y="1572472"/>
                  </a:lnTo>
                  <a:lnTo>
                    <a:pt x="814706" y="1575337"/>
                  </a:lnTo>
                  <a:lnTo>
                    <a:pt x="818287" y="1575337"/>
                  </a:lnTo>
                  <a:close/>
                  <a:moveTo>
                    <a:pt x="1159272" y="1574918"/>
                  </a:moveTo>
                  <a:lnTo>
                    <a:pt x="1161298" y="1572892"/>
                  </a:lnTo>
                  <a:lnTo>
                    <a:pt x="1155926" y="1567520"/>
                  </a:lnTo>
                  <a:lnTo>
                    <a:pt x="1153900" y="1569546"/>
                  </a:lnTo>
                  <a:lnTo>
                    <a:pt x="1159272" y="1574918"/>
                  </a:lnTo>
                  <a:close/>
                  <a:moveTo>
                    <a:pt x="1082278" y="1563939"/>
                  </a:moveTo>
                  <a:lnTo>
                    <a:pt x="1084303" y="1565965"/>
                  </a:lnTo>
                  <a:lnTo>
                    <a:pt x="1086094" y="1564174"/>
                  </a:lnTo>
                  <a:lnTo>
                    <a:pt x="1084068" y="1562149"/>
                  </a:lnTo>
                  <a:lnTo>
                    <a:pt x="1082278" y="1563939"/>
                  </a:lnTo>
                  <a:close/>
                  <a:moveTo>
                    <a:pt x="1124832" y="1529141"/>
                  </a:moveTo>
                  <a:lnTo>
                    <a:pt x="1127697" y="1529141"/>
                  </a:lnTo>
                  <a:lnTo>
                    <a:pt x="1127697" y="1527350"/>
                  </a:lnTo>
                  <a:lnTo>
                    <a:pt x="1124832" y="1527350"/>
                  </a:lnTo>
                  <a:lnTo>
                    <a:pt x="1124832" y="1529141"/>
                  </a:lnTo>
                  <a:close/>
                  <a:moveTo>
                    <a:pt x="849085" y="1529141"/>
                  </a:moveTo>
                  <a:lnTo>
                    <a:pt x="851950" y="1529141"/>
                  </a:lnTo>
                  <a:lnTo>
                    <a:pt x="851950" y="1527350"/>
                  </a:lnTo>
                  <a:lnTo>
                    <a:pt x="849085" y="1527350"/>
                  </a:lnTo>
                  <a:lnTo>
                    <a:pt x="849085" y="1529141"/>
                  </a:lnTo>
                  <a:close/>
                  <a:moveTo>
                    <a:pt x="1127042" y="1515594"/>
                  </a:moveTo>
                  <a:lnTo>
                    <a:pt x="1129068" y="1517620"/>
                  </a:lnTo>
                  <a:lnTo>
                    <a:pt x="1130858" y="1515829"/>
                  </a:lnTo>
                  <a:lnTo>
                    <a:pt x="1128832" y="1513803"/>
                  </a:lnTo>
                  <a:lnTo>
                    <a:pt x="1127042" y="1515594"/>
                  </a:lnTo>
                  <a:close/>
                  <a:moveTo>
                    <a:pt x="1090453" y="1514458"/>
                  </a:moveTo>
                  <a:lnTo>
                    <a:pt x="1090453" y="1511593"/>
                  </a:lnTo>
                  <a:lnTo>
                    <a:pt x="1086872" y="1511593"/>
                  </a:lnTo>
                  <a:lnTo>
                    <a:pt x="1086872" y="1514458"/>
                  </a:lnTo>
                  <a:lnTo>
                    <a:pt x="1090453" y="1514458"/>
                  </a:lnTo>
                  <a:close/>
                  <a:moveTo>
                    <a:pt x="830821" y="1514458"/>
                  </a:moveTo>
                  <a:lnTo>
                    <a:pt x="830821" y="1511593"/>
                  </a:lnTo>
                  <a:lnTo>
                    <a:pt x="829031" y="1511593"/>
                  </a:lnTo>
                  <a:lnTo>
                    <a:pt x="829031" y="1514458"/>
                  </a:lnTo>
                  <a:lnTo>
                    <a:pt x="830821" y="1514458"/>
                  </a:lnTo>
                  <a:close/>
                  <a:moveTo>
                    <a:pt x="1080487" y="1514039"/>
                  </a:moveTo>
                  <a:lnTo>
                    <a:pt x="1082513" y="1512013"/>
                  </a:lnTo>
                  <a:lnTo>
                    <a:pt x="1080722" y="1510222"/>
                  </a:lnTo>
                  <a:lnTo>
                    <a:pt x="1078697" y="1512248"/>
                  </a:lnTo>
                  <a:lnTo>
                    <a:pt x="1080487" y="1514039"/>
                  </a:lnTo>
                  <a:close/>
                  <a:moveTo>
                    <a:pt x="856667" y="1505086"/>
                  </a:moveTo>
                  <a:lnTo>
                    <a:pt x="858693" y="1503060"/>
                  </a:lnTo>
                  <a:lnTo>
                    <a:pt x="856902" y="1501269"/>
                  </a:lnTo>
                  <a:lnTo>
                    <a:pt x="854876" y="1503295"/>
                  </a:lnTo>
                  <a:lnTo>
                    <a:pt x="856667" y="1505086"/>
                  </a:lnTo>
                  <a:close/>
                  <a:moveTo>
                    <a:pt x="1094034" y="1498343"/>
                  </a:moveTo>
                  <a:lnTo>
                    <a:pt x="1094034" y="1495478"/>
                  </a:lnTo>
                  <a:lnTo>
                    <a:pt x="1092243" y="1495478"/>
                  </a:lnTo>
                  <a:lnTo>
                    <a:pt x="1092243" y="1498343"/>
                  </a:lnTo>
                  <a:lnTo>
                    <a:pt x="1094034" y="1498343"/>
                  </a:lnTo>
                  <a:close/>
                  <a:moveTo>
                    <a:pt x="1080487" y="1499479"/>
                  </a:moveTo>
                  <a:lnTo>
                    <a:pt x="1082513" y="1501505"/>
                  </a:lnTo>
                  <a:lnTo>
                    <a:pt x="1086094" y="1497924"/>
                  </a:lnTo>
                  <a:lnTo>
                    <a:pt x="1084068" y="1495898"/>
                  </a:lnTo>
                  <a:lnTo>
                    <a:pt x="1080487" y="1499479"/>
                  </a:lnTo>
                  <a:close/>
                  <a:moveTo>
                    <a:pt x="664299" y="1480437"/>
                  </a:moveTo>
                  <a:lnTo>
                    <a:pt x="664299" y="1477573"/>
                  </a:lnTo>
                  <a:lnTo>
                    <a:pt x="662508" y="1477573"/>
                  </a:lnTo>
                  <a:lnTo>
                    <a:pt x="662508" y="1480437"/>
                  </a:lnTo>
                  <a:lnTo>
                    <a:pt x="664299" y="1480437"/>
                  </a:lnTo>
                  <a:close/>
                  <a:moveTo>
                    <a:pt x="1098393" y="1471065"/>
                  </a:moveTo>
                  <a:lnTo>
                    <a:pt x="1100419" y="1469039"/>
                  </a:lnTo>
                  <a:lnTo>
                    <a:pt x="1098628" y="1467249"/>
                  </a:lnTo>
                  <a:lnTo>
                    <a:pt x="1096602" y="1469275"/>
                  </a:lnTo>
                  <a:lnTo>
                    <a:pt x="1098393" y="1471065"/>
                  </a:lnTo>
                  <a:close/>
                  <a:moveTo>
                    <a:pt x="1104777" y="1457160"/>
                  </a:moveTo>
                  <a:lnTo>
                    <a:pt x="1104777" y="1454295"/>
                  </a:lnTo>
                  <a:lnTo>
                    <a:pt x="1102987" y="1454295"/>
                  </a:lnTo>
                  <a:lnTo>
                    <a:pt x="1102987" y="1457160"/>
                  </a:lnTo>
                  <a:lnTo>
                    <a:pt x="1104777" y="1457160"/>
                  </a:lnTo>
                  <a:close/>
                  <a:moveTo>
                    <a:pt x="947208" y="1453579"/>
                  </a:moveTo>
                  <a:lnTo>
                    <a:pt x="947208" y="1450714"/>
                  </a:lnTo>
                  <a:lnTo>
                    <a:pt x="945417" y="1450714"/>
                  </a:lnTo>
                  <a:lnTo>
                    <a:pt x="945417" y="1453579"/>
                  </a:lnTo>
                  <a:lnTo>
                    <a:pt x="947208" y="1453579"/>
                  </a:lnTo>
                  <a:close/>
                  <a:moveTo>
                    <a:pt x="1184340" y="1451134"/>
                  </a:moveTo>
                  <a:lnTo>
                    <a:pt x="1186366" y="1453159"/>
                  </a:lnTo>
                  <a:lnTo>
                    <a:pt x="1188156" y="1451369"/>
                  </a:lnTo>
                  <a:lnTo>
                    <a:pt x="1186130" y="1449343"/>
                  </a:lnTo>
                  <a:lnTo>
                    <a:pt x="1184340" y="1451134"/>
                  </a:lnTo>
                  <a:close/>
                  <a:moveTo>
                    <a:pt x="870991" y="1451134"/>
                  </a:moveTo>
                  <a:lnTo>
                    <a:pt x="873017" y="1453159"/>
                  </a:lnTo>
                  <a:lnTo>
                    <a:pt x="874808" y="1451369"/>
                  </a:lnTo>
                  <a:lnTo>
                    <a:pt x="872782" y="1449343"/>
                  </a:lnTo>
                  <a:lnTo>
                    <a:pt x="870991" y="1451134"/>
                  </a:lnTo>
                  <a:close/>
                  <a:moveTo>
                    <a:pt x="956938" y="1449343"/>
                  </a:moveTo>
                  <a:lnTo>
                    <a:pt x="958964" y="1451369"/>
                  </a:lnTo>
                  <a:lnTo>
                    <a:pt x="960755" y="1449578"/>
                  </a:lnTo>
                  <a:lnTo>
                    <a:pt x="958729" y="1447553"/>
                  </a:lnTo>
                  <a:lnTo>
                    <a:pt x="956938" y="1449343"/>
                  </a:lnTo>
                  <a:close/>
                  <a:moveTo>
                    <a:pt x="840552" y="1449343"/>
                  </a:moveTo>
                  <a:lnTo>
                    <a:pt x="842577" y="1451369"/>
                  </a:lnTo>
                  <a:lnTo>
                    <a:pt x="844368" y="1449578"/>
                  </a:lnTo>
                  <a:lnTo>
                    <a:pt x="842342" y="1447553"/>
                  </a:lnTo>
                  <a:lnTo>
                    <a:pt x="840552" y="1449343"/>
                  </a:lnTo>
                  <a:close/>
                  <a:moveTo>
                    <a:pt x="811125" y="1449998"/>
                  </a:moveTo>
                  <a:lnTo>
                    <a:pt x="811125" y="1447133"/>
                  </a:lnTo>
                  <a:lnTo>
                    <a:pt x="809334" y="1447133"/>
                  </a:lnTo>
                  <a:lnTo>
                    <a:pt x="809334" y="1449998"/>
                  </a:lnTo>
                  <a:lnTo>
                    <a:pt x="811125" y="1449998"/>
                  </a:lnTo>
                  <a:close/>
                  <a:moveTo>
                    <a:pt x="935452" y="1447788"/>
                  </a:moveTo>
                  <a:lnTo>
                    <a:pt x="937477" y="1445762"/>
                  </a:lnTo>
                  <a:lnTo>
                    <a:pt x="935687" y="1443971"/>
                  </a:lnTo>
                  <a:lnTo>
                    <a:pt x="933661" y="1445997"/>
                  </a:lnTo>
                  <a:lnTo>
                    <a:pt x="935452" y="1447788"/>
                  </a:lnTo>
                  <a:close/>
                  <a:moveTo>
                    <a:pt x="881735" y="1447788"/>
                  </a:moveTo>
                  <a:lnTo>
                    <a:pt x="883760" y="1445762"/>
                  </a:lnTo>
                  <a:lnTo>
                    <a:pt x="881970" y="1443971"/>
                  </a:lnTo>
                  <a:lnTo>
                    <a:pt x="879944" y="1445997"/>
                  </a:lnTo>
                  <a:lnTo>
                    <a:pt x="881735" y="1447788"/>
                  </a:lnTo>
                  <a:close/>
                  <a:moveTo>
                    <a:pt x="845923" y="1443971"/>
                  </a:moveTo>
                  <a:lnTo>
                    <a:pt x="847949" y="1445997"/>
                  </a:lnTo>
                  <a:lnTo>
                    <a:pt x="849740" y="1444207"/>
                  </a:lnTo>
                  <a:lnTo>
                    <a:pt x="847714" y="1442181"/>
                  </a:lnTo>
                  <a:lnTo>
                    <a:pt x="845923" y="1443971"/>
                  </a:lnTo>
                  <a:close/>
                  <a:moveTo>
                    <a:pt x="813693" y="1444207"/>
                  </a:moveTo>
                  <a:lnTo>
                    <a:pt x="815719" y="1442181"/>
                  </a:lnTo>
                  <a:lnTo>
                    <a:pt x="813928" y="1440390"/>
                  </a:lnTo>
                  <a:lnTo>
                    <a:pt x="811903" y="1442416"/>
                  </a:lnTo>
                  <a:lnTo>
                    <a:pt x="813693" y="1444207"/>
                  </a:lnTo>
                  <a:close/>
                  <a:moveTo>
                    <a:pt x="1148529" y="1442416"/>
                  </a:moveTo>
                  <a:lnTo>
                    <a:pt x="1150554" y="1440390"/>
                  </a:lnTo>
                  <a:lnTo>
                    <a:pt x="1148764" y="1438600"/>
                  </a:lnTo>
                  <a:lnTo>
                    <a:pt x="1146738" y="1440626"/>
                  </a:lnTo>
                  <a:lnTo>
                    <a:pt x="1148529" y="1442416"/>
                  </a:lnTo>
                  <a:close/>
                  <a:moveTo>
                    <a:pt x="1230475" y="1436032"/>
                  </a:moveTo>
                  <a:lnTo>
                    <a:pt x="1233340" y="1436032"/>
                  </a:lnTo>
                  <a:lnTo>
                    <a:pt x="1233340" y="1434241"/>
                  </a:lnTo>
                  <a:lnTo>
                    <a:pt x="1230475" y="1434241"/>
                  </a:lnTo>
                  <a:lnTo>
                    <a:pt x="1230475" y="1436032"/>
                  </a:lnTo>
                  <a:close/>
                  <a:moveTo>
                    <a:pt x="820436" y="1436032"/>
                  </a:moveTo>
                  <a:lnTo>
                    <a:pt x="823301" y="1436032"/>
                  </a:lnTo>
                  <a:lnTo>
                    <a:pt x="823301" y="1434241"/>
                  </a:lnTo>
                  <a:lnTo>
                    <a:pt x="820436" y="1434241"/>
                  </a:lnTo>
                  <a:lnTo>
                    <a:pt x="820436" y="1436032"/>
                  </a:lnTo>
                  <a:close/>
                  <a:moveTo>
                    <a:pt x="1268496" y="1429882"/>
                  </a:moveTo>
                  <a:lnTo>
                    <a:pt x="1270522" y="1427856"/>
                  </a:lnTo>
                  <a:lnTo>
                    <a:pt x="1268731" y="1426066"/>
                  </a:lnTo>
                  <a:lnTo>
                    <a:pt x="1266706" y="1428092"/>
                  </a:lnTo>
                  <a:lnTo>
                    <a:pt x="1268496" y="1429882"/>
                  </a:lnTo>
                  <a:close/>
                  <a:moveTo>
                    <a:pt x="1263125" y="1426301"/>
                  </a:moveTo>
                  <a:lnTo>
                    <a:pt x="1265150" y="1424275"/>
                  </a:lnTo>
                  <a:lnTo>
                    <a:pt x="1263360" y="1422485"/>
                  </a:lnTo>
                  <a:lnTo>
                    <a:pt x="1261334" y="1424510"/>
                  </a:lnTo>
                  <a:lnTo>
                    <a:pt x="1263125" y="1426301"/>
                  </a:lnTo>
                  <a:close/>
                  <a:moveTo>
                    <a:pt x="755382" y="1425288"/>
                  </a:moveTo>
                  <a:lnTo>
                    <a:pt x="758186" y="1428092"/>
                  </a:lnTo>
                  <a:lnTo>
                    <a:pt x="760212" y="1426066"/>
                  </a:lnTo>
                  <a:lnTo>
                    <a:pt x="759434" y="1425288"/>
                  </a:lnTo>
                  <a:lnTo>
                    <a:pt x="760989" y="1424930"/>
                  </a:lnTo>
                  <a:lnTo>
                    <a:pt x="760989" y="1422065"/>
                  </a:lnTo>
                  <a:lnTo>
                    <a:pt x="758605" y="1422065"/>
                  </a:lnTo>
                  <a:lnTo>
                    <a:pt x="755382" y="1425288"/>
                  </a:lnTo>
                  <a:close/>
                  <a:moveTo>
                    <a:pt x="1180339" y="1425288"/>
                  </a:moveTo>
                  <a:lnTo>
                    <a:pt x="1183204" y="1425288"/>
                  </a:lnTo>
                  <a:lnTo>
                    <a:pt x="1183204" y="1421707"/>
                  </a:lnTo>
                  <a:lnTo>
                    <a:pt x="1180339" y="1421707"/>
                  </a:lnTo>
                  <a:lnTo>
                    <a:pt x="1180339" y="1425288"/>
                  </a:lnTo>
                  <a:close/>
                  <a:moveTo>
                    <a:pt x="866632" y="1421349"/>
                  </a:moveTo>
                  <a:lnTo>
                    <a:pt x="866632" y="1418484"/>
                  </a:lnTo>
                  <a:lnTo>
                    <a:pt x="864842" y="1418484"/>
                  </a:lnTo>
                  <a:lnTo>
                    <a:pt x="864842" y="1421349"/>
                  </a:lnTo>
                  <a:lnTo>
                    <a:pt x="866632" y="1421349"/>
                  </a:lnTo>
                  <a:close/>
                  <a:moveTo>
                    <a:pt x="1259543" y="1420929"/>
                  </a:moveTo>
                  <a:lnTo>
                    <a:pt x="1261569" y="1418904"/>
                  </a:lnTo>
                  <a:lnTo>
                    <a:pt x="1259779" y="1417113"/>
                  </a:lnTo>
                  <a:lnTo>
                    <a:pt x="1257753" y="1419139"/>
                  </a:lnTo>
                  <a:lnTo>
                    <a:pt x="1259543" y="1420929"/>
                  </a:lnTo>
                  <a:close/>
                  <a:moveTo>
                    <a:pt x="1164644" y="1413532"/>
                  </a:moveTo>
                  <a:lnTo>
                    <a:pt x="1166669" y="1415558"/>
                  </a:lnTo>
                  <a:lnTo>
                    <a:pt x="1172041" y="1410186"/>
                  </a:lnTo>
                  <a:lnTo>
                    <a:pt x="1170015" y="1408160"/>
                  </a:lnTo>
                  <a:lnTo>
                    <a:pt x="1164644" y="1413532"/>
                  </a:lnTo>
                  <a:close/>
                  <a:moveTo>
                    <a:pt x="1105555" y="1408160"/>
                  </a:moveTo>
                  <a:lnTo>
                    <a:pt x="1107581" y="1410186"/>
                  </a:lnTo>
                  <a:lnTo>
                    <a:pt x="1109371" y="1408395"/>
                  </a:lnTo>
                  <a:lnTo>
                    <a:pt x="1107346" y="1406370"/>
                  </a:lnTo>
                  <a:lnTo>
                    <a:pt x="1105555" y="1408160"/>
                  </a:lnTo>
                  <a:close/>
                  <a:moveTo>
                    <a:pt x="861261" y="1408815"/>
                  </a:moveTo>
                  <a:lnTo>
                    <a:pt x="861261" y="1405950"/>
                  </a:lnTo>
                  <a:lnTo>
                    <a:pt x="857680" y="1405950"/>
                  </a:lnTo>
                  <a:lnTo>
                    <a:pt x="857680" y="1408815"/>
                  </a:lnTo>
                  <a:lnTo>
                    <a:pt x="861261" y="1408815"/>
                  </a:lnTo>
                  <a:close/>
                  <a:moveTo>
                    <a:pt x="1255543" y="1409173"/>
                  </a:moveTo>
                  <a:lnTo>
                    <a:pt x="1258408" y="1409173"/>
                  </a:lnTo>
                  <a:lnTo>
                    <a:pt x="1258408" y="1405592"/>
                  </a:lnTo>
                  <a:lnTo>
                    <a:pt x="1255543" y="1405592"/>
                  </a:lnTo>
                  <a:lnTo>
                    <a:pt x="1255543" y="1409173"/>
                  </a:lnTo>
                  <a:close/>
                  <a:moveTo>
                    <a:pt x="776091" y="1408395"/>
                  </a:moveTo>
                  <a:lnTo>
                    <a:pt x="778117" y="1406370"/>
                  </a:lnTo>
                  <a:lnTo>
                    <a:pt x="776327" y="1404579"/>
                  </a:lnTo>
                  <a:lnTo>
                    <a:pt x="774301" y="1406605"/>
                  </a:lnTo>
                  <a:lnTo>
                    <a:pt x="776091" y="1408395"/>
                  </a:lnTo>
                  <a:close/>
                  <a:moveTo>
                    <a:pt x="867410" y="1404579"/>
                  </a:moveTo>
                  <a:lnTo>
                    <a:pt x="869436" y="1406605"/>
                  </a:lnTo>
                  <a:lnTo>
                    <a:pt x="871227" y="1404814"/>
                  </a:lnTo>
                  <a:lnTo>
                    <a:pt x="869201" y="1402788"/>
                  </a:lnTo>
                  <a:lnTo>
                    <a:pt x="867410" y="1404579"/>
                  </a:lnTo>
                  <a:close/>
                  <a:moveTo>
                    <a:pt x="822646" y="1402788"/>
                  </a:moveTo>
                  <a:lnTo>
                    <a:pt x="824672" y="1404814"/>
                  </a:lnTo>
                  <a:lnTo>
                    <a:pt x="826462" y="1403024"/>
                  </a:lnTo>
                  <a:lnTo>
                    <a:pt x="824437" y="1400998"/>
                  </a:lnTo>
                  <a:lnTo>
                    <a:pt x="822646" y="1402788"/>
                  </a:lnTo>
                  <a:close/>
                  <a:moveTo>
                    <a:pt x="894269" y="1399443"/>
                  </a:moveTo>
                  <a:lnTo>
                    <a:pt x="896294" y="1397417"/>
                  </a:lnTo>
                  <a:lnTo>
                    <a:pt x="894504" y="1395626"/>
                  </a:lnTo>
                  <a:lnTo>
                    <a:pt x="892478" y="1397652"/>
                  </a:lnTo>
                  <a:lnTo>
                    <a:pt x="894269" y="1399443"/>
                  </a:lnTo>
                  <a:close/>
                  <a:moveTo>
                    <a:pt x="842342" y="1399443"/>
                  </a:moveTo>
                  <a:lnTo>
                    <a:pt x="844368" y="1397417"/>
                  </a:lnTo>
                  <a:lnTo>
                    <a:pt x="842577" y="1395626"/>
                  </a:lnTo>
                  <a:lnTo>
                    <a:pt x="840552" y="1397652"/>
                  </a:lnTo>
                  <a:lnTo>
                    <a:pt x="842342" y="1399443"/>
                  </a:lnTo>
                  <a:close/>
                  <a:moveTo>
                    <a:pt x="809693" y="1396639"/>
                  </a:moveTo>
                  <a:lnTo>
                    <a:pt x="812557" y="1396639"/>
                  </a:lnTo>
                  <a:lnTo>
                    <a:pt x="812557" y="1394849"/>
                  </a:lnTo>
                  <a:lnTo>
                    <a:pt x="809693" y="1394849"/>
                  </a:lnTo>
                  <a:lnTo>
                    <a:pt x="809693" y="1396639"/>
                  </a:lnTo>
                  <a:close/>
                  <a:moveTo>
                    <a:pt x="807902" y="1391267"/>
                  </a:moveTo>
                  <a:lnTo>
                    <a:pt x="810767" y="1391267"/>
                  </a:lnTo>
                  <a:lnTo>
                    <a:pt x="810767" y="1389477"/>
                  </a:lnTo>
                  <a:lnTo>
                    <a:pt x="807902" y="1389477"/>
                  </a:lnTo>
                  <a:lnTo>
                    <a:pt x="807902" y="1391267"/>
                  </a:lnTo>
                  <a:close/>
                  <a:moveTo>
                    <a:pt x="838342" y="1389477"/>
                  </a:moveTo>
                  <a:lnTo>
                    <a:pt x="841206" y="1389477"/>
                  </a:lnTo>
                  <a:lnTo>
                    <a:pt x="841206" y="1385896"/>
                  </a:lnTo>
                  <a:lnTo>
                    <a:pt x="838342" y="1385896"/>
                  </a:lnTo>
                  <a:lnTo>
                    <a:pt x="838342" y="1389477"/>
                  </a:lnTo>
                  <a:close/>
                  <a:moveTo>
                    <a:pt x="1111346" y="1385538"/>
                  </a:moveTo>
                  <a:lnTo>
                    <a:pt x="1113730" y="1385538"/>
                  </a:lnTo>
                  <a:lnTo>
                    <a:pt x="1113730" y="1382673"/>
                  </a:lnTo>
                  <a:lnTo>
                    <a:pt x="1112533" y="1382673"/>
                  </a:lnTo>
                  <a:lnTo>
                    <a:pt x="1111162" y="1381302"/>
                  </a:lnTo>
                  <a:lnTo>
                    <a:pt x="1109136" y="1383328"/>
                  </a:lnTo>
                  <a:lnTo>
                    <a:pt x="1111346" y="1385538"/>
                  </a:lnTo>
                  <a:close/>
                  <a:moveTo>
                    <a:pt x="847294" y="1382315"/>
                  </a:moveTo>
                  <a:lnTo>
                    <a:pt x="850159" y="1382315"/>
                  </a:lnTo>
                  <a:lnTo>
                    <a:pt x="850159" y="1380524"/>
                  </a:lnTo>
                  <a:lnTo>
                    <a:pt x="847294" y="1380524"/>
                  </a:lnTo>
                  <a:lnTo>
                    <a:pt x="847294" y="1382315"/>
                  </a:lnTo>
                  <a:close/>
                  <a:moveTo>
                    <a:pt x="1017817" y="1381537"/>
                  </a:moveTo>
                  <a:lnTo>
                    <a:pt x="1019843" y="1379511"/>
                  </a:lnTo>
                  <a:lnTo>
                    <a:pt x="1018053" y="1377721"/>
                  </a:lnTo>
                  <a:lnTo>
                    <a:pt x="1016027" y="1379746"/>
                  </a:lnTo>
                  <a:lnTo>
                    <a:pt x="1017817" y="1381537"/>
                  </a:lnTo>
                  <a:close/>
                  <a:moveTo>
                    <a:pt x="1019188" y="1323226"/>
                  </a:moveTo>
                  <a:lnTo>
                    <a:pt x="1022053" y="1323226"/>
                  </a:lnTo>
                  <a:lnTo>
                    <a:pt x="1022053" y="1321435"/>
                  </a:lnTo>
                  <a:lnTo>
                    <a:pt x="1019188" y="1321435"/>
                  </a:lnTo>
                  <a:lnTo>
                    <a:pt x="1019188" y="132322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135" name="Vector layer C8C0C3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07074" y="1644514"/>
                  </a:moveTo>
                  <a:lnTo>
                    <a:pt x="1009100" y="1646540"/>
                  </a:lnTo>
                  <a:lnTo>
                    <a:pt x="1010890" y="1644750"/>
                  </a:lnTo>
                  <a:lnTo>
                    <a:pt x="1008865" y="1642724"/>
                  </a:lnTo>
                  <a:lnTo>
                    <a:pt x="1007074" y="1644514"/>
                  </a:lnTo>
                  <a:close/>
                  <a:moveTo>
                    <a:pt x="1018830" y="1641588"/>
                  </a:moveTo>
                  <a:lnTo>
                    <a:pt x="1018830" y="1638723"/>
                  </a:lnTo>
                  <a:lnTo>
                    <a:pt x="1015249" y="1638723"/>
                  </a:lnTo>
                  <a:lnTo>
                    <a:pt x="1015249" y="1641588"/>
                  </a:lnTo>
                  <a:lnTo>
                    <a:pt x="1018830" y="1641588"/>
                  </a:lnTo>
                  <a:close/>
                  <a:moveTo>
                    <a:pt x="1041095" y="1631981"/>
                  </a:moveTo>
                  <a:lnTo>
                    <a:pt x="1043121" y="1634006"/>
                  </a:lnTo>
                  <a:lnTo>
                    <a:pt x="1044911" y="1632216"/>
                  </a:lnTo>
                  <a:lnTo>
                    <a:pt x="1042885" y="1630190"/>
                  </a:lnTo>
                  <a:lnTo>
                    <a:pt x="1041095" y="1631981"/>
                  </a:lnTo>
                  <a:close/>
                  <a:moveTo>
                    <a:pt x="1057210" y="1624818"/>
                  </a:moveTo>
                  <a:lnTo>
                    <a:pt x="1059236" y="1626844"/>
                  </a:lnTo>
                  <a:lnTo>
                    <a:pt x="1061026" y="1625054"/>
                  </a:lnTo>
                  <a:lnTo>
                    <a:pt x="1059000" y="1623028"/>
                  </a:lnTo>
                  <a:lnTo>
                    <a:pt x="1057210" y="1624818"/>
                  </a:lnTo>
                  <a:close/>
                  <a:moveTo>
                    <a:pt x="1089020" y="1600763"/>
                  </a:moveTo>
                  <a:lnTo>
                    <a:pt x="1091885" y="1600763"/>
                  </a:lnTo>
                  <a:lnTo>
                    <a:pt x="1091885" y="1598973"/>
                  </a:lnTo>
                  <a:lnTo>
                    <a:pt x="1089020" y="1598973"/>
                  </a:lnTo>
                  <a:lnTo>
                    <a:pt x="1089020" y="1600763"/>
                  </a:lnTo>
                  <a:close/>
                  <a:moveTo>
                    <a:pt x="1115879" y="1593601"/>
                  </a:moveTo>
                  <a:lnTo>
                    <a:pt x="1118744" y="1593601"/>
                  </a:lnTo>
                  <a:lnTo>
                    <a:pt x="1118744" y="1591810"/>
                  </a:lnTo>
                  <a:lnTo>
                    <a:pt x="1115879" y="1591810"/>
                  </a:lnTo>
                  <a:lnTo>
                    <a:pt x="1115879" y="1593601"/>
                  </a:lnTo>
                  <a:close/>
                  <a:moveTo>
                    <a:pt x="1083649" y="1591810"/>
                  </a:moveTo>
                  <a:lnTo>
                    <a:pt x="1086514" y="1591810"/>
                  </a:lnTo>
                  <a:lnTo>
                    <a:pt x="1086514" y="1590020"/>
                  </a:lnTo>
                  <a:lnTo>
                    <a:pt x="1083649" y="1590020"/>
                  </a:lnTo>
                  <a:lnTo>
                    <a:pt x="1083649" y="1591810"/>
                  </a:lnTo>
                  <a:close/>
                  <a:moveTo>
                    <a:pt x="1090811" y="1588229"/>
                  </a:moveTo>
                  <a:lnTo>
                    <a:pt x="1093676" y="1588229"/>
                  </a:lnTo>
                  <a:lnTo>
                    <a:pt x="1093676" y="1586439"/>
                  </a:lnTo>
                  <a:lnTo>
                    <a:pt x="1090811" y="1586439"/>
                  </a:lnTo>
                  <a:lnTo>
                    <a:pt x="1090811" y="1588229"/>
                  </a:lnTo>
                  <a:close/>
                  <a:moveTo>
                    <a:pt x="1087230" y="1581067"/>
                  </a:moveTo>
                  <a:lnTo>
                    <a:pt x="1090095" y="1581067"/>
                  </a:lnTo>
                  <a:lnTo>
                    <a:pt x="1090095" y="1579277"/>
                  </a:lnTo>
                  <a:lnTo>
                    <a:pt x="1087230" y="1579277"/>
                  </a:lnTo>
                  <a:lnTo>
                    <a:pt x="1087230" y="1581067"/>
                  </a:lnTo>
                  <a:close/>
                  <a:moveTo>
                    <a:pt x="986958" y="1572114"/>
                  </a:moveTo>
                  <a:lnTo>
                    <a:pt x="989823" y="1572114"/>
                  </a:lnTo>
                  <a:lnTo>
                    <a:pt x="989823" y="1570324"/>
                  </a:lnTo>
                  <a:lnTo>
                    <a:pt x="986958" y="1570324"/>
                  </a:lnTo>
                  <a:lnTo>
                    <a:pt x="986958" y="1572114"/>
                  </a:lnTo>
                  <a:close/>
                  <a:moveTo>
                    <a:pt x="1103345" y="1564952"/>
                  </a:moveTo>
                  <a:lnTo>
                    <a:pt x="1106210" y="1564952"/>
                  </a:lnTo>
                  <a:lnTo>
                    <a:pt x="1106210" y="1561371"/>
                  </a:lnTo>
                  <a:lnTo>
                    <a:pt x="1103345" y="1561371"/>
                  </a:lnTo>
                  <a:lnTo>
                    <a:pt x="1103345" y="1564952"/>
                  </a:lnTo>
                  <a:close/>
                  <a:moveTo>
                    <a:pt x="820078" y="1537735"/>
                  </a:moveTo>
                  <a:lnTo>
                    <a:pt x="820078" y="1534871"/>
                  </a:lnTo>
                  <a:lnTo>
                    <a:pt x="818287" y="1534871"/>
                  </a:lnTo>
                  <a:lnTo>
                    <a:pt x="818287" y="1537735"/>
                  </a:lnTo>
                  <a:lnTo>
                    <a:pt x="820078" y="1537735"/>
                  </a:lnTo>
                  <a:close/>
                  <a:moveTo>
                    <a:pt x="994540" y="1537316"/>
                  </a:moveTo>
                  <a:lnTo>
                    <a:pt x="996566" y="1535290"/>
                  </a:lnTo>
                  <a:lnTo>
                    <a:pt x="994775" y="1533500"/>
                  </a:lnTo>
                  <a:lnTo>
                    <a:pt x="992750" y="1535525"/>
                  </a:lnTo>
                  <a:lnTo>
                    <a:pt x="994540" y="1537316"/>
                  </a:lnTo>
                  <a:close/>
                  <a:moveTo>
                    <a:pt x="974424" y="1521979"/>
                  </a:moveTo>
                  <a:lnTo>
                    <a:pt x="977289" y="1521979"/>
                  </a:lnTo>
                  <a:lnTo>
                    <a:pt x="977289" y="1520188"/>
                  </a:lnTo>
                  <a:lnTo>
                    <a:pt x="974424" y="1520188"/>
                  </a:lnTo>
                  <a:lnTo>
                    <a:pt x="974424" y="1521979"/>
                  </a:lnTo>
                  <a:close/>
                  <a:moveTo>
                    <a:pt x="994121" y="1521979"/>
                  </a:moveTo>
                  <a:lnTo>
                    <a:pt x="996985" y="1521979"/>
                  </a:lnTo>
                  <a:lnTo>
                    <a:pt x="996985" y="1518397"/>
                  </a:lnTo>
                  <a:lnTo>
                    <a:pt x="994121" y="1518397"/>
                  </a:lnTo>
                  <a:lnTo>
                    <a:pt x="994121" y="1521979"/>
                  </a:lnTo>
                  <a:close/>
                  <a:moveTo>
                    <a:pt x="1179981" y="1518039"/>
                  </a:moveTo>
                  <a:lnTo>
                    <a:pt x="1179981" y="1515174"/>
                  </a:lnTo>
                  <a:lnTo>
                    <a:pt x="1178190" y="1515174"/>
                  </a:lnTo>
                  <a:lnTo>
                    <a:pt x="1178190" y="1518039"/>
                  </a:lnTo>
                  <a:lnTo>
                    <a:pt x="1179981" y="1518039"/>
                  </a:lnTo>
                  <a:close/>
                  <a:moveTo>
                    <a:pt x="1103764" y="1517620"/>
                  </a:moveTo>
                  <a:lnTo>
                    <a:pt x="1105790" y="1515594"/>
                  </a:lnTo>
                  <a:lnTo>
                    <a:pt x="1104000" y="1513803"/>
                  </a:lnTo>
                  <a:lnTo>
                    <a:pt x="1101974" y="1515829"/>
                  </a:lnTo>
                  <a:lnTo>
                    <a:pt x="1103764" y="1517620"/>
                  </a:lnTo>
                  <a:close/>
                  <a:moveTo>
                    <a:pt x="858457" y="1512013"/>
                  </a:moveTo>
                  <a:lnTo>
                    <a:pt x="860483" y="1514039"/>
                  </a:lnTo>
                  <a:lnTo>
                    <a:pt x="862274" y="1512248"/>
                  </a:lnTo>
                  <a:lnTo>
                    <a:pt x="860248" y="1510222"/>
                  </a:lnTo>
                  <a:lnTo>
                    <a:pt x="858457" y="1512013"/>
                  </a:lnTo>
                  <a:close/>
                  <a:moveTo>
                    <a:pt x="1094812" y="1512248"/>
                  </a:moveTo>
                  <a:lnTo>
                    <a:pt x="1096837" y="1510222"/>
                  </a:lnTo>
                  <a:lnTo>
                    <a:pt x="1095047" y="1508432"/>
                  </a:lnTo>
                  <a:lnTo>
                    <a:pt x="1093021" y="1510457"/>
                  </a:lnTo>
                  <a:lnTo>
                    <a:pt x="1094812" y="1512248"/>
                  </a:lnTo>
                  <a:close/>
                  <a:moveTo>
                    <a:pt x="1062162" y="1502282"/>
                  </a:moveTo>
                  <a:lnTo>
                    <a:pt x="1065027" y="1502282"/>
                  </a:lnTo>
                  <a:lnTo>
                    <a:pt x="1065027" y="1498701"/>
                  </a:lnTo>
                  <a:lnTo>
                    <a:pt x="1062162" y="1498701"/>
                  </a:lnTo>
                  <a:lnTo>
                    <a:pt x="1062162" y="1502282"/>
                  </a:lnTo>
                  <a:close/>
                  <a:moveTo>
                    <a:pt x="766361" y="1500134"/>
                  </a:moveTo>
                  <a:lnTo>
                    <a:pt x="766361" y="1497269"/>
                  </a:lnTo>
                  <a:lnTo>
                    <a:pt x="764570" y="1497269"/>
                  </a:lnTo>
                  <a:lnTo>
                    <a:pt x="764570" y="1500134"/>
                  </a:lnTo>
                  <a:lnTo>
                    <a:pt x="766361" y="1500134"/>
                  </a:lnTo>
                  <a:close/>
                  <a:moveTo>
                    <a:pt x="1090453" y="1498343"/>
                  </a:moveTo>
                  <a:lnTo>
                    <a:pt x="1090453" y="1495478"/>
                  </a:lnTo>
                  <a:lnTo>
                    <a:pt x="1086872" y="1495478"/>
                  </a:lnTo>
                  <a:lnTo>
                    <a:pt x="1086872" y="1498343"/>
                  </a:lnTo>
                  <a:lnTo>
                    <a:pt x="1090453" y="1498343"/>
                  </a:lnTo>
                  <a:close/>
                  <a:moveTo>
                    <a:pt x="1062162" y="1493330"/>
                  </a:moveTo>
                  <a:lnTo>
                    <a:pt x="1065027" y="1493330"/>
                  </a:lnTo>
                  <a:lnTo>
                    <a:pt x="1065027" y="1491539"/>
                  </a:lnTo>
                  <a:lnTo>
                    <a:pt x="1062162" y="1491539"/>
                  </a:lnTo>
                  <a:lnTo>
                    <a:pt x="1062162" y="1493330"/>
                  </a:lnTo>
                  <a:close/>
                  <a:moveTo>
                    <a:pt x="1071115" y="1488551"/>
                  </a:moveTo>
                  <a:lnTo>
                    <a:pt x="1071115" y="1489748"/>
                  </a:lnTo>
                  <a:lnTo>
                    <a:pt x="1073980" y="1489748"/>
                  </a:lnTo>
                  <a:lnTo>
                    <a:pt x="1073980" y="1487364"/>
                  </a:lnTo>
                  <a:lnTo>
                    <a:pt x="1071770" y="1485154"/>
                  </a:lnTo>
                  <a:lnTo>
                    <a:pt x="1069744" y="1487180"/>
                  </a:lnTo>
                  <a:lnTo>
                    <a:pt x="1071115" y="1488551"/>
                  </a:lnTo>
                  <a:close/>
                  <a:moveTo>
                    <a:pt x="787848" y="1484019"/>
                  </a:moveTo>
                  <a:lnTo>
                    <a:pt x="787848" y="1481154"/>
                  </a:lnTo>
                  <a:lnTo>
                    <a:pt x="784267" y="1481154"/>
                  </a:lnTo>
                  <a:lnTo>
                    <a:pt x="784267" y="1484019"/>
                  </a:lnTo>
                  <a:lnTo>
                    <a:pt x="787848" y="1484019"/>
                  </a:lnTo>
                  <a:close/>
                  <a:moveTo>
                    <a:pt x="1003493" y="1481808"/>
                  </a:moveTo>
                  <a:lnTo>
                    <a:pt x="1005519" y="1479783"/>
                  </a:lnTo>
                  <a:lnTo>
                    <a:pt x="1003728" y="1477992"/>
                  </a:lnTo>
                  <a:lnTo>
                    <a:pt x="1001702" y="1480018"/>
                  </a:lnTo>
                  <a:lnTo>
                    <a:pt x="1003493" y="1481808"/>
                  </a:lnTo>
                  <a:close/>
                  <a:moveTo>
                    <a:pt x="873795" y="1476856"/>
                  </a:moveTo>
                  <a:lnTo>
                    <a:pt x="873795" y="1473991"/>
                  </a:lnTo>
                  <a:lnTo>
                    <a:pt x="872004" y="1473991"/>
                  </a:lnTo>
                  <a:lnTo>
                    <a:pt x="872004" y="1476856"/>
                  </a:lnTo>
                  <a:lnTo>
                    <a:pt x="873795" y="1476856"/>
                  </a:lnTo>
                  <a:close/>
                  <a:moveTo>
                    <a:pt x="905012" y="1474646"/>
                  </a:moveTo>
                  <a:lnTo>
                    <a:pt x="907038" y="1472620"/>
                  </a:lnTo>
                  <a:lnTo>
                    <a:pt x="903457" y="1469039"/>
                  </a:lnTo>
                  <a:lnTo>
                    <a:pt x="901431" y="1471065"/>
                  </a:lnTo>
                  <a:lnTo>
                    <a:pt x="905012" y="1474646"/>
                  </a:lnTo>
                  <a:close/>
                  <a:moveTo>
                    <a:pt x="1100183" y="1469039"/>
                  </a:moveTo>
                  <a:lnTo>
                    <a:pt x="1102209" y="1471065"/>
                  </a:lnTo>
                  <a:lnTo>
                    <a:pt x="1104000" y="1469275"/>
                  </a:lnTo>
                  <a:lnTo>
                    <a:pt x="1101974" y="1467249"/>
                  </a:lnTo>
                  <a:lnTo>
                    <a:pt x="1100183" y="1469039"/>
                  </a:lnTo>
                  <a:close/>
                  <a:moveTo>
                    <a:pt x="696171" y="1459432"/>
                  </a:moveTo>
                  <a:lnTo>
                    <a:pt x="692355" y="1463248"/>
                  </a:lnTo>
                  <a:lnTo>
                    <a:pt x="687576" y="1463248"/>
                  </a:lnTo>
                  <a:lnTo>
                    <a:pt x="687576" y="1466113"/>
                  </a:lnTo>
                  <a:lnTo>
                    <a:pt x="696171" y="1466113"/>
                  </a:lnTo>
                  <a:lnTo>
                    <a:pt x="696171" y="1459432"/>
                  </a:lnTo>
                  <a:close/>
                  <a:moveTo>
                    <a:pt x="1072905" y="1462890"/>
                  </a:moveTo>
                  <a:lnTo>
                    <a:pt x="1075770" y="1462890"/>
                  </a:lnTo>
                  <a:lnTo>
                    <a:pt x="1075770" y="1461099"/>
                  </a:lnTo>
                  <a:lnTo>
                    <a:pt x="1072905" y="1461099"/>
                  </a:lnTo>
                  <a:lnTo>
                    <a:pt x="1072905" y="1462890"/>
                  </a:lnTo>
                  <a:close/>
                  <a:moveTo>
                    <a:pt x="1183920" y="1457518"/>
                  </a:moveTo>
                  <a:lnTo>
                    <a:pt x="1186785" y="1457518"/>
                  </a:lnTo>
                  <a:lnTo>
                    <a:pt x="1186785" y="1455728"/>
                  </a:lnTo>
                  <a:lnTo>
                    <a:pt x="1183920" y="1455728"/>
                  </a:lnTo>
                  <a:lnTo>
                    <a:pt x="1183920" y="1457518"/>
                  </a:lnTo>
                  <a:close/>
                  <a:moveTo>
                    <a:pt x="1108358" y="1457160"/>
                  </a:moveTo>
                  <a:lnTo>
                    <a:pt x="1108358" y="1454295"/>
                  </a:lnTo>
                  <a:lnTo>
                    <a:pt x="1106568" y="1454295"/>
                  </a:lnTo>
                  <a:lnTo>
                    <a:pt x="1106568" y="1457160"/>
                  </a:lnTo>
                  <a:lnTo>
                    <a:pt x="1108358" y="1457160"/>
                  </a:lnTo>
                  <a:close/>
                  <a:moveTo>
                    <a:pt x="668658" y="1451134"/>
                  </a:moveTo>
                  <a:lnTo>
                    <a:pt x="670683" y="1453159"/>
                  </a:lnTo>
                  <a:lnTo>
                    <a:pt x="672474" y="1451369"/>
                  </a:lnTo>
                  <a:lnTo>
                    <a:pt x="670448" y="1449343"/>
                  </a:lnTo>
                  <a:lnTo>
                    <a:pt x="668658" y="1451134"/>
                  </a:lnTo>
                  <a:close/>
                  <a:moveTo>
                    <a:pt x="1089020" y="1447368"/>
                  </a:moveTo>
                  <a:lnTo>
                    <a:pt x="1089020" y="1448565"/>
                  </a:lnTo>
                  <a:lnTo>
                    <a:pt x="1091885" y="1448565"/>
                  </a:lnTo>
                  <a:lnTo>
                    <a:pt x="1091885" y="1446182"/>
                  </a:lnTo>
                  <a:lnTo>
                    <a:pt x="1087885" y="1442181"/>
                  </a:lnTo>
                  <a:lnTo>
                    <a:pt x="1085859" y="1444207"/>
                  </a:lnTo>
                  <a:lnTo>
                    <a:pt x="1089020" y="1447368"/>
                  </a:lnTo>
                  <a:close/>
                  <a:moveTo>
                    <a:pt x="999492" y="1441403"/>
                  </a:moveTo>
                  <a:lnTo>
                    <a:pt x="1002357" y="1441403"/>
                  </a:lnTo>
                  <a:lnTo>
                    <a:pt x="1002357" y="1439613"/>
                  </a:lnTo>
                  <a:lnTo>
                    <a:pt x="999492" y="1439613"/>
                  </a:lnTo>
                  <a:lnTo>
                    <a:pt x="999492" y="1441403"/>
                  </a:lnTo>
                  <a:close/>
                  <a:moveTo>
                    <a:pt x="849085" y="1436032"/>
                  </a:moveTo>
                  <a:lnTo>
                    <a:pt x="851950" y="1436032"/>
                  </a:lnTo>
                  <a:lnTo>
                    <a:pt x="851950" y="1434241"/>
                  </a:lnTo>
                  <a:lnTo>
                    <a:pt x="849085" y="1434241"/>
                  </a:lnTo>
                  <a:lnTo>
                    <a:pt x="849085" y="1436032"/>
                  </a:lnTo>
                  <a:close/>
                  <a:moveTo>
                    <a:pt x="852308" y="1432092"/>
                  </a:moveTo>
                  <a:lnTo>
                    <a:pt x="852308" y="1429227"/>
                  </a:lnTo>
                  <a:lnTo>
                    <a:pt x="850517" y="1429227"/>
                  </a:lnTo>
                  <a:lnTo>
                    <a:pt x="850517" y="1432092"/>
                  </a:lnTo>
                  <a:lnTo>
                    <a:pt x="852308" y="1432092"/>
                  </a:lnTo>
                  <a:close/>
                  <a:moveTo>
                    <a:pt x="769942" y="1430302"/>
                  </a:moveTo>
                  <a:lnTo>
                    <a:pt x="769942" y="1427437"/>
                  </a:lnTo>
                  <a:lnTo>
                    <a:pt x="768152" y="1427437"/>
                  </a:lnTo>
                  <a:lnTo>
                    <a:pt x="768152" y="1430302"/>
                  </a:lnTo>
                  <a:lnTo>
                    <a:pt x="769942" y="1430302"/>
                  </a:lnTo>
                  <a:close/>
                  <a:moveTo>
                    <a:pt x="1142737" y="1430660"/>
                  </a:moveTo>
                  <a:lnTo>
                    <a:pt x="1145602" y="1430660"/>
                  </a:lnTo>
                  <a:lnTo>
                    <a:pt x="1145602" y="1427079"/>
                  </a:lnTo>
                  <a:lnTo>
                    <a:pt x="1142737" y="1427079"/>
                  </a:lnTo>
                  <a:lnTo>
                    <a:pt x="1142737" y="1430660"/>
                  </a:lnTo>
                  <a:close/>
                  <a:moveTo>
                    <a:pt x="1275239" y="1427079"/>
                  </a:moveTo>
                  <a:lnTo>
                    <a:pt x="1278104" y="1427079"/>
                  </a:lnTo>
                  <a:lnTo>
                    <a:pt x="1278104" y="1425288"/>
                  </a:lnTo>
                  <a:lnTo>
                    <a:pt x="1275239" y="1425288"/>
                  </a:lnTo>
                  <a:lnTo>
                    <a:pt x="1275239" y="1427079"/>
                  </a:lnTo>
                  <a:close/>
                  <a:moveTo>
                    <a:pt x="951147" y="1427079"/>
                  </a:moveTo>
                  <a:lnTo>
                    <a:pt x="954012" y="1427079"/>
                  </a:lnTo>
                  <a:lnTo>
                    <a:pt x="954012" y="1425288"/>
                  </a:lnTo>
                  <a:lnTo>
                    <a:pt x="951147" y="1425288"/>
                  </a:lnTo>
                  <a:lnTo>
                    <a:pt x="951147" y="1427079"/>
                  </a:lnTo>
                  <a:close/>
                  <a:moveTo>
                    <a:pt x="1275239" y="1421707"/>
                  </a:moveTo>
                  <a:lnTo>
                    <a:pt x="1278104" y="1421707"/>
                  </a:lnTo>
                  <a:lnTo>
                    <a:pt x="1278104" y="1419916"/>
                  </a:lnTo>
                  <a:lnTo>
                    <a:pt x="1275239" y="1419916"/>
                  </a:lnTo>
                  <a:lnTo>
                    <a:pt x="1275239" y="1421707"/>
                  </a:lnTo>
                  <a:close/>
                  <a:moveTo>
                    <a:pt x="881735" y="1417348"/>
                  </a:moveTo>
                  <a:lnTo>
                    <a:pt x="883760" y="1415322"/>
                  </a:lnTo>
                  <a:lnTo>
                    <a:pt x="881970" y="1413532"/>
                  </a:lnTo>
                  <a:lnTo>
                    <a:pt x="879944" y="1415558"/>
                  </a:lnTo>
                  <a:lnTo>
                    <a:pt x="881735" y="1417348"/>
                  </a:lnTo>
                  <a:close/>
                  <a:moveTo>
                    <a:pt x="1270287" y="1410186"/>
                  </a:moveTo>
                  <a:lnTo>
                    <a:pt x="1272313" y="1408160"/>
                  </a:lnTo>
                  <a:lnTo>
                    <a:pt x="1270522" y="1406370"/>
                  </a:lnTo>
                  <a:lnTo>
                    <a:pt x="1268496" y="1408395"/>
                  </a:lnTo>
                  <a:lnTo>
                    <a:pt x="1270287" y="1410186"/>
                  </a:lnTo>
                  <a:close/>
                  <a:moveTo>
                    <a:pt x="788206" y="1406789"/>
                  </a:moveTo>
                  <a:lnTo>
                    <a:pt x="788206" y="1409173"/>
                  </a:lnTo>
                  <a:lnTo>
                    <a:pt x="791071" y="1409173"/>
                  </a:lnTo>
                  <a:lnTo>
                    <a:pt x="791429" y="1407618"/>
                  </a:lnTo>
                  <a:lnTo>
                    <a:pt x="792207" y="1408395"/>
                  </a:lnTo>
                  <a:lnTo>
                    <a:pt x="794232" y="1406370"/>
                  </a:lnTo>
                  <a:lnTo>
                    <a:pt x="790651" y="1402788"/>
                  </a:lnTo>
                  <a:lnTo>
                    <a:pt x="788625" y="1404814"/>
                  </a:lnTo>
                  <a:lnTo>
                    <a:pt x="789403" y="1405592"/>
                  </a:lnTo>
                  <a:lnTo>
                    <a:pt x="788206" y="1406789"/>
                  </a:lnTo>
                  <a:close/>
                  <a:moveTo>
                    <a:pt x="1115879" y="1405592"/>
                  </a:moveTo>
                  <a:lnTo>
                    <a:pt x="1118744" y="1405592"/>
                  </a:lnTo>
                  <a:lnTo>
                    <a:pt x="1118744" y="1402011"/>
                  </a:lnTo>
                  <a:lnTo>
                    <a:pt x="1115879" y="1402011"/>
                  </a:lnTo>
                  <a:lnTo>
                    <a:pt x="1115879" y="1405592"/>
                  </a:lnTo>
                  <a:close/>
                  <a:moveTo>
                    <a:pt x="938255" y="1399862"/>
                  </a:moveTo>
                  <a:lnTo>
                    <a:pt x="938255" y="1396997"/>
                  </a:lnTo>
                  <a:lnTo>
                    <a:pt x="936464" y="1396997"/>
                  </a:lnTo>
                  <a:lnTo>
                    <a:pt x="936464" y="1399862"/>
                  </a:lnTo>
                  <a:lnTo>
                    <a:pt x="938255" y="1399862"/>
                  </a:lnTo>
                  <a:close/>
                  <a:moveTo>
                    <a:pt x="783254" y="1395861"/>
                  </a:moveTo>
                  <a:lnTo>
                    <a:pt x="785279" y="1393836"/>
                  </a:lnTo>
                  <a:lnTo>
                    <a:pt x="783489" y="1392045"/>
                  </a:lnTo>
                  <a:lnTo>
                    <a:pt x="781463" y="1394071"/>
                  </a:lnTo>
                  <a:lnTo>
                    <a:pt x="783254" y="1395861"/>
                  </a:lnTo>
                  <a:close/>
                  <a:moveTo>
                    <a:pt x="1150319" y="1392280"/>
                  </a:moveTo>
                  <a:lnTo>
                    <a:pt x="1152345" y="1390255"/>
                  </a:lnTo>
                  <a:lnTo>
                    <a:pt x="1150554" y="1388464"/>
                  </a:lnTo>
                  <a:lnTo>
                    <a:pt x="1148529" y="1390490"/>
                  </a:lnTo>
                  <a:lnTo>
                    <a:pt x="1150319" y="1392280"/>
                  </a:lnTo>
                  <a:close/>
                  <a:moveTo>
                    <a:pt x="766719" y="1388884"/>
                  </a:moveTo>
                  <a:lnTo>
                    <a:pt x="766719" y="1391267"/>
                  </a:lnTo>
                  <a:lnTo>
                    <a:pt x="769584" y="1391267"/>
                  </a:lnTo>
                  <a:lnTo>
                    <a:pt x="769584" y="1390070"/>
                  </a:lnTo>
                  <a:lnTo>
                    <a:pt x="770955" y="1388699"/>
                  </a:lnTo>
                  <a:lnTo>
                    <a:pt x="768929" y="1386673"/>
                  </a:lnTo>
                  <a:lnTo>
                    <a:pt x="766719" y="1388884"/>
                  </a:lnTo>
                  <a:close/>
                  <a:moveTo>
                    <a:pt x="1012446" y="1386673"/>
                  </a:moveTo>
                  <a:lnTo>
                    <a:pt x="1014472" y="1388699"/>
                  </a:lnTo>
                  <a:lnTo>
                    <a:pt x="1016262" y="1386909"/>
                  </a:lnTo>
                  <a:lnTo>
                    <a:pt x="1014236" y="1384883"/>
                  </a:lnTo>
                  <a:lnTo>
                    <a:pt x="1012446" y="1386673"/>
                  </a:lnTo>
                  <a:close/>
                  <a:moveTo>
                    <a:pt x="1131636" y="1380166"/>
                  </a:moveTo>
                  <a:lnTo>
                    <a:pt x="1131636" y="1377301"/>
                  </a:lnTo>
                  <a:lnTo>
                    <a:pt x="1129845" y="1377301"/>
                  </a:lnTo>
                  <a:lnTo>
                    <a:pt x="1129845" y="1380166"/>
                  </a:lnTo>
                  <a:lnTo>
                    <a:pt x="1131636" y="1380166"/>
                  </a:lnTo>
                  <a:close/>
                  <a:moveTo>
                    <a:pt x="1108717" y="1380524"/>
                  </a:moveTo>
                  <a:lnTo>
                    <a:pt x="1111581" y="1380524"/>
                  </a:lnTo>
                  <a:lnTo>
                    <a:pt x="1111581" y="1378733"/>
                  </a:lnTo>
                  <a:lnTo>
                    <a:pt x="1108717" y="1378733"/>
                  </a:lnTo>
                  <a:lnTo>
                    <a:pt x="1108717" y="1380524"/>
                  </a:lnTo>
                  <a:close/>
                  <a:moveTo>
                    <a:pt x="1110927" y="1376165"/>
                  </a:moveTo>
                  <a:lnTo>
                    <a:pt x="1112953" y="1374139"/>
                  </a:lnTo>
                  <a:lnTo>
                    <a:pt x="1111162" y="1372349"/>
                  </a:lnTo>
                  <a:lnTo>
                    <a:pt x="1109136" y="1374375"/>
                  </a:lnTo>
                  <a:lnTo>
                    <a:pt x="1110927" y="1376165"/>
                  </a:lnTo>
                  <a:close/>
                  <a:moveTo>
                    <a:pt x="1017817" y="1372349"/>
                  </a:moveTo>
                  <a:lnTo>
                    <a:pt x="1019843" y="1374375"/>
                  </a:lnTo>
                  <a:lnTo>
                    <a:pt x="1021634" y="1372584"/>
                  </a:lnTo>
                  <a:lnTo>
                    <a:pt x="1019608" y="1370558"/>
                  </a:lnTo>
                  <a:lnTo>
                    <a:pt x="1017817" y="1372349"/>
                  </a:lnTo>
                  <a:close/>
                  <a:moveTo>
                    <a:pt x="1031722" y="1299949"/>
                  </a:moveTo>
                  <a:lnTo>
                    <a:pt x="1034587" y="1299949"/>
                  </a:lnTo>
                  <a:lnTo>
                    <a:pt x="1034587" y="1298158"/>
                  </a:lnTo>
                  <a:lnTo>
                    <a:pt x="1031722" y="1298158"/>
                  </a:lnTo>
                  <a:lnTo>
                    <a:pt x="1031722" y="1299949"/>
                  </a:lnTo>
                  <a:close/>
                  <a:moveTo>
                    <a:pt x="1041095" y="1239847"/>
                  </a:moveTo>
                  <a:lnTo>
                    <a:pt x="1043121" y="1241873"/>
                  </a:lnTo>
                  <a:lnTo>
                    <a:pt x="1044911" y="1240082"/>
                  </a:lnTo>
                  <a:lnTo>
                    <a:pt x="1042885" y="1238057"/>
                  </a:lnTo>
                  <a:lnTo>
                    <a:pt x="1041095" y="1239847"/>
                  </a:lnTo>
                  <a:close/>
                  <a:moveTo>
                    <a:pt x="1028561" y="1178968"/>
                  </a:moveTo>
                  <a:lnTo>
                    <a:pt x="1030587" y="1180994"/>
                  </a:lnTo>
                  <a:lnTo>
                    <a:pt x="1032377" y="1179203"/>
                  </a:lnTo>
                  <a:lnTo>
                    <a:pt x="1030351" y="1177178"/>
                  </a:lnTo>
                  <a:lnTo>
                    <a:pt x="1028561" y="1178968"/>
                  </a:lnTo>
                  <a:close/>
                  <a:moveTo>
                    <a:pt x="1024560" y="1162075"/>
                  </a:moveTo>
                  <a:lnTo>
                    <a:pt x="1027425" y="1162075"/>
                  </a:lnTo>
                  <a:lnTo>
                    <a:pt x="1027425" y="1156704"/>
                  </a:lnTo>
                  <a:lnTo>
                    <a:pt x="1024560" y="1156704"/>
                  </a:lnTo>
                  <a:lnTo>
                    <a:pt x="1024560" y="116207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136" name="Vector layer FAA5A5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98393" y="1368768"/>
                  </a:moveTo>
                  <a:lnTo>
                    <a:pt x="1100419" y="1370794"/>
                  </a:lnTo>
                  <a:lnTo>
                    <a:pt x="1102209" y="1369003"/>
                  </a:lnTo>
                  <a:lnTo>
                    <a:pt x="1100183" y="1366977"/>
                  </a:lnTo>
                  <a:lnTo>
                    <a:pt x="1098393" y="1368768"/>
                  </a:lnTo>
                  <a:close/>
                  <a:moveTo>
                    <a:pt x="1242651" y="1364051"/>
                  </a:moveTo>
                  <a:lnTo>
                    <a:pt x="1242651" y="1361186"/>
                  </a:lnTo>
                  <a:lnTo>
                    <a:pt x="1240860" y="1361186"/>
                  </a:lnTo>
                  <a:lnTo>
                    <a:pt x="1240860" y="1364051"/>
                  </a:lnTo>
                  <a:lnTo>
                    <a:pt x="1242651" y="1364051"/>
                  </a:lnTo>
                  <a:close/>
                  <a:moveTo>
                    <a:pt x="1230117" y="1364051"/>
                  </a:moveTo>
                  <a:lnTo>
                    <a:pt x="1230117" y="1361186"/>
                  </a:lnTo>
                  <a:lnTo>
                    <a:pt x="1228326" y="1361186"/>
                  </a:lnTo>
                  <a:lnTo>
                    <a:pt x="1228326" y="1364051"/>
                  </a:lnTo>
                  <a:lnTo>
                    <a:pt x="1230117" y="1364051"/>
                  </a:lnTo>
                  <a:close/>
                  <a:moveTo>
                    <a:pt x="1142737" y="1360828"/>
                  </a:moveTo>
                  <a:lnTo>
                    <a:pt x="1145602" y="1360828"/>
                  </a:lnTo>
                  <a:lnTo>
                    <a:pt x="1145602" y="1359037"/>
                  </a:lnTo>
                  <a:lnTo>
                    <a:pt x="1142737" y="1359037"/>
                  </a:lnTo>
                  <a:lnTo>
                    <a:pt x="1142737" y="1360828"/>
                  </a:lnTo>
                  <a:close/>
                  <a:moveTo>
                    <a:pt x="1252381" y="1356234"/>
                  </a:moveTo>
                  <a:lnTo>
                    <a:pt x="1254407" y="1358260"/>
                  </a:lnTo>
                  <a:lnTo>
                    <a:pt x="1256198" y="1356469"/>
                  </a:lnTo>
                  <a:lnTo>
                    <a:pt x="1254172" y="1354443"/>
                  </a:lnTo>
                  <a:lnTo>
                    <a:pt x="1252381" y="1356234"/>
                  </a:lnTo>
                  <a:close/>
                  <a:moveTo>
                    <a:pt x="1152110" y="1351097"/>
                  </a:moveTo>
                  <a:lnTo>
                    <a:pt x="1154135" y="1349072"/>
                  </a:lnTo>
                  <a:lnTo>
                    <a:pt x="1152345" y="1347281"/>
                  </a:lnTo>
                  <a:lnTo>
                    <a:pt x="1150319" y="1349307"/>
                  </a:lnTo>
                  <a:lnTo>
                    <a:pt x="1152110" y="1351097"/>
                  </a:lnTo>
                  <a:close/>
                  <a:moveTo>
                    <a:pt x="1190724" y="1344355"/>
                  </a:moveTo>
                  <a:lnTo>
                    <a:pt x="1190724" y="1341490"/>
                  </a:lnTo>
                  <a:lnTo>
                    <a:pt x="1185353" y="1341490"/>
                  </a:lnTo>
                  <a:lnTo>
                    <a:pt x="1185353" y="1344355"/>
                  </a:lnTo>
                  <a:lnTo>
                    <a:pt x="1190724" y="1344355"/>
                  </a:lnTo>
                  <a:close/>
                  <a:moveTo>
                    <a:pt x="1144947" y="1343700"/>
                  </a:moveTo>
                  <a:lnTo>
                    <a:pt x="1146973" y="1345726"/>
                  </a:lnTo>
                  <a:lnTo>
                    <a:pt x="1148764" y="1343935"/>
                  </a:lnTo>
                  <a:lnTo>
                    <a:pt x="1146738" y="1341909"/>
                  </a:lnTo>
                  <a:lnTo>
                    <a:pt x="1144947" y="1343700"/>
                  </a:lnTo>
                  <a:close/>
                  <a:moveTo>
                    <a:pt x="1101554" y="1342922"/>
                  </a:moveTo>
                  <a:lnTo>
                    <a:pt x="1104419" y="1342922"/>
                  </a:lnTo>
                  <a:lnTo>
                    <a:pt x="1104419" y="1341132"/>
                  </a:lnTo>
                  <a:lnTo>
                    <a:pt x="1101554" y="1341132"/>
                  </a:lnTo>
                  <a:lnTo>
                    <a:pt x="1101554" y="1342922"/>
                  </a:lnTo>
                  <a:close/>
                  <a:moveTo>
                    <a:pt x="1259124" y="1334092"/>
                  </a:moveTo>
                  <a:lnTo>
                    <a:pt x="1259124" y="1344713"/>
                  </a:lnTo>
                  <a:lnTo>
                    <a:pt x="1261989" y="1344713"/>
                  </a:lnTo>
                  <a:lnTo>
                    <a:pt x="1261989" y="1341725"/>
                  </a:lnTo>
                  <a:lnTo>
                    <a:pt x="1264373" y="1339341"/>
                  </a:lnTo>
                  <a:lnTo>
                    <a:pt x="1259124" y="1334092"/>
                  </a:lnTo>
                  <a:close/>
                  <a:moveTo>
                    <a:pt x="1198664" y="1338328"/>
                  </a:moveTo>
                  <a:lnTo>
                    <a:pt x="1200690" y="1340354"/>
                  </a:lnTo>
                  <a:lnTo>
                    <a:pt x="1202481" y="1338563"/>
                  </a:lnTo>
                  <a:lnTo>
                    <a:pt x="1200455" y="1336538"/>
                  </a:lnTo>
                  <a:lnTo>
                    <a:pt x="1198664" y="1338328"/>
                  </a:lnTo>
                  <a:close/>
                  <a:moveTo>
                    <a:pt x="1104777" y="1337192"/>
                  </a:moveTo>
                  <a:lnTo>
                    <a:pt x="1104777" y="1334328"/>
                  </a:lnTo>
                  <a:lnTo>
                    <a:pt x="1102987" y="1334328"/>
                  </a:lnTo>
                  <a:lnTo>
                    <a:pt x="1102987" y="1337192"/>
                  </a:lnTo>
                  <a:lnTo>
                    <a:pt x="1104777" y="1337192"/>
                  </a:lnTo>
                  <a:close/>
                  <a:moveTo>
                    <a:pt x="1108358" y="1330030"/>
                  </a:moveTo>
                  <a:lnTo>
                    <a:pt x="1108358" y="1327165"/>
                  </a:lnTo>
                  <a:lnTo>
                    <a:pt x="1106568" y="1327165"/>
                  </a:lnTo>
                  <a:lnTo>
                    <a:pt x="1106568" y="1330030"/>
                  </a:lnTo>
                  <a:lnTo>
                    <a:pt x="1108358" y="1330030"/>
                  </a:lnTo>
                  <a:close/>
                  <a:moveTo>
                    <a:pt x="1298516" y="1328598"/>
                  </a:moveTo>
                  <a:lnTo>
                    <a:pt x="1301381" y="1328598"/>
                  </a:lnTo>
                  <a:lnTo>
                    <a:pt x="1301381" y="1321435"/>
                  </a:lnTo>
                  <a:lnTo>
                    <a:pt x="1298516" y="1321435"/>
                  </a:lnTo>
                  <a:lnTo>
                    <a:pt x="1298516" y="1328598"/>
                  </a:lnTo>
                  <a:close/>
                  <a:moveTo>
                    <a:pt x="1255543" y="1328598"/>
                  </a:moveTo>
                  <a:lnTo>
                    <a:pt x="1258408" y="1328598"/>
                  </a:lnTo>
                  <a:lnTo>
                    <a:pt x="1258408" y="1319645"/>
                  </a:lnTo>
                  <a:lnTo>
                    <a:pt x="1255543" y="1319645"/>
                  </a:lnTo>
                  <a:lnTo>
                    <a:pt x="1255543" y="1328598"/>
                  </a:lnTo>
                  <a:close/>
                  <a:moveTo>
                    <a:pt x="1207198" y="1326807"/>
                  </a:moveTo>
                  <a:lnTo>
                    <a:pt x="1210062" y="1326807"/>
                  </a:lnTo>
                  <a:lnTo>
                    <a:pt x="1210062" y="1317854"/>
                  </a:lnTo>
                  <a:lnTo>
                    <a:pt x="1207198" y="1317854"/>
                  </a:lnTo>
                  <a:lnTo>
                    <a:pt x="1207198" y="1326807"/>
                  </a:lnTo>
                  <a:close/>
                  <a:moveTo>
                    <a:pt x="1133426" y="1317496"/>
                  </a:moveTo>
                  <a:lnTo>
                    <a:pt x="1133426" y="1314631"/>
                  </a:lnTo>
                  <a:lnTo>
                    <a:pt x="1131636" y="1314631"/>
                  </a:lnTo>
                  <a:lnTo>
                    <a:pt x="1131636" y="1317496"/>
                  </a:lnTo>
                  <a:lnTo>
                    <a:pt x="1133426" y="1317496"/>
                  </a:lnTo>
                  <a:close/>
                  <a:moveTo>
                    <a:pt x="1167447" y="1315706"/>
                  </a:moveTo>
                  <a:lnTo>
                    <a:pt x="1167447" y="1312841"/>
                  </a:lnTo>
                  <a:lnTo>
                    <a:pt x="1162075" y="1312841"/>
                  </a:lnTo>
                  <a:lnTo>
                    <a:pt x="1162075" y="1315706"/>
                  </a:lnTo>
                  <a:lnTo>
                    <a:pt x="1167447" y="1315706"/>
                  </a:lnTo>
                  <a:close/>
                  <a:moveTo>
                    <a:pt x="1185353" y="1303172"/>
                  </a:moveTo>
                  <a:lnTo>
                    <a:pt x="1185353" y="1300307"/>
                  </a:lnTo>
                  <a:lnTo>
                    <a:pt x="1183562" y="1300307"/>
                  </a:lnTo>
                  <a:lnTo>
                    <a:pt x="1183562" y="1303172"/>
                  </a:lnTo>
                  <a:lnTo>
                    <a:pt x="1185353" y="1303172"/>
                  </a:lnTo>
                  <a:close/>
                  <a:moveTo>
                    <a:pt x="1131994" y="1294577"/>
                  </a:moveTo>
                  <a:lnTo>
                    <a:pt x="1134859" y="1294577"/>
                  </a:lnTo>
                  <a:lnTo>
                    <a:pt x="1134859" y="1292786"/>
                  </a:lnTo>
                  <a:lnTo>
                    <a:pt x="1131994" y="1292786"/>
                  </a:lnTo>
                  <a:lnTo>
                    <a:pt x="1131994" y="1294577"/>
                  </a:lnTo>
                  <a:close/>
                  <a:moveTo>
                    <a:pt x="1125251" y="1284847"/>
                  </a:moveTo>
                  <a:lnTo>
                    <a:pt x="1127277" y="1282821"/>
                  </a:lnTo>
                  <a:lnTo>
                    <a:pt x="1125486" y="1281030"/>
                  </a:lnTo>
                  <a:lnTo>
                    <a:pt x="1123461" y="1283056"/>
                  </a:lnTo>
                  <a:lnTo>
                    <a:pt x="1125251" y="1284847"/>
                  </a:lnTo>
                  <a:close/>
                  <a:moveTo>
                    <a:pt x="1111940" y="1281685"/>
                  </a:moveTo>
                  <a:lnTo>
                    <a:pt x="1111940" y="1278820"/>
                  </a:lnTo>
                  <a:lnTo>
                    <a:pt x="1110149" y="1278820"/>
                  </a:lnTo>
                  <a:lnTo>
                    <a:pt x="1110149" y="1281685"/>
                  </a:lnTo>
                  <a:lnTo>
                    <a:pt x="1111940" y="1281685"/>
                  </a:lnTo>
                  <a:close/>
                  <a:moveTo>
                    <a:pt x="1120892" y="1274523"/>
                  </a:moveTo>
                  <a:lnTo>
                    <a:pt x="1120892" y="1271658"/>
                  </a:lnTo>
                  <a:lnTo>
                    <a:pt x="1119102" y="1271658"/>
                  </a:lnTo>
                  <a:lnTo>
                    <a:pt x="1119102" y="1274523"/>
                  </a:lnTo>
                  <a:lnTo>
                    <a:pt x="1120892" y="1274523"/>
                  </a:lnTo>
                  <a:close/>
                  <a:moveTo>
                    <a:pt x="1139156" y="1253394"/>
                  </a:moveTo>
                  <a:lnTo>
                    <a:pt x="1142021" y="1253394"/>
                  </a:lnTo>
                  <a:lnTo>
                    <a:pt x="1142021" y="1251604"/>
                  </a:lnTo>
                  <a:lnTo>
                    <a:pt x="1139156" y="1251604"/>
                  </a:lnTo>
                  <a:lnTo>
                    <a:pt x="1139156" y="1253394"/>
                  </a:lnTo>
                  <a:close/>
                  <a:moveTo>
                    <a:pt x="1214002" y="1242293"/>
                  </a:moveTo>
                  <a:lnTo>
                    <a:pt x="1214002" y="1239428"/>
                  </a:lnTo>
                  <a:lnTo>
                    <a:pt x="1212211" y="1239428"/>
                  </a:lnTo>
                  <a:lnTo>
                    <a:pt x="1212211" y="1242293"/>
                  </a:lnTo>
                  <a:lnTo>
                    <a:pt x="1214002" y="1242293"/>
                  </a:lnTo>
                  <a:close/>
                  <a:moveTo>
                    <a:pt x="1206839" y="1242293"/>
                  </a:moveTo>
                  <a:lnTo>
                    <a:pt x="1206839" y="1239428"/>
                  </a:lnTo>
                  <a:lnTo>
                    <a:pt x="1203258" y="1239428"/>
                  </a:lnTo>
                  <a:lnTo>
                    <a:pt x="1203258" y="1242293"/>
                  </a:lnTo>
                  <a:lnTo>
                    <a:pt x="1206839" y="1242293"/>
                  </a:lnTo>
                  <a:close/>
                  <a:moveTo>
                    <a:pt x="1193293" y="1236501"/>
                  </a:moveTo>
                  <a:lnTo>
                    <a:pt x="1195318" y="1234476"/>
                  </a:lnTo>
                  <a:lnTo>
                    <a:pt x="1193528" y="1232685"/>
                  </a:lnTo>
                  <a:lnTo>
                    <a:pt x="1191502" y="1234711"/>
                  </a:lnTo>
                  <a:lnTo>
                    <a:pt x="1193293" y="1236501"/>
                  </a:lnTo>
                  <a:close/>
                  <a:moveTo>
                    <a:pt x="1277449" y="1230894"/>
                  </a:moveTo>
                  <a:lnTo>
                    <a:pt x="1279475" y="1232920"/>
                  </a:lnTo>
                  <a:lnTo>
                    <a:pt x="1283056" y="1229339"/>
                  </a:lnTo>
                  <a:lnTo>
                    <a:pt x="1281030" y="1227313"/>
                  </a:lnTo>
                  <a:lnTo>
                    <a:pt x="1277449" y="1230894"/>
                  </a:lnTo>
                  <a:close/>
                  <a:moveTo>
                    <a:pt x="1137785" y="1229339"/>
                  </a:moveTo>
                  <a:lnTo>
                    <a:pt x="1139811" y="1227313"/>
                  </a:lnTo>
                  <a:lnTo>
                    <a:pt x="1138020" y="1225523"/>
                  </a:lnTo>
                  <a:lnTo>
                    <a:pt x="1135995" y="1227549"/>
                  </a:lnTo>
                  <a:lnTo>
                    <a:pt x="1137785" y="1229339"/>
                  </a:lnTo>
                  <a:close/>
                  <a:moveTo>
                    <a:pt x="1044256" y="1226536"/>
                  </a:moveTo>
                  <a:lnTo>
                    <a:pt x="1047121" y="1226536"/>
                  </a:lnTo>
                  <a:lnTo>
                    <a:pt x="1047121" y="1219373"/>
                  </a:lnTo>
                  <a:lnTo>
                    <a:pt x="1044256" y="1219373"/>
                  </a:lnTo>
                  <a:lnTo>
                    <a:pt x="1044256" y="1226536"/>
                  </a:lnTo>
                  <a:close/>
                  <a:moveTo>
                    <a:pt x="1228684" y="1224745"/>
                  </a:moveTo>
                  <a:lnTo>
                    <a:pt x="1231549" y="1224745"/>
                  </a:lnTo>
                  <a:lnTo>
                    <a:pt x="1231549" y="1215792"/>
                  </a:lnTo>
                  <a:lnTo>
                    <a:pt x="1228684" y="1215792"/>
                  </a:lnTo>
                  <a:lnTo>
                    <a:pt x="1228684" y="1224745"/>
                  </a:lnTo>
                  <a:close/>
                  <a:moveTo>
                    <a:pt x="1888031" y="1216805"/>
                  </a:moveTo>
                  <a:lnTo>
                    <a:pt x="1890057" y="1214779"/>
                  </a:lnTo>
                  <a:lnTo>
                    <a:pt x="1888266" y="1212989"/>
                  </a:lnTo>
                  <a:lnTo>
                    <a:pt x="1886240" y="1215015"/>
                  </a:lnTo>
                  <a:lnTo>
                    <a:pt x="1888031" y="1216805"/>
                  </a:lnTo>
                  <a:close/>
                  <a:moveTo>
                    <a:pt x="1241218" y="1219373"/>
                  </a:moveTo>
                  <a:lnTo>
                    <a:pt x="1244083" y="1219373"/>
                  </a:lnTo>
                  <a:lnTo>
                    <a:pt x="1244083" y="1210421"/>
                  </a:lnTo>
                  <a:lnTo>
                    <a:pt x="1241218" y="1210421"/>
                  </a:lnTo>
                  <a:lnTo>
                    <a:pt x="1241218" y="1219373"/>
                  </a:lnTo>
                  <a:close/>
                  <a:moveTo>
                    <a:pt x="1030351" y="1207852"/>
                  </a:moveTo>
                  <a:lnTo>
                    <a:pt x="1032377" y="1205827"/>
                  </a:lnTo>
                  <a:lnTo>
                    <a:pt x="1028796" y="1202245"/>
                  </a:lnTo>
                  <a:lnTo>
                    <a:pt x="1026770" y="1204271"/>
                  </a:lnTo>
                  <a:lnTo>
                    <a:pt x="1030351" y="1207852"/>
                  </a:lnTo>
                  <a:close/>
                  <a:moveTo>
                    <a:pt x="1184340" y="1204271"/>
                  </a:moveTo>
                  <a:lnTo>
                    <a:pt x="1186366" y="1202245"/>
                  </a:lnTo>
                  <a:lnTo>
                    <a:pt x="1184575" y="1200455"/>
                  </a:lnTo>
                  <a:lnTo>
                    <a:pt x="1182549" y="1202481"/>
                  </a:lnTo>
                  <a:lnTo>
                    <a:pt x="1184340" y="1204271"/>
                  </a:lnTo>
                  <a:close/>
                  <a:moveTo>
                    <a:pt x="1378733" y="1201110"/>
                  </a:moveTo>
                  <a:lnTo>
                    <a:pt x="1378733" y="1198245"/>
                  </a:lnTo>
                  <a:lnTo>
                    <a:pt x="1375152" y="1198245"/>
                  </a:lnTo>
                  <a:lnTo>
                    <a:pt x="1375152" y="1201110"/>
                  </a:lnTo>
                  <a:lnTo>
                    <a:pt x="1378733" y="1201110"/>
                  </a:lnTo>
                  <a:close/>
                  <a:moveTo>
                    <a:pt x="1369781" y="1201110"/>
                  </a:moveTo>
                  <a:lnTo>
                    <a:pt x="1369781" y="1198245"/>
                  </a:lnTo>
                  <a:lnTo>
                    <a:pt x="1367990" y="1198245"/>
                  </a:lnTo>
                  <a:lnTo>
                    <a:pt x="1367990" y="1201110"/>
                  </a:lnTo>
                  <a:lnTo>
                    <a:pt x="1369781" y="1201110"/>
                  </a:lnTo>
                  <a:close/>
                  <a:moveTo>
                    <a:pt x="1247009" y="1198664"/>
                  </a:moveTo>
                  <a:lnTo>
                    <a:pt x="1249035" y="1200690"/>
                  </a:lnTo>
                  <a:lnTo>
                    <a:pt x="1250826" y="1198900"/>
                  </a:lnTo>
                  <a:lnTo>
                    <a:pt x="1248800" y="1196874"/>
                  </a:lnTo>
                  <a:lnTo>
                    <a:pt x="1247009" y="1198664"/>
                  </a:lnTo>
                  <a:close/>
                  <a:moveTo>
                    <a:pt x="1134204" y="1198900"/>
                  </a:moveTo>
                  <a:lnTo>
                    <a:pt x="1136230" y="1196874"/>
                  </a:lnTo>
                  <a:lnTo>
                    <a:pt x="1134439" y="1195083"/>
                  </a:lnTo>
                  <a:lnTo>
                    <a:pt x="1132413" y="1197109"/>
                  </a:lnTo>
                  <a:lnTo>
                    <a:pt x="1134204" y="1198900"/>
                  </a:lnTo>
                  <a:close/>
                  <a:moveTo>
                    <a:pt x="1170015" y="1197109"/>
                  </a:moveTo>
                  <a:lnTo>
                    <a:pt x="1172041" y="1195083"/>
                  </a:lnTo>
                  <a:lnTo>
                    <a:pt x="1170251" y="1193293"/>
                  </a:lnTo>
                  <a:lnTo>
                    <a:pt x="1168225" y="1195318"/>
                  </a:lnTo>
                  <a:lnTo>
                    <a:pt x="1170015" y="1197109"/>
                  </a:lnTo>
                  <a:close/>
                  <a:moveTo>
                    <a:pt x="1356234" y="1195318"/>
                  </a:moveTo>
                  <a:lnTo>
                    <a:pt x="1358260" y="1193293"/>
                  </a:lnTo>
                  <a:lnTo>
                    <a:pt x="1356469" y="1191502"/>
                  </a:lnTo>
                  <a:lnTo>
                    <a:pt x="1354443" y="1193528"/>
                  </a:lnTo>
                  <a:lnTo>
                    <a:pt x="1356234" y="1195318"/>
                  </a:lnTo>
                  <a:close/>
                  <a:moveTo>
                    <a:pt x="1878659" y="1199677"/>
                  </a:moveTo>
                  <a:lnTo>
                    <a:pt x="1881524" y="1199677"/>
                  </a:lnTo>
                  <a:lnTo>
                    <a:pt x="1881524" y="1190724"/>
                  </a:lnTo>
                  <a:lnTo>
                    <a:pt x="1878659" y="1190724"/>
                  </a:lnTo>
                  <a:lnTo>
                    <a:pt x="1878659" y="1199677"/>
                  </a:lnTo>
                  <a:close/>
                  <a:moveTo>
                    <a:pt x="1267719" y="1188699"/>
                  </a:moveTo>
                  <a:lnTo>
                    <a:pt x="1265335" y="1191082"/>
                  </a:lnTo>
                  <a:lnTo>
                    <a:pt x="1260556" y="1191082"/>
                  </a:lnTo>
                  <a:lnTo>
                    <a:pt x="1260556" y="1193947"/>
                  </a:lnTo>
                  <a:lnTo>
                    <a:pt x="1272967" y="1193947"/>
                  </a:lnTo>
                  <a:lnTo>
                    <a:pt x="1267719" y="1188699"/>
                  </a:lnTo>
                  <a:close/>
                  <a:moveTo>
                    <a:pt x="1223313" y="1194306"/>
                  </a:moveTo>
                  <a:lnTo>
                    <a:pt x="1226178" y="1194306"/>
                  </a:lnTo>
                  <a:lnTo>
                    <a:pt x="1226178" y="1188934"/>
                  </a:lnTo>
                  <a:lnTo>
                    <a:pt x="1223313" y="1188934"/>
                  </a:lnTo>
                  <a:lnTo>
                    <a:pt x="1223313" y="1194306"/>
                  </a:lnTo>
                  <a:close/>
                  <a:moveTo>
                    <a:pt x="1122683" y="1190366"/>
                  </a:moveTo>
                  <a:lnTo>
                    <a:pt x="1122683" y="1187501"/>
                  </a:lnTo>
                  <a:lnTo>
                    <a:pt x="1120892" y="1187501"/>
                  </a:lnTo>
                  <a:lnTo>
                    <a:pt x="1120892" y="1190366"/>
                  </a:lnTo>
                  <a:lnTo>
                    <a:pt x="1122683" y="1190366"/>
                  </a:lnTo>
                  <a:close/>
                  <a:moveTo>
                    <a:pt x="1396639" y="1188576"/>
                  </a:moveTo>
                  <a:lnTo>
                    <a:pt x="1396639" y="1185711"/>
                  </a:lnTo>
                  <a:lnTo>
                    <a:pt x="1394849" y="1185711"/>
                  </a:lnTo>
                  <a:lnTo>
                    <a:pt x="1394849" y="1188576"/>
                  </a:lnTo>
                  <a:lnTo>
                    <a:pt x="1396639" y="1188576"/>
                  </a:lnTo>
                  <a:close/>
                  <a:moveTo>
                    <a:pt x="1404579" y="1182549"/>
                  </a:moveTo>
                  <a:lnTo>
                    <a:pt x="1406605" y="1184575"/>
                  </a:lnTo>
                  <a:lnTo>
                    <a:pt x="1408395" y="1182784"/>
                  </a:lnTo>
                  <a:lnTo>
                    <a:pt x="1406370" y="1180759"/>
                  </a:lnTo>
                  <a:lnTo>
                    <a:pt x="1404579" y="1182549"/>
                  </a:lnTo>
                  <a:close/>
                  <a:moveTo>
                    <a:pt x="1348652" y="1181772"/>
                  </a:moveTo>
                  <a:lnTo>
                    <a:pt x="1351517" y="1181772"/>
                  </a:lnTo>
                  <a:lnTo>
                    <a:pt x="1351517" y="1179981"/>
                  </a:lnTo>
                  <a:lnTo>
                    <a:pt x="1348652" y="1179981"/>
                  </a:lnTo>
                  <a:lnTo>
                    <a:pt x="1348652" y="1181772"/>
                  </a:lnTo>
                  <a:close/>
                  <a:moveTo>
                    <a:pt x="1927423" y="1180994"/>
                  </a:moveTo>
                  <a:lnTo>
                    <a:pt x="1929449" y="1178968"/>
                  </a:lnTo>
                  <a:lnTo>
                    <a:pt x="1927659" y="1177178"/>
                  </a:lnTo>
                  <a:lnTo>
                    <a:pt x="1925633" y="1179203"/>
                  </a:lnTo>
                  <a:lnTo>
                    <a:pt x="1927423" y="1180994"/>
                  </a:lnTo>
                  <a:close/>
                  <a:moveTo>
                    <a:pt x="1409951" y="1177178"/>
                  </a:moveTo>
                  <a:lnTo>
                    <a:pt x="1411977" y="1179203"/>
                  </a:lnTo>
                  <a:lnTo>
                    <a:pt x="1413767" y="1177413"/>
                  </a:lnTo>
                  <a:lnTo>
                    <a:pt x="1411741" y="1175387"/>
                  </a:lnTo>
                  <a:lnTo>
                    <a:pt x="1409951" y="1177178"/>
                  </a:lnTo>
                  <a:close/>
                  <a:moveTo>
                    <a:pt x="1162433" y="1183562"/>
                  </a:moveTo>
                  <a:lnTo>
                    <a:pt x="1165298" y="1183562"/>
                  </a:lnTo>
                  <a:lnTo>
                    <a:pt x="1165298" y="1176400"/>
                  </a:lnTo>
                  <a:lnTo>
                    <a:pt x="1162433" y="1176400"/>
                  </a:lnTo>
                  <a:lnTo>
                    <a:pt x="1162433" y="1183562"/>
                  </a:lnTo>
                  <a:close/>
                  <a:moveTo>
                    <a:pt x="1348652" y="1172819"/>
                  </a:moveTo>
                  <a:lnTo>
                    <a:pt x="1351517" y="1172819"/>
                  </a:lnTo>
                  <a:lnTo>
                    <a:pt x="1351517" y="1171028"/>
                  </a:lnTo>
                  <a:lnTo>
                    <a:pt x="1348652" y="1171028"/>
                  </a:lnTo>
                  <a:lnTo>
                    <a:pt x="1348652" y="1172819"/>
                  </a:lnTo>
                  <a:close/>
                  <a:moveTo>
                    <a:pt x="1912321" y="1170670"/>
                  </a:moveTo>
                  <a:lnTo>
                    <a:pt x="1912321" y="1167805"/>
                  </a:lnTo>
                  <a:lnTo>
                    <a:pt x="1901578" y="1167805"/>
                  </a:lnTo>
                  <a:lnTo>
                    <a:pt x="1901578" y="1170670"/>
                  </a:lnTo>
                  <a:lnTo>
                    <a:pt x="1912321" y="1170670"/>
                  </a:lnTo>
                  <a:close/>
                  <a:moveTo>
                    <a:pt x="1320003" y="1171028"/>
                  </a:moveTo>
                  <a:lnTo>
                    <a:pt x="1322868" y="1171028"/>
                  </a:lnTo>
                  <a:lnTo>
                    <a:pt x="1322868" y="1169238"/>
                  </a:lnTo>
                  <a:lnTo>
                    <a:pt x="1320003" y="1169238"/>
                  </a:lnTo>
                  <a:lnTo>
                    <a:pt x="1320003" y="1171028"/>
                  </a:lnTo>
                  <a:close/>
                  <a:moveTo>
                    <a:pt x="1257333" y="1176400"/>
                  </a:moveTo>
                  <a:lnTo>
                    <a:pt x="1260198" y="1176400"/>
                  </a:lnTo>
                  <a:lnTo>
                    <a:pt x="1260198" y="1169238"/>
                  </a:lnTo>
                  <a:lnTo>
                    <a:pt x="1257333" y="1169238"/>
                  </a:lnTo>
                  <a:lnTo>
                    <a:pt x="1257333" y="1176400"/>
                  </a:lnTo>
                  <a:close/>
                  <a:moveTo>
                    <a:pt x="1168225" y="1164644"/>
                  </a:moveTo>
                  <a:lnTo>
                    <a:pt x="1170251" y="1166669"/>
                  </a:lnTo>
                  <a:lnTo>
                    <a:pt x="1172041" y="1164879"/>
                  </a:lnTo>
                  <a:lnTo>
                    <a:pt x="1170015" y="1162853"/>
                  </a:lnTo>
                  <a:lnTo>
                    <a:pt x="1168225" y="1164644"/>
                  </a:lnTo>
                  <a:close/>
                  <a:moveTo>
                    <a:pt x="1414903" y="1167447"/>
                  </a:moveTo>
                  <a:lnTo>
                    <a:pt x="1417768" y="1167447"/>
                  </a:lnTo>
                  <a:lnTo>
                    <a:pt x="1417768" y="1160285"/>
                  </a:lnTo>
                  <a:lnTo>
                    <a:pt x="1414903" y="1160285"/>
                  </a:lnTo>
                  <a:lnTo>
                    <a:pt x="1414903" y="1167447"/>
                  </a:lnTo>
                  <a:close/>
                  <a:moveTo>
                    <a:pt x="1320003" y="1162075"/>
                  </a:moveTo>
                  <a:lnTo>
                    <a:pt x="1322868" y="1162075"/>
                  </a:lnTo>
                  <a:lnTo>
                    <a:pt x="1322868" y="1160285"/>
                  </a:lnTo>
                  <a:lnTo>
                    <a:pt x="1320003" y="1160285"/>
                  </a:lnTo>
                  <a:lnTo>
                    <a:pt x="1320003" y="1162075"/>
                  </a:lnTo>
                  <a:close/>
                  <a:moveTo>
                    <a:pt x="1261334" y="1159272"/>
                  </a:moveTo>
                  <a:lnTo>
                    <a:pt x="1263360" y="1161298"/>
                  </a:lnTo>
                  <a:lnTo>
                    <a:pt x="1265150" y="1159507"/>
                  </a:lnTo>
                  <a:lnTo>
                    <a:pt x="1263125" y="1157481"/>
                  </a:lnTo>
                  <a:lnTo>
                    <a:pt x="1261334" y="1159272"/>
                  </a:lnTo>
                  <a:close/>
                  <a:moveTo>
                    <a:pt x="1187143" y="1159927"/>
                  </a:moveTo>
                  <a:lnTo>
                    <a:pt x="1187143" y="1157062"/>
                  </a:lnTo>
                  <a:lnTo>
                    <a:pt x="1179981" y="1157062"/>
                  </a:lnTo>
                  <a:lnTo>
                    <a:pt x="1179981" y="1159927"/>
                  </a:lnTo>
                  <a:lnTo>
                    <a:pt x="1187143" y="1159927"/>
                  </a:lnTo>
                  <a:close/>
                  <a:moveTo>
                    <a:pt x="1358024" y="1157481"/>
                  </a:moveTo>
                  <a:lnTo>
                    <a:pt x="1360050" y="1159507"/>
                  </a:lnTo>
                  <a:lnTo>
                    <a:pt x="1361841" y="1157717"/>
                  </a:lnTo>
                  <a:lnTo>
                    <a:pt x="1359815" y="1155691"/>
                  </a:lnTo>
                  <a:lnTo>
                    <a:pt x="1358024" y="1157481"/>
                  </a:lnTo>
                  <a:close/>
                  <a:moveTo>
                    <a:pt x="2086006" y="1152764"/>
                  </a:moveTo>
                  <a:lnTo>
                    <a:pt x="2086006" y="1149900"/>
                  </a:lnTo>
                  <a:lnTo>
                    <a:pt x="2080634" y="1149900"/>
                  </a:lnTo>
                  <a:lnTo>
                    <a:pt x="2080634" y="1152764"/>
                  </a:lnTo>
                  <a:lnTo>
                    <a:pt x="2086006" y="1152764"/>
                  </a:lnTo>
                  <a:close/>
                  <a:moveTo>
                    <a:pt x="1223732" y="1150319"/>
                  </a:moveTo>
                  <a:lnTo>
                    <a:pt x="1225758" y="1152345"/>
                  </a:lnTo>
                  <a:lnTo>
                    <a:pt x="1227549" y="1150554"/>
                  </a:lnTo>
                  <a:lnTo>
                    <a:pt x="1225523" y="1148529"/>
                  </a:lnTo>
                  <a:lnTo>
                    <a:pt x="1223732" y="1150319"/>
                  </a:lnTo>
                  <a:close/>
                  <a:moveTo>
                    <a:pt x="1031364" y="1150974"/>
                  </a:moveTo>
                  <a:lnTo>
                    <a:pt x="1031364" y="1148109"/>
                  </a:lnTo>
                  <a:lnTo>
                    <a:pt x="1029574" y="1148109"/>
                  </a:lnTo>
                  <a:lnTo>
                    <a:pt x="1029574" y="1150974"/>
                  </a:lnTo>
                  <a:lnTo>
                    <a:pt x="1031364" y="1150974"/>
                  </a:lnTo>
                  <a:close/>
                  <a:moveTo>
                    <a:pt x="1374139" y="1146738"/>
                  </a:moveTo>
                  <a:lnTo>
                    <a:pt x="1376165" y="1148764"/>
                  </a:lnTo>
                  <a:lnTo>
                    <a:pt x="1377956" y="1146973"/>
                  </a:lnTo>
                  <a:lnTo>
                    <a:pt x="1375930" y="1144947"/>
                  </a:lnTo>
                  <a:lnTo>
                    <a:pt x="1374139" y="1146738"/>
                  </a:lnTo>
                  <a:close/>
                  <a:moveTo>
                    <a:pt x="1284611" y="1146738"/>
                  </a:moveTo>
                  <a:lnTo>
                    <a:pt x="1286637" y="1148764"/>
                  </a:lnTo>
                  <a:lnTo>
                    <a:pt x="1288428" y="1146973"/>
                  </a:lnTo>
                  <a:lnTo>
                    <a:pt x="1286402" y="1144947"/>
                  </a:lnTo>
                  <a:lnTo>
                    <a:pt x="1284611" y="1146738"/>
                  </a:lnTo>
                  <a:close/>
                  <a:moveTo>
                    <a:pt x="2097527" y="1143157"/>
                  </a:moveTo>
                  <a:lnTo>
                    <a:pt x="2099553" y="1145183"/>
                  </a:lnTo>
                  <a:lnTo>
                    <a:pt x="2101343" y="1143392"/>
                  </a:lnTo>
                  <a:lnTo>
                    <a:pt x="2099317" y="1141366"/>
                  </a:lnTo>
                  <a:lnTo>
                    <a:pt x="2097527" y="1143157"/>
                  </a:lnTo>
                  <a:close/>
                  <a:moveTo>
                    <a:pt x="1134204" y="1135995"/>
                  </a:moveTo>
                  <a:lnTo>
                    <a:pt x="1136230" y="1138020"/>
                  </a:lnTo>
                  <a:lnTo>
                    <a:pt x="1138020" y="1136230"/>
                  </a:lnTo>
                  <a:lnTo>
                    <a:pt x="1135995" y="1134204"/>
                  </a:lnTo>
                  <a:lnTo>
                    <a:pt x="1134204" y="1135995"/>
                  </a:lnTo>
                  <a:close/>
                  <a:moveTo>
                    <a:pt x="1254172" y="1135995"/>
                  </a:moveTo>
                  <a:lnTo>
                    <a:pt x="1256198" y="1138020"/>
                  </a:lnTo>
                  <a:lnTo>
                    <a:pt x="1259779" y="1134439"/>
                  </a:lnTo>
                  <a:lnTo>
                    <a:pt x="1257753" y="1132413"/>
                  </a:lnTo>
                  <a:lnTo>
                    <a:pt x="1254172" y="1135995"/>
                  </a:lnTo>
                  <a:close/>
                  <a:moveTo>
                    <a:pt x="1101196" y="1133784"/>
                  </a:moveTo>
                  <a:lnTo>
                    <a:pt x="1101196" y="1136649"/>
                  </a:lnTo>
                  <a:lnTo>
                    <a:pt x="1103580" y="1136649"/>
                  </a:lnTo>
                  <a:lnTo>
                    <a:pt x="1105790" y="1134439"/>
                  </a:lnTo>
                  <a:lnTo>
                    <a:pt x="1103764" y="1132413"/>
                  </a:lnTo>
                  <a:lnTo>
                    <a:pt x="1102393" y="1133784"/>
                  </a:lnTo>
                  <a:lnTo>
                    <a:pt x="1101196" y="1133784"/>
                  </a:lnTo>
                  <a:close/>
                  <a:moveTo>
                    <a:pt x="2102479" y="1131636"/>
                  </a:moveTo>
                  <a:lnTo>
                    <a:pt x="2105344" y="1131636"/>
                  </a:lnTo>
                  <a:lnTo>
                    <a:pt x="2105344" y="1129845"/>
                  </a:lnTo>
                  <a:lnTo>
                    <a:pt x="2102479" y="1129845"/>
                  </a:lnTo>
                  <a:lnTo>
                    <a:pt x="2102479" y="1131636"/>
                  </a:lnTo>
                  <a:close/>
                  <a:moveTo>
                    <a:pt x="2061296" y="1133426"/>
                  </a:moveTo>
                  <a:lnTo>
                    <a:pt x="2064161" y="1133426"/>
                  </a:lnTo>
                  <a:lnTo>
                    <a:pt x="2064161" y="1128055"/>
                  </a:lnTo>
                  <a:lnTo>
                    <a:pt x="2061296" y="1128055"/>
                  </a:lnTo>
                  <a:lnTo>
                    <a:pt x="2061296" y="1133426"/>
                  </a:lnTo>
                  <a:close/>
                  <a:moveTo>
                    <a:pt x="1098393" y="1125251"/>
                  </a:moveTo>
                  <a:lnTo>
                    <a:pt x="1100419" y="1127277"/>
                  </a:lnTo>
                  <a:lnTo>
                    <a:pt x="1102209" y="1125486"/>
                  </a:lnTo>
                  <a:lnTo>
                    <a:pt x="1100183" y="1123461"/>
                  </a:lnTo>
                  <a:lnTo>
                    <a:pt x="1098393" y="1125251"/>
                  </a:lnTo>
                  <a:close/>
                  <a:moveTo>
                    <a:pt x="1140947" y="1122683"/>
                  </a:moveTo>
                  <a:lnTo>
                    <a:pt x="1143812" y="1122683"/>
                  </a:lnTo>
                  <a:lnTo>
                    <a:pt x="1143812" y="1120892"/>
                  </a:lnTo>
                  <a:lnTo>
                    <a:pt x="1140947" y="1120892"/>
                  </a:lnTo>
                  <a:lnTo>
                    <a:pt x="1140947" y="1122683"/>
                  </a:lnTo>
                  <a:close/>
                  <a:moveTo>
                    <a:pt x="2097527" y="1118324"/>
                  </a:moveTo>
                  <a:lnTo>
                    <a:pt x="2099553" y="1116298"/>
                  </a:lnTo>
                  <a:lnTo>
                    <a:pt x="2097762" y="1114508"/>
                  </a:lnTo>
                  <a:lnTo>
                    <a:pt x="2095736" y="1116534"/>
                  </a:lnTo>
                  <a:lnTo>
                    <a:pt x="2097527" y="1118324"/>
                  </a:lnTo>
                  <a:close/>
                  <a:moveTo>
                    <a:pt x="2067087" y="1116298"/>
                  </a:moveTo>
                  <a:lnTo>
                    <a:pt x="2069113" y="1118324"/>
                  </a:lnTo>
                  <a:lnTo>
                    <a:pt x="2070904" y="1116534"/>
                  </a:lnTo>
                  <a:lnTo>
                    <a:pt x="2068878" y="1114508"/>
                  </a:lnTo>
                  <a:lnTo>
                    <a:pt x="2067087" y="1116298"/>
                  </a:lnTo>
                  <a:close/>
                  <a:moveTo>
                    <a:pt x="1217941" y="1117311"/>
                  </a:moveTo>
                  <a:lnTo>
                    <a:pt x="1220806" y="1117311"/>
                  </a:lnTo>
                  <a:lnTo>
                    <a:pt x="1220806" y="1115521"/>
                  </a:lnTo>
                  <a:lnTo>
                    <a:pt x="1217941" y="1115521"/>
                  </a:lnTo>
                  <a:lnTo>
                    <a:pt x="1217941" y="1117311"/>
                  </a:lnTo>
                  <a:close/>
                  <a:moveTo>
                    <a:pt x="1185353" y="1116953"/>
                  </a:moveTo>
                  <a:lnTo>
                    <a:pt x="1185353" y="1114088"/>
                  </a:lnTo>
                  <a:lnTo>
                    <a:pt x="1178190" y="1114088"/>
                  </a:lnTo>
                  <a:lnTo>
                    <a:pt x="1178190" y="1116953"/>
                  </a:lnTo>
                  <a:lnTo>
                    <a:pt x="1185353" y="1116953"/>
                  </a:lnTo>
                  <a:close/>
                  <a:moveTo>
                    <a:pt x="1371571" y="1111581"/>
                  </a:moveTo>
                  <a:lnTo>
                    <a:pt x="1371571" y="1108717"/>
                  </a:lnTo>
                  <a:lnTo>
                    <a:pt x="1369781" y="1108717"/>
                  </a:lnTo>
                  <a:lnTo>
                    <a:pt x="1369781" y="1111581"/>
                  </a:lnTo>
                  <a:lnTo>
                    <a:pt x="1371571" y="1111581"/>
                  </a:lnTo>
                  <a:close/>
                  <a:moveTo>
                    <a:pt x="1135995" y="1109371"/>
                  </a:moveTo>
                  <a:lnTo>
                    <a:pt x="1138020" y="1107346"/>
                  </a:lnTo>
                  <a:lnTo>
                    <a:pt x="1136230" y="1105555"/>
                  </a:lnTo>
                  <a:lnTo>
                    <a:pt x="1134204" y="1107581"/>
                  </a:lnTo>
                  <a:lnTo>
                    <a:pt x="1135995" y="1109371"/>
                  </a:lnTo>
                  <a:close/>
                  <a:moveTo>
                    <a:pt x="1350862" y="1107581"/>
                  </a:moveTo>
                  <a:lnTo>
                    <a:pt x="1352888" y="1105555"/>
                  </a:lnTo>
                  <a:lnTo>
                    <a:pt x="1351097" y="1103764"/>
                  </a:lnTo>
                  <a:lnTo>
                    <a:pt x="1349072" y="1105790"/>
                  </a:lnTo>
                  <a:lnTo>
                    <a:pt x="1350862" y="1107581"/>
                  </a:lnTo>
                  <a:close/>
                  <a:moveTo>
                    <a:pt x="1223732" y="1103764"/>
                  </a:moveTo>
                  <a:lnTo>
                    <a:pt x="1225758" y="1105790"/>
                  </a:lnTo>
                  <a:lnTo>
                    <a:pt x="1229339" y="1102209"/>
                  </a:lnTo>
                  <a:lnTo>
                    <a:pt x="1227313" y="1100183"/>
                  </a:lnTo>
                  <a:lnTo>
                    <a:pt x="1223732" y="1103764"/>
                  </a:lnTo>
                  <a:close/>
                  <a:moveTo>
                    <a:pt x="1130203" y="1101196"/>
                  </a:moveTo>
                  <a:lnTo>
                    <a:pt x="1133068" y="1101196"/>
                  </a:lnTo>
                  <a:lnTo>
                    <a:pt x="1133068" y="1099406"/>
                  </a:lnTo>
                  <a:lnTo>
                    <a:pt x="1130203" y="1099406"/>
                  </a:lnTo>
                  <a:lnTo>
                    <a:pt x="1130203" y="1101196"/>
                  </a:lnTo>
                  <a:close/>
                  <a:moveTo>
                    <a:pt x="1246232" y="1099048"/>
                  </a:moveTo>
                  <a:lnTo>
                    <a:pt x="1246232" y="1096183"/>
                  </a:lnTo>
                  <a:lnTo>
                    <a:pt x="1244441" y="1096183"/>
                  </a:lnTo>
                  <a:lnTo>
                    <a:pt x="1244441" y="1099048"/>
                  </a:lnTo>
                  <a:lnTo>
                    <a:pt x="1246232" y="1099048"/>
                  </a:lnTo>
                  <a:close/>
                  <a:moveTo>
                    <a:pt x="1237279" y="1099048"/>
                  </a:moveTo>
                  <a:lnTo>
                    <a:pt x="1237279" y="1096183"/>
                  </a:lnTo>
                  <a:lnTo>
                    <a:pt x="1235488" y="1096183"/>
                  </a:lnTo>
                  <a:lnTo>
                    <a:pt x="1235488" y="1099048"/>
                  </a:lnTo>
                  <a:lnTo>
                    <a:pt x="1237279" y="1099048"/>
                  </a:lnTo>
                  <a:close/>
                  <a:moveTo>
                    <a:pt x="1067953" y="1082513"/>
                  </a:moveTo>
                  <a:lnTo>
                    <a:pt x="1069979" y="1080487"/>
                  </a:lnTo>
                  <a:lnTo>
                    <a:pt x="1068188" y="1078697"/>
                  </a:lnTo>
                  <a:lnTo>
                    <a:pt x="1066163" y="1080722"/>
                  </a:lnTo>
                  <a:lnTo>
                    <a:pt x="1067953" y="1082513"/>
                  </a:lnTo>
                  <a:close/>
                  <a:moveTo>
                    <a:pt x="1130623" y="1073560"/>
                  </a:moveTo>
                  <a:lnTo>
                    <a:pt x="1132649" y="1071534"/>
                  </a:lnTo>
                  <a:lnTo>
                    <a:pt x="1130858" y="1069744"/>
                  </a:lnTo>
                  <a:lnTo>
                    <a:pt x="1128832" y="1071770"/>
                  </a:lnTo>
                  <a:lnTo>
                    <a:pt x="1130623" y="1073560"/>
                  </a:lnTo>
                  <a:close/>
                  <a:moveTo>
                    <a:pt x="1069324" y="1072547"/>
                  </a:moveTo>
                  <a:lnTo>
                    <a:pt x="1072189" y="1072547"/>
                  </a:lnTo>
                  <a:lnTo>
                    <a:pt x="1072189" y="1070757"/>
                  </a:lnTo>
                  <a:lnTo>
                    <a:pt x="1069324" y="1070757"/>
                  </a:lnTo>
                  <a:lnTo>
                    <a:pt x="1069324" y="1072547"/>
                  </a:lnTo>
                  <a:close/>
                  <a:moveTo>
                    <a:pt x="1347281" y="1069744"/>
                  </a:moveTo>
                  <a:lnTo>
                    <a:pt x="1349307" y="1071770"/>
                  </a:lnTo>
                  <a:lnTo>
                    <a:pt x="1351097" y="1069979"/>
                  </a:lnTo>
                  <a:lnTo>
                    <a:pt x="1349072" y="1067953"/>
                  </a:lnTo>
                  <a:lnTo>
                    <a:pt x="1347281" y="1069744"/>
                  </a:lnTo>
                  <a:close/>
                  <a:moveTo>
                    <a:pt x="1275239" y="1067176"/>
                  </a:moveTo>
                  <a:lnTo>
                    <a:pt x="1278104" y="1067176"/>
                  </a:lnTo>
                  <a:lnTo>
                    <a:pt x="1278104" y="1065385"/>
                  </a:lnTo>
                  <a:lnTo>
                    <a:pt x="1275239" y="1065385"/>
                  </a:lnTo>
                  <a:lnTo>
                    <a:pt x="1275239" y="1067176"/>
                  </a:lnTo>
                  <a:close/>
                  <a:moveTo>
                    <a:pt x="1119102" y="1066817"/>
                  </a:moveTo>
                  <a:lnTo>
                    <a:pt x="1119102" y="1063953"/>
                  </a:lnTo>
                  <a:lnTo>
                    <a:pt x="1110149" y="1063953"/>
                  </a:lnTo>
                  <a:lnTo>
                    <a:pt x="1110149" y="1066817"/>
                  </a:lnTo>
                  <a:lnTo>
                    <a:pt x="1119102" y="1066817"/>
                  </a:lnTo>
                  <a:close/>
                  <a:moveTo>
                    <a:pt x="1369781" y="1065027"/>
                  </a:moveTo>
                  <a:lnTo>
                    <a:pt x="1369781" y="1062162"/>
                  </a:lnTo>
                  <a:lnTo>
                    <a:pt x="1360828" y="1062162"/>
                  </a:lnTo>
                  <a:lnTo>
                    <a:pt x="1360828" y="1065027"/>
                  </a:lnTo>
                  <a:lnTo>
                    <a:pt x="1369781" y="1065027"/>
                  </a:lnTo>
                  <a:close/>
                  <a:moveTo>
                    <a:pt x="1275239" y="1058223"/>
                  </a:moveTo>
                  <a:lnTo>
                    <a:pt x="1278104" y="1058223"/>
                  </a:lnTo>
                  <a:lnTo>
                    <a:pt x="1278104" y="1056432"/>
                  </a:lnTo>
                  <a:lnTo>
                    <a:pt x="1275239" y="1056432"/>
                  </a:lnTo>
                  <a:lnTo>
                    <a:pt x="1275239" y="1058223"/>
                  </a:lnTo>
                  <a:close/>
                  <a:moveTo>
                    <a:pt x="1108717" y="1061804"/>
                  </a:moveTo>
                  <a:lnTo>
                    <a:pt x="1111581" y="1061804"/>
                  </a:lnTo>
                  <a:lnTo>
                    <a:pt x="1111581" y="1056432"/>
                  </a:lnTo>
                  <a:lnTo>
                    <a:pt x="1108717" y="1056432"/>
                  </a:lnTo>
                  <a:lnTo>
                    <a:pt x="1108717" y="1061804"/>
                  </a:lnTo>
                  <a:close/>
                  <a:moveTo>
                    <a:pt x="1026351" y="1058223"/>
                  </a:moveTo>
                  <a:lnTo>
                    <a:pt x="1029216" y="1058223"/>
                  </a:lnTo>
                  <a:lnTo>
                    <a:pt x="1029216" y="1056432"/>
                  </a:lnTo>
                  <a:lnTo>
                    <a:pt x="1026351" y="1056432"/>
                  </a:lnTo>
                  <a:lnTo>
                    <a:pt x="1026351" y="1058223"/>
                  </a:lnTo>
                  <a:close/>
                  <a:moveTo>
                    <a:pt x="1111940" y="1050702"/>
                  </a:moveTo>
                  <a:lnTo>
                    <a:pt x="1111940" y="1047837"/>
                  </a:lnTo>
                  <a:lnTo>
                    <a:pt x="1108358" y="1047837"/>
                  </a:lnTo>
                  <a:lnTo>
                    <a:pt x="1108358" y="1050702"/>
                  </a:lnTo>
                  <a:lnTo>
                    <a:pt x="1111940" y="1050702"/>
                  </a:lnTo>
                  <a:close/>
                  <a:moveTo>
                    <a:pt x="1316841" y="1048492"/>
                  </a:moveTo>
                  <a:lnTo>
                    <a:pt x="1318867" y="1046466"/>
                  </a:lnTo>
                  <a:lnTo>
                    <a:pt x="1315286" y="1042885"/>
                  </a:lnTo>
                  <a:lnTo>
                    <a:pt x="1313260" y="1044911"/>
                  </a:lnTo>
                  <a:lnTo>
                    <a:pt x="1316841" y="1048492"/>
                  </a:lnTo>
                  <a:close/>
                  <a:moveTo>
                    <a:pt x="1303530" y="1039959"/>
                  </a:moveTo>
                  <a:lnTo>
                    <a:pt x="1303530" y="1037094"/>
                  </a:lnTo>
                  <a:lnTo>
                    <a:pt x="1294577" y="1037094"/>
                  </a:lnTo>
                  <a:lnTo>
                    <a:pt x="1294577" y="1039959"/>
                  </a:lnTo>
                  <a:lnTo>
                    <a:pt x="1303530" y="1039959"/>
                  </a:lnTo>
                  <a:close/>
                  <a:moveTo>
                    <a:pt x="1047479" y="1039959"/>
                  </a:moveTo>
                  <a:lnTo>
                    <a:pt x="1047479" y="1037094"/>
                  </a:lnTo>
                  <a:lnTo>
                    <a:pt x="1045689" y="1037094"/>
                  </a:lnTo>
                  <a:lnTo>
                    <a:pt x="1045689" y="1039959"/>
                  </a:lnTo>
                  <a:lnTo>
                    <a:pt x="1047479" y="1039959"/>
                  </a:lnTo>
                  <a:close/>
                  <a:moveTo>
                    <a:pt x="1148109" y="1038527"/>
                  </a:moveTo>
                  <a:lnTo>
                    <a:pt x="1150974" y="1038527"/>
                  </a:lnTo>
                  <a:lnTo>
                    <a:pt x="1150974" y="1036736"/>
                  </a:lnTo>
                  <a:lnTo>
                    <a:pt x="1148109" y="1036736"/>
                  </a:lnTo>
                  <a:lnTo>
                    <a:pt x="1148109" y="1038527"/>
                  </a:lnTo>
                  <a:close/>
                  <a:moveTo>
                    <a:pt x="1054642" y="1036378"/>
                  </a:moveTo>
                  <a:lnTo>
                    <a:pt x="1054642" y="1033513"/>
                  </a:lnTo>
                  <a:lnTo>
                    <a:pt x="1052851" y="1033513"/>
                  </a:lnTo>
                  <a:lnTo>
                    <a:pt x="1052851" y="1036378"/>
                  </a:lnTo>
                  <a:lnTo>
                    <a:pt x="1054642" y="1036378"/>
                  </a:lnTo>
                  <a:close/>
                  <a:moveTo>
                    <a:pt x="1074338" y="1032797"/>
                  </a:moveTo>
                  <a:lnTo>
                    <a:pt x="1074338" y="1029932"/>
                  </a:lnTo>
                  <a:lnTo>
                    <a:pt x="1072547" y="1029932"/>
                  </a:lnTo>
                  <a:lnTo>
                    <a:pt x="1072547" y="1032797"/>
                  </a:lnTo>
                  <a:lnTo>
                    <a:pt x="1074338" y="1032797"/>
                  </a:lnTo>
                  <a:close/>
                  <a:moveTo>
                    <a:pt x="1060013" y="1031722"/>
                  </a:moveTo>
                  <a:lnTo>
                    <a:pt x="1060013" y="1034587"/>
                  </a:lnTo>
                  <a:lnTo>
                    <a:pt x="1062397" y="1034587"/>
                  </a:lnTo>
                  <a:lnTo>
                    <a:pt x="1064607" y="1032377"/>
                  </a:lnTo>
                  <a:lnTo>
                    <a:pt x="1062582" y="1030351"/>
                  </a:lnTo>
                  <a:lnTo>
                    <a:pt x="1061211" y="1031722"/>
                  </a:lnTo>
                  <a:lnTo>
                    <a:pt x="1060013" y="1031722"/>
                  </a:lnTo>
                  <a:close/>
                  <a:moveTo>
                    <a:pt x="1067953" y="1026770"/>
                  </a:moveTo>
                  <a:lnTo>
                    <a:pt x="1065743" y="1028980"/>
                  </a:lnTo>
                  <a:lnTo>
                    <a:pt x="1065743" y="1032797"/>
                  </a:lnTo>
                  <a:lnTo>
                    <a:pt x="1072424" y="1032797"/>
                  </a:lnTo>
                  <a:lnTo>
                    <a:pt x="1069201" y="1029574"/>
                  </a:lnTo>
                  <a:lnTo>
                    <a:pt x="1067953" y="1026770"/>
                  </a:lnTo>
                  <a:close/>
                  <a:moveTo>
                    <a:pt x="1333969" y="1020263"/>
                  </a:moveTo>
                  <a:lnTo>
                    <a:pt x="1333969" y="1017398"/>
                  </a:lnTo>
                  <a:lnTo>
                    <a:pt x="1332179" y="1017398"/>
                  </a:lnTo>
                  <a:lnTo>
                    <a:pt x="1332179" y="1020263"/>
                  </a:lnTo>
                  <a:lnTo>
                    <a:pt x="1333969" y="1020263"/>
                  </a:lnTo>
                  <a:close/>
                  <a:moveTo>
                    <a:pt x="1323226" y="1020263"/>
                  </a:moveTo>
                  <a:lnTo>
                    <a:pt x="1323226" y="1017398"/>
                  </a:lnTo>
                  <a:lnTo>
                    <a:pt x="1321435" y="1017398"/>
                  </a:lnTo>
                  <a:lnTo>
                    <a:pt x="1321435" y="1020263"/>
                  </a:lnTo>
                  <a:lnTo>
                    <a:pt x="1323226" y="1020263"/>
                  </a:lnTo>
                  <a:close/>
                  <a:moveTo>
                    <a:pt x="1029932" y="1020621"/>
                  </a:moveTo>
                  <a:lnTo>
                    <a:pt x="1032797" y="1020621"/>
                  </a:lnTo>
                  <a:lnTo>
                    <a:pt x="1032797" y="1018830"/>
                  </a:lnTo>
                  <a:lnTo>
                    <a:pt x="1029932" y="1018830"/>
                  </a:lnTo>
                  <a:lnTo>
                    <a:pt x="1029932" y="1020621"/>
                  </a:lnTo>
                  <a:close/>
                  <a:moveTo>
                    <a:pt x="1155271" y="1022411"/>
                  </a:moveTo>
                  <a:lnTo>
                    <a:pt x="1158136" y="1022411"/>
                  </a:lnTo>
                  <a:lnTo>
                    <a:pt x="1158136" y="1015249"/>
                  </a:lnTo>
                  <a:lnTo>
                    <a:pt x="1155271" y="1015249"/>
                  </a:lnTo>
                  <a:lnTo>
                    <a:pt x="1155271" y="1022411"/>
                  </a:lnTo>
                  <a:close/>
                  <a:moveTo>
                    <a:pt x="1072905" y="1012865"/>
                  </a:moveTo>
                  <a:lnTo>
                    <a:pt x="1072905" y="1015249"/>
                  </a:lnTo>
                  <a:lnTo>
                    <a:pt x="1075770" y="1015249"/>
                  </a:lnTo>
                  <a:lnTo>
                    <a:pt x="1075770" y="1014052"/>
                  </a:lnTo>
                  <a:lnTo>
                    <a:pt x="1077141" y="1012681"/>
                  </a:lnTo>
                  <a:lnTo>
                    <a:pt x="1075115" y="1010655"/>
                  </a:lnTo>
                  <a:lnTo>
                    <a:pt x="1072905" y="1012865"/>
                  </a:lnTo>
                  <a:close/>
                  <a:moveTo>
                    <a:pt x="1029932" y="1013459"/>
                  </a:moveTo>
                  <a:lnTo>
                    <a:pt x="1032797" y="1013459"/>
                  </a:lnTo>
                  <a:lnTo>
                    <a:pt x="1032797" y="1011668"/>
                  </a:lnTo>
                  <a:lnTo>
                    <a:pt x="1029932" y="1011668"/>
                  </a:lnTo>
                  <a:lnTo>
                    <a:pt x="1029932" y="1013459"/>
                  </a:lnTo>
                  <a:close/>
                  <a:moveTo>
                    <a:pt x="1150319" y="1005519"/>
                  </a:moveTo>
                  <a:lnTo>
                    <a:pt x="1152345" y="1003493"/>
                  </a:lnTo>
                  <a:lnTo>
                    <a:pt x="1150554" y="1001702"/>
                  </a:lnTo>
                  <a:lnTo>
                    <a:pt x="1148529" y="1003728"/>
                  </a:lnTo>
                  <a:lnTo>
                    <a:pt x="1150319" y="1005519"/>
                  </a:lnTo>
                  <a:close/>
                  <a:moveTo>
                    <a:pt x="1076486" y="1005099"/>
                  </a:moveTo>
                  <a:lnTo>
                    <a:pt x="1076486" y="1006296"/>
                  </a:lnTo>
                  <a:lnTo>
                    <a:pt x="1079351" y="1006296"/>
                  </a:lnTo>
                  <a:lnTo>
                    <a:pt x="1079351" y="1003912"/>
                  </a:lnTo>
                  <a:lnTo>
                    <a:pt x="1077141" y="1001702"/>
                  </a:lnTo>
                  <a:lnTo>
                    <a:pt x="1075115" y="1003728"/>
                  </a:lnTo>
                  <a:lnTo>
                    <a:pt x="1076486" y="1005099"/>
                  </a:lnTo>
                  <a:close/>
                  <a:moveTo>
                    <a:pt x="1058223" y="996985"/>
                  </a:moveTo>
                  <a:lnTo>
                    <a:pt x="1058223" y="994121"/>
                  </a:lnTo>
                  <a:lnTo>
                    <a:pt x="1052851" y="994121"/>
                  </a:lnTo>
                  <a:lnTo>
                    <a:pt x="1052851" y="996985"/>
                  </a:lnTo>
                  <a:lnTo>
                    <a:pt x="1058223" y="996985"/>
                  </a:lnTo>
                  <a:close/>
                  <a:moveTo>
                    <a:pt x="1298516" y="991972"/>
                  </a:moveTo>
                  <a:lnTo>
                    <a:pt x="1301381" y="991972"/>
                  </a:lnTo>
                  <a:lnTo>
                    <a:pt x="1301381" y="990181"/>
                  </a:lnTo>
                  <a:lnTo>
                    <a:pt x="1298516" y="990181"/>
                  </a:lnTo>
                  <a:lnTo>
                    <a:pt x="1298516" y="991972"/>
                  </a:lnTo>
                  <a:close/>
                  <a:moveTo>
                    <a:pt x="1237279" y="989823"/>
                  </a:moveTo>
                  <a:lnTo>
                    <a:pt x="1237279" y="986958"/>
                  </a:lnTo>
                  <a:lnTo>
                    <a:pt x="1228326" y="986958"/>
                  </a:lnTo>
                  <a:lnTo>
                    <a:pt x="1228326" y="989823"/>
                  </a:lnTo>
                  <a:lnTo>
                    <a:pt x="1237279" y="989823"/>
                  </a:lnTo>
                  <a:close/>
                  <a:moveTo>
                    <a:pt x="1117311" y="982661"/>
                  </a:moveTo>
                  <a:lnTo>
                    <a:pt x="1117311" y="979796"/>
                  </a:lnTo>
                  <a:lnTo>
                    <a:pt x="1110149" y="979796"/>
                  </a:lnTo>
                  <a:lnTo>
                    <a:pt x="1110149" y="982661"/>
                  </a:lnTo>
                  <a:lnTo>
                    <a:pt x="1117311" y="982661"/>
                  </a:lnTo>
                  <a:close/>
                  <a:moveTo>
                    <a:pt x="1298516" y="981229"/>
                  </a:moveTo>
                  <a:lnTo>
                    <a:pt x="1301381" y="981229"/>
                  </a:lnTo>
                  <a:lnTo>
                    <a:pt x="1301381" y="979438"/>
                  </a:lnTo>
                  <a:lnTo>
                    <a:pt x="1298516" y="979438"/>
                  </a:lnTo>
                  <a:lnTo>
                    <a:pt x="1298516" y="981229"/>
                  </a:lnTo>
                  <a:close/>
                  <a:moveTo>
                    <a:pt x="1247009" y="982006"/>
                  </a:moveTo>
                  <a:lnTo>
                    <a:pt x="1249035" y="984032"/>
                  </a:lnTo>
                  <a:lnTo>
                    <a:pt x="1252616" y="980451"/>
                  </a:lnTo>
                  <a:lnTo>
                    <a:pt x="1250591" y="978425"/>
                  </a:lnTo>
                  <a:lnTo>
                    <a:pt x="1247009" y="982006"/>
                  </a:lnTo>
                  <a:close/>
                  <a:moveTo>
                    <a:pt x="1302517" y="971263"/>
                  </a:moveTo>
                  <a:lnTo>
                    <a:pt x="1304543" y="973289"/>
                  </a:lnTo>
                  <a:lnTo>
                    <a:pt x="1306333" y="971498"/>
                  </a:lnTo>
                  <a:lnTo>
                    <a:pt x="1304308" y="969472"/>
                  </a:lnTo>
                  <a:lnTo>
                    <a:pt x="1302517" y="971263"/>
                  </a:lnTo>
                  <a:close/>
                  <a:moveTo>
                    <a:pt x="1253752" y="972276"/>
                  </a:moveTo>
                  <a:lnTo>
                    <a:pt x="1256617" y="972276"/>
                  </a:lnTo>
                  <a:lnTo>
                    <a:pt x="1256617" y="970485"/>
                  </a:lnTo>
                  <a:lnTo>
                    <a:pt x="1253752" y="970485"/>
                  </a:lnTo>
                  <a:lnTo>
                    <a:pt x="1253752" y="972276"/>
                  </a:lnTo>
                  <a:close/>
                  <a:moveTo>
                    <a:pt x="1153123" y="971918"/>
                  </a:moveTo>
                  <a:lnTo>
                    <a:pt x="1153123" y="969053"/>
                  </a:lnTo>
                  <a:lnTo>
                    <a:pt x="1149541" y="969053"/>
                  </a:lnTo>
                  <a:lnTo>
                    <a:pt x="1149541" y="971918"/>
                  </a:lnTo>
                  <a:lnTo>
                    <a:pt x="1153123" y="971918"/>
                  </a:lnTo>
                  <a:close/>
                  <a:moveTo>
                    <a:pt x="1145960" y="971918"/>
                  </a:moveTo>
                  <a:lnTo>
                    <a:pt x="1145960" y="969053"/>
                  </a:lnTo>
                  <a:lnTo>
                    <a:pt x="1144170" y="969053"/>
                  </a:lnTo>
                  <a:lnTo>
                    <a:pt x="1144170" y="971918"/>
                  </a:lnTo>
                  <a:lnTo>
                    <a:pt x="1145960" y="971918"/>
                  </a:lnTo>
                  <a:close/>
                  <a:moveTo>
                    <a:pt x="1100183" y="973289"/>
                  </a:moveTo>
                  <a:lnTo>
                    <a:pt x="1102209" y="971263"/>
                  </a:lnTo>
                  <a:lnTo>
                    <a:pt x="1100419" y="969472"/>
                  </a:lnTo>
                  <a:lnTo>
                    <a:pt x="1098393" y="971498"/>
                  </a:lnTo>
                  <a:lnTo>
                    <a:pt x="1100183" y="973289"/>
                  </a:lnTo>
                  <a:close/>
                  <a:moveTo>
                    <a:pt x="1340119" y="971498"/>
                  </a:moveTo>
                  <a:lnTo>
                    <a:pt x="1342145" y="969472"/>
                  </a:lnTo>
                  <a:lnTo>
                    <a:pt x="1340354" y="967682"/>
                  </a:lnTo>
                  <a:lnTo>
                    <a:pt x="1338328" y="969707"/>
                  </a:lnTo>
                  <a:lnTo>
                    <a:pt x="1340119" y="971498"/>
                  </a:lnTo>
                  <a:close/>
                  <a:moveTo>
                    <a:pt x="1037514" y="969707"/>
                  </a:moveTo>
                  <a:lnTo>
                    <a:pt x="1039539" y="967682"/>
                  </a:lnTo>
                  <a:lnTo>
                    <a:pt x="1037749" y="965891"/>
                  </a:lnTo>
                  <a:lnTo>
                    <a:pt x="1035723" y="967917"/>
                  </a:lnTo>
                  <a:lnTo>
                    <a:pt x="1037514" y="969707"/>
                  </a:lnTo>
                  <a:close/>
                  <a:moveTo>
                    <a:pt x="1208988" y="966904"/>
                  </a:moveTo>
                  <a:lnTo>
                    <a:pt x="1211853" y="966904"/>
                  </a:lnTo>
                  <a:lnTo>
                    <a:pt x="1211853" y="965113"/>
                  </a:lnTo>
                  <a:lnTo>
                    <a:pt x="1208988" y="965113"/>
                  </a:lnTo>
                  <a:lnTo>
                    <a:pt x="1208988" y="966904"/>
                  </a:lnTo>
                  <a:close/>
                  <a:moveTo>
                    <a:pt x="1060791" y="965891"/>
                  </a:moveTo>
                  <a:lnTo>
                    <a:pt x="1062817" y="967917"/>
                  </a:lnTo>
                  <a:lnTo>
                    <a:pt x="1064607" y="966126"/>
                  </a:lnTo>
                  <a:lnTo>
                    <a:pt x="1062582" y="964101"/>
                  </a:lnTo>
                  <a:lnTo>
                    <a:pt x="1060791" y="965891"/>
                  </a:lnTo>
                  <a:close/>
                  <a:moveTo>
                    <a:pt x="1132413" y="966126"/>
                  </a:moveTo>
                  <a:lnTo>
                    <a:pt x="1134439" y="964101"/>
                  </a:lnTo>
                  <a:lnTo>
                    <a:pt x="1132649" y="962310"/>
                  </a:lnTo>
                  <a:lnTo>
                    <a:pt x="1130623" y="964336"/>
                  </a:lnTo>
                  <a:lnTo>
                    <a:pt x="1132413" y="966126"/>
                  </a:lnTo>
                  <a:close/>
                  <a:moveTo>
                    <a:pt x="1253752" y="961532"/>
                  </a:moveTo>
                  <a:lnTo>
                    <a:pt x="1256617" y="961532"/>
                  </a:lnTo>
                  <a:lnTo>
                    <a:pt x="1256617" y="959742"/>
                  </a:lnTo>
                  <a:lnTo>
                    <a:pt x="1253752" y="959742"/>
                  </a:lnTo>
                  <a:lnTo>
                    <a:pt x="1253752" y="961532"/>
                  </a:lnTo>
                  <a:close/>
                  <a:moveTo>
                    <a:pt x="1101554" y="961532"/>
                  </a:moveTo>
                  <a:lnTo>
                    <a:pt x="1104419" y="961532"/>
                  </a:lnTo>
                  <a:lnTo>
                    <a:pt x="1104419" y="956161"/>
                  </a:lnTo>
                  <a:lnTo>
                    <a:pt x="1101554" y="956161"/>
                  </a:lnTo>
                  <a:lnTo>
                    <a:pt x="1101554" y="961532"/>
                  </a:lnTo>
                  <a:close/>
                  <a:moveTo>
                    <a:pt x="1248800" y="951802"/>
                  </a:moveTo>
                  <a:lnTo>
                    <a:pt x="1250826" y="949776"/>
                  </a:lnTo>
                  <a:lnTo>
                    <a:pt x="1249035" y="947985"/>
                  </a:lnTo>
                  <a:lnTo>
                    <a:pt x="1247009" y="950011"/>
                  </a:lnTo>
                  <a:lnTo>
                    <a:pt x="1248800" y="951802"/>
                  </a:lnTo>
                  <a:close/>
                  <a:moveTo>
                    <a:pt x="1167805" y="954370"/>
                  </a:moveTo>
                  <a:lnTo>
                    <a:pt x="1170670" y="954370"/>
                  </a:lnTo>
                  <a:lnTo>
                    <a:pt x="1170670" y="945417"/>
                  </a:lnTo>
                  <a:lnTo>
                    <a:pt x="1167805" y="945417"/>
                  </a:lnTo>
                  <a:lnTo>
                    <a:pt x="1167805" y="954370"/>
                  </a:lnTo>
                  <a:close/>
                  <a:moveTo>
                    <a:pt x="1250591" y="942614"/>
                  </a:moveTo>
                  <a:lnTo>
                    <a:pt x="1252616" y="944640"/>
                  </a:lnTo>
                  <a:lnTo>
                    <a:pt x="1254407" y="942849"/>
                  </a:lnTo>
                  <a:lnTo>
                    <a:pt x="1252381" y="940823"/>
                  </a:lnTo>
                  <a:lnTo>
                    <a:pt x="1250591" y="942614"/>
                  </a:lnTo>
                  <a:close/>
                  <a:moveTo>
                    <a:pt x="1220151" y="946195"/>
                  </a:moveTo>
                  <a:lnTo>
                    <a:pt x="1222177" y="948221"/>
                  </a:lnTo>
                  <a:lnTo>
                    <a:pt x="1224980" y="945417"/>
                  </a:lnTo>
                  <a:lnTo>
                    <a:pt x="1220386" y="940823"/>
                  </a:lnTo>
                  <a:lnTo>
                    <a:pt x="1218360" y="942849"/>
                  </a:lnTo>
                  <a:lnTo>
                    <a:pt x="1220929" y="945417"/>
                  </a:lnTo>
                  <a:lnTo>
                    <a:pt x="1220151" y="946195"/>
                  </a:lnTo>
                  <a:close/>
                  <a:moveTo>
                    <a:pt x="1113730" y="941478"/>
                  </a:moveTo>
                  <a:lnTo>
                    <a:pt x="1113730" y="938613"/>
                  </a:lnTo>
                  <a:lnTo>
                    <a:pt x="1104777" y="938613"/>
                  </a:lnTo>
                  <a:lnTo>
                    <a:pt x="1104777" y="941478"/>
                  </a:lnTo>
                  <a:lnTo>
                    <a:pt x="1113730" y="941478"/>
                  </a:lnTo>
                  <a:close/>
                  <a:moveTo>
                    <a:pt x="1257333" y="931093"/>
                  </a:moveTo>
                  <a:lnTo>
                    <a:pt x="1260198" y="931093"/>
                  </a:lnTo>
                  <a:lnTo>
                    <a:pt x="1260198" y="929302"/>
                  </a:lnTo>
                  <a:lnTo>
                    <a:pt x="1257333" y="929302"/>
                  </a:lnTo>
                  <a:lnTo>
                    <a:pt x="1257333" y="931093"/>
                  </a:lnTo>
                  <a:close/>
                  <a:moveTo>
                    <a:pt x="1257333" y="923930"/>
                  </a:moveTo>
                  <a:lnTo>
                    <a:pt x="1260198" y="923930"/>
                  </a:lnTo>
                  <a:lnTo>
                    <a:pt x="1260198" y="922140"/>
                  </a:lnTo>
                  <a:lnTo>
                    <a:pt x="1257333" y="922140"/>
                  </a:lnTo>
                  <a:lnTo>
                    <a:pt x="1257333" y="923930"/>
                  </a:lnTo>
                  <a:close/>
                  <a:moveTo>
                    <a:pt x="1212569" y="931093"/>
                  </a:moveTo>
                  <a:lnTo>
                    <a:pt x="1215434" y="931093"/>
                  </a:lnTo>
                  <a:lnTo>
                    <a:pt x="1215434" y="922140"/>
                  </a:lnTo>
                  <a:lnTo>
                    <a:pt x="1212569" y="922140"/>
                  </a:lnTo>
                  <a:lnTo>
                    <a:pt x="1212569" y="931093"/>
                  </a:lnTo>
                  <a:close/>
                  <a:moveTo>
                    <a:pt x="1030351" y="921127"/>
                  </a:moveTo>
                  <a:lnTo>
                    <a:pt x="1032377" y="923153"/>
                  </a:lnTo>
                  <a:lnTo>
                    <a:pt x="1035958" y="919572"/>
                  </a:lnTo>
                  <a:lnTo>
                    <a:pt x="1033933" y="917546"/>
                  </a:lnTo>
                  <a:lnTo>
                    <a:pt x="1030351" y="921127"/>
                  </a:lnTo>
                  <a:close/>
                  <a:moveTo>
                    <a:pt x="1133068" y="909729"/>
                  </a:moveTo>
                  <a:lnTo>
                    <a:pt x="1128413" y="914384"/>
                  </a:lnTo>
                  <a:lnTo>
                    <a:pt x="1128413" y="923930"/>
                  </a:lnTo>
                  <a:lnTo>
                    <a:pt x="1131278" y="923930"/>
                  </a:lnTo>
                  <a:lnTo>
                    <a:pt x="1131278" y="919152"/>
                  </a:lnTo>
                  <a:lnTo>
                    <a:pt x="1133068" y="917362"/>
                  </a:lnTo>
                  <a:lnTo>
                    <a:pt x="1133068" y="909729"/>
                  </a:lnTo>
                  <a:close/>
                  <a:moveTo>
                    <a:pt x="1078697" y="917781"/>
                  </a:moveTo>
                  <a:lnTo>
                    <a:pt x="1080722" y="915755"/>
                  </a:lnTo>
                  <a:lnTo>
                    <a:pt x="1077141" y="912174"/>
                  </a:lnTo>
                  <a:lnTo>
                    <a:pt x="1075115" y="914200"/>
                  </a:lnTo>
                  <a:lnTo>
                    <a:pt x="1078697" y="917781"/>
                  </a:lnTo>
                  <a:close/>
                  <a:moveTo>
                    <a:pt x="1252381" y="912409"/>
                  </a:moveTo>
                  <a:lnTo>
                    <a:pt x="1254407" y="910384"/>
                  </a:lnTo>
                  <a:lnTo>
                    <a:pt x="1252616" y="908593"/>
                  </a:lnTo>
                  <a:lnTo>
                    <a:pt x="1250591" y="910619"/>
                  </a:lnTo>
                  <a:lnTo>
                    <a:pt x="1252381" y="912409"/>
                  </a:lnTo>
                  <a:close/>
                  <a:moveTo>
                    <a:pt x="1240860" y="905667"/>
                  </a:moveTo>
                  <a:lnTo>
                    <a:pt x="1240860" y="902802"/>
                  </a:lnTo>
                  <a:lnTo>
                    <a:pt x="1231907" y="902802"/>
                  </a:lnTo>
                  <a:lnTo>
                    <a:pt x="1231907" y="905667"/>
                  </a:lnTo>
                  <a:lnTo>
                    <a:pt x="1240860" y="905667"/>
                  </a:lnTo>
                  <a:close/>
                  <a:moveTo>
                    <a:pt x="1047479" y="905667"/>
                  </a:moveTo>
                  <a:lnTo>
                    <a:pt x="1047479" y="902802"/>
                  </a:lnTo>
                  <a:lnTo>
                    <a:pt x="1045689" y="902802"/>
                  </a:lnTo>
                  <a:lnTo>
                    <a:pt x="1045689" y="905667"/>
                  </a:lnTo>
                  <a:lnTo>
                    <a:pt x="1047479" y="905667"/>
                  </a:lnTo>
                  <a:close/>
                  <a:moveTo>
                    <a:pt x="1059000" y="901431"/>
                  </a:moveTo>
                  <a:lnTo>
                    <a:pt x="1061026" y="903457"/>
                  </a:lnTo>
                  <a:lnTo>
                    <a:pt x="1062817" y="901666"/>
                  </a:lnTo>
                  <a:lnTo>
                    <a:pt x="1060791" y="899640"/>
                  </a:lnTo>
                  <a:lnTo>
                    <a:pt x="1059000" y="901431"/>
                  </a:lnTo>
                  <a:close/>
                  <a:moveTo>
                    <a:pt x="1114088" y="897072"/>
                  </a:moveTo>
                  <a:lnTo>
                    <a:pt x="1116953" y="897072"/>
                  </a:lnTo>
                  <a:lnTo>
                    <a:pt x="1116953" y="891700"/>
                  </a:lnTo>
                  <a:lnTo>
                    <a:pt x="1114088" y="891700"/>
                  </a:lnTo>
                  <a:lnTo>
                    <a:pt x="1114088" y="897072"/>
                  </a:lnTo>
                  <a:close/>
                  <a:moveTo>
                    <a:pt x="1067534" y="889910"/>
                  </a:moveTo>
                  <a:lnTo>
                    <a:pt x="1070399" y="889910"/>
                  </a:lnTo>
                  <a:lnTo>
                    <a:pt x="1070399" y="888119"/>
                  </a:lnTo>
                  <a:lnTo>
                    <a:pt x="1067534" y="888119"/>
                  </a:lnTo>
                  <a:lnTo>
                    <a:pt x="1067534" y="889910"/>
                  </a:lnTo>
                  <a:close/>
                  <a:moveTo>
                    <a:pt x="1135995" y="889132"/>
                  </a:moveTo>
                  <a:lnTo>
                    <a:pt x="1138020" y="887106"/>
                  </a:lnTo>
                  <a:lnTo>
                    <a:pt x="1136230" y="885316"/>
                  </a:lnTo>
                  <a:lnTo>
                    <a:pt x="1134204" y="887342"/>
                  </a:lnTo>
                  <a:lnTo>
                    <a:pt x="1135995" y="889132"/>
                  </a:lnTo>
                  <a:close/>
                  <a:moveTo>
                    <a:pt x="1029932" y="888119"/>
                  </a:moveTo>
                  <a:lnTo>
                    <a:pt x="1032797" y="888119"/>
                  </a:lnTo>
                  <a:lnTo>
                    <a:pt x="1032797" y="882748"/>
                  </a:lnTo>
                  <a:lnTo>
                    <a:pt x="1029932" y="882748"/>
                  </a:lnTo>
                  <a:lnTo>
                    <a:pt x="1029932" y="888119"/>
                  </a:lnTo>
                  <a:close/>
                  <a:moveTo>
                    <a:pt x="1073325" y="878154"/>
                  </a:moveTo>
                  <a:lnTo>
                    <a:pt x="1075351" y="880179"/>
                  </a:lnTo>
                  <a:lnTo>
                    <a:pt x="1077141" y="878389"/>
                  </a:lnTo>
                  <a:lnTo>
                    <a:pt x="1075115" y="876363"/>
                  </a:lnTo>
                  <a:lnTo>
                    <a:pt x="1073325" y="878154"/>
                  </a:lnTo>
                  <a:close/>
                  <a:moveTo>
                    <a:pt x="1171386" y="877376"/>
                  </a:moveTo>
                  <a:lnTo>
                    <a:pt x="1174251" y="877376"/>
                  </a:lnTo>
                  <a:lnTo>
                    <a:pt x="1174251" y="875585"/>
                  </a:lnTo>
                  <a:lnTo>
                    <a:pt x="1171386" y="875585"/>
                  </a:lnTo>
                  <a:lnTo>
                    <a:pt x="1171386" y="877376"/>
                  </a:lnTo>
                  <a:close/>
                  <a:moveTo>
                    <a:pt x="1124474" y="873437"/>
                  </a:moveTo>
                  <a:lnTo>
                    <a:pt x="1124474" y="870572"/>
                  </a:lnTo>
                  <a:lnTo>
                    <a:pt x="1119102" y="870572"/>
                  </a:lnTo>
                  <a:lnTo>
                    <a:pt x="1119102" y="873437"/>
                  </a:lnTo>
                  <a:lnTo>
                    <a:pt x="1124474" y="873437"/>
                  </a:lnTo>
                  <a:close/>
                  <a:moveTo>
                    <a:pt x="1128413" y="873795"/>
                  </a:moveTo>
                  <a:lnTo>
                    <a:pt x="1131278" y="873795"/>
                  </a:lnTo>
                  <a:lnTo>
                    <a:pt x="1131278" y="870214"/>
                  </a:lnTo>
                  <a:lnTo>
                    <a:pt x="1128413" y="870214"/>
                  </a:lnTo>
                  <a:lnTo>
                    <a:pt x="1128413" y="873795"/>
                  </a:lnTo>
                  <a:close/>
                  <a:moveTo>
                    <a:pt x="1171386" y="868423"/>
                  </a:moveTo>
                  <a:lnTo>
                    <a:pt x="1174251" y="868423"/>
                  </a:lnTo>
                  <a:lnTo>
                    <a:pt x="1174251" y="866632"/>
                  </a:lnTo>
                  <a:lnTo>
                    <a:pt x="1171386" y="866632"/>
                  </a:lnTo>
                  <a:lnTo>
                    <a:pt x="1171386" y="868423"/>
                  </a:lnTo>
                  <a:close/>
                  <a:moveTo>
                    <a:pt x="1190724" y="864484"/>
                  </a:moveTo>
                  <a:lnTo>
                    <a:pt x="1190724" y="861619"/>
                  </a:lnTo>
                  <a:lnTo>
                    <a:pt x="1183562" y="861619"/>
                  </a:lnTo>
                  <a:lnTo>
                    <a:pt x="1183562" y="864484"/>
                  </a:lnTo>
                  <a:lnTo>
                    <a:pt x="1190724" y="864484"/>
                  </a:lnTo>
                  <a:close/>
                  <a:moveTo>
                    <a:pt x="1173596" y="860483"/>
                  </a:moveTo>
                  <a:lnTo>
                    <a:pt x="1175622" y="858457"/>
                  </a:lnTo>
                  <a:lnTo>
                    <a:pt x="1173832" y="856667"/>
                  </a:lnTo>
                  <a:lnTo>
                    <a:pt x="1171806" y="858693"/>
                  </a:lnTo>
                  <a:lnTo>
                    <a:pt x="1173596" y="860483"/>
                  </a:lnTo>
                  <a:close/>
                  <a:moveTo>
                    <a:pt x="1168225" y="860483"/>
                  </a:moveTo>
                  <a:lnTo>
                    <a:pt x="1170251" y="858457"/>
                  </a:lnTo>
                  <a:lnTo>
                    <a:pt x="1166669" y="854876"/>
                  </a:lnTo>
                  <a:lnTo>
                    <a:pt x="1164644" y="856902"/>
                  </a:lnTo>
                  <a:lnTo>
                    <a:pt x="1168225" y="860483"/>
                  </a:lnTo>
                  <a:close/>
                  <a:moveTo>
                    <a:pt x="1200455" y="856667"/>
                  </a:moveTo>
                  <a:lnTo>
                    <a:pt x="1202481" y="858693"/>
                  </a:lnTo>
                  <a:lnTo>
                    <a:pt x="1206062" y="855111"/>
                  </a:lnTo>
                  <a:lnTo>
                    <a:pt x="1204036" y="853086"/>
                  </a:lnTo>
                  <a:lnTo>
                    <a:pt x="1200455" y="856667"/>
                  </a:lnTo>
                  <a:close/>
                  <a:moveTo>
                    <a:pt x="1153123" y="851950"/>
                  </a:moveTo>
                  <a:lnTo>
                    <a:pt x="1153123" y="849085"/>
                  </a:lnTo>
                  <a:lnTo>
                    <a:pt x="1149541" y="849085"/>
                  </a:lnTo>
                  <a:lnTo>
                    <a:pt x="1149541" y="851950"/>
                  </a:lnTo>
                  <a:lnTo>
                    <a:pt x="1153123" y="851950"/>
                  </a:lnTo>
                  <a:close/>
                  <a:moveTo>
                    <a:pt x="1140947" y="852308"/>
                  </a:moveTo>
                  <a:lnTo>
                    <a:pt x="1143812" y="852308"/>
                  </a:lnTo>
                  <a:lnTo>
                    <a:pt x="1143812" y="850517"/>
                  </a:lnTo>
                  <a:lnTo>
                    <a:pt x="1140947" y="850517"/>
                  </a:lnTo>
                  <a:lnTo>
                    <a:pt x="1140947" y="852308"/>
                  </a:lnTo>
                  <a:close/>
                  <a:moveTo>
                    <a:pt x="1046466" y="849505"/>
                  </a:moveTo>
                  <a:lnTo>
                    <a:pt x="1048492" y="851530"/>
                  </a:lnTo>
                  <a:lnTo>
                    <a:pt x="1050283" y="849740"/>
                  </a:lnTo>
                  <a:lnTo>
                    <a:pt x="1048257" y="847714"/>
                  </a:lnTo>
                  <a:lnTo>
                    <a:pt x="1046466" y="849505"/>
                  </a:lnTo>
                  <a:close/>
                  <a:moveTo>
                    <a:pt x="1207198" y="846936"/>
                  </a:moveTo>
                  <a:lnTo>
                    <a:pt x="1210062" y="846936"/>
                  </a:lnTo>
                  <a:lnTo>
                    <a:pt x="1210062" y="845146"/>
                  </a:lnTo>
                  <a:lnTo>
                    <a:pt x="1207198" y="845146"/>
                  </a:lnTo>
                  <a:lnTo>
                    <a:pt x="1207198" y="846936"/>
                  </a:lnTo>
                  <a:close/>
                  <a:moveTo>
                    <a:pt x="1101974" y="838761"/>
                  </a:moveTo>
                  <a:lnTo>
                    <a:pt x="1104000" y="840787"/>
                  </a:lnTo>
                  <a:lnTo>
                    <a:pt x="1105790" y="838996"/>
                  </a:lnTo>
                  <a:lnTo>
                    <a:pt x="1103764" y="836971"/>
                  </a:lnTo>
                  <a:lnTo>
                    <a:pt x="1101974" y="838761"/>
                  </a:lnTo>
                  <a:close/>
                  <a:moveTo>
                    <a:pt x="1107346" y="833389"/>
                  </a:moveTo>
                  <a:lnTo>
                    <a:pt x="1109371" y="835415"/>
                  </a:lnTo>
                  <a:lnTo>
                    <a:pt x="1111162" y="833625"/>
                  </a:lnTo>
                  <a:lnTo>
                    <a:pt x="1109136" y="831599"/>
                  </a:lnTo>
                  <a:lnTo>
                    <a:pt x="1107346" y="833389"/>
                  </a:lnTo>
                  <a:close/>
                  <a:moveTo>
                    <a:pt x="1202245" y="826462"/>
                  </a:moveTo>
                  <a:lnTo>
                    <a:pt x="1204271" y="824437"/>
                  </a:lnTo>
                  <a:lnTo>
                    <a:pt x="1202481" y="822646"/>
                  </a:lnTo>
                  <a:lnTo>
                    <a:pt x="1200455" y="824672"/>
                  </a:lnTo>
                  <a:lnTo>
                    <a:pt x="1202245" y="826462"/>
                  </a:lnTo>
                  <a:close/>
                  <a:moveTo>
                    <a:pt x="1168225" y="826227"/>
                  </a:moveTo>
                  <a:lnTo>
                    <a:pt x="1170251" y="828253"/>
                  </a:lnTo>
                  <a:lnTo>
                    <a:pt x="1173832" y="824672"/>
                  </a:lnTo>
                  <a:lnTo>
                    <a:pt x="1171806" y="822646"/>
                  </a:lnTo>
                  <a:lnTo>
                    <a:pt x="1168225" y="826227"/>
                  </a:lnTo>
                  <a:close/>
                  <a:moveTo>
                    <a:pt x="1187143" y="819720"/>
                  </a:moveTo>
                  <a:lnTo>
                    <a:pt x="1187143" y="816855"/>
                  </a:lnTo>
                  <a:lnTo>
                    <a:pt x="1185353" y="816855"/>
                  </a:lnTo>
                  <a:lnTo>
                    <a:pt x="1185353" y="819720"/>
                  </a:lnTo>
                  <a:lnTo>
                    <a:pt x="1187143" y="819720"/>
                  </a:lnTo>
                  <a:close/>
                  <a:moveTo>
                    <a:pt x="1101196" y="817929"/>
                  </a:moveTo>
                  <a:lnTo>
                    <a:pt x="1101196" y="815064"/>
                  </a:lnTo>
                  <a:lnTo>
                    <a:pt x="1092243" y="815064"/>
                  </a:lnTo>
                  <a:lnTo>
                    <a:pt x="1092243" y="817929"/>
                  </a:lnTo>
                  <a:lnTo>
                    <a:pt x="1101196" y="817929"/>
                  </a:lnTo>
                  <a:close/>
                  <a:moveTo>
                    <a:pt x="1084068" y="813928"/>
                  </a:moveTo>
                  <a:lnTo>
                    <a:pt x="1086094" y="811903"/>
                  </a:lnTo>
                  <a:lnTo>
                    <a:pt x="1082513" y="808322"/>
                  </a:lnTo>
                  <a:lnTo>
                    <a:pt x="1080487" y="810347"/>
                  </a:lnTo>
                  <a:lnTo>
                    <a:pt x="1084068" y="813928"/>
                  </a:lnTo>
                  <a:close/>
                  <a:moveTo>
                    <a:pt x="1115879" y="802172"/>
                  </a:moveTo>
                  <a:lnTo>
                    <a:pt x="1118744" y="802172"/>
                  </a:lnTo>
                  <a:lnTo>
                    <a:pt x="1118744" y="800382"/>
                  </a:lnTo>
                  <a:lnTo>
                    <a:pt x="1115879" y="800382"/>
                  </a:lnTo>
                  <a:lnTo>
                    <a:pt x="1115879" y="802172"/>
                  </a:lnTo>
                  <a:close/>
                  <a:moveTo>
                    <a:pt x="1158494" y="782118"/>
                  </a:moveTo>
                  <a:lnTo>
                    <a:pt x="1158494" y="779253"/>
                  </a:lnTo>
                  <a:lnTo>
                    <a:pt x="1149541" y="779253"/>
                  </a:lnTo>
                  <a:lnTo>
                    <a:pt x="1149541" y="782118"/>
                  </a:lnTo>
                  <a:lnTo>
                    <a:pt x="1158494" y="782118"/>
                  </a:lnTo>
                  <a:close/>
                  <a:moveTo>
                    <a:pt x="1131636" y="776746"/>
                  </a:moveTo>
                  <a:lnTo>
                    <a:pt x="1131636" y="773881"/>
                  </a:lnTo>
                  <a:lnTo>
                    <a:pt x="1128055" y="773881"/>
                  </a:lnTo>
                  <a:lnTo>
                    <a:pt x="1128055" y="776746"/>
                  </a:lnTo>
                  <a:lnTo>
                    <a:pt x="1131636" y="776746"/>
                  </a:lnTo>
                  <a:close/>
                  <a:moveTo>
                    <a:pt x="1099406" y="776746"/>
                  </a:moveTo>
                  <a:lnTo>
                    <a:pt x="1099406" y="773881"/>
                  </a:lnTo>
                  <a:lnTo>
                    <a:pt x="1095825" y="773881"/>
                  </a:lnTo>
                  <a:lnTo>
                    <a:pt x="1095825" y="776746"/>
                  </a:lnTo>
                  <a:lnTo>
                    <a:pt x="1099406" y="776746"/>
                  </a:lnTo>
                  <a:close/>
                  <a:moveTo>
                    <a:pt x="1168225" y="774301"/>
                  </a:moveTo>
                  <a:lnTo>
                    <a:pt x="1170251" y="776327"/>
                  </a:lnTo>
                  <a:lnTo>
                    <a:pt x="1172041" y="774536"/>
                  </a:lnTo>
                  <a:lnTo>
                    <a:pt x="1170015" y="772510"/>
                  </a:lnTo>
                  <a:lnTo>
                    <a:pt x="1168225" y="774301"/>
                  </a:lnTo>
                  <a:close/>
                  <a:moveTo>
                    <a:pt x="1114508" y="770955"/>
                  </a:moveTo>
                  <a:lnTo>
                    <a:pt x="1116534" y="768929"/>
                  </a:lnTo>
                  <a:lnTo>
                    <a:pt x="1114743" y="767139"/>
                  </a:lnTo>
                  <a:lnTo>
                    <a:pt x="1112717" y="769164"/>
                  </a:lnTo>
                  <a:lnTo>
                    <a:pt x="1114508" y="770955"/>
                  </a:lnTo>
                  <a:close/>
                  <a:moveTo>
                    <a:pt x="1174967" y="760989"/>
                  </a:moveTo>
                  <a:lnTo>
                    <a:pt x="1177832" y="760989"/>
                  </a:lnTo>
                  <a:lnTo>
                    <a:pt x="1177832" y="757408"/>
                  </a:lnTo>
                  <a:lnTo>
                    <a:pt x="1174967" y="757408"/>
                  </a:lnTo>
                  <a:lnTo>
                    <a:pt x="1174967" y="760989"/>
                  </a:lnTo>
                  <a:close/>
                  <a:moveTo>
                    <a:pt x="1106926" y="757408"/>
                  </a:moveTo>
                  <a:lnTo>
                    <a:pt x="1109791" y="757408"/>
                  </a:lnTo>
                  <a:lnTo>
                    <a:pt x="1109791" y="750246"/>
                  </a:lnTo>
                  <a:lnTo>
                    <a:pt x="1106926" y="750246"/>
                  </a:lnTo>
                  <a:lnTo>
                    <a:pt x="1106926" y="757408"/>
                  </a:lnTo>
                  <a:close/>
                  <a:moveTo>
                    <a:pt x="1194306" y="744516"/>
                  </a:moveTo>
                  <a:lnTo>
                    <a:pt x="1194306" y="741651"/>
                  </a:lnTo>
                  <a:lnTo>
                    <a:pt x="1188934" y="741651"/>
                  </a:lnTo>
                  <a:lnTo>
                    <a:pt x="1188934" y="744516"/>
                  </a:lnTo>
                  <a:lnTo>
                    <a:pt x="1194306" y="744516"/>
                  </a:lnTo>
                  <a:close/>
                  <a:moveTo>
                    <a:pt x="1170015" y="745887"/>
                  </a:moveTo>
                  <a:lnTo>
                    <a:pt x="1172041" y="743861"/>
                  </a:lnTo>
                  <a:lnTo>
                    <a:pt x="1170251" y="742071"/>
                  </a:lnTo>
                  <a:lnTo>
                    <a:pt x="1168225" y="744097"/>
                  </a:lnTo>
                  <a:lnTo>
                    <a:pt x="1170015" y="745887"/>
                  </a:lnTo>
                  <a:close/>
                  <a:moveTo>
                    <a:pt x="1112717" y="738490"/>
                  </a:moveTo>
                  <a:lnTo>
                    <a:pt x="1114743" y="740515"/>
                  </a:lnTo>
                  <a:lnTo>
                    <a:pt x="1116534" y="738725"/>
                  </a:lnTo>
                  <a:lnTo>
                    <a:pt x="1114508" y="736699"/>
                  </a:lnTo>
                  <a:lnTo>
                    <a:pt x="1112717" y="738490"/>
                  </a:lnTo>
                  <a:close/>
                  <a:moveTo>
                    <a:pt x="1210421" y="737354"/>
                  </a:moveTo>
                  <a:lnTo>
                    <a:pt x="1210421" y="734489"/>
                  </a:lnTo>
                  <a:lnTo>
                    <a:pt x="1208630" y="734489"/>
                  </a:lnTo>
                  <a:lnTo>
                    <a:pt x="1208630" y="737354"/>
                  </a:lnTo>
                  <a:lnTo>
                    <a:pt x="1210421" y="737354"/>
                  </a:lnTo>
                  <a:close/>
                  <a:moveTo>
                    <a:pt x="1166015" y="720164"/>
                  </a:moveTo>
                  <a:lnTo>
                    <a:pt x="1166015" y="723981"/>
                  </a:lnTo>
                  <a:lnTo>
                    <a:pt x="1170670" y="728636"/>
                  </a:lnTo>
                  <a:lnTo>
                    <a:pt x="1170670" y="720164"/>
                  </a:lnTo>
                  <a:lnTo>
                    <a:pt x="1166015" y="720164"/>
                  </a:lnTo>
                  <a:close/>
                  <a:moveTo>
                    <a:pt x="1167805" y="718016"/>
                  </a:moveTo>
                  <a:lnTo>
                    <a:pt x="1170670" y="718016"/>
                  </a:lnTo>
                  <a:lnTo>
                    <a:pt x="1170670" y="716225"/>
                  </a:lnTo>
                  <a:lnTo>
                    <a:pt x="1167805" y="716225"/>
                  </a:lnTo>
                  <a:lnTo>
                    <a:pt x="1167805" y="718016"/>
                  </a:lnTo>
                  <a:close/>
                  <a:moveTo>
                    <a:pt x="1108358" y="712286"/>
                  </a:moveTo>
                  <a:lnTo>
                    <a:pt x="1108358" y="709421"/>
                  </a:lnTo>
                  <a:lnTo>
                    <a:pt x="1101196" y="709421"/>
                  </a:lnTo>
                  <a:lnTo>
                    <a:pt x="1101196" y="712286"/>
                  </a:lnTo>
                  <a:lnTo>
                    <a:pt x="1108358" y="712286"/>
                  </a:lnTo>
                  <a:close/>
                  <a:moveTo>
                    <a:pt x="1157481" y="706495"/>
                  </a:moveTo>
                  <a:lnTo>
                    <a:pt x="1159507" y="704469"/>
                  </a:lnTo>
                  <a:lnTo>
                    <a:pt x="1157717" y="702678"/>
                  </a:lnTo>
                  <a:lnTo>
                    <a:pt x="1155691" y="704704"/>
                  </a:lnTo>
                  <a:lnTo>
                    <a:pt x="1157481" y="706495"/>
                  </a:lnTo>
                  <a:close/>
                  <a:moveTo>
                    <a:pt x="1089440" y="706495"/>
                  </a:moveTo>
                  <a:lnTo>
                    <a:pt x="1091466" y="704469"/>
                  </a:lnTo>
                  <a:lnTo>
                    <a:pt x="1089675" y="702678"/>
                  </a:lnTo>
                  <a:lnTo>
                    <a:pt x="1087649" y="704704"/>
                  </a:lnTo>
                  <a:lnTo>
                    <a:pt x="1089440" y="706495"/>
                  </a:lnTo>
                  <a:close/>
                  <a:moveTo>
                    <a:pt x="1173596" y="704469"/>
                  </a:moveTo>
                  <a:lnTo>
                    <a:pt x="1175622" y="706495"/>
                  </a:lnTo>
                  <a:lnTo>
                    <a:pt x="1179203" y="702914"/>
                  </a:lnTo>
                  <a:lnTo>
                    <a:pt x="1177178" y="700888"/>
                  </a:lnTo>
                  <a:lnTo>
                    <a:pt x="1173596" y="704469"/>
                  </a:lnTo>
                  <a:close/>
                  <a:moveTo>
                    <a:pt x="1187143" y="699752"/>
                  </a:moveTo>
                  <a:lnTo>
                    <a:pt x="1187143" y="696887"/>
                  </a:lnTo>
                  <a:lnTo>
                    <a:pt x="1185353" y="696887"/>
                  </a:lnTo>
                  <a:lnTo>
                    <a:pt x="1185353" y="699752"/>
                  </a:lnTo>
                  <a:lnTo>
                    <a:pt x="1187143" y="699752"/>
                  </a:lnTo>
                  <a:close/>
                  <a:moveTo>
                    <a:pt x="1080068" y="689367"/>
                  </a:moveTo>
                  <a:lnTo>
                    <a:pt x="1082932" y="689367"/>
                  </a:lnTo>
                  <a:lnTo>
                    <a:pt x="1082932" y="682204"/>
                  </a:lnTo>
                  <a:lnTo>
                    <a:pt x="1080068" y="682204"/>
                  </a:lnTo>
                  <a:lnTo>
                    <a:pt x="1080068" y="689367"/>
                  </a:lnTo>
                  <a:close/>
                  <a:moveTo>
                    <a:pt x="1106568" y="665731"/>
                  </a:moveTo>
                  <a:lnTo>
                    <a:pt x="1106568" y="662866"/>
                  </a:lnTo>
                  <a:lnTo>
                    <a:pt x="1099406" y="662866"/>
                  </a:lnTo>
                  <a:lnTo>
                    <a:pt x="1099406" y="665731"/>
                  </a:lnTo>
                  <a:lnTo>
                    <a:pt x="1106568" y="665731"/>
                  </a:lnTo>
                  <a:close/>
                  <a:moveTo>
                    <a:pt x="1146738" y="634872"/>
                  </a:moveTo>
                  <a:lnTo>
                    <a:pt x="1148764" y="632846"/>
                  </a:lnTo>
                  <a:lnTo>
                    <a:pt x="1145183" y="629265"/>
                  </a:lnTo>
                  <a:lnTo>
                    <a:pt x="1143157" y="631291"/>
                  </a:lnTo>
                  <a:lnTo>
                    <a:pt x="1146738" y="634872"/>
                  </a:lnTo>
                  <a:close/>
                  <a:moveTo>
                    <a:pt x="1182130" y="621325"/>
                  </a:moveTo>
                  <a:lnTo>
                    <a:pt x="1184995" y="621325"/>
                  </a:lnTo>
                  <a:lnTo>
                    <a:pt x="1184995" y="619535"/>
                  </a:lnTo>
                  <a:lnTo>
                    <a:pt x="1182130" y="619535"/>
                  </a:lnTo>
                  <a:lnTo>
                    <a:pt x="1182130" y="621325"/>
                  </a:lnTo>
                  <a:close/>
                  <a:moveTo>
                    <a:pt x="1182130" y="614163"/>
                  </a:moveTo>
                  <a:lnTo>
                    <a:pt x="1184995" y="614163"/>
                  </a:lnTo>
                  <a:lnTo>
                    <a:pt x="1184995" y="612373"/>
                  </a:lnTo>
                  <a:lnTo>
                    <a:pt x="1182130" y="612373"/>
                  </a:lnTo>
                  <a:lnTo>
                    <a:pt x="1182130" y="614163"/>
                  </a:lnTo>
                  <a:close/>
                  <a:moveTo>
                    <a:pt x="1178968" y="604433"/>
                  </a:moveTo>
                  <a:lnTo>
                    <a:pt x="1180994" y="602407"/>
                  </a:lnTo>
                  <a:lnTo>
                    <a:pt x="1177413" y="598826"/>
                  </a:lnTo>
                  <a:lnTo>
                    <a:pt x="1175387" y="600851"/>
                  </a:lnTo>
                  <a:lnTo>
                    <a:pt x="1178968" y="604433"/>
                  </a:lnTo>
                  <a:close/>
                  <a:moveTo>
                    <a:pt x="1165656" y="595899"/>
                  </a:moveTo>
                  <a:lnTo>
                    <a:pt x="1165656" y="593034"/>
                  </a:lnTo>
                  <a:lnTo>
                    <a:pt x="1158494" y="593034"/>
                  </a:lnTo>
                  <a:lnTo>
                    <a:pt x="1158494" y="595899"/>
                  </a:lnTo>
                  <a:lnTo>
                    <a:pt x="1165656" y="595899"/>
                  </a:lnTo>
                  <a:close/>
                  <a:moveTo>
                    <a:pt x="1117669" y="513892"/>
                  </a:moveTo>
                  <a:lnTo>
                    <a:pt x="1120534" y="513892"/>
                  </a:lnTo>
                  <a:lnTo>
                    <a:pt x="1120534" y="512101"/>
                  </a:lnTo>
                  <a:lnTo>
                    <a:pt x="1117669" y="512101"/>
                  </a:lnTo>
                  <a:lnTo>
                    <a:pt x="1117669" y="513892"/>
                  </a:lnTo>
                  <a:close/>
                  <a:moveTo>
                    <a:pt x="1112717" y="500580"/>
                  </a:moveTo>
                  <a:lnTo>
                    <a:pt x="1114743" y="498554"/>
                  </a:lnTo>
                  <a:lnTo>
                    <a:pt x="1112953" y="496764"/>
                  </a:lnTo>
                  <a:lnTo>
                    <a:pt x="1110927" y="498789"/>
                  </a:lnTo>
                  <a:lnTo>
                    <a:pt x="1112717" y="500580"/>
                  </a:lnTo>
                  <a:close/>
                  <a:moveTo>
                    <a:pt x="1101196" y="493837"/>
                  </a:moveTo>
                  <a:lnTo>
                    <a:pt x="1101196" y="490972"/>
                  </a:lnTo>
                  <a:lnTo>
                    <a:pt x="1094034" y="490972"/>
                  </a:lnTo>
                  <a:lnTo>
                    <a:pt x="1094034" y="493837"/>
                  </a:lnTo>
                  <a:lnTo>
                    <a:pt x="1101196" y="493837"/>
                  </a:lnTo>
                  <a:close/>
                  <a:moveTo>
                    <a:pt x="1149541" y="162583"/>
                  </a:moveTo>
                  <a:lnTo>
                    <a:pt x="1149541" y="159718"/>
                  </a:lnTo>
                  <a:lnTo>
                    <a:pt x="1147751" y="159718"/>
                  </a:lnTo>
                  <a:lnTo>
                    <a:pt x="1147751" y="162583"/>
                  </a:lnTo>
                  <a:lnTo>
                    <a:pt x="1149541" y="162583"/>
                  </a:lnTo>
                  <a:close/>
                  <a:moveTo>
                    <a:pt x="1142379" y="162583"/>
                  </a:moveTo>
                  <a:lnTo>
                    <a:pt x="1142379" y="159718"/>
                  </a:lnTo>
                  <a:lnTo>
                    <a:pt x="1140589" y="159718"/>
                  </a:lnTo>
                  <a:lnTo>
                    <a:pt x="1140589" y="162583"/>
                  </a:lnTo>
                  <a:lnTo>
                    <a:pt x="1142379" y="162583"/>
                  </a:lnTo>
                  <a:close/>
                  <a:moveTo>
                    <a:pt x="1159272" y="154766"/>
                  </a:moveTo>
                  <a:lnTo>
                    <a:pt x="1161298" y="156792"/>
                  </a:lnTo>
                  <a:lnTo>
                    <a:pt x="1163088" y="155001"/>
                  </a:lnTo>
                  <a:lnTo>
                    <a:pt x="1161062" y="152976"/>
                  </a:lnTo>
                  <a:lnTo>
                    <a:pt x="1159272" y="154766"/>
                  </a:lnTo>
                  <a:close/>
                  <a:moveTo>
                    <a:pt x="1121251" y="143245"/>
                  </a:moveTo>
                  <a:lnTo>
                    <a:pt x="1124115" y="143245"/>
                  </a:lnTo>
                  <a:lnTo>
                    <a:pt x="1124115" y="136083"/>
                  </a:lnTo>
                  <a:lnTo>
                    <a:pt x="1121251" y="136083"/>
                  </a:lnTo>
                  <a:lnTo>
                    <a:pt x="1121251" y="143245"/>
                  </a:lnTo>
                  <a:close/>
                  <a:moveTo>
                    <a:pt x="1166015" y="143245"/>
                  </a:moveTo>
                  <a:lnTo>
                    <a:pt x="1168880" y="143245"/>
                  </a:lnTo>
                  <a:lnTo>
                    <a:pt x="1168880" y="134292"/>
                  </a:lnTo>
                  <a:lnTo>
                    <a:pt x="1166015" y="134292"/>
                  </a:lnTo>
                  <a:lnTo>
                    <a:pt x="1166015" y="143245"/>
                  </a:lnTo>
                  <a:close/>
                  <a:moveTo>
                    <a:pt x="1147751" y="117819"/>
                  </a:moveTo>
                  <a:lnTo>
                    <a:pt x="1147751" y="114954"/>
                  </a:lnTo>
                  <a:lnTo>
                    <a:pt x="1142379" y="114954"/>
                  </a:lnTo>
                  <a:lnTo>
                    <a:pt x="1142379" y="117819"/>
                  </a:lnTo>
                  <a:lnTo>
                    <a:pt x="1147751" y="117819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137" name="Vector layer A6C0D9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800382" y="1364051"/>
                  </a:moveTo>
                  <a:lnTo>
                    <a:pt x="800382" y="1361186"/>
                  </a:lnTo>
                  <a:lnTo>
                    <a:pt x="795010" y="1361186"/>
                  </a:lnTo>
                  <a:lnTo>
                    <a:pt x="795010" y="1364051"/>
                  </a:lnTo>
                  <a:lnTo>
                    <a:pt x="800382" y="1364051"/>
                  </a:lnTo>
                  <a:close/>
                  <a:moveTo>
                    <a:pt x="890687" y="1322213"/>
                  </a:moveTo>
                  <a:lnTo>
                    <a:pt x="892713" y="1324239"/>
                  </a:lnTo>
                  <a:lnTo>
                    <a:pt x="894504" y="1322448"/>
                  </a:lnTo>
                  <a:lnTo>
                    <a:pt x="892478" y="1320423"/>
                  </a:lnTo>
                  <a:lnTo>
                    <a:pt x="890687" y="1322213"/>
                  </a:lnTo>
                  <a:close/>
                  <a:moveTo>
                    <a:pt x="807544" y="1319287"/>
                  </a:moveTo>
                  <a:lnTo>
                    <a:pt x="807544" y="1316422"/>
                  </a:lnTo>
                  <a:lnTo>
                    <a:pt x="805753" y="1316422"/>
                  </a:lnTo>
                  <a:lnTo>
                    <a:pt x="805753" y="1319287"/>
                  </a:lnTo>
                  <a:lnTo>
                    <a:pt x="807544" y="1319287"/>
                  </a:lnTo>
                  <a:close/>
                  <a:moveTo>
                    <a:pt x="786057" y="1317496"/>
                  </a:moveTo>
                  <a:lnTo>
                    <a:pt x="786057" y="1314631"/>
                  </a:lnTo>
                  <a:lnTo>
                    <a:pt x="784267" y="1314631"/>
                  </a:lnTo>
                  <a:lnTo>
                    <a:pt x="784267" y="1317496"/>
                  </a:lnTo>
                  <a:lnTo>
                    <a:pt x="786057" y="1317496"/>
                  </a:lnTo>
                  <a:close/>
                  <a:moveTo>
                    <a:pt x="2086006" y="1308543"/>
                  </a:moveTo>
                  <a:lnTo>
                    <a:pt x="2086006" y="1305679"/>
                  </a:lnTo>
                  <a:lnTo>
                    <a:pt x="2080634" y="1305679"/>
                  </a:lnTo>
                  <a:lnTo>
                    <a:pt x="2080634" y="1308543"/>
                  </a:lnTo>
                  <a:lnTo>
                    <a:pt x="2086006" y="1308543"/>
                  </a:lnTo>
                  <a:close/>
                  <a:moveTo>
                    <a:pt x="933241" y="1303530"/>
                  </a:moveTo>
                  <a:lnTo>
                    <a:pt x="936106" y="1303530"/>
                  </a:lnTo>
                  <a:lnTo>
                    <a:pt x="936106" y="1301739"/>
                  </a:lnTo>
                  <a:lnTo>
                    <a:pt x="933241" y="1301739"/>
                  </a:lnTo>
                  <a:lnTo>
                    <a:pt x="933241" y="1303530"/>
                  </a:lnTo>
                  <a:close/>
                  <a:moveTo>
                    <a:pt x="849085" y="1305320"/>
                  </a:moveTo>
                  <a:lnTo>
                    <a:pt x="851950" y="1305320"/>
                  </a:lnTo>
                  <a:lnTo>
                    <a:pt x="851950" y="1301739"/>
                  </a:lnTo>
                  <a:lnTo>
                    <a:pt x="849085" y="1301739"/>
                  </a:lnTo>
                  <a:lnTo>
                    <a:pt x="849085" y="1305320"/>
                  </a:lnTo>
                  <a:close/>
                  <a:moveTo>
                    <a:pt x="2061296" y="1290996"/>
                  </a:moveTo>
                  <a:lnTo>
                    <a:pt x="2064161" y="1290996"/>
                  </a:lnTo>
                  <a:lnTo>
                    <a:pt x="2064161" y="1289205"/>
                  </a:lnTo>
                  <a:lnTo>
                    <a:pt x="2061296" y="1289205"/>
                  </a:lnTo>
                  <a:lnTo>
                    <a:pt x="2061296" y="1290996"/>
                  </a:lnTo>
                  <a:close/>
                  <a:moveTo>
                    <a:pt x="938613" y="1289205"/>
                  </a:moveTo>
                  <a:lnTo>
                    <a:pt x="941478" y="1289205"/>
                  </a:lnTo>
                  <a:lnTo>
                    <a:pt x="941478" y="1287415"/>
                  </a:lnTo>
                  <a:lnTo>
                    <a:pt x="938613" y="1287415"/>
                  </a:lnTo>
                  <a:lnTo>
                    <a:pt x="938613" y="1289205"/>
                  </a:lnTo>
                  <a:close/>
                  <a:moveTo>
                    <a:pt x="2102479" y="1289205"/>
                  </a:moveTo>
                  <a:lnTo>
                    <a:pt x="2105344" y="1289205"/>
                  </a:lnTo>
                  <a:lnTo>
                    <a:pt x="2105344" y="1283834"/>
                  </a:lnTo>
                  <a:lnTo>
                    <a:pt x="2102479" y="1283834"/>
                  </a:lnTo>
                  <a:lnTo>
                    <a:pt x="2102479" y="1289205"/>
                  </a:lnTo>
                  <a:close/>
                  <a:moveTo>
                    <a:pt x="2061296" y="1283834"/>
                  </a:moveTo>
                  <a:lnTo>
                    <a:pt x="2064161" y="1283834"/>
                  </a:lnTo>
                  <a:lnTo>
                    <a:pt x="2064161" y="1282043"/>
                  </a:lnTo>
                  <a:lnTo>
                    <a:pt x="2061296" y="1282043"/>
                  </a:lnTo>
                  <a:lnTo>
                    <a:pt x="2061296" y="1283834"/>
                  </a:lnTo>
                  <a:close/>
                  <a:moveTo>
                    <a:pt x="2086006" y="1267360"/>
                  </a:moveTo>
                  <a:lnTo>
                    <a:pt x="2086006" y="1264496"/>
                  </a:lnTo>
                  <a:lnTo>
                    <a:pt x="2080634" y="1264496"/>
                  </a:lnTo>
                  <a:lnTo>
                    <a:pt x="2080634" y="1267360"/>
                  </a:lnTo>
                  <a:lnTo>
                    <a:pt x="2086006" y="1267360"/>
                  </a:lnTo>
                  <a:close/>
                  <a:moveTo>
                    <a:pt x="735921" y="1265570"/>
                  </a:moveTo>
                  <a:lnTo>
                    <a:pt x="735921" y="1262705"/>
                  </a:lnTo>
                  <a:lnTo>
                    <a:pt x="734131" y="1262705"/>
                  </a:lnTo>
                  <a:lnTo>
                    <a:pt x="734131" y="1265570"/>
                  </a:lnTo>
                  <a:lnTo>
                    <a:pt x="735921" y="1265570"/>
                  </a:lnTo>
                  <a:close/>
                  <a:moveTo>
                    <a:pt x="728759" y="1265570"/>
                  </a:moveTo>
                  <a:lnTo>
                    <a:pt x="728759" y="1262705"/>
                  </a:lnTo>
                  <a:lnTo>
                    <a:pt x="726969" y="1262705"/>
                  </a:lnTo>
                  <a:lnTo>
                    <a:pt x="726969" y="1265570"/>
                  </a:lnTo>
                  <a:lnTo>
                    <a:pt x="728759" y="1265570"/>
                  </a:lnTo>
                  <a:close/>
                  <a:moveTo>
                    <a:pt x="888119" y="1263779"/>
                  </a:moveTo>
                  <a:lnTo>
                    <a:pt x="888119" y="1260914"/>
                  </a:lnTo>
                  <a:lnTo>
                    <a:pt x="886329" y="1260914"/>
                  </a:lnTo>
                  <a:lnTo>
                    <a:pt x="886329" y="1263779"/>
                  </a:lnTo>
                  <a:lnTo>
                    <a:pt x="888119" y="1263779"/>
                  </a:lnTo>
                  <a:close/>
                  <a:moveTo>
                    <a:pt x="657495" y="1262347"/>
                  </a:moveTo>
                  <a:lnTo>
                    <a:pt x="660360" y="1262347"/>
                  </a:lnTo>
                  <a:lnTo>
                    <a:pt x="660360" y="1260556"/>
                  </a:lnTo>
                  <a:lnTo>
                    <a:pt x="657495" y="1260556"/>
                  </a:lnTo>
                  <a:lnTo>
                    <a:pt x="657495" y="1262347"/>
                  </a:lnTo>
                  <a:close/>
                  <a:moveTo>
                    <a:pt x="657495" y="1256975"/>
                  </a:moveTo>
                  <a:lnTo>
                    <a:pt x="660360" y="1256975"/>
                  </a:lnTo>
                  <a:lnTo>
                    <a:pt x="660360" y="1255185"/>
                  </a:lnTo>
                  <a:lnTo>
                    <a:pt x="657495" y="1255185"/>
                  </a:lnTo>
                  <a:lnTo>
                    <a:pt x="657495" y="1256975"/>
                  </a:lnTo>
                  <a:close/>
                  <a:moveTo>
                    <a:pt x="786415" y="1248022"/>
                  </a:moveTo>
                  <a:lnTo>
                    <a:pt x="789280" y="1248022"/>
                  </a:lnTo>
                  <a:lnTo>
                    <a:pt x="789280" y="1246232"/>
                  </a:lnTo>
                  <a:lnTo>
                    <a:pt x="786415" y="1246232"/>
                  </a:lnTo>
                  <a:lnTo>
                    <a:pt x="786415" y="1248022"/>
                  </a:lnTo>
                  <a:close/>
                  <a:moveTo>
                    <a:pt x="687576" y="1247664"/>
                  </a:moveTo>
                  <a:lnTo>
                    <a:pt x="687576" y="1244799"/>
                  </a:lnTo>
                  <a:lnTo>
                    <a:pt x="685786" y="1244799"/>
                  </a:lnTo>
                  <a:lnTo>
                    <a:pt x="685786" y="1247664"/>
                  </a:lnTo>
                  <a:lnTo>
                    <a:pt x="687576" y="1247664"/>
                  </a:lnTo>
                  <a:close/>
                  <a:moveTo>
                    <a:pt x="744874" y="1242293"/>
                  </a:moveTo>
                  <a:lnTo>
                    <a:pt x="744874" y="1239428"/>
                  </a:lnTo>
                  <a:lnTo>
                    <a:pt x="743084" y="1239428"/>
                  </a:lnTo>
                  <a:lnTo>
                    <a:pt x="743084" y="1242293"/>
                  </a:lnTo>
                  <a:lnTo>
                    <a:pt x="744874" y="1242293"/>
                  </a:lnTo>
                  <a:close/>
                  <a:moveTo>
                    <a:pt x="720164" y="1222955"/>
                  </a:moveTo>
                  <a:lnTo>
                    <a:pt x="723029" y="1222955"/>
                  </a:lnTo>
                  <a:lnTo>
                    <a:pt x="723029" y="1221164"/>
                  </a:lnTo>
                  <a:lnTo>
                    <a:pt x="720164" y="1221164"/>
                  </a:lnTo>
                  <a:lnTo>
                    <a:pt x="720164" y="1222955"/>
                  </a:lnTo>
                  <a:close/>
                  <a:moveTo>
                    <a:pt x="704049" y="1226536"/>
                  </a:moveTo>
                  <a:lnTo>
                    <a:pt x="706914" y="1226536"/>
                  </a:lnTo>
                  <a:lnTo>
                    <a:pt x="706914" y="1221164"/>
                  </a:lnTo>
                  <a:lnTo>
                    <a:pt x="704049" y="1221164"/>
                  </a:lnTo>
                  <a:lnTo>
                    <a:pt x="704049" y="1226536"/>
                  </a:lnTo>
                  <a:close/>
                  <a:moveTo>
                    <a:pt x="788206" y="1221164"/>
                  </a:moveTo>
                  <a:lnTo>
                    <a:pt x="791071" y="1221164"/>
                  </a:lnTo>
                  <a:lnTo>
                    <a:pt x="791071" y="1219373"/>
                  </a:lnTo>
                  <a:lnTo>
                    <a:pt x="788206" y="1219373"/>
                  </a:lnTo>
                  <a:lnTo>
                    <a:pt x="788206" y="1221164"/>
                  </a:lnTo>
                  <a:close/>
                  <a:moveTo>
                    <a:pt x="720164" y="1215792"/>
                  </a:moveTo>
                  <a:lnTo>
                    <a:pt x="723029" y="1215792"/>
                  </a:lnTo>
                  <a:lnTo>
                    <a:pt x="723029" y="1214002"/>
                  </a:lnTo>
                  <a:lnTo>
                    <a:pt x="720164" y="1214002"/>
                  </a:lnTo>
                  <a:lnTo>
                    <a:pt x="720164" y="1215792"/>
                  </a:lnTo>
                  <a:close/>
                  <a:moveTo>
                    <a:pt x="327673" y="1211853"/>
                  </a:moveTo>
                  <a:lnTo>
                    <a:pt x="327673" y="1208988"/>
                  </a:lnTo>
                  <a:lnTo>
                    <a:pt x="325882" y="1208988"/>
                  </a:lnTo>
                  <a:lnTo>
                    <a:pt x="325882" y="1211853"/>
                  </a:lnTo>
                  <a:lnTo>
                    <a:pt x="327673" y="1211853"/>
                  </a:lnTo>
                  <a:close/>
                  <a:moveTo>
                    <a:pt x="316930" y="1211853"/>
                  </a:moveTo>
                  <a:lnTo>
                    <a:pt x="316930" y="1208988"/>
                  </a:lnTo>
                  <a:lnTo>
                    <a:pt x="315139" y="1208988"/>
                  </a:lnTo>
                  <a:lnTo>
                    <a:pt x="315139" y="1211853"/>
                  </a:lnTo>
                  <a:lnTo>
                    <a:pt x="316930" y="1211853"/>
                  </a:lnTo>
                  <a:close/>
                  <a:moveTo>
                    <a:pt x="665077" y="1207617"/>
                  </a:moveTo>
                  <a:lnTo>
                    <a:pt x="667102" y="1209643"/>
                  </a:lnTo>
                  <a:lnTo>
                    <a:pt x="668893" y="1207852"/>
                  </a:lnTo>
                  <a:lnTo>
                    <a:pt x="666867" y="1205827"/>
                  </a:lnTo>
                  <a:lnTo>
                    <a:pt x="665077" y="1207617"/>
                  </a:lnTo>
                  <a:close/>
                  <a:moveTo>
                    <a:pt x="612373" y="1186785"/>
                  </a:moveTo>
                  <a:lnTo>
                    <a:pt x="612373" y="1183920"/>
                  </a:lnTo>
                  <a:lnTo>
                    <a:pt x="610582" y="1183920"/>
                  </a:lnTo>
                  <a:lnTo>
                    <a:pt x="610582" y="1186785"/>
                  </a:lnTo>
                  <a:lnTo>
                    <a:pt x="612373" y="1186785"/>
                  </a:lnTo>
                  <a:close/>
                  <a:moveTo>
                    <a:pt x="827240" y="1184995"/>
                  </a:moveTo>
                  <a:lnTo>
                    <a:pt x="827240" y="1182130"/>
                  </a:lnTo>
                  <a:lnTo>
                    <a:pt x="823659" y="1182130"/>
                  </a:lnTo>
                  <a:lnTo>
                    <a:pt x="823659" y="1184995"/>
                  </a:lnTo>
                  <a:lnTo>
                    <a:pt x="827240" y="1184995"/>
                  </a:lnTo>
                  <a:close/>
                  <a:moveTo>
                    <a:pt x="652123" y="1165656"/>
                  </a:moveTo>
                  <a:lnTo>
                    <a:pt x="654988" y="1165656"/>
                  </a:lnTo>
                  <a:lnTo>
                    <a:pt x="654988" y="1158494"/>
                  </a:lnTo>
                  <a:lnTo>
                    <a:pt x="652123" y="1158494"/>
                  </a:lnTo>
                  <a:lnTo>
                    <a:pt x="652123" y="1165656"/>
                  </a:lnTo>
                  <a:close/>
                  <a:moveTo>
                    <a:pt x="888119" y="1150974"/>
                  </a:moveTo>
                  <a:lnTo>
                    <a:pt x="888119" y="1148109"/>
                  </a:lnTo>
                  <a:lnTo>
                    <a:pt x="884538" y="1148109"/>
                  </a:lnTo>
                  <a:lnTo>
                    <a:pt x="884538" y="1150974"/>
                  </a:lnTo>
                  <a:lnTo>
                    <a:pt x="888119" y="1150974"/>
                  </a:lnTo>
                  <a:close/>
                  <a:moveTo>
                    <a:pt x="823659" y="1143812"/>
                  </a:moveTo>
                  <a:lnTo>
                    <a:pt x="823659" y="1140947"/>
                  </a:lnTo>
                  <a:lnTo>
                    <a:pt x="821868" y="1140947"/>
                  </a:lnTo>
                  <a:lnTo>
                    <a:pt x="821868" y="1143812"/>
                  </a:lnTo>
                  <a:lnTo>
                    <a:pt x="823659" y="1143812"/>
                  </a:lnTo>
                  <a:close/>
                  <a:moveTo>
                    <a:pt x="791429" y="1109791"/>
                  </a:moveTo>
                  <a:lnTo>
                    <a:pt x="791429" y="1106926"/>
                  </a:lnTo>
                  <a:lnTo>
                    <a:pt x="789638" y="1106926"/>
                  </a:lnTo>
                  <a:lnTo>
                    <a:pt x="789638" y="1109791"/>
                  </a:lnTo>
                  <a:lnTo>
                    <a:pt x="791429" y="1109791"/>
                  </a:lnTo>
                  <a:close/>
                  <a:moveTo>
                    <a:pt x="719806" y="1109791"/>
                  </a:moveTo>
                  <a:lnTo>
                    <a:pt x="719806" y="1106926"/>
                  </a:lnTo>
                  <a:lnTo>
                    <a:pt x="718016" y="1106926"/>
                  </a:lnTo>
                  <a:lnTo>
                    <a:pt x="718016" y="1109791"/>
                  </a:lnTo>
                  <a:lnTo>
                    <a:pt x="719806" y="1109791"/>
                  </a:lnTo>
                  <a:close/>
                  <a:moveTo>
                    <a:pt x="698678" y="1086872"/>
                  </a:moveTo>
                  <a:lnTo>
                    <a:pt x="701543" y="1086872"/>
                  </a:lnTo>
                  <a:lnTo>
                    <a:pt x="701543" y="1085081"/>
                  </a:lnTo>
                  <a:lnTo>
                    <a:pt x="698678" y="1085081"/>
                  </a:lnTo>
                  <a:lnTo>
                    <a:pt x="698678" y="1086872"/>
                  </a:lnTo>
                  <a:close/>
                  <a:moveTo>
                    <a:pt x="863409" y="1079709"/>
                  </a:moveTo>
                  <a:lnTo>
                    <a:pt x="866274" y="1079709"/>
                  </a:lnTo>
                  <a:lnTo>
                    <a:pt x="866274" y="1076128"/>
                  </a:lnTo>
                  <a:lnTo>
                    <a:pt x="863409" y="1076128"/>
                  </a:lnTo>
                  <a:lnTo>
                    <a:pt x="863409" y="1079709"/>
                  </a:lnTo>
                  <a:close/>
                  <a:moveTo>
                    <a:pt x="743861" y="1059000"/>
                  </a:moveTo>
                  <a:lnTo>
                    <a:pt x="745887" y="1061026"/>
                  </a:lnTo>
                  <a:lnTo>
                    <a:pt x="747678" y="1059236"/>
                  </a:lnTo>
                  <a:lnTo>
                    <a:pt x="745652" y="1057210"/>
                  </a:lnTo>
                  <a:lnTo>
                    <a:pt x="743861" y="1059000"/>
                  </a:lnTo>
                  <a:close/>
                  <a:moveTo>
                    <a:pt x="784267" y="1054283"/>
                  </a:moveTo>
                  <a:lnTo>
                    <a:pt x="784267" y="1051419"/>
                  </a:lnTo>
                  <a:lnTo>
                    <a:pt x="782476" y="1051419"/>
                  </a:lnTo>
                  <a:lnTo>
                    <a:pt x="782476" y="1054283"/>
                  </a:lnTo>
                  <a:lnTo>
                    <a:pt x="784267" y="1054283"/>
                  </a:lnTo>
                  <a:close/>
                  <a:moveTo>
                    <a:pt x="807902" y="1027783"/>
                  </a:moveTo>
                  <a:lnTo>
                    <a:pt x="810767" y="1027783"/>
                  </a:lnTo>
                  <a:lnTo>
                    <a:pt x="810767" y="1025993"/>
                  </a:lnTo>
                  <a:lnTo>
                    <a:pt x="807902" y="1025993"/>
                  </a:lnTo>
                  <a:lnTo>
                    <a:pt x="807902" y="1027783"/>
                  </a:lnTo>
                  <a:close/>
                  <a:moveTo>
                    <a:pt x="899221" y="957951"/>
                  </a:moveTo>
                  <a:lnTo>
                    <a:pt x="902086" y="957951"/>
                  </a:lnTo>
                  <a:lnTo>
                    <a:pt x="902086" y="956161"/>
                  </a:lnTo>
                  <a:lnTo>
                    <a:pt x="899221" y="956161"/>
                  </a:lnTo>
                  <a:lnTo>
                    <a:pt x="899221" y="957951"/>
                  </a:lnTo>
                  <a:close/>
                  <a:moveTo>
                    <a:pt x="800740" y="945417"/>
                  </a:moveTo>
                  <a:lnTo>
                    <a:pt x="803605" y="945417"/>
                  </a:lnTo>
                  <a:lnTo>
                    <a:pt x="803605" y="938255"/>
                  </a:lnTo>
                  <a:lnTo>
                    <a:pt x="800740" y="938255"/>
                  </a:lnTo>
                  <a:lnTo>
                    <a:pt x="800740" y="945417"/>
                  </a:lnTo>
                  <a:close/>
                  <a:moveTo>
                    <a:pt x="902802" y="922140"/>
                  </a:moveTo>
                  <a:lnTo>
                    <a:pt x="905667" y="922140"/>
                  </a:lnTo>
                  <a:lnTo>
                    <a:pt x="905667" y="918559"/>
                  </a:lnTo>
                  <a:lnTo>
                    <a:pt x="902802" y="918559"/>
                  </a:lnTo>
                  <a:lnTo>
                    <a:pt x="902802" y="922140"/>
                  </a:lnTo>
                  <a:close/>
                  <a:moveTo>
                    <a:pt x="752395" y="852308"/>
                  </a:moveTo>
                  <a:lnTo>
                    <a:pt x="755259" y="852308"/>
                  </a:lnTo>
                  <a:lnTo>
                    <a:pt x="755259" y="850517"/>
                  </a:lnTo>
                  <a:lnTo>
                    <a:pt x="752395" y="850517"/>
                  </a:lnTo>
                  <a:lnTo>
                    <a:pt x="752395" y="852308"/>
                  </a:lnTo>
                  <a:close/>
                  <a:moveTo>
                    <a:pt x="734131" y="834044"/>
                  </a:moveTo>
                  <a:lnTo>
                    <a:pt x="734131" y="831179"/>
                  </a:lnTo>
                  <a:lnTo>
                    <a:pt x="726969" y="831179"/>
                  </a:lnTo>
                  <a:lnTo>
                    <a:pt x="726969" y="834044"/>
                  </a:lnTo>
                  <a:lnTo>
                    <a:pt x="734131" y="834044"/>
                  </a:lnTo>
                  <a:close/>
                  <a:moveTo>
                    <a:pt x="818287" y="825091"/>
                  </a:moveTo>
                  <a:lnTo>
                    <a:pt x="818287" y="822227"/>
                  </a:lnTo>
                  <a:lnTo>
                    <a:pt x="812916" y="822227"/>
                  </a:lnTo>
                  <a:lnTo>
                    <a:pt x="812916" y="825091"/>
                  </a:lnTo>
                  <a:lnTo>
                    <a:pt x="818287" y="825091"/>
                  </a:lnTo>
                  <a:close/>
                  <a:moveTo>
                    <a:pt x="689725" y="809334"/>
                  </a:moveTo>
                  <a:lnTo>
                    <a:pt x="692590" y="809334"/>
                  </a:lnTo>
                  <a:lnTo>
                    <a:pt x="692590" y="807544"/>
                  </a:lnTo>
                  <a:lnTo>
                    <a:pt x="689725" y="807544"/>
                  </a:lnTo>
                  <a:lnTo>
                    <a:pt x="689725" y="809334"/>
                  </a:lnTo>
                  <a:close/>
                  <a:moveTo>
                    <a:pt x="836551" y="805753"/>
                  </a:moveTo>
                  <a:lnTo>
                    <a:pt x="839416" y="805753"/>
                  </a:lnTo>
                  <a:lnTo>
                    <a:pt x="839416" y="803963"/>
                  </a:lnTo>
                  <a:lnTo>
                    <a:pt x="836551" y="803963"/>
                  </a:lnTo>
                  <a:lnTo>
                    <a:pt x="836551" y="805753"/>
                  </a:lnTo>
                  <a:close/>
                  <a:moveTo>
                    <a:pt x="836551" y="798591"/>
                  </a:moveTo>
                  <a:lnTo>
                    <a:pt x="839416" y="798591"/>
                  </a:lnTo>
                  <a:lnTo>
                    <a:pt x="839416" y="796801"/>
                  </a:lnTo>
                  <a:lnTo>
                    <a:pt x="836551" y="796801"/>
                  </a:lnTo>
                  <a:lnTo>
                    <a:pt x="836551" y="798591"/>
                  </a:lnTo>
                  <a:close/>
                  <a:moveTo>
                    <a:pt x="671461" y="766003"/>
                  </a:moveTo>
                  <a:lnTo>
                    <a:pt x="671461" y="763138"/>
                  </a:lnTo>
                  <a:lnTo>
                    <a:pt x="669671" y="763138"/>
                  </a:lnTo>
                  <a:lnTo>
                    <a:pt x="669671" y="766003"/>
                  </a:lnTo>
                  <a:lnTo>
                    <a:pt x="671461" y="766003"/>
                  </a:lnTo>
                  <a:close/>
                  <a:moveTo>
                    <a:pt x="664299" y="766003"/>
                  </a:moveTo>
                  <a:lnTo>
                    <a:pt x="664299" y="763138"/>
                  </a:lnTo>
                  <a:lnTo>
                    <a:pt x="662508" y="763138"/>
                  </a:lnTo>
                  <a:lnTo>
                    <a:pt x="662508" y="766003"/>
                  </a:lnTo>
                  <a:lnTo>
                    <a:pt x="664299" y="766003"/>
                  </a:lnTo>
                  <a:close/>
                  <a:moveTo>
                    <a:pt x="641380" y="741293"/>
                  </a:moveTo>
                  <a:lnTo>
                    <a:pt x="644245" y="741293"/>
                  </a:lnTo>
                  <a:lnTo>
                    <a:pt x="644245" y="739503"/>
                  </a:lnTo>
                  <a:lnTo>
                    <a:pt x="641380" y="739503"/>
                  </a:lnTo>
                  <a:lnTo>
                    <a:pt x="641380" y="741293"/>
                  </a:lnTo>
                  <a:close/>
                  <a:moveTo>
                    <a:pt x="689725" y="743084"/>
                  </a:moveTo>
                  <a:lnTo>
                    <a:pt x="692590" y="743084"/>
                  </a:lnTo>
                  <a:lnTo>
                    <a:pt x="692590" y="737712"/>
                  </a:lnTo>
                  <a:lnTo>
                    <a:pt x="689725" y="737712"/>
                  </a:lnTo>
                  <a:lnTo>
                    <a:pt x="689725" y="743084"/>
                  </a:lnTo>
                  <a:close/>
                  <a:moveTo>
                    <a:pt x="667880" y="717658"/>
                  </a:moveTo>
                  <a:lnTo>
                    <a:pt x="667880" y="714793"/>
                  </a:lnTo>
                  <a:lnTo>
                    <a:pt x="666089" y="714793"/>
                  </a:lnTo>
                  <a:lnTo>
                    <a:pt x="666089" y="717658"/>
                  </a:lnTo>
                  <a:lnTo>
                    <a:pt x="667880" y="717658"/>
                  </a:lnTo>
                  <a:close/>
                  <a:moveTo>
                    <a:pt x="451580" y="700110"/>
                  </a:moveTo>
                  <a:lnTo>
                    <a:pt x="454445" y="700110"/>
                  </a:lnTo>
                  <a:lnTo>
                    <a:pt x="454445" y="698320"/>
                  </a:lnTo>
                  <a:lnTo>
                    <a:pt x="451580" y="698320"/>
                  </a:lnTo>
                  <a:lnTo>
                    <a:pt x="451580" y="700110"/>
                  </a:lnTo>
                  <a:close/>
                  <a:moveTo>
                    <a:pt x="451580" y="689960"/>
                  </a:moveTo>
                  <a:lnTo>
                    <a:pt x="451580" y="691157"/>
                  </a:lnTo>
                  <a:lnTo>
                    <a:pt x="454445" y="691157"/>
                  </a:lnTo>
                  <a:lnTo>
                    <a:pt x="454445" y="688773"/>
                  </a:lnTo>
                  <a:lnTo>
                    <a:pt x="452235" y="686563"/>
                  </a:lnTo>
                  <a:lnTo>
                    <a:pt x="450209" y="688589"/>
                  </a:lnTo>
                  <a:lnTo>
                    <a:pt x="451580" y="689960"/>
                  </a:lnTo>
                  <a:close/>
                  <a:moveTo>
                    <a:pt x="497777" y="671103"/>
                  </a:moveTo>
                  <a:lnTo>
                    <a:pt x="497777" y="668238"/>
                  </a:lnTo>
                  <a:lnTo>
                    <a:pt x="495986" y="668238"/>
                  </a:lnTo>
                  <a:lnTo>
                    <a:pt x="495986" y="671103"/>
                  </a:lnTo>
                  <a:lnTo>
                    <a:pt x="497777" y="671103"/>
                  </a:lnTo>
                  <a:close/>
                  <a:moveTo>
                    <a:pt x="551852" y="653555"/>
                  </a:moveTo>
                  <a:lnTo>
                    <a:pt x="554716" y="653555"/>
                  </a:lnTo>
                  <a:lnTo>
                    <a:pt x="554716" y="649974"/>
                  </a:lnTo>
                  <a:lnTo>
                    <a:pt x="551852" y="649974"/>
                  </a:lnTo>
                  <a:lnTo>
                    <a:pt x="551852" y="653555"/>
                  </a:lnTo>
                  <a:close/>
                  <a:moveTo>
                    <a:pt x="551852" y="646393"/>
                  </a:moveTo>
                  <a:lnTo>
                    <a:pt x="554716" y="646393"/>
                  </a:lnTo>
                  <a:lnTo>
                    <a:pt x="554716" y="642812"/>
                  </a:lnTo>
                  <a:lnTo>
                    <a:pt x="551852" y="642812"/>
                  </a:lnTo>
                  <a:lnTo>
                    <a:pt x="551852" y="646393"/>
                  </a:lnTo>
                  <a:close/>
                  <a:moveTo>
                    <a:pt x="465546" y="640663"/>
                  </a:moveTo>
                  <a:lnTo>
                    <a:pt x="465546" y="637799"/>
                  </a:lnTo>
                  <a:lnTo>
                    <a:pt x="461965" y="637799"/>
                  </a:lnTo>
                  <a:lnTo>
                    <a:pt x="461965" y="640663"/>
                  </a:lnTo>
                  <a:lnTo>
                    <a:pt x="465546" y="640663"/>
                  </a:lnTo>
                  <a:close/>
                  <a:moveTo>
                    <a:pt x="494195" y="619177"/>
                  </a:moveTo>
                  <a:lnTo>
                    <a:pt x="494195" y="616312"/>
                  </a:lnTo>
                  <a:lnTo>
                    <a:pt x="492405" y="616312"/>
                  </a:lnTo>
                  <a:lnTo>
                    <a:pt x="492405" y="619177"/>
                  </a:lnTo>
                  <a:lnTo>
                    <a:pt x="494195" y="619177"/>
                  </a:lnTo>
                  <a:close/>
                  <a:moveTo>
                    <a:pt x="571190" y="458026"/>
                  </a:moveTo>
                  <a:lnTo>
                    <a:pt x="571190" y="455161"/>
                  </a:lnTo>
                  <a:lnTo>
                    <a:pt x="569399" y="455161"/>
                  </a:lnTo>
                  <a:lnTo>
                    <a:pt x="569399" y="458026"/>
                  </a:lnTo>
                  <a:lnTo>
                    <a:pt x="571190" y="458026"/>
                  </a:lnTo>
                  <a:close/>
                  <a:moveTo>
                    <a:pt x="562237" y="458026"/>
                  </a:moveTo>
                  <a:lnTo>
                    <a:pt x="562237" y="455161"/>
                  </a:lnTo>
                  <a:lnTo>
                    <a:pt x="560446" y="455161"/>
                  </a:lnTo>
                  <a:lnTo>
                    <a:pt x="560446" y="458026"/>
                  </a:lnTo>
                  <a:lnTo>
                    <a:pt x="562237" y="458026"/>
                  </a:lnTo>
                  <a:close/>
                  <a:moveTo>
                    <a:pt x="282909" y="456235"/>
                  </a:moveTo>
                  <a:lnTo>
                    <a:pt x="282909" y="453371"/>
                  </a:lnTo>
                  <a:lnTo>
                    <a:pt x="275747" y="453371"/>
                  </a:lnTo>
                  <a:lnTo>
                    <a:pt x="275747" y="456235"/>
                  </a:lnTo>
                  <a:lnTo>
                    <a:pt x="282909" y="456235"/>
                  </a:lnTo>
                  <a:close/>
                  <a:moveTo>
                    <a:pt x="299802" y="409261"/>
                  </a:moveTo>
                  <a:lnTo>
                    <a:pt x="301827" y="407235"/>
                  </a:lnTo>
                  <a:lnTo>
                    <a:pt x="300037" y="405445"/>
                  </a:lnTo>
                  <a:lnTo>
                    <a:pt x="298011" y="407471"/>
                  </a:lnTo>
                  <a:lnTo>
                    <a:pt x="299802" y="409261"/>
                  </a:lnTo>
                  <a:close/>
                  <a:moveTo>
                    <a:pt x="284700" y="400728"/>
                  </a:moveTo>
                  <a:lnTo>
                    <a:pt x="284700" y="397863"/>
                  </a:lnTo>
                  <a:lnTo>
                    <a:pt x="282909" y="397863"/>
                  </a:lnTo>
                  <a:lnTo>
                    <a:pt x="282909" y="400728"/>
                  </a:lnTo>
                  <a:lnTo>
                    <a:pt x="284700" y="400728"/>
                  </a:lnTo>
                  <a:close/>
                  <a:moveTo>
                    <a:pt x="275747" y="400728"/>
                  </a:moveTo>
                  <a:lnTo>
                    <a:pt x="275747" y="397863"/>
                  </a:lnTo>
                  <a:lnTo>
                    <a:pt x="273956" y="397863"/>
                  </a:lnTo>
                  <a:lnTo>
                    <a:pt x="273956" y="400728"/>
                  </a:lnTo>
                  <a:lnTo>
                    <a:pt x="275747" y="400728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138" name="Vector layer BCBBBF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28289" y="1667792"/>
                  </a:moveTo>
                  <a:lnTo>
                    <a:pt x="930315" y="1669818"/>
                  </a:lnTo>
                  <a:lnTo>
                    <a:pt x="932525" y="1667607"/>
                  </a:lnTo>
                  <a:lnTo>
                    <a:pt x="932525" y="1665224"/>
                  </a:lnTo>
                  <a:lnTo>
                    <a:pt x="929660" y="1665224"/>
                  </a:lnTo>
                  <a:lnTo>
                    <a:pt x="929660" y="1666421"/>
                  </a:lnTo>
                  <a:lnTo>
                    <a:pt x="928289" y="1667792"/>
                  </a:lnTo>
                  <a:close/>
                  <a:moveTo>
                    <a:pt x="928289" y="1653467"/>
                  </a:moveTo>
                  <a:lnTo>
                    <a:pt x="930315" y="1655493"/>
                  </a:lnTo>
                  <a:lnTo>
                    <a:pt x="932525" y="1653283"/>
                  </a:lnTo>
                  <a:lnTo>
                    <a:pt x="932525" y="1650899"/>
                  </a:lnTo>
                  <a:lnTo>
                    <a:pt x="929660" y="1650899"/>
                  </a:lnTo>
                  <a:lnTo>
                    <a:pt x="929660" y="1652096"/>
                  </a:lnTo>
                  <a:lnTo>
                    <a:pt x="928289" y="1653467"/>
                  </a:lnTo>
                  <a:close/>
                  <a:moveTo>
                    <a:pt x="963323" y="1645169"/>
                  </a:moveTo>
                  <a:lnTo>
                    <a:pt x="963323" y="1642304"/>
                  </a:lnTo>
                  <a:lnTo>
                    <a:pt x="961532" y="1642304"/>
                  </a:lnTo>
                  <a:lnTo>
                    <a:pt x="961532" y="1645169"/>
                  </a:lnTo>
                  <a:lnTo>
                    <a:pt x="963323" y="1645169"/>
                  </a:lnTo>
                  <a:close/>
                  <a:moveTo>
                    <a:pt x="1007074" y="1642724"/>
                  </a:moveTo>
                  <a:lnTo>
                    <a:pt x="1009100" y="1644750"/>
                  </a:lnTo>
                  <a:lnTo>
                    <a:pt x="1010890" y="1642959"/>
                  </a:lnTo>
                  <a:lnTo>
                    <a:pt x="1008865" y="1640933"/>
                  </a:lnTo>
                  <a:lnTo>
                    <a:pt x="1007074" y="1642724"/>
                  </a:lnTo>
                  <a:close/>
                  <a:moveTo>
                    <a:pt x="952580" y="1643379"/>
                  </a:moveTo>
                  <a:lnTo>
                    <a:pt x="952580" y="1640514"/>
                  </a:lnTo>
                  <a:lnTo>
                    <a:pt x="948998" y="1640514"/>
                  </a:lnTo>
                  <a:lnTo>
                    <a:pt x="948998" y="1643379"/>
                  </a:lnTo>
                  <a:lnTo>
                    <a:pt x="952580" y="1643379"/>
                  </a:lnTo>
                  <a:close/>
                  <a:moveTo>
                    <a:pt x="936464" y="1638007"/>
                  </a:moveTo>
                  <a:lnTo>
                    <a:pt x="936464" y="1635142"/>
                  </a:lnTo>
                  <a:lnTo>
                    <a:pt x="934674" y="1635142"/>
                  </a:lnTo>
                  <a:lnTo>
                    <a:pt x="934674" y="1638007"/>
                  </a:lnTo>
                  <a:lnTo>
                    <a:pt x="936464" y="1638007"/>
                  </a:lnTo>
                  <a:close/>
                  <a:moveTo>
                    <a:pt x="1035304" y="1626189"/>
                  </a:moveTo>
                  <a:lnTo>
                    <a:pt x="1035304" y="1630610"/>
                  </a:lnTo>
                  <a:lnTo>
                    <a:pt x="1030771" y="1635142"/>
                  </a:lnTo>
                  <a:lnTo>
                    <a:pt x="1027783" y="1635142"/>
                  </a:lnTo>
                  <a:lnTo>
                    <a:pt x="1027783" y="1638007"/>
                  </a:lnTo>
                  <a:lnTo>
                    <a:pt x="1031958" y="1638007"/>
                  </a:lnTo>
                  <a:lnTo>
                    <a:pt x="1033748" y="1636216"/>
                  </a:lnTo>
                  <a:lnTo>
                    <a:pt x="1035539" y="1636216"/>
                  </a:lnTo>
                  <a:lnTo>
                    <a:pt x="1037329" y="1634426"/>
                  </a:lnTo>
                  <a:lnTo>
                    <a:pt x="1040910" y="1634426"/>
                  </a:lnTo>
                  <a:lnTo>
                    <a:pt x="1044133" y="1631203"/>
                  </a:lnTo>
                  <a:lnTo>
                    <a:pt x="1039120" y="1626189"/>
                  </a:lnTo>
                  <a:lnTo>
                    <a:pt x="1035304" y="1626189"/>
                  </a:lnTo>
                  <a:close/>
                  <a:moveTo>
                    <a:pt x="910384" y="1630425"/>
                  </a:moveTo>
                  <a:lnTo>
                    <a:pt x="912409" y="1628399"/>
                  </a:lnTo>
                  <a:lnTo>
                    <a:pt x="908828" y="1624818"/>
                  </a:lnTo>
                  <a:lnTo>
                    <a:pt x="906803" y="1626844"/>
                  </a:lnTo>
                  <a:lnTo>
                    <a:pt x="910384" y="1630425"/>
                  </a:lnTo>
                  <a:close/>
                  <a:moveTo>
                    <a:pt x="898863" y="1621892"/>
                  </a:moveTo>
                  <a:lnTo>
                    <a:pt x="898863" y="1619027"/>
                  </a:lnTo>
                  <a:lnTo>
                    <a:pt x="895281" y="1619027"/>
                  </a:lnTo>
                  <a:lnTo>
                    <a:pt x="895281" y="1621892"/>
                  </a:lnTo>
                  <a:lnTo>
                    <a:pt x="898863" y="1621892"/>
                  </a:lnTo>
                  <a:close/>
                  <a:moveTo>
                    <a:pt x="877499" y="1615446"/>
                  </a:moveTo>
                  <a:lnTo>
                    <a:pt x="883945" y="1621892"/>
                  </a:lnTo>
                  <a:lnTo>
                    <a:pt x="893133" y="1621892"/>
                  </a:lnTo>
                  <a:lnTo>
                    <a:pt x="893133" y="1615446"/>
                  </a:lnTo>
                  <a:lnTo>
                    <a:pt x="877499" y="1615446"/>
                  </a:lnTo>
                  <a:close/>
                  <a:moveTo>
                    <a:pt x="874992" y="1614730"/>
                  </a:moveTo>
                  <a:lnTo>
                    <a:pt x="876363" y="1616101"/>
                  </a:lnTo>
                  <a:lnTo>
                    <a:pt x="878389" y="1614075"/>
                  </a:lnTo>
                  <a:lnTo>
                    <a:pt x="876179" y="1611865"/>
                  </a:lnTo>
                  <a:lnTo>
                    <a:pt x="873795" y="1611865"/>
                  </a:lnTo>
                  <a:lnTo>
                    <a:pt x="873795" y="1614730"/>
                  </a:lnTo>
                  <a:lnTo>
                    <a:pt x="874992" y="1614730"/>
                  </a:lnTo>
                  <a:close/>
                  <a:moveTo>
                    <a:pt x="867410" y="1610729"/>
                  </a:moveTo>
                  <a:lnTo>
                    <a:pt x="869436" y="1608703"/>
                  </a:lnTo>
                  <a:lnTo>
                    <a:pt x="865855" y="1605122"/>
                  </a:lnTo>
                  <a:lnTo>
                    <a:pt x="863829" y="1607148"/>
                  </a:lnTo>
                  <a:lnTo>
                    <a:pt x="867410" y="1610729"/>
                  </a:lnTo>
                  <a:close/>
                  <a:moveTo>
                    <a:pt x="1087230" y="1601121"/>
                  </a:moveTo>
                  <a:lnTo>
                    <a:pt x="1087230" y="1604938"/>
                  </a:lnTo>
                  <a:lnTo>
                    <a:pt x="1091885" y="1609593"/>
                  </a:lnTo>
                  <a:lnTo>
                    <a:pt x="1091885" y="1601121"/>
                  </a:lnTo>
                  <a:lnTo>
                    <a:pt x="1087230" y="1601121"/>
                  </a:lnTo>
                  <a:close/>
                  <a:moveTo>
                    <a:pt x="857680" y="1603986"/>
                  </a:moveTo>
                  <a:lnTo>
                    <a:pt x="857680" y="1601121"/>
                  </a:lnTo>
                  <a:lnTo>
                    <a:pt x="855889" y="1601121"/>
                  </a:lnTo>
                  <a:lnTo>
                    <a:pt x="855889" y="1603986"/>
                  </a:lnTo>
                  <a:lnTo>
                    <a:pt x="857680" y="1603986"/>
                  </a:lnTo>
                  <a:close/>
                  <a:moveTo>
                    <a:pt x="850517" y="1602196"/>
                  </a:moveTo>
                  <a:lnTo>
                    <a:pt x="850517" y="1599331"/>
                  </a:lnTo>
                  <a:lnTo>
                    <a:pt x="848727" y="1599331"/>
                  </a:lnTo>
                  <a:lnTo>
                    <a:pt x="848727" y="1602196"/>
                  </a:lnTo>
                  <a:lnTo>
                    <a:pt x="850517" y="1602196"/>
                  </a:lnTo>
                  <a:close/>
                  <a:moveTo>
                    <a:pt x="1108717" y="1581425"/>
                  </a:moveTo>
                  <a:lnTo>
                    <a:pt x="1108717" y="1585242"/>
                  </a:lnTo>
                  <a:lnTo>
                    <a:pt x="1110507" y="1587032"/>
                  </a:lnTo>
                  <a:lnTo>
                    <a:pt x="1110507" y="1588823"/>
                  </a:lnTo>
                  <a:lnTo>
                    <a:pt x="1116953" y="1595269"/>
                  </a:lnTo>
                  <a:lnTo>
                    <a:pt x="1116953" y="1587636"/>
                  </a:lnTo>
                  <a:lnTo>
                    <a:pt x="1115163" y="1585845"/>
                  </a:lnTo>
                  <a:lnTo>
                    <a:pt x="1115163" y="1584055"/>
                  </a:lnTo>
                  <a:lnTo>
                    <a:pt x="1112533" y="1581425"/>
                  </a:lnTo>
                  <a:lnTo>
                    <a:pt x="1108717" y="1581425"/>
                  </a:lnTo>
                  <a:close/>
                  <a:moveTo>
                    <a:pt x="1091885" y="1579399"/>
                  </a:moveTo>
                  <a:lnTo>
                    <a:pt x="1087230" y="1584055"/>
                  </a:lnTo>
                  <a:lnTo>
                    <a:pt x="1087230" y="1585845"/>
                  </a:lnTo>
                  <a:lnTo>
                    <a:pt x="1085439" y="1587636"/>
                  </a:lnTo>
                  <a:lnTo>
                    <a:pt x="1085439" y="1591217"/>
                  </a:lnTo>
                  <a:lnTo>
                    <a:pt x="1084488" y="1592169"/>
                  </a:lnTo>
                  <a:lnTo>
                    <a:pt x="1082093" y="1592169"/>
                  </a:lnTo>
                  <a:lnTo>
                    <a:pt x="1080303" y="1590378"/>
                  </a:lnTo>
                  <a:lnTo>
                    <a:pt x="1072905" y="1590378"/>
                  </a:lnTo>
                  <a:lnTo>
                    <a:pt x="1072905" y="1603751"/>
                  </a:lnTo>
                  <a:lnTo>
                    <a:pt x="1071954" y="1604703"/>
                  </a:lnTo>
                  <a:lnTo>
                    <a:pt x="1070163" y="1604703"/>
                  </a:lnTo>
                  <a:lnTo>
                    <a:pt x="1068966" y="1605900"/>
                  </a:lnTo>
                  <a:lnTo>
                    <a:pt x="1065978" y="1602912"/>
                  </a:lnTo>
                  <a:lnTo>
                    <a:pt x="1060136" y="1602912"/>
                  </a:lnTo>
                  <a:lnTo>
                    <a:pt x="1063953" y="1606728"/>
                  </a:lnTo>
                  <a:lnTo>
                    <a:pt x="1063953" y="1608519"/>
                  </a:lnTo>
                  <a:lnTo>
                    <a:pt x="1065150" y="1609716"/>
                  </a:lnTo>
                  <a:lnTo>
                    <a:pt x="1063953" y="1610913"/>
                  </a:lnTo>
                  <a:lnTo>
                    <a:pt x="1063953" y="1616285"/>
                  </a:lnTo>
                  <a:lnTo>
                    <a:pt x="1063001" y="1617236"/>
                  </a:lnTo>
                  <a:lnTo>
                    <a:pt x="1062397" y="1617236"/>
                  </a:lnTo>
                  <a:lnTo>
                    <a:pt x="1058816" y="1613655"/>
                  </a:lnTo>
                  <a:lnTo>
                    <a:pt x="1053444" y="1613655"/>
                  </a:lnTo>
                  <a:lnTo>
                    <a:pt x="1051654" y="1611865"/>
                  </a:lnTo>
                  <a:lnTo>
                    <a:pt x="1049863" y="1611865"/>
                  </a:lnTo>
                  <a:lnTo>
                    <a:pt x="1046702" y="1608703"/>
                  </a:lnTo>
                  <a:lnTo>
                    <a:pt x="1044676" y="1610729"/>
                  </a:lnTo>
                  <a:lnTo>
                    <a:pt x="1046047" y="1612100"/>
                  </a:lnTo>
                  <a:lnTo>
                    <a:pt x="1046047" y="1613891"/>
                  </a:lnTo>
                  <a:lnTo>
                    <a:pt x="1047837" y="1615681"/>
                  </a:lnTo>
                  <a:lnTo>
                    <a:pt x="1047837" y="1619262"/>
                  </a:lnTo>
                  <a:lnTo>
                    <a:pt x="1049628" y="1621053"/>
                  </a:lnTo>
                  <a:lnTo>
                    <a:pt x="1049628" y="1621657"/>
                  </a:lnTo>
                  <a:lnTo>
                    <a:pt x="1047837" y="1623447"/>
                  </a:lnTo>
                  <a:lnTo>
                    <a:pt x="1047837" y="1627028"/>
                  </a:lnTo>
                  <a:lnTo>
                    <a:pt x="1046466" y="1628399"/>
                  </a:lnTo>
                  <a:lnTo>
                    <a:pt x="1048492" y="1630425"/>
                  </a:lnTo>
                  <a:lnTo>
                    <a:pt x="1049863" y="1629054"/>
                  </a:lnTo>
                  <a:lnTo>
                    <a:pt x="1055235" y="1629054"/>
                  </a:lnTo>
                  <a:lnTo>
                    <a:pt x="1063594" y="1620695"/>
                  </a:lnTo>
                  <a:lnTo>
                    <a:pt x="1066817" y="1623918"/>
                  </a:lnTo>
                  <a:lnTo>
                    <a:pt x="1066817" y="1612100"/>
                  </a:lnTo>
                  <a:lnTo>
                    <a:pt x="1071350" y="1607567"/>
                  </a:lnTo>
                  <a:lnTo>
                    <a:pt x="1082093" y="1607567"/>
                  </a:lnTo>
                  <a:lnTo>
                    <a:pt x="1083884" y="1605777"/>
                  </a:lnTo>
                  <a:lnTo>
                    <a:pt x="1086514" y="1605777"/>
                  </a:lnTo>
                  <a:lnTo>
                    <a:pt x="1086514" y="1601961"/>
                  </a:lnTo>
                  <a:lnTo>
                    <a:pt x="1084723" y="1600170"/>
                  </a:lnTo>
                  <a:lnTo>
                    <a:pt x="1084723" y="1595985"/>
                  </a:lnTo>
                  <a:lnTo>
                    <a:pt x="1085675" y="1595033"/>
                  </a:lnTo>
                  <a:lnTo>
                    <a:pt x="1086278" y="1595033"/>
                  </a:lnTo>
                  <a:lnTo>
                    <a:pt x="1091885" y="1600640"/>
                  </a:lnTo>
                  <a:lnTo>
                    <a:pt x="1091885" y="1594194"/>
                  </a:lnTo>
                  <a:lnTo>
                    <a:pt x="1093676" y="1592404"/>
                  </a:lnTo>
                  <a:lnTo>
                    <a:pt x="1093676" y="1589427"/>
                  </a:lnTo>
                  <a:lnTo>
                    <a:pt x="1091885" y="1587636"/>
                  </a:lnTo>
                  <a:lnTo>
                    <a:pt x="1091885" y="1579399"/>
                  </a:lnTo>
                  <a:close/>
                  <a:moveTo>
                    <a:pt x="1051419" y="1581067"/>
                  </a:moveTo>
                  <a:lnTo>
                    <a:pt x="1051419" y="1583451"/>
                  </a:lnTo>
                  <a:lnTo>
                    <a:pt x="1053209" y="1585242"/>
                  </a:lnTo>
                  <a:lnTo>
                    <a:pt x="1053209" y="1591217"/>
                  </a:lnTo>
                  <a:lnTo>
                    <a:pt x="1051419" y="1593008"/>
                  </a:lnTo>
                  <a:lnTo>
                    <a:pt x="1051419" y="1595985"/>
                  </a:lnTo>
                  <a:lnTo>
                    <a:pt x="1054048" y="1598615"/>
                  </a:lnTo>
                  <a:lnTo>
                    <a:pt x="1055839" y="1598615"/>
                  </a:lnTo>
                  <a:lnTo>
                    <a:pt x="1059655" y="1602431"/>
                  </a:lnTo>
                  <a:lnTo>
                    <a:pt x="1059655" y="1585006"/>
                  </a:lnTo>
                  <a:lnTo>
                    <a:pt x="1057025" y="1585006"/>
                  </a:lnTo>
                  <a:lnTo>
                    <a:pt x="1054283" y="1582264"/>
                  </a:lnTo>
                  <a:lnTo>
                    <a:pt x="1051419" y="1581067"/>
                  </a:lnTo>
                  <a:close/>
                  <a:moveTo>
                    <a:pt x="976634" y="1582080"/>
                  </a:moveTo>
                  <a:lnTo>
                    <a:pt x="978660" y="1580054"/>
                  </a:lnTo>
                  <a:lnTo>
                    <a:pt x="976870" y="1578264"/>
                  </a:lnTo>
                  <a:lnTo>
                    <a:pt x="974844" y="1580289"/>
                  </a:lnTo>
                  <a:lnTo>
                    <a:pt x="976634" y="1582080"/>
                  </a:lnTo>
                  <a:close/>
                  <a:moveTo>
                    <a:pt x="1072547" y="1575460"/>
                  </a:moveTo>
                  <a:lnTo>
                    <a:pt x="1065743" y="1582264"/>
                  </a:lnTo>
                  <a:lnTo>
                    <a:pt x="1065743" y="1586081"/>
                  </a:lnTo>
                  <a:lnTo>
                    <a:pt x="1068373" y="1586081"/>
                  </a:lnTo>
                  <a:lnTo>
                    <a:pt x="1069324" y="1587032"/>
                  </a:lnTo>
                  <a:lnTo>
                    <a:pt x="1068373" y="1588587"/>
                  </a:lnTo>
                  <a:lnTo>
                    <a:pt x="1065743" y="1588587"/>
                  </a:lnTo>
                  <a:lnTo>
                    <a:pt x="1065743" y="1595269"/>
                  </a:lnTo>
                  <a:lnTo>
                    <a:pt x="1071350" y="1589662"/>
                  </a:lnTo>
                  <a:lnTo>
                    <a:pt x="1073141" y="1589662"/>
                  </a:lnTo>
                  <a:lnTo>
                    <a:pt x="1074931" y="1587871"/>
                  </a:lnTo>
                  <a:lnTo>
                    <a:pt x="1076722" y="1587871"/>
                  </a:lnTo>
                  <a:lnTo>
                    <a:pt x="1082093" y="1582500"/>
                  </a:lnTo>
                  <a:lnTo>
                    <a:pt x="1088304" y="1582500"/>
                  </a:lnTo>
                  <a:lnTo>
                    <a:pt x="1088304" y="1578683"/>
                  </a:lnTo>
                  <a:lnTo>
                    <a:pt x="1083649" y="1574028"/>
                  </a:lnTo>
                  <a:lnTo>
                    <a:pt x="1083649" y="1578683"/>
                  </a:lnTo>
                  <a:lnTo>
                    <a:pt x="1082697" y="1579635"/>
                  </a:lnTo>
                  <a:lnTo>
                    <a:pt x="1078512" y="1579635"/>
                  </a:lnTo>
                  <a:lnTo>
                    <a:pt x="1076722" y="1577844"/>
                  </a:lnTo>
                  <a:lnTo>
                    <a:pt x="1074931" y="1577844"/>
                  </a:lnTo>
                  <a:lnTo>
                    <a:pt x="1072547" y="1575460"/>
                  </a:lnTo>
                  <a:close/>
                  <a:moveTo>
                    <a:pt x="986958" y="1575695"/>
                  </a:moveTo>
                  <a:lnTo>
                    <a:pt x="989823" y="1575695"/>
                  </a:lnTo>
                  <a:lnTo>
                    <a:pt x="989823" y="1573905"/>
                  </a:lnTo>
                  <a:lnTo>
                    <a:pt x="986958" y="1573905"/>
                  </a:lnTo>
                  <a:lnTo>
                    <a:pt x="986958" y="1575695"/>
                  </a:lnTo>
                  <a:close/>
                  <a:moveTo>
                    <a:pt x="974424" y="1575695"/>
                  </a:moveTo>
                  <a:lnTo>
                    <a:pt x="977289" y="1575695"/>
                  </a:lnTo>
                  <a:lnTo>
                    <a:pt x="977289" y="1573905"/>
                  </a:lnTo>
                  <a:lnTo>
                    <a:pt x="974424" y="1573905"/>
                  </a:lnTo>
                  <a:lnTo>
                    <a:pt x="974424" y="1575695"/>
                  </a:lnTo>
                  <a:close/>
                  <a:moveTo>
                    <a:pt x="1064792" y="1568891"/>
                  </a:moveTo>
                  <a:lnTo>
                    <a:pt x="1062162" y="1571521"/>
                  </a:lnTo>
                  <a:lnTo>
                    <a:pt x="1062162" y="1573312"/>
                  </a:lnTo>
                  <a:lnTo>
                    <a:pt x="1059420" y="1576054"/>
                  </a:lnTo>
                  <a:lnTo>
                    <a:pt x="1056790" y="1576054"/>
                  </a:lnTo>
                  <a:lnTo>
                    <a:pt x="1056790" y="1579870"/>
                  </a:lnTo>
                  <a:lnTo>
                    <a:pt x="1060013" y="1583093"/>
                  </a:lnTo>
                  <a:lnTo>
                    <a:pt x="1067769" y="1575337"/>
                  </a:lnTo>
                  <a:lnTo>
                    <a:pt x="1070399" y="1575337"/>
                  </a:lnTo>
                  <a:lnTo>
                    <a:pt x="1070399" y="1571521"/>
                  </a:lnTo>
                  <a:lnTo>
                    <a:pt x="1067769" y="1568891"/>
                  </a:lnTo>
                  <a:lnTo>
                    <a:pt x="1064792" y="1568891"/>
                  </a:lnTo>
                  <a:close/>
                  <a:moveTo>
                    <a:pt x="1080907" y="1565310"/>
                  </a:moveTo>
                  <a:lnTo>
                    <a:pt x="1079116" y="1567101"/>
                  </a:lnTo>
                  <a:lnTo>
                    <a:pt x="1077326" y="1567101"/>
                  </a:lnTo>
                  <a:lnTo>
                    <a:pt x="1074696" y="1569730"/>
                  </a:lnTo>
                  <a:lnTo>
                    <a:pt x="1074696" y="1573547"/>
                  </a:lnTo>
                  <a:lnTo>
                    <a:pt x="1079116" y="1573547"/>
                  </a:lnTo>
                  <a:lnTo>
                    <a:pt x="1080907" y="1575337"/>
                  </a:lnTo>
                  <a:lnTo>
                    <a:pt x="1084723" y="1575337"/>
                  </a:lnTo>
                  <a:lnTo>
                    <a:pt x="1084723" y="1565310"/>
                  </a:lnTo>
                  <a:lnTo>
                    <a:pt x="1080907" y="1565310"/>
                  </a:lnTo>
                  <a:close/>
                  <a:moveTo>
                    <a:pt x="974424" y="1568533"/>
                  </a:moveTo>
                  <a:lnTo>
                    <a:pt x="977289" y="1568533"/>
                  </a:lnTo>
                  <a:lnTo>
                    <a:pt x="977289" y="1566743"/>
                  </a:lnTo>
                  <a:lnTo>
                    <a:pt x="974424" y="1566743"/>
                  </a:lnTo>
                  <a:lnTo>
                    <a:pt x="974424" y="1568533"/>
                  </a:lnTo>
                  <a:close/>
                  <a:moveTo>
                    <a:pt x="1082278" y="1562149"/>
                  </a:moveTo>
                  <a:lnTo>
                    <a:pt x="1084303" y="1564174"/>
                  </a:lnTo>
                  <a:lnTo>
                    <a:pt x="1086094" y="1562384"/>
                  </a:lnTo>
                  <a:lnTo>
                    <a:pt x="1084068" y="1560358"/>
                  </a:lnTo>
                  <a:lnTo>
                    <a:pt x="1082278" y="1562149"/>
                  </a:lnTo>
                  <a:close/>
                  <a:moveTo>
                    <a:pt x="1128055" y="1557555"/>
                  </a:moveTo>
                  <a:lnTo>
                    <a:pt x="1125671" y="1559938"/>
                  </a:lnTo>
                  <a:lnTo>
                    <a:pt x="1120299" y="1559938"/>
                  </a:lnTo>
                  <a:lnTo>
                    <a:pt x="1118509" y="1561729"/>
                  </a:lnTo>
                  <a:lnTo>
                    <a:pt x="1116718" y="1561729"/>
                  </a:lnTo>
                  <a:lnTo>
                    <a:pt x="1112298" y="1566149"/>
                  </a:lnTo>
                  <a:lnTo>
                    <a:pt x="1112298" y="1567940"/>
                  </a:lnTo>
                  <a:lnTo>
                    <a:pt x="1110507" y="1569730"/>
                  </a:lnTo>
                  <a:lnTo>
                    <a:pt x="1110507" y="1571521"/>
                  </a:lnTo>
                  <a:lnTo>
                    <a:pt x="1108717" y="1573312"/>
                  </a:lnTo>
                  <a:lnTo>
                    <a:pt x="1108717" y="1577128"/>
                  </a:lnTo>
                  <a:lnTo>
                    <a:pt x="1117905" y="1577128"/>
                  </a:lnTo>
                  <a:lnTo>
                    <a:pt x="1119695" y="1575337"/>
                  </a:lnTo>
                  <a:lnTo>
                    <a:pt x="1121486" y="1575337"/>
                  </a:lnTo>
                  <a:lnTo>
                    <a:pt x="1123276" y="1573547"/>
                  </a:lnTo>
                  <a:lnTo>
                    <a:pt x="1125906" y="1573547"/>
                  </a:lnTo>
                  <a:lnTo>
                    <a:pt x="1125906" y="1570917"/>
                  </a:lnTo>
                  <a:lnTo>
                    <a:pt x="1129487" y="1567336"/>
                  </a:lnTo>
                  <a:lnTo>
                    <a:pt x="1129487" y="1563755"/>
                  </a:lnTo>
                  <a:lnTo>
                    <a:pt x="1131871" y="1561371"/>
                  </a:lnTo>
                  <a:lnTo>
                    <a:pt x="1128055" y="1557555"/>
                  </a:lnTo>
                  <a:close/>
                  <a:moveTo>
                    <a:pt x="986958" y="1554209"/>
                  </a:moveTo>
                  <a:lnTo>
                    <a:pt x="989823" y="1554209"/>
                  </a:lnTo>
                  <a:lnTo>
                    <a:pt x="989823" y="1552418"/>
                  </a:lnTo>
                  <a:lnTo>
                    <a:pt x="986958" y="1552418"/>
                  </a:lnTo>
                  <a:lnTo>
                    <a:pt x="986958" y="1554209"/>
                  </a:lnTo>
                  <a:close/>
                  <a:moveTo>
                    <a:pt x="1153481" y="1547169"/>
                  </a:moveTo>
                  <a:lnTo>
                    <a:pt x="1153481" y="1553615"/>
                  </a:lnTo>
                  <a:lnTo>
                    <a:pt x="1151690" y="1555406"/>
                  </a:lnTo>
                  <a:lnTo>
                    <a:pt x="1151690" y="1561964"/>
                  </a:lnTo>
                  <a:lnTo>
                    <a:pt x="1153481" y="1563755"/>
                  </a:lnTo>
                  <a:lnTo>
                    <a:pt x="1153481" y="1567336"/>
                  </a:lnTo>
                  <a:lnTo>
                    <a:pt x="1161482" y="1575337"/>
                  </a:lnTo>
                  <a:lnTo>
                    <a:pt x="1165063" y="1575337"/>
                  </a:lnTo>
                  <a:lnTo>
                    <a:pt x="1166854" y="1577128"/>
                  </a:lnTo>
                  <a:lnTo>
                    <a:pt x="1173412" y="1577128"/>
                  </a:lnTo>
                  <a:lnTo>
                    <a:pt x="1175203" y="1575337"/>
                  </a:lnTo>
                  <a:lnTo>
                    <a:pt x="1178784" y="1575337"/>
                  </a:lnTo>
                  <a:lnTo>
                    <a:pt x="1180574" y="1573547"/>
                  </a:lnTo>
                  <a:lnTo>
                    <a:pt x="1182365" y="1573547"/>
                  </a:lnTo>
                  <a:lnTo>
                    <a:pt x="1186785" y="1569127"/>
                  </a:lnTo>
                  <a:lnTo>
                    <a:pt x="1186785" y="1567336"/>
                  </a:lnTo>
                  <a:lnTo>
                    <a:pt x="1188576" y="1565545"/>
                  </a:lnTo>
                  <a:lnTo>
                    <a:pt x="1188576" y="1553615"/>
                  </a:lnTo>
                  <a:lnTo>
                    <a:pt x="1185353" y="1550392"/>
                  </a:lnTo>
                  <a:lnTo>
                    <a:pt x="1182969" y="1552776"/>
                  </a:lnTo>
                  <a:lnTo>
                    <a:pt x="1179388" y="1552776"/>
                  </a:lnTo>
                  <a:lnTo>
                    <a:pt x="1177597" y="1554567"/>
                  </a:lnTo>
                  <a:lnTo>
                    <a:pt x="1176993" y="1554567"/>
                  </a:lnTo>
                  <a:lnTo>
                    <a:pt x="1175203" y="1552776"/>
                  </a:lnTo>
                  <a:lnTo>
                    <a:pt x="1169831" y="1552776"/>
                  </a:lnTo>
                  <a:lnTo>
                    <a:pt x="1168040" y="1550986"/>
                  </a:lnTo>
                  <a:lnTo>
                    <a:pt x="1163273" y="1550986"/>
                  </a:lnTo>
                  <a:lnTo>
                    <a:pt x="1161482" y="1552776"/>
                  </a:lnTo>
                  <a:lnTo>
                    <a:pt x="1159088" y="1552776"/>
                  </a:lnTo>
                  <a:lnTo>
                    <a:pt x="1153481" y="1547169"/>
                  </a:lnTo>
                  <a:close/>
                  <a:moveTo>
                    <a:pt x="1090811" y="1549195"/>
                  </a:moveTo>
                  <a:lnTo>
                    <a:pt x="1090811" y="1551825"/>
                  </a:lnTo>
                  <a:lnTo>
                    <a:pt x="1085859" y="1556777"/>
                  </a:lnTo>
                  <a:lnTo>
                    <a:pt x="1087885" y="1558803"/>
                  </a:lnTo>
                  <a:lnTo>
                    <a:pt x="1089256" y="1557432"/>
                  </a:lnTo>
                  <a:lnTo>
                    <a:pt x="1091650" y="1557432"/>
                  </a:lnTo>
                  <a:lnTo>
                    <a:pt x="1092602" y="1558383"/>
                  </a:lnTo>
                  <a:lnTo>
                    <a:pt x="1092602" y="1561964"/>
                  </a:lnTo>
                  <a:lnTo>
                    <a:pt x="1094392" y="1563755"/>
                  </a:lnTo>
                  <a:lnTo>
                    <a:pt x="1094392" y="1567336"/>
                  </a:lnTo>
                  <a:lnTo>
                    <a:pt x="1097973" y="1570917"/>
                  </a:lnTo>
                  <a:lnTo>
                    <a:pt x="1097973" y="1573547"/>
                  </a:lnTo>
                  <a:lnTo>
                    <a:pt x="1101790" y="1573547"/>
                  </a:lnTo>
                  <a:lnTo>
                    <a:pt x="1104419" y="1570917"/>
                  </a:lnTo>
                  <a:lnTo>
                    <a:pt x="1104419" y="1554802"/>
                  </a:lnTo>
                  <a:lnTo>
                    <a:pt x="1105371" y="1553851"/>
                  </a:lnTo>
                  <a:lnTo>
                    <a:pt x="1106568" y="1553851"/>
                  </a:lnTo>
                  <a:lnTo>
                    <a:pt x="1106568" y="1550986"/>
                  </a:lnTo>
                  <a:lnTo>
                    <a:pt x="1101554" y="1550986"/>
                  </a:lnTo>
                  <a:lnTo>
                    <a:pt x="1101554" y="1555406"/>
                  </a:lnTo>
                  <a:lnTo>
                    <a:pt x="1100603" y="1556357"/>
                  </a:lnTo>
                  <a:lnTo>
                    <a:pt x="1094627" y="1556357"/>
                  </a:lnTo>
                  <a:lnTo>
                    <a:pt x="1093676" y="1555406"/>
                  </a:lnTo>
                  <a:lnTo>
                    <a:pt x="1093676" y="1553011"/>
                  </a:lnTo>
                  <a:lnTo>
                    <a:pt x="1097492" y="1549195"/>
                  </a:lnTo>
                  <a:lnTo>
                    <a:pt x="1090811" y="1549195"/>
                  </a:lnTo>
                  <a:close/>
                  <a:moveTo>
                    <a:pt x="810532" y="1547405"/>
                  </a:moveTo>
                  <a:lnTo>
                    <a:pt x="808741" y="1549195"/>
                  </a:lnTo>
                  <a:lnTo>
                    <a:pt x="806951" y="1549195"/>
                  </a:lnTo>
                  <a:lnTo>
                    <a:pt x="805160" y="1550986"/>
                  </a:lnTo>
                  <a:lnTo>
                    <a:pt x="803369" y="1550986"/>
                  </a:lnTo>
                  <a:lnTo>
                    <a:pt x="798949" y="1555406"/>
                  </a:lnTo>
                  <a:lnTo>
                    <a:pt x="798949" y="1561964"/>
                  </a:lnTo>
                  <a:lnTo>
                    <a:pt x="800740" y="1563755"/>
                  </a:lnTo>
                  <a:lnTo>
                    <a:pt x="800740" y="1565545"/>
                  </a:lnTo>
                  <a:lnTo>
                    <a:pt x="806951" y="1571756"/>
                  </a:lnTo>
                  <a:lnTo>
                    <a:pt x="808741" y="1571756"/>
                  </a:lnTo>
                  <a:lnTo>
                    <a:pt x="810532" y="1573547"/>
                  </a:lnTo>
                  <a:lnTo>
                    <a:pt x="823066" y="1573547"/>
                  </a:lnTo>
                  <a:lnTo>
                    <a:pt x="824017" y="1574498"/>
                  </a:lnTo>
                  <a:lnTo>
                    <a:pt x="824017" y="1576893"/>
                  </a:lnTo>
                  <a:lnTo>
                    <a:pt x="822227" y="1578683"/>
                  </a:lnTo>
                  <a:lnTo>
                    <a:pt x="822227" y="1581660"/>
                  </a:lnTo>
                  <a:lnTo>
                    <a:pt x="826882" y="1586316"/>
                  </a:lnTo>
                  <a:lnTo>
                    <a:pt x="826882" y="1580474"/>
                  </a:lnTo>
                  <a:lnTo>
                    <a:pt x="825685" y="1579277"/>
                  </a:lnTo>
                  <a:lnTo>
                    <a:pt x="826882" y="1578079"/>
                  </a:lnTo>
                  <a:lnTo>
                    <a:pt x="826882" y="1573312"/>
                  </a:lnTo>
                  <a:lnTo>
                    <a:pt x="825685" y="1572114"/>
                  </a:lnTo>
                  <a:lnTo>
                    <a:pt x="826882" y="1570917"/>
                  </a:lnTo>
                  <a:lnTo>
                    <a:pt x="826882" y="1567940"/>
                  </a:lnTo>
                  <a:lnTo>
                    <a:pt x="817929" y="1558987"/>
                  </a:lnTo>
                  <a:lnTo>
                    <a:pt x="817929" y="1557196"/>
                  </a:lnTo>
                  <a:lnTo>
                    <a:pt x="816139" y="1555406"/>
                  </a:lnTo>
                  <a:lnTo>
                    <a:pt x="816139" y="1547405"/>
                  </a:lnTo>
                  <a:lnTo>
                    <a:pt x="810532" y="1547405"/>
                  </a:lnTo>
                  <a:close/>
                  <a:moveTo>
                    <a:pt x="877734" y="1543588"/>
                  </a:moveTo>
                  <a:lnTo>
                    <a:pt x="877734" y="1553615"/>
                  </a:lnTo>
                  <a:lnTo>
                    <a:pt x="872127" y="1559222"/>
                  </a:lnTo>
                  <a:lnTo>
                    <a:pt x="884180" y="1559222"/>
                  </a:lnTo>
                  <a:lnTo>
                    <a:pt x="884180" y="1555406"/>
                  </a:lnTo>
                  <a:lnTo>
                    <a:pt x="882389" y="1553615"/>
                  </a:lnTo>
                  <a:lnTo>
                    <a:pt x="882389" y="1548244"/>
                  </a:lnTo>
                  <a:lnTo>
                    <a:pt x="877734" y="1543588"/>
                  </a:lnTo>
                  <a:close/>
                  <a:moveTo>
                    <a:pt x="1155691" y="1546034"/>
                  </a:moveTo>
                  <a:lnTo>
                    <a:pt x="1157717" y="1548059"/>
                  </a:lnTo>
                  <a:lnTo>
                    <a:pt x="1159507" y="1546269"/>
                  </a:lnTo>
                  <a:lnTo>
                    <a:pt x="1157481" y="1544243"/>
                  </a:lnTo>
                  <a:lnTo>
                    <a:pt x="1155691" y="1546034"/>
                  </a:lnTo>
                  <a:close/>
                  <a:moveTo>
                    <a:pt x="1125906" y="1541798"/>
                  </a:moveTo>
                  <a:lnTo>
                    <a:pt x="1118509" y="1549195"/>
                  </a:lnTo>
                  <a:lnTo>
                    <a:pt x="1116718" y="1549195"/>
                  </a:lnTo>
                  <a:lnTo>
                    <a:pt x="1114927" y="1550986"/>
                  </a:lnTo>
                  <a:lnTo>
                    <a:pt x="1111346" y="1550986"/>
                  </a:lnTo>
                  <a:lnTo>
                    <a:pt x="1106691" y="1555641"/>
                  </a:lnTo>
                  <a:lnTo>
                    <a:pt x="1121486" y="1555641"/>
                  </a:lnTo>
                  <a:lnTo>
                    <a:pt x="1123276" y="1553851"/>
                  </a:lnTo>
                  <a:lnTo>
                    <a:pt x="1125067" y="1553851"/>
                  </a:lnTo>
                  <a:lnTo>
                    <a:pt x="1127697" y="1551221"/>
                  </a:lnTo>
                  <a:lnTo>
                    <a:pt x="1127697" y="1548244"/>
                  </a:lnTo>
                  <a:lnTo>
                    <a:pt x="1125906" y="1546453"/>
                  </a:lnTo>
                  <a:lnTo>
                    <a:pt x="1125906" y="1541798"/>
                  </a:lnTo>
                  <a:close/>
                  <a:moveTo>
                    <a:pt x="852666" y="1541798"/>
                  </a:moveTo>
                  <a:lnTo>
                    <a:pt x="852666" y="1547640"/>
                  </a:lnTo>
                  <a:lnTo>
                    <a:pt x="854457" y="1549430"/>
                  </a:lnTo>
                  <a:lnTo>
                    <a:pt x="854457" y="1550034"/>
                  </a:lnTo>
                  <a:lnTo>
                    <a:pt x="852666" y="1551825"/>
                  </a:lnTo>
                  <a:lnTo>
                    <a:pt x="852666" y="1556593"/>
                  </a:lnTo>
                  <a:lnTo>
                    <a:pt x="855296" y="1559222"/>
                  </a:lnTo>
                  <a:lnTo>
                    <a:pt x="857086" y="1559222"/>
                  </a:lnTo>
                  <a:lnTo>
                    <a:pt x="858457" y="1560593"/>
                  </a:lnTo>
                  <a:lnTo>
                    <a:pt x="860483" y="1558567"/>
                  </a:lnTo>
                  <a:lnTo>
                    <a:pt x="859112" y="1557196"/>
                  </a:lnTo>
                  <a:lnTo>
                    <a:pt x="859112" y="1551221"/>
                  </a:lnTo>
                  <a:lnTo>
                    <a:pt x="861496" y="1548837"/>
                  </a:lnTo>
                  <a:lnTo>
                    <a:pt x="858273" y="1545614"/>
                  </a:lnTo>
                  <a:lnTo>
                    <a:pt x="856482" y="1545614"/>
                  </a:lnTo>
                  <a:lnTo>
                    <a:pt x="852666" y="1541798"/>
                  </a:lnTo>
                  <a:close/>
                  <a:moveTo>
                    <a:pt x="972634" y="1541675"/>
                  </a:moveTo>
                  <a:lnTo>
                    <a:pt x="975499" y="1541675"/>
                  </a:lnTo>
                  <a:lnTo>
                    <a:pt x="975499" y="1539884"/>
                  </a:lnTo>
                  <a:lnTo>
                    <a:pt x="972634" y="1539884"/>
                  </a:lnTo>
                  <a:lnTo>
                    <a:pt x="972634" y="1541675"/>
                  </a:lnTo>
                  <a:close/>
                  <a:moveTo>
                    <a:pt x="996985" y="1534635"/>
                  </a:moveTo>
                  <a:lnTo>
                    <a:pt x="992330" y="1539291"/>
                  </a:lnTo>
                  <a:lnTo>
                    <a:pt x="992330" y="1545133"/>
                  </a:lnTo>
                  <a:lnTo>
                    <a:pt x="996985" y="1540477"/>
                  </a:lnTo>
                  <a:lnTo>
                    <a:pt x="996985" y="1534635"/>
                  </a:lnTo>
                  <a:close/>
                  <a:moveTo>
                    <a:pt x="854457" y="1536661"/>
                  </a:moveTo>
                  <a:lnTo>
                    <a:pt x="854457" y="1540477"/>
                  </a:lnTo>
                  <a:lnTo>
                    <a:pt x="860903" y="1546924"/>
                  </a:lnTo>
                  <a:lnTo>
                    <a:pt x="860903" y="1539291"/>
                  </a:lnTo>
                  <a:lnTo>
                    <a:pt x="858273" y="1536661"/>
                  </a:lnTo>
                  <a:lnTo>
                    <a:pt x="854457" y="1536661"/>
                  </a:lnTo>
                  <a:close/>
                  <a:moveTo>
                    <a:pt x="815064" y="1536661"/>
                  </a:moveTo>
                  <a:lnTo>
                    <a:pt x="815064" y="1545133"/>
                  </a:lnTo>
                  <a:lnTo>
                    <a:pt x="819720" y="1540477"/>
                  </a:lnTo>
                  <a:lnTo>
                    <a:pt x="819720" y="1536661"/>
                  </a:lnTo>
                  <a:lnTo>
                    <a:pt x="815064" y="1536661"/>
                  </a:lnTo>
                  <a:close/>
                  <a:moveTo>
                    <a:pt x="996985" y="1523892"/>
                  </a:moveTo>
                  <a:lnTo>
                    <a:pt x="992330" y="1528547"/>
                  </a:lnTo>
                  <a:lnTo>
                    <a:pt x="992330" y="1536180"/>
                  </a:lnTo>
                  <a:lnTo>
                    <a:pt x="996985" y="1531525"/>
                  </a:lnTo>
                  <a:lnTo>
                    <a:pt x="996985" y="1523892"/>
                  </a:lnTo>
                  <a:close/>
                  <a:moveTo>
                    <a:pt x="832018" y="1524127"/>
                  </a:moveTo>
                  <a:lnTo>
                    <a:pt x="830228" y="1525918"/>
                  </a:lnTo>
                  <a:lnTo>
                    <a:pt x="824856" y="1525918"/>
                  </a:lnTo>
                  <a:lnTo>
                    <a:pt x="822227" y="1528547"/>
                  </a:lnTo>
                  <a:lnTo>
                    <a:pt x="822227" y="1533919"/>
                  </a:lnTo>
                  <a:lnTo>
                    <a:pt x="818410" y="1537735"/>
                  </a:lnTo>
                  <a:lnTo>
                    <a:pt x="825091" y="1537735"/>
                  </a:lnTo>
                  <a:lnTo>
                    <a:pt x="825091" y="1535106"/>
                  </a:lnTo>
                  <a:lnTo>
                    <a:pt x="827833" y="1532364"/>
                  </a:lnTo>
                  <a:lnTo>
                    <a:pt x="833205" y="1532364"/>
                  </a:lnTo>
                  <a:lnTo>
                    <a:pt x="834996" y="1530573"/>
                  </a:lnTo>
                  <a:lnTo>
                    <a:pt x="835600" y="1530573"/>
                  </a:lnTo>
                  <a:lnTo>
                    <a:pt x="837390" y="1532364"/>
                  </a:lnTo>
                  <a:lnTo>
                    <a:pt x="840971" y="1532364"/>
                  </a:lnTo>
                  <a:lnTo>
                    <a:pt x="842762" y="1534154"/>
                  </a:lnTo>
                  <a:lnTo>
                    <a:pt x="850517" y="1534154"/>
                  </a:lnTo>
                  <a:lnTo>
                    <a:pt x="850517" y="1531289"/>
                  </a:lnTo>
                  <a:lnTo>
                    <a:pt x="849320" y="1531289"/>
                  </a:lnTo>
                  <a:lnTo>
                    <a:pt x="845739" y="1527708"/>
                  </a:lnTo>
                  <a:lnTo>
                    <a:pt x="843949" y="1527708"/>
                  </a:lnTo>
                  <a:lnTo>
                    <a:pt x="842158" y="1525918"/>
                  </a:lnTo>
                  <a:lnTo>
                    <a:pt x="838577" y="1525918"/>
                  </a:lnTo>
                  <a:lnTo>
                    <a:pt x="836786" y="1524127"/>
                  </a:lnTo>
                  <a:lnTo>
                    <a:pt x="832018" y="1524127"/>
                  </a:lnTo>
                  <a:close/>
                  <a:moveTo>
                    <a:pt x="1164644" y="1519175"/>
                  </a:moveTo>
                  <a:lnTo>
                    <a:pt x="1160643" y="1523176"/>
                  </a:lnTo>
                  <a:lnTo>
                    <a:pt x="1160643" y="1524966"/>
                  </a:lnTo>
                  <a:lnTo>
                    <a:pt x="1158852" y="1526757"/>
                  </a:lnTo>
                  <a:lnTo>
                    <a:pt x="1158852" y="1530338"/>
                  </a:lnTo>
                  <a:lnTo>
                    <a:pt x="1157062" y="1532129"/>
                  </a:lnTo>
                  <a:lnTo>
                    <a:pt x="1157062" y="1538687"/>
                  </a:lnTo>
                  <a:lnTo>
                    <a:pt x="1158852" y="1540477"/>
                  </a:lnTo>
                  <a:lnTo>
                    <a:pt x="1158852" y="1545133"/>
                  </a:lnTo>
                  <a:lnTo>
                    <a:pt x="1162669" y="1541317"/>
                  </a:lnTo>
                  <a:lnTo>
                    <a:pt x="1166250" y="1541317"/>
                  </a:lnTo>
                  <a:lnTo>
                    <a:pt x="1169473" y="1538094"/>
                  </a:lnTo>
                  <a:lnTo>
                    <a:pt x="1165298" y="1533919"/>
                  </a:lnTo>
                  <a:lnTo>
                    <a:pt x="1165298" y="1526757"/>
                  </a:lnTo>
                  <a:lnTo>
                    <a:pt x="1164101" y="1525560"/>
                  </a:lnTo>
                  <a:lnTo>
                    <a:pt x="1165298" y="1524362"/>
                  </a:lnTo>
                  <a:lnTo>
                    <a:pt x="1164644" y="1519175"/>
                  </a:lnTo>
                  <a:close/>
                  <a:moveTo>
                    <a:pt x="995911" y="1518397"/>
                  </a:moveTo>
                  <a:lnTo>
                    <a:pt x="995911" y="1527227"/>
                  </a:lnTo>
                  <a:lnTo>
                    <a:pt x="1001160" y="1521979"/>
                  </a:lnTo>
                  <a:lnTo>
                    <a:pt x="998776" y="1519595"/>
                  </a:lnTo>
                  <a:lnTo>
                    <a:pt x="995911" y="1518397"/>
                  </a:lnTo>
                  <a:close/>
                  <a:moveTo>
                    <a:pt x="1176400" y="1514581"/>
                  </a:moveTo>
                  <a:lnTo>
                    <a:pt x="1172584" y="1518397"/>
                  </a:lnTo>
                  <a:lnTo>
                    <a:pt x="1176758" y="1522572"/>
                  </a:lnTo>
                  <a:lnTo>
                    <a:pt x="1176758" y="1524362"/>
                  </a:lnTo>
                  <a:lnTo>
                    <a:pt x="1178549" y="1526153"/>
                  </a:lnTo>
                  <a:lnTo>
                    <a:pt x="1178549" y="1529734"/>
                  </a:lnTo>
                  <a:lnTo>
                    <a:pt x="1180339" y="1531525"/>
                  </a:lnTo>
                  <a:lnTo>
                    <a:pt x="1180339" y="1533919"/>
                  </a:lnTo>
                  <a:lnTo>
                    <a:pt x="1178549" y="1535710"/>
                  </a:lnTo>
                  <a:lnTo>
                    <a:pt x="1178549" y="1543107"/>
                  </a:lnTo>
                  <a:lnTo>
                    <a:pt x="1181178" y="1543107"/>
                  </a:lnTo>
                  <a:lnTo>
                    <a:pt x="1184759" y="1546688"/>
                  </a:lnTo>
                  <a:lnTo>
                    <a:pt x="1191318" y="1546688"/>
                  </a:lnTo>
                  <a:lnTo>
                    <a:pt x="1193947" y="1544059"/>
                  </a:lnTo>
                  <a:lnTo>
                    <a:pt x="1193947" y="1542268"/>
                  </a:lnTo>
                  <a:lnTo>
                    <a:pt x="1195738" y="1540477"/>
                  </a:lnTo>
                  <a:lnTo>
                    <a:pt x="1195738" y="1530338"/>
                  </a:lnTo>
                  <a:lnTo>
                    <a:pt x="1193947" y="1528547"/>
                  </a:lnTo>
                  <a:lnTo>
                    <a:pt x="1193947" y="1526757"/>
                  </a:lnTo>
                  <a:lnTo>
                    <a:pt x="1192157" y="1524966"/>
                  </a:lnTo>
                  <a:lnTo>
                    <a:pt x="1192157" y="1523176"/>
                  </a:lnTo>
                  <a:lnTo>
                    <a:pt x="1187737" y="1518756"/>
                  </a:lnTo>
                  <a:lnTo>
                    <a:pt x="1185946" y="1518756"/>
                  </a:lnTo>
                  <a:lnTo>
                    <a:pt x="1184155" y="1516965"/>
                  </a:lnTo>
                  <a:lnTo>
                    <a:pt x="1178784" y="1516965"/>
                  </a:lnTo>
                  <a:lnTo>
                    <a:pt x="1176400" y="1514581"/>
                  </a:lnTo>
                  <a:close/>
                  <a:moveTo>
                    <a:pt x="1169238" y="1518039"/>
                  </a:moveTo>
                  <a:lnTo>
                    <a:pt x="1169238" y="1515174"/>
                  </a:lnTo>
                  <a:lnTo>
                    <a:pt x="1167447" y="1515174"/>
                  </a:lnTo>
                  <a:lnTo>
                    <a:pt x="1167447" y="1518039"/>
                  </a:lnTo>
                  <a:lnTo>
                    <a:pt x="1169238" y="1518039"/>
                  </a:lnTo>
                  <a:close/>
                  <a:moveTo>
                    <a:pt x="1080068" y="1511358"/>
                  </a:moveTo>
                  <a:lnTo>
                    <a:pt x="1080068" y="1517200"/>
                  </a:lnTo>
                  <a:lnTo>
                    <a:pt x="1083649" y="1520781"/>
                  </a:lnTo>
                  <a:lnTo>
                    <a:pt x="1083649" y="1525437"/>
                  </a:lnTo>
                  <a:lnTo>
                    <a:pt x="1087465" y="1521620"/>
                  </a:lnTo>
                  <a:lnTo>
                    <a:pt x="1096418" y="1521620"/>
                  </a:lnTo>
                  <a:lnTo>
                    <a:pt x="1102864" y="1515174"/>
                  </a:lnTo>
                  <a:lnTo>
                    <a:pt x="1096418" y="1515174"/>
                  </a:lnTo>
                  <a:lnTo>
                    <a:pt x="1094627" y="1513384"/>
                  </a:lnTo>
                  <a:lnTo>
                    <a:pt x="1088069" y="1513384"/>
                  </a:lnTo>
                  <a:lnTo>
                    <a:pt x="1086278" y="1515174"/>
                  </a:lnTo>
                  <a:lnTo>
                    <a:pt x="1083884" y="1515174"/>
                  </a:lnTo>
                  <a:lnTo>
                    <a:pt x="1080068" y="1511358"/>
                  </a:lnTo>
                  <a:close/>
                  <a:moveTo>
                    <a:pt x="826227" y="1515594"/>
                  </a:moveTo>
                  <a:lnTo>
                    <a:pt x="828253" y="1517620"/>
                  </a:lnTo>
                  <a:lnTo>
                    <a:pt x="830044" y="1515829"/>
                  </a:lnTo>
                  <a:lnTo>
                    <a:pt x="828018" y="1513803"/>
                  </a:lnTo>
                  <a:lnTo>
                    <a:pt x="826227" y="1515594"/>
                  </a:lnTo>
                  <a:close/>
                  <a:moveTo>
                    <a:pt x="849085" y="1509567"/>
                  </a:moveTo>
                  <a:lnTo>
                    <a:pt x="849085" y="1515410"/>
                  </a:lnTo>
                  <a:lnTo>
                    <a:pt x="850876" y="1517200"/>
                  </a:lnTo>
                  <a:lnTo>
                    <a:pt x="850876" y="1530573"/>
                  </a:lnTo>
                  <a:lnTo>
                    <a:pt x="855531" y="1530573"/>
                  </a:lnTo>
                  <a:lnTo>
                    <a:pt x="855531" y="1524966"/>
                  </a:lnTo>
                  <a:lnTo>
                    <a:pt x="853740" y="1523176"/>
                  </a:lnTo>
                  <a:lnTo>
                    <a:pt x="853740" y="1518991"/>
                  </a:lnTo>
                  <a:lnTo>
                    <a:pt x="854692" y="1518039"/>
                  </a:lnTo>
                  <a:lnTo>
                    <a:pt x="859112" y="1518039"/>
                  </a:lnTo>
                  <a:lnTo>
                    <a:pt x="859112" y="1511358"/>
                  </a:lnTo>
                  <a:lnTo>
                    <a:pt x="855296" y="1515174"/>
                  </a:lnTo>
                  <a:lnTo>
                    <a:pt x="854692" y="1515174"/>
                  </a:lnTo>
                  <a:lnTo>
                    <a:pt x="849085" y="1509567"/>
                  </a:lnTo>
                  <a:close/>
                  <a:moveTo>
                    <a:pt x="995911" y="1513026"/>
                  </a:moveTo>
                  <a:lnTo>
                    <a:pt x="998776" y="1513026"/>
                  </a:lnTo>
                  <a:lnTo>
                    <a:pt x="998776" y="1511235"/>
                  </a:lnTo>
                  <a:lnTo>
                    <a:pt x="995911" y="1511235"/>
                  </a:lnTo>
                  <a:lnTo>
                    <a:pt x="995911" y="1513026"/>
                  </a:lnTo>
                  <a:close/>
                  <a:moveTo>
                    <a:pt x="969472" y="1512248"/>
                  </a:moveTo>
                  <a:lnTo>
                    <a:pt x="970843" y="1513619"/>
                  </a:lnTo>
                  <a:lnTo>
                    <a:pt x="970843" y="1520781"/>
                  </a:lnTo>
                  <a:lnTo>
                    <a:pt x="972634" y="1522572"/>
                  </a:lnTo>
                  <a:lnTo>
                    <a:pt x="972634" y="1524966"/>
                  </a:lnTo>
                  <a:lnTo>
                    <a:pt x="971263" y="1526337"/>
                  </a:lnTo>
                  <a:lnTo>
                    <a:pt x="973289" y="1528363"/>
                  </a:lnTo>
                  <a:lnTo>
                    <a:pt x="975499" y="1526153"/>
                  </a:lnTo>
                  <a:lnTo>
                    <a:pt x="975499" y="1516013"/>
                  </a:lnTo>
                  <a:lnTo>
                    <a:pt x="973708" y="1514223"/>
                  </a:lnTo>
                  <a:lnTo>
                    <a:pt x="973708" y="1512432"/>
                  </a:lnTo>
                  <a:lnTo>
                    <a:pt x="969472" y="1512248"/>
                  </a:lnTo>
                  <a:close/>
                  <a:moveTo>
                    <a:pt x="1078042" y="1508012"/>
                  </a:moveTo>
                  <a:lnTo>
                    <a:pt x="1082697" y="1512668"/>
                  </a:lnTo>
                  <a:lnTo>
                    <a:pt x="1097492" y="1512668"/>
                  </a:lnTo>
                  <a:lnTo>
                    <a:pt x="1092837" y="1508012"/>
                  </a:lnTo>
                  <a:lnTo>
                    <a:pt x="1078042" y="1508012"/>
                  </a:lnTo>
                  <a:close/>
                  <a:moveTo>
                    <a:pt x="860248" y="1510457"/>
                  </a:moveTo>
                  <a:lnTo>
                    <a:pt x="862274" y="1508432"/>
                  </a:lnTo>
                  <a:lnTo>
                    <a:pt x="860483" y="1506641"/>
                  </a:lnTo>
                  <a:lnTo>
                    <a:pt x="858457" y="1508667"/>
                  </a:lnTo>
                  <a:lnTo>
                    <a:pt x="860248" y="1510457"/>
                  </a:lnTo>
                  <a:close/>
                  <a:moveTo>
                    <a:pt x="1130203" y="1505863"/>
                  </a:moveTo>
                  <a:lnTo>
                    <a:pt x="1130203" y="1507061"/>
                  </a:lnTo>
                  <a:lnTo>
                    <a:pt x="1126622" y="1510642"/>
                  </a:lnTo>
                  <a:lnTo>
                    <a:pt x="1126622" y="1512432"/>
                  </a:lnTo>
                  <a:lnTo>
                    <a:pt x="1125671" y="1513384"/>
                  </a:lnTo>
                  <a:lnTo>
                    <a:pt x="1123880" y="1513384"/>
                  </a:lnTo>
                  <a:lnTo>
                    <a:pt x="1120299" y="1516965"/>
                  </a:lnTo>
                  <a:lnTo>
                    <a:pt x="1119102" y="1516965"/>
                  </a:lnTo>
                  <a:lnTo>
                    <a:pt x="1119102" y="1519830"/>
                  </a:lnTo>
                  <a:lnTo>
                    <a:pt x="1120299" y="1519830"/>
                  </a:lnTo>
                  <a:lnTo>
                    <a:pt x="1123041" y="1522572"/>
                  </a:lnTo>
                  <a:lnTo>
                    <a:pt x="1122090" y="1524127"/>
                  </a:lnTo>
                  <a:lnTo>
                    <a:pt x="1117905" y="1524127"/>
                  </a:lnTo>
                  <a:lnTo>
                    <a:pt x="1116114" y="1522337"/>
                  </a:lnTo>
                  <a:lnTo>
                    <a:pt x="1110742" y="1522337"/>
                  </a:lnTo>
                  <a:lnTo>
                    <a:pt x="1108594" y="1520188"/>
                  </a:lnTo>
                  <a:lnTo>
                    <a:pt x="1110384" y="1518397"/>
                  </a:lnTo>
                  <a:lnTo>
                    <a:pt x="1108000" y="1516013"/>
                  </a:lnTo>
                  <a:lnTo>
                    <a:pt x="1108000" y="1514223"/>
                  </a:lnTo>
                  <a:lnTo>
                    <a:pt x="1106210" y="1512432"/>
                  </a:lnTo>
                  <a:lnTo>
                    <a:pt x="1106210" y="1504196"/>
                  </a:lnTo>
                  <a:lnTo>
                    <a:pt x="1102393" y="1508012"/>
                  </a:lnTo>
                  <a:lnTo>
                    <a:pt x="1100603" y="1508012"/>
                  </a:lnTo>
                  <a:lnTo>
                    <a:pt x="1097380" y="1511235"/>
                  </a:lnTo>
                  <a:lnTo>
                    <a:pt x="1100603" y="1514458"/>
                  </a:lnTo>
                  <a:lnTo>
                    <a:pt x="1102393" y="1514458"/>
                  </a:lnTo>
                  <a:lnTo>
                    <a:pt x="1104542" y="1516607"/>
                  </a:lnTo>
                  <a:lnTo>
                    <a:pt x="1102987" y="1516965"/>
                  </a:lnTo>
                  <a:lnTo>
                    <a:pt x="1102987" y="1519830"/>
                  </a:lnTo>
                  <a:lnTo>
                    <a:pt x="1104542" y="1520188"/>
                  </a:lnTo>
                  <a:lnTo>
                    <a:pt x="1101319" y="1523411"/>
                  </a:lnTo>
                  <a:lnTo>
                    <a:pt x="1105975" y="1523411"/>
                  </a:lnTo>
                  <a:lnTo>
                    <a:pt x="1106926" y="1524362"/>
                  </a:lnTo>
                  <a:lnTo>
                    <a:pt x="1106926" y="1526153"/>
                  </a:lnTo>
                  <a:lnTo>
                    <a:pt x="1108717" y="1527944"/>
                  </a:lnTo>
                  <a:lnTo>
                    <a:pt x="1108717" y="1529734"/>
                  </a:lnTo>
                  <a:lnTo>
                    <a:pt x="1110507" y="1531525"/>
                  </a:lnTo>
                  <a:lnTo>
                    <a:pt x="1110507" y="1535106"/>
                  </a:lnTo>
                  <a:lnTo>
                    <a:pt x="1112298" y="1536896"/>
                  </a:lnTo>
                  <a:lnTo>
                    <a:pt x="1112298" y="1538687"/>
                  </a:lnTo>
                  <a:lnTo>
                    <a:pt x="1114927" y="1541317"/>
                  </a:lnTo>
                  <a:lnTo>
                    <a:pt x="1118509" y="1541317"/>
                  </a:lnTo>
                  <a:lnTo>
                    <a:pt x="1120299" y="1543107"/>
                  </a:lnTo>
                  <a:lnTo>
                    <a:pt x="1125906" y="1543107"/>
                  </a:lnTo>
                  <a:lnTo>
                    <a:pt x="1125906" y="1538687"/>
                  </a:lnTo>
                  <a:lnTo>
                    <a:pt x="1127697" y="1536896"/>
                  </a:lnTo>
                  <a:lnTo>
                    <a:pt x="1127697" y="1532129"/>
                  </a:lnTo>
                  <a:lnTo>
                    <a:pt x="1125906" y="1530338"/>
                  </a:lnTo>
                  <a:lnTo>
                    <a:pt x="1125906" y="1526757"/>
                  </a:lnTo>
                  <a:lnTo>
                    <a:pt x="1124709" y="1525560"/>
                  </a:lnTo>
                  <a:lnTo>
                    <a:pt x="1125067" y="1525202"/>
                  </a:lnTo>
                  <a:lnTo>
                    <a:pt x="1129722" y="1525202"/>
                  </a:lnTo>
                  <a:lnTo>
                    <a:pt x="1124709" y="1520188"/>
                  </a:lnTo>
                  <a:lnTo>
                    <a:pt x="1131278" y="1513619"/>
                  </a:lnTo>
                  <a:lnTo>
                    <a:pt x="1131278" y="1510038"/>
                  </a:lnTo>
                  <a:lnTo>
                    <a:pt x="1133068" y="1508247"/>
                  </a:lnTo>
                  <a:lnTo>
                    <a:pt x="1130203" y="1505863"/>
                  </a:lnTo>
                  <a:close/>
                  <a:moveTo>
                    <a:pt x="1072547" y="1503838"/>
                  </a:moveTo>
                  <a:lnTo>
                    <a:pt x="1070163" y="1506222"/>
                  </a:lnTo>
                  <a:lnTo>
                    <a:pt x="1063001" y="1506222"/>
                  </a:lnTo>
                  <a:lnTo>
                    <a:pt x="1060371" y="1508851"/>
                  </a:lnTo>
                  <a:lnTo>
                    <a:pt x="1060371" y="1510642"/>
                  </a:lnTo>
                  <a:lnTo>
                    <a:pt x="1055000" y="1516013"/>
                  </a:lnTo>
                  <a:lnTo>
                    <a:pt x="1055000" y="1519830"/>
                  </a:lnTo>
                  <a:lnTo>
                    <a:pt x="1057629" y="1519830"/>
                  </a:lnTo>
                  <a:lnTo>
                    <a:pt x="1060013" y="1522214"/>
                  </a:lnTo>
                  <a:lnTo>
                    <a:pt x="1062397" y="1519830"/>
                  </a:lnTo>
                  <a:lnTo>
                    <a:pt x="1070399" y="1519830"/>
                  </a:lnTo>
                  <a:lnTo>
                    <a:pt x="1070399" y="1517200"/>
                  </a:lnTo>
                  <a:lnTo>
                    <a:pt x="1078154" y="1509445"/>
                  </a:lnTo>
                  <a:lnTo>
                    <a:pt x="1072547" y="1503838"/>
                  </a:lnTo>
                  <a:close/>
                  <a:moveTo>
                    <a:pt x="959742" y="1503715"/>
                  </a:moveTo>
                  <a:lnTo>
                    <a:pt x="960939" y="1503715"/>
                  </a:lnTo>
                  <a:lnTo>
                    <a:pt x="968336" y="1511112"/>
                  </a:lnTo>
                  <a:lnTo>
                    <a:pt x="968336" y="1505270"/>
                  </a:lnTo>
                  <a:lnTo>
                    <a:pt x="963916" y="1500850"/>
                  </a:lnTo>
                  <a:lnTo>
                    <a:pt x="959742" y="1503715"/>
                  </a:lnTo>
                  <a:close/>
                  <a:moveTo>
                    <a:pt x="1063236" y="1495243"/>
                  </a:moveTo>
                  <a:lnTo>
                    <a:pt x="1057629" y="1500850"/>
                  </a:lnTo>
                  <a:lnTo>
                    <a:pt x="1055839" y="1500850"/>
                  </a:lnTo>
                  <a:lnTo>
                    <a:pt x="1052616" y="1504073"/>
                  </a:lnTo>
                  <a:lnTo>
                    <a:pt x="1056432" y="1507889"/>
                  </a:lnTo>
                  <a:lnTo>
                    <a:pt x="1060607" y="1503715"/>
                  </a:lnTo>
                  <a:lnTo>
                    <a:pt x="1063236" y="1503715"/>
                  </a:lnTo>
                  <a:lnTo>
                    <a:pt x="1063236" y="1495243"/>
                  </a:lnTo>
                  <a:close/>
                  <a:moveTo>
                    <a:pt x="1130203" y="1498701"/>
                  </a:moveTo>
                  <a:lnTo>
                    <a:pt x="1133068" y="1498701"/>
                  </a:lnTo>
                  <a:lnTo>
                    <a:pt x="1133068" y="1496911"/>
                  </a:lnTo>
                  <a:lnTo>
                    <a:pt x="1130203" y="1496911"/>
                  </a:lnTo>
                  <a:lnTo>
                    <a:pt x="1130203" y="1498701"/>
                  </a:lnTo>
                  <a:close/>
                  <a:moveTo>
                    <a:pt x="949356" y="1495120"/>
                  </a:moveTo>
                  <a:lnTo>
                    <a:pt x="949356" y="1496317"/>
                  </a:lnTo>
                  <a:lnTo>
                    <a:pt x="945540" y="1500134"/>
                  </a:lnTo>
                  <a:lnTo>
                    <a:pt x="952221" y="1500134"/>
                  </a:lnTo>
                  <a:lnTo>
                    <a:pt x="949356" y="1495120"/>
                  </a:lnTo>
                  <a:close/>
                  <a:moveTo>
                    <a:pt x="997702" y="1500492"/>
                  </a:moveTo>
                  <a:lnTo>
                    <a:pt x="1000567" y="1500492"/>
                  </a:lnTo>
                  <a:lnTo>
                    <a:pt x="1000567" y="1493330"/>
                  </a:lnTo>
                  <a:lnTo>
                    <a:pt x="997702" y="1493330"/>
                  </a:lnTo>
                  <a:lnTo>
                    <a:pt x="997702" y="1500492"/>
                  </a:lnTo>
                  <a:close/>
                  <a:moveTo>
                    <a:pt x="1128832" y="1492552"/>
                  </a:moveTo>
                  <a:lnTo>
                    <a:pt x="1130858" y="1490526"/>
                  </a:lnTo>
                  <a:lnTo>
                    <a:pt x="1129068" y="1488735"/>
                  </a:lnTo>
                  <a:lnTo>
                    <a:pt x="1127042" y="1490761"/>
                  </a:lnTo>
                  <a:lnTo>
                    <a:pt x="1128832" y="1492552"/>
                  </a:lnTo>
                  <a:close/>
                  <a:moveTo>
                    <a:pt x="1109556" y="1484735"/>
                  </a:moveTo>
                  <a:lnTo>
                    <a:pt x="1106926" y="1487364"/>
                  </a:lnTo>
                  <a:lnTo>
                    <a:pt x="1106926" y="1496788"/>
                  </a:lnTo>
                  <a:lnTo>
                    <a:pt x="1112533" y="1491181"/>
                  </a:lnTo>
                  <a:lnTo>
                    <a:pt x="1114324" y="1491181"/>
                  </a:lnTo>
                  <a:lnTo>
                    <a:pt x="1116114" y="1489390"/>
                  </a:lnTo>
                  <a:lnTo>
                    <a:pt x="1118744" y="1489390"/>
                  </a:lnTo>
                  <a:lnTo>
                    <a:pt x="1118744" y="1484735"/>
                  </a:lnTo>
                  <a:lnTo>
                    <a:pt x="1109556" y="1484735"/>
                  </a:lnTo>
                  <a:close/>
                  <a:moveTo>
                    <a:pt x="1071534" y="1485154"/>
                  </a:moveTo>
                  <a:lnTo>
                    <a:pt x="1073560" y="1487180"/>
                  </a:lnTo>
                  <a:lnTo>
                    <a:pt x="1075351" y="1485390"/>
                  </a:lnTo>
                  <a:lnTo>
                    <a:pt x="1073325" y="1483364"/>
                  </a:lnTo>
                  <a:lnTo>
                    <a:pt x="1071534" y="1485154"/>
                  </a:lnTo>
                  <a:close/>
                  <a:moveTo>
                    <a:pt x="810532" y="1482944"/>
                  </a:moveTo>
                  <a:lnTo>
                    <a:pt x="808741" y="1484735"/>
                  </a:lnTo>
                  <a:lnTo>
                    <a:pt x="802295" y="1484735"/>
                  </a:lnTo>
                  <a:lnTo>
                    <a:pt x="806951" y="1489390"/>
                  </a:lnTo>
                  <a:lnTo>
                    <a:pt x="811718" y="1489390"/>
                  </a:lnTo>
                  <a:lnTo>
                    <a:pt x="813509" y="1487600"/>
                  </a:lnTo>
                  <a:lnTo>
                    <a:pt x="821746" y="1487600"/>
                  </a:lnTo>
                  <a:lnTo>
                    <a:pt x="817090" y="1482944"/>
                  </a:lnTo>
                  <a:lnTo>
                    <a:pt x="810532" y="1482944"/>
                  </a:lnTo>
                  <a:close/>
                  <a:moveTo>
                    <a:pt x="754185" y="1480918"/>
                  </a:moveTo>
                  <a:lnTo>
                    <a:pt x="754185" y="1485574"/>
                  </a:lnTo>
                  <a:lnTo>
                    <a:pt x="752395" y="1487364"/>
                  </a:lnTo>
                  <a:lnTo>
                    <a:pt x="752395" y="1492132"/>
                  </a:lnTo>
                  <a:lnTo>
                    <a:pt x="754185" y="1493923"/>
                  </a:lnTo>
                  <a:lnTo>
                    <a:pt x="754185" y="1497504"/>
                  </a:lnTo>
                  <a:lnTo>
                    <a:pt x="755976" y="1499295"/>
                  </a:lnTo>
                  <a:lnTo>
                    <a:pt x="755976" y="1501085"/>
                  </a:lnTo>
                  <a:lnTo>
                    <a:pt x="760396" y="1505505"/>
                  </a:lnTo>
                  <a:lnTo>
                    <a:pt x="764212" y="1505505"/>
                  </a:lnTo>
                  <a:lnTo>
                    <a:pt x="764570" y="1502518"/>
                  </a:lnTo>
                  <a:lnTo>
                    <a:pt x="764929" y="1504666"/>
                  </a:lnTo>
                  <a:lnTo>
                    <a:pt x="766719" y="1506457"/>
                  </a:lnTo>
                  <a:lnTo>
                    <a:pt x="766719" y="1509086"/>
                  </a:lnTo>
                  <a:lnTo>
                    <a:pt x="771139" y="1509086"/>
                  </a:lnTo>
                  <a:lnTo>
                    <a:pt x="773881" y="1511828"/>
                  </a:lnTo>
                  <a:lnTo>
                    <a:pt x="773881" y="1513619"/>
                  </a:lnTo>
                  <a:lnTo>
                    <a:pt x="775672" y="1515410"/>
                  </a:lnTo>
                  <a:lnTo>
                    <a:pt x="775672" y="1517200"/>
                  </a:lnTo>
                  <a:lnTo>
                    <a:pt x="778302" y="1519830"/>
                  </a:lnTo>
                  <a:lnTo>
                    <a:pt x="780092" y="1519830"/>
                  </a:lnTo>
                  <a:lnTo>
                    <a:pt x="781883" y="1521620"/>
                  </a:lnTo>
                  <a:lnTo>
                    <a:pt x="790232" y="1521620"/>
                  </a:lnTo>
                  <a:lnTo>
                    <a:pt x="792022" y="1519830"/>
                  </a:lnTo>
                  <a:lnTo>
                    <a:pt x="793813" y="1519830"/>
                  </a:lnTo>
                  <a:lnTo>
                    <a:pt x="795603" y="1518039"/>
                  </a:lnTo>
                  <a:lnTo>
                    <a:pt x="798233" y="1518039"/>
                  </a:lnTo>
                  <a:lnTo>
                    <a:pt x="798233" y="1514223"/>
                  </a:lnTo>
                  <a:lnTo>
                    <a:pt x="794652" y="1510642"/>
                  </a:lnTo>
                  <a:lnTo>
                    <a:pt x="794652" y="1497504"/>
                  </a:lnTo>
                  <a:lnTo>
                    <a:pt x="796442" y="1495713"/>
                  </a:lnTo>
                  <a:lnTo>
                    <a:pt x="796442" y="1493923"/>
                  </a:lnTo>
                  <a:lnTo>
                    <a:pt x="799184" y="1491181"/>
                  </a:lnTo>
                  <a:lnTo>
                    <a:pt x="799788" y="1491181"/>
                  </a:lnTo>
                  <a:lnTo>
                    <a:pt x="804321" y="1495713"/>
                  </a:lnTo>
                  <a:lnTo>
                    <a:pt x="804321" y="1507061"/>
                  </a:lnTo>
                  <a:lnTo>
                    <a:pt x="802530" y="1508851"/>
                  </a:lnTo>
                  <a:lnTo>
                    <a:pt x="802530" y="1510642"/>
                  </a:lnTo>
                  <a:lnTo>
                    <a:pt x="798949" y="1514223"/>
                  </a:lnTo>
                  <a:lnTo>
                    <a:pt x="798949" y="1517200"/>
                  </a:lnTo>
                  <a:lnTo>
                    <a:pt x="801579" y="1519830"/>
                  </a:lnTo>
                  <a:lnTo>
                    <a:pt x="806347" y="1519830"/>
                  </a:lnTo>
                  <a:lnTo>
                    <a:pt x="808976" y="1517200"/>
                  </a:lnTo>
                  <a:lnTo>
                    <a:pt x="808976" y="1515410"/>
                  </a:lnTo>
                  <a:lnTo>
                    <a:pt x="810767" y="1513619"/>
                  </a:lnTo>
                  <a:lnTo>
                    <a:pt x="810767" y="1510038"/>
                  </a:lnTo>
                  <a:lnTo>
                    <a:pt x="812557" y="1508247"/>
                  </a:lnTo>
                  <a:lnTo>
                    <a:pt x="812557" y="1501689"/>
                  </a:lnTo>
                  <a:lnTo>
                    <a:pt x="810767" y="1499898"/>
                  </a:lnTo>
                  <a:lnTo>
                    <a:pt x="810767" y="1496317"/>
                  </a:lnTo>
                  <a:lnTo>
                    <a:pt x="808976" y="1494527"/>
                  </a:lnTo>
                  <a:lnTo>
                    <a:pt x="808976" y="1492736"/>
                  </a:lnTo>
                  <a:lnTo>
                    <a:pt x="804556" y="1488316"/>
                  </a:lnTo>
                  <a:lnTo>
                    <a:pt x="800975" y="1488316"/>
                  </a:lnTo>
                  <a:lnTo>
                    <a:pt x="799184" y="1486525"/>
                  </a:lnTo>
                  <a:lnTo>
                    <a:pt x="797394" y="1486525"/>
                  </a:lnTo>
                  <a:lnTo>
                    <a:pt x="795603" y="1484735"/>
                  </a:lnTo>
                  <a:lnTo>
                    <a:pt x="791787" y="1484735"/>
                  </a:lnTo>
                  <a:lnTo>
                    <a:pt x="791787" y="1496317"/>
                  </a:lnTo>
                  <a:lnTo>
                    <a:pt x="788206" y="1499898"/>
                  </a:lnTo>
                  <a:lnTo>
                    <a:pt x="788206" y="1501689"/>
                  </a:lnTo>
                  <a:lnTo>
                    <a:pt x="785464" y="1504431"/>
                  </a:lnTo>
                  <a:lnTo>
                    <a:pt x="783673" y="1504431"/>
                  </a:lnTo>
                  <a:lnTo>
                    <a:pt x="780092" y="1508012"/>
                  </a:lnTo>
                  <a:lnTo>
                    <a:pt x="774117" y="1508012"/>
                  </a:lnTo>
                  <a:lnTo>
                    <a:pt x="773165" y="1507061"/>
                  </a:lnTo>
                  <a:lnTo>
                    <a:pt x="773165" y="1499295"/>
                  </a:lnTo>
                  <a:lnTo>
                    <a:pt x="774956" y="1497504"/>
                  </a:lnTo>
                  <a:lnTo>
                    <a:pt x="774956" y="1495713"/>
                  </a:lnTo>
                  <a:lnTo>
                    <a:pt x="783069" y="1487600"/>
                  </a:lnTo>
                  <a:lnTo>
                    <a:pt x="784860" y="1487600"/>
                  </a:lnTo>
                  <a:lnTo>
                    <a:pt x="786650" y="1485809"/>
                  </a:lnTo>
                  <a:lnTo>
                    <a:pt x="789638" y="1485809"/>
                  </a:lnTo>
                  <a:lnTo>
                    <a:pt x="789638" y="1482944"/>
                  </a:lnTo>
                  <a:lnTo>
                    <a:pt x="778302" y="1482944"/>
                  </a:lnTo>
                  <a:lnTo>
                    <a:pt x="776511" y="1484735"/>
                  </a:lnTo>
                  <a:lnTo>
                    <a:pt x="774720" y="1484735"/>
                  </a:lnTo>
                  <a:lnTo>
                    <a:pt x="766719" y="1492736"/>
                  </a:lnTo>
                  <a:lnTo>
                    <a:pt x="766719" y="1498108"/>
                  </a:lnTo>
                  <a:lnTo>
                    <a:pt x="765164" y="1499059"/>
                  </a:lnTo>
                  <a:lnTo>
                    <a:pt x="764212" y="1498108"/>
                  </a:lnTo>
                  <a:lnTo>
                    <a:pt x="764212" y="1492736"/>
                  </a:lnTo>
                  <a:lnTo>
                    <a:pt x="762422" y="1490946"/>
                  </a:lnTo>
                  <a:lnTo>
                    <a:pt x="762422" y="1489155"/>
                  </a:lnTo>
                  <a:lnTo>
                    <a:pt x="754185" y="1480918"/>
                  </a:lnTo>
                  <a:close/>
                  <a:moveTo>
                    <a:pt x="1063953" y="1479363"/>
                  </a:moveTo>
                  <a:lnTo>
                    <a:pt x="1063953" y="1487364"/>
                  </a:lnTo>
                  <a:lnTo>
                    <a:pt x="1060791" y="1490526"/>
                  </a:lnTo>
                  <a:lnTo>
                    <a:pt x="1062817" y="1492552"/>
                  </a:lnTo>
                  <a:lnTo>
                    <a:pt x="1065978" y="1489390"/>
                  </a:lnTo>
                  <a:lnTo>
                    <a:pt x="1067769" y="1489390"/>
                  </a:lnTo>
                  <a:lnTo>
                    <a:pt x="1070399" y="1486761"/>
                  </a:lnTo>
                  <a:lnTo>
                    <a:pt x="1070399" y="1479363"/>
                  </a:lnTo>
                  <a:lnTo>
                    <a:pt x="1063953" y="1479363"/>
                  </a:lnTo>
                  <a:close/>
                  <a:moveTo>
                    <a:pt x="1075115" y="1479783"/>
                  </a:moveTo>
                  <a:lnTo>
                    <a:pt x="1077141" y="1481808"/>
                  </a:lnTo>
                  <a:lnTo>
                    <a:pt x="1078512" y="1480437"/>
                  </a:lnTo>
                  <a:lnTo>
                    <a:pt x="1079709" y="1480437"/>
                  </a:lnTo>
                  <a:lnTo>
                    <a:pt x="1079709" y="1477573"/>
                  </a:lnTo>
                  <a:lnTo>
                    <a:pt x="1077326" y="1477573"/>
                  </a:lnTo>
                  <a:lnTo>
                    <a:pt x="1075115" y="1479783"/>
                  </a:lnTo>
                  <a:close/>
                  <a:moveTo>
                    <a:pt x="1086278" y="1475782"/>
                  </a:moveTo>
                  <a:lnTo>
                    <a:pt x="1084488" y="1477573"/>
                  </a:lnTo>
                  <a:lnTo>
                    <a:pt x="1079832" y="1477573"/>
                  </a:lnTo>
                  <a:lnTo>
                    <a:pt x="1083649" y="1481389"/>
                  </a:lnTo>
                  <a:lnTo>
                    <a:pt x="1083649" y="1483179"/>
                  </a:lnTo>
                  <a:lnTo>
                    <a:pt x="1085439" y="1484970"/>
                  </a:lnTo>
                  <a:lnTo>
                    <a:pt x="1085439" y="1492736"/>
                  </a:lnTo>
                  <a:lnTo>
                    <a:pt x="1082697" y="1495478"/>
                  </a:lnTo>
                  <a:lnTo>
                    <a:pt x="1080303" y="1495478"/>
                  </a:lnTo>
                  <a:lnTo>
                    <a:pt x="1074931" y="1490107"/>
                  </a:lnTo>
                  <a:lnTo>
                    <a:pt x="1071115" y="1490107"/>
                  </a:lnTo>
                  <a:lnTo>
                    <a:pt x="1071115" y="1499295"/>
                  </a:lnTo>
                  <a:lnTo>
                    <a:pt x="1072905" y="1501085"/>
                  </a:lnTo>
                  <a:lnTo>
                    <a:pt x="1072905" y="1502876"/>
                  </a:lnTo>
                  <a:lnTo>
                    <a:pt x="1076128" y="1506099"/>
                  </a:lnTo>
                  <a:lnTo>
                    <a:pt x="1085675" y="1496553"/>
                  </a:lnTo>
                  <a:lnTo>
                    <a:pt x="1093441" y="1496553"/>
                  </a:lnTo>
                  <a:lnTo>
                    <a:pt x="1094392" y="1497504"/>
                  </a:lnTo>
                  <a:lnTo>
                    <a:pt x="1094392" y="1498701"/>
                  </a:lnTo>
                  <a:lnTo>
                    <a:pt x="1097257" y="1498701"/>
                  </a:lnTo>
                  <a:lnTo>
                    <a:pt x="1097257" y="1496317"/>
                  </a:lnTo>
                  <a:lnTo>
                    <a:pt x="1095466" y="1494527"/>
                  </a:lnTo>
                  <a:lnTo>
                    <a:pt x="1095466" y="1492132"/>
                  </a:lnTo>
                  <a:lnTo>
                    <a:pt x="1097257" y="1490342"/>
                  </a:lnTo>
                  <a:lnTo>
                    <a:pt x="1097257" y="1488551"/>
                  </a:lnTo>
                  <a:lnTo>
                    <a:pt x="1101790" y="1484019"/>
                  </a:lnTo>
                  <a:lnTo>
                    <a:pt x="1102393" y="1484019"/>
                  </a:lnTo>
                  <a:lnTo>
                    <a:pt x="1106210" y="1487835"/>
                  </a:lnTo>
                  <a:lnTo>
                    <a:pt x="1106210" y="1481154"/>
                  </a:lnTo>
                  <a:lnTo>
                    <a:pt x="1101790" y="1481154"/>
                  </a:lnTo>
                  <a:lnTo>
                    <a:pt x="1098208" y="1477573"/>
                  </a:lnTo>
                  <a:lnTo>
                    <a:pt x="1094627" y="1477573"/>
                  </a:lnTo>
                  <a:lnTo>
                    <a:pt x="1092837" y="1475782"/>
                  </a:lnTo>
                  <a:lnTo>
                    <a:pt x="1086278" y="1475782"/>
                  </a:lnTo>
                  <a:close/>
                  <a:moveTo>
                    <a:pt x="870991" y="1478227"/>
                  </a:moveTo>
                  <a:lnTo>
                    <a:pt x="872362" y="1479598"/>
                  </a:lnTo>
                  <a:lnTo>
                    <a:pt x="872362" y="1481993"/>
                  </a:lnTo>
                  <a:lnTo>
                    <a:pt x="871411" y="1482944"/>
                  </a:lnTo>
                  <a:lnTo>
                    <a:pt x="869620" y="1482944"/>
                  </a:lnTo>
                  <a:lnTo>
                    <a:pt x="867830" y="1484735"/>
                  </a:lnTo>
                  <a:lnTo>
                    <a:pt x="866039" y="1484735"/>
                  </a:lnTo>
                  <a:lnTo>
                    <a:pt x="859828" y="1490946"/>
                  </a:lnTo>
                  <a:lnTo>
                    <a:pt x="859828" y="1492736"/>
                  </a:lnTo>
                  <a:lnTo>
                    <a:pt x="856012" y="1496553"/>
                  </a:lnTo>
                  <a:lnTo>
                    <a:pt x="861854" y="1496553"/>
                  </a:lnTo>
                  <a:lnTo>
                    <a:pt x="863645" y="1494762"/>
                  </a:lnTo>
                  <a:lnTo>
                    <a:pt x="871411" y="1494762"/>
                  </a:lnTo>
                  <a:lnTo>
                    <a:pt x="875227" y="1498578"/>
                  </a:lnTo>
                  <a:lnTo>
                    <a:pt x="875227" y="1490946"/>
                  </a:lnTo>
                  <a:lnTo>
                    <a:pt x="873437" y="1489155"/>
                  </a:lnTo>
                  <a:lnTo>
                    <a:pt x="873437" y="1484970"/>
                  </a:lnTo>
                  <a:lnTo>
                    <a:pt x="877611" y="1480796"/>
                  </a:lnTo>
                  <a:lnTo>
                    <a:pt x="870991" y="1478227"/>
                  </a:lnTo>
                  <a:close/>
                  <a:moveTo>
                    <a:pt x="904357" y="1473991"/>
                  </a:moveTo>
                  <a:lnTo>
                    <a:pt x="911038" y="1480673"/>
                  </a:lnTo>
                  <a:lnTo>
                    <a:pt x="911038" y="1473991"/>
                  </a:lnTo>
                  <a:lnTo>
                    <a:pt x="904357" y="1473991"/>
                  </a:lnTo>
                  <a:close/>
                  <a:moveTo>
                    <a:pt x="943627" y="1471485"/>
                  </a:moveTo>
                  <a:lnTo>
                    <a:pt x="944824" y="1471485"/>
                  </a:lnTo>
                  <a:lnTo>
                    <a:pt x="949356" y="1476017"/>
                  </a:lnTo>
                  <a:lnTo>
                    <a:pt x="949356" y="1477808"/>
                  </a:lnTo>
                  <a:lnTo>
                    <a:pt x="951147" y="1479598"/>
                  </a:lnTo>
                  <a:lnTo>
                    <a:pt x="951147" y="1483179"/>
                  </a:lnTo>
                  <a:lnTo>
                    <a:pt x="952938" y="1484970"/>
                  </a:lnTo>
                  <a:lnTo>
                    <a:pt x="952938" y="1485574"/>
                  </a:lnTo>
                  <a:lnTo>
                    <a:pt x="951147" y="1487364"/>
                  </a:lnTo>
                  <a:lnTo>
                    <a:pt x="951147" y="1494997"/>
                  </a:lnTo>
                  <a:lnTo>
                    <a:pt x="955803" y="1490342"/>
                  </a:lnTo>
                  <a:lnTo>
                    <a:pt x="955803" y="1478412"/>
                  </a:lnTo>
                  <a:lnTo>
                    <a:pt x="952221" y="1474831"/>
                  </a:lnTo>
                  <a:lnTo>
                    <a:pt x="952221" y="1473040"/>
                  </a:lnTo>
                  <a:lnTo>
                    <a:pt x="949592" y="1470410"/>
                  </a:lnTo>
                  <a:lnTo>
                    <a:pt x="947801" y="1470410"/>
                  </a:lnTo>
                  <a:lnTo>
                    <a:pt x="946011" y="1468620"/>
                  </a:lnTo>
                  <a:lnTo>
                    <a:pt x="943627" y="1471485"/>
                  </a:lnTo>
                  <a:close/>
                  <a:moveTo>
                    <a:pt x="925721" y="1471485"/>
                  </a:moveTo>
                  <a:lnTo>
                    <a:pt x="925721" y="1468620"/>
                  </a:lnTo>
                  <a:lnTo>
                    <a:pt x="922140" y="1468620"/>
                  </a:lnTo>
                  <a:lnTo>
                    <a:pt x="922140" y="1471485"/>
                  </a:lnTo>
                  <a:lnTo>
                    <a:pt x="925721" y="1471485"/>
                  </a:lnTo>
                  <a:close/>
                  <a:moveTo>
                    <a:pt x="938255" y="1469694"/>
                  </a:moveTo>
                  <a:lnTo>
                    <a:pt x="938255" y="1466829"/>
                  </a:lnTo>
                  <a:lnTo>
                    <a:pt x="931093" y="1466829"/>
                  </a:lnTo>
                  <a:lnTo>
                    <a:pt x="931093" y="1469694"/>
                  </a:lnTo>
                  <a:lnTo>
                    <a:pt x="938255" y="1469694"/>
                  </a:lnTo>
                  <a:close/>
                  <a:moveTo>
                    <a:pt x="885735" y="1465039"/>
                  </a:moveTo>
                  <a:lnTo>
                    <a:pt x="883945" y="1466829"/>
                  </a:lnTo>
                  <a:lnTo>
                    <a:pt x="882154" y="1466829"/>
                  </a:lnTo>
                  <a:lnTo>
                    <a:pt x="880364" y="1468620"/>
                  </a:lnTo>
                  <a:lnTo>
                    <a:pt x="878573" y="1468620"/>
                  </a:lnTo>
                  <a:lnTo>
                    <a:pt x="875943" y="1471249"/>
                  </a:lnTo>
                  <a:lnTo>
                    <a:pt x="875943" y="1473040"/>
                  </a:lnTo>
                  <a:lnTo>
                    <a:pt x="872127" y="1476856"/>
                  </a:lnTo>
                  <a:lnTo>
                    <a:pt x="880364" y="1476856"/>
                  </a:lnTo>
                  <a:lnTo>
                    <a:pt x="884303" y="1480796"/>
                  </a:lnTo>
                  <a:lnTo>
                    <a:pt x="883945" y="1481154"/>
                  </a:lnTo>
                  <a:lnTo>
                    <a:pt x="879166" y="1481154"/>
                  </a:lnTo>
                  <a:lnTo>
                    <a:pt x="879166" y="1484019"/>
                  </a:lnTo>
                  <a:lnTo>
                    <a:pt x="882154" y="1484019"/>
                  </a:lnTo>
                  <a:lnTo>
                    <a:pt x="884538" y="1486402"/>
                  </a:lnTo>
                  <a:lnTo>
                    <a:pt x="886922" y="1484019"/>
                  </a:lnTo>
                  <a:lnTo>
                    <a:pt x="887526" y="1484019"/>
                  </a:lnTo>
                  <a:lnTo>
                    <a:pt x="888477" y="1484970"/>
                  </a:lnTo>
                  <a:lnTo>
                    <a:pt x="888477" y="1487600"/>
                  </a:lnTo>
                  <a:lnTo>
                    <a:pt x="893133" y="1487600"/>
                  </a:lnTo>
                  <a:lnTo>
                    <a:pt x="893133" y="1479363"/>
                  </a:lnTo>
                  <a:lnTo>
                    <a:pt x="890145" y="1479005"/>
                  </a:lnTo>
                  <a:lnTo>
                    <a:pt x="896714" y="1472436"/>
                  </a:lnTo>
                  <a:lnTo>
                    <a:pt x="896714" y="1470646"/>
                  </a:lnTo>
                  <a:lnTo>
                    <a:pt x="897665" y="1469694"/>
                  </a:lnTo>
                  <a:lnTo>
                    <a:pt x="899221" y="1470646"/>
                  </a:lnTo>
                  <a:lnTo>
                    <a:pt x="899221" y="1473275"/>
                  </a:lnTo>
                  <a:lnTo>
                    <a:pt x="905902" y="1473275"/>
                  </a:lnTo>
                  <a:lnTo>
                    <a:pt x="899456" y="1466829"/>
                  </a:lnTo>
                  <a:lnTo>
                    <a:pt x="897665" y="1466829"/>
                  </a:lnTo>
                  <a:lnTo>
                    <a:pt x="895875" y="1465039"/>
                  </a:lnTo>
                  <a:lnTo>
                    <a:pt x="885735" y="1465039"/>
                  </a:lnTo>
                  <a:close/>
                  <a:moveTo>
                    <a:pt x="1008865" y="1463668"/>
                  </a:moveTo>
                  <a:lnTo>
                    <a:pt x="1003073" y="1469459"/>
                  </a:lnTo>
                  <a:lnTo>
                    <a:pt x="1003073" y="1471249"/>
                  </a:lnTo>
                  <a:lnTo>
                    <a:pt x="1001283" y="1473040"/>
                  </a:lnTo>
                  <a:lnTo>
                    <a:pt x="1001283" y="1477808"/>
                  </a:lnTo>
                  <a:lnTo>
                    <a:pt x="1005938" y="1482463"/>
                  </a:lnTo>
                  <a:lnTo>
                    <a:pt x="1005938" y="1474227"/>
                  </a:lnTo>
                  <a:lnTo>
                    <a:pt x="1009519" y="1470646"/>
                  </a:lnTo>
                  <a:lnTo>
                    <a:pt x="1009519" y="1467064"/>
                  </a:lnTo>
                  <a:lnTo>
                    <a:pt x="1008865" y="1463668"/>
                  </a:lnTo>
                  <a:close/>
                  <a:moveTo>
                    <a:pt x="1090576" y="1461457"/>
                  </a:moveTo>
                  <a:lnTo>
                    <a:pt x="1094392" y="1465274"/>
                  </a:lnTo>
                  <a:lnTo>
                    <a:pt x="1094392" y="1467904"/>
                  </a:lnTo>
                  <a:lnTo>
                    <a:pt x="1097022" y="1467904"/>
                  </a:lnTo>
                  <a:lnTo>
                    <a:pt x="1098812" y="1469694"/>
                  </a:lnTo>
                  <a:lnTo>
                    <a:pt x="1100603" y="1469694"/>
                  </a:lnTo>
                  <a:lnTo>
                    <a:pt x="1101974" y="1471065"/>
                  </a:lnTo>
                  <a:lnTo>
                    <a:pt x="1104000" y="1469039"/>
                  </a:lnTo>
                  <a:lnTo>
                    <a:pt x="1102629" y="1467668"/>
                  </a:lnTo>
                  <a:lnTo>
                    <a:pt x="1102629" y="1465039"/>
                  </a:lnTo>
                  <a:lnTo>
                    <a:pt x="1099999" y="1465039"/>
                  </a:lnTo>
                  <a:lnTo>
                    <a:pt x="1096418" y="1461457"/>
                  </a:lnTo>
                  <a:lnTo>
                    <a:pt x="1090576" y="1461457"/>
                  </a:lnTo>
                  <a:close/>
                  <a:moveTo>
                    <a:pt x="929660" y="1462890"/>
                  </a:moveTo>
                  <a:lnTo>
                    <a:pt x="932525" y="1462890"/>
                  </a:lnTo>
                  <a:lnTo>
                    <a:pt x="932525" y="1461099"/>
                  </a:lnTo>
                  <a:lnTo>
                    <a:pt x="929660" y="1461099"/>
                  </a:lnTo>
                  <a:lnTo>
                    <a:pt x="929660" y="1462890"/>
                  </a:lnTo>
                  <a:close/>
                  <a:moveTo>
                    <a:pt x="1006655" y="1459902"/>
                  </a:moveTo>
                  <a:lnTo>
                    <a:pt x="1008865" y="1462112"/>
                  </a:lnTo>
                  <a:lnTo>
                    <a:pt x="1010890" y="1460086"/>
                  </a:lnTo>
                  <a:lnTo>
                    <a:pt x="1009519" y="1458715"/>
                  </a:lnTo>
                  <a:lnTo>
                    <a:pt x="1009519" y="1457518"/>
                  </a:lnTo>
                  <a:lnTo>
                    <a:pt x="1006655" y="1457518"/>
                  </a:lnTo>
                  <a:lnTo>
                    <a:pt x="1006655" y="1459902"/>
                  </a:lnTo>
                  <a:close/>
                  <a:moveTo>
                    <a:pt x="1184995" y="1450479"/>
                  </a:moveTo>
                  <a:lnTo>
                    <a:pt x="1181178" y="1454295"/>
                  </a:lnTo>
                  <a:lnTo>
                    <a:pt x="1174967" y="1454295"/>
                  </a:lnTo>
                  <a:lnTo>
                    <a:pt x="1174967" y="1456925"/>
                  </a:lnTo>
                  <a:lnTo>
                    <a:pt x="1174016" y="1457876"/>
                  </a:lnTo>
                  <a:lnTo>
                    <a:pt x="1172225" y="1457876"/>
                  </a:lnTo>
                  <a:lnTo>
                    <a:pt x="1165779" y="1464322"/>
                  </a:lnTo>
                  <a:lnTo>
                    <a:pt x="1170435" y="1464322"/>
                  </a:lnTo>
                  <a:lnTo>
                    <a:pt x="1174016" y="1467904"/>
                  </a:lnTo>
                  <a:lnTo>
                    <a:pt x="1177597" y="1467904"/>
                  </a:lnTo>
                  <a:lnTo>
                    <a:pt x="1179981" y="1470287"/>
                  </a:lnTo>
                  <a:lnTo>
                    <a:pt x="1183204" y="1467064"/>
                  </a:lnTo>
                  <a:lnTo>
                    <a:pt x="1183204" y="1465274"/>
                  </a:lnTo>
                  <a:lnTo>
                    <a:pt x="1184995" y="1463483"/>
                  </a:lnTo>
                  <a:lnTo>
                    <a:pt x="1184995" y="1450479"/>
                  </a:lnTo>
                  <a:close/>
                  <a:moveTo>
                    <a:pt x="1200035" y="1454530"/>
                  </a:moveTo>
                  <a:lnTo>
                    <a:pt x="1200035" y="1455728"/>
                  </a:lnTo>
                  <a:lnTo>
                    <a:pt x="1202900" y="1455728"/>
                  </a:lnTo>
                  <a:lnTo>
                    <a:pt x="1202900" y="1453344"/>
                  </a:lnTo>
                  <a:lnTo>
                    <a:pt x="1200690" y="1451134"/>
                  </a:lnTo>
                  <a:lnTo>
                    <a:pt x="1198664" y="1453159"/>
                  </a:lnTo>
                  <a:lnTo>
                    <a:pt x="1200035" y="1454530"/>
                  </a:lnTo>
                  <a:close/>
                  <a:moveTo>
                    <a:pt x="1089020" y="1448924"/>
                  </a:moveTo>
                  <a:lnTo>
                    <a:pt x="1089020" y="1456321"/>
                  </a:lnTo>
                  <a:lnTo>
                    <a:pt x="1092243" y="1459544"/>
                  </a:lnTo>
                  <a:lnTo>
                    <a:pt x="1097850" y="1453937"/>
                  </a:lnTo>
                  <a:lnTo>
                    <a:pt x="1092837" y="1448924"/>
                  </a:lnTo>
                  <a:lnTo>
                    <a:pt x="1089020" y="1448924"/>
                  </a:lnTo>
                  <a:close/>
                  <a:moveTo>
                    <a:pt x="803369" y="1448924"/>
                  </a:moveTo>
                  <a:lnTo>
                    <a:pt x="801579" y="1450714"/>
                  </a:lnTo>
                  <a:lnTo>
                    <a:pt x="799788" y="1450714"/>
                  </a:lnTo>
                  <a:lnTo>
                    <a:pt x="795133" y="1455370"/>
                  </a:lnTo>
                  <a:lnTo>
                    <a:pt x="806347" y="1455370"/>
                  </a:lnTo>
                  <a:lnTo>
                    <a:pt x="808137" y="1453579"/>
                  </a:lnTo>
                  <a:lnTo>
                    <a:pt x="811718" y="1453579"/>
                  </a:lnTo>
                  <a:lnTo>
                    <a:pt x="816374" y="1448924"/>
                  </a:lnTo>
                  <a:lnTo>
                    <a:pt x="803369" y="1448924"/>
                  </a:lnTo>
                  <a:close/>
                  <a:moveTo>
                    <a:pt x="1081500" y="1446540"/>
                  </a:moveTo>
                  <a:lnTo>
                    <a:pt x="1077326" y="1450714"/>
                  </a:lnTo>
                  <a:lnTo>
                    <a:pt x="1075535" y="1450714"/>
                  </a:lnTo>
                  <a:lnTo>
                    <a:pt x="1073744" y="1452505"/>
                  </a:lnTo>
                  <a:lnTo>
                    <a:pt x="1071954" y="1452505"/>
                  </a:lnTo>
                  <a:lnTo>
                    <a:pt x="1065743" y="1458715"/>
                  </a:lnTo>
                  <a:lnTo>
                    <a:pt x="1065743" y="1460506"/>
                  </a:lnTo>
                  <a:lnTo>
                    <a:pt x="1063953" y="1462297"/>
                  </a:lnTo>
                  <a:lnTo>
                    <a:pt x="1063953" y="1471485"/>
                  </a:lnTo>
                  <a:lnTo>
                    <a:pt x="1071350" y="1471485"/>
                  </a:lnTo>
                  <a:lnTo>
                    <a:pt x="1075770" y="1467064"/>
                  </a:lnTo>
                  <a:lnTo>
                    <a:pt x="1075770" y="1464087"/>
                  </a:lnTo>
                  <a:lnTo>
                    <a:pt x="1073980" y="1462297"/>
                  </a:lnTo>
                  <a:lnTo>
                    <a:pt x="1074338" y="1461335"/>
                  </a:lnTo>
                  <a:lnTo>
                    <a:pt x="1075535" y="1462532"/>
                  </a:lnTo>
                  <a:lnTo>
                    <a:pt x="1079116" y="1462532"/>
                  </a:lnTo>
                  <a:lnTo>
                    <a:pt x="1079474" y="1462890"/>
                  </a:lnTo>
                  <a:lnTo>
                    <a:pt x="1076486" y="1463248"/>
                  </a:lnTo>
                  <a:lnTo>
                    <a:pt x="1076486" y="1470646"/>
                  </a:lnTo>
                  <a:lnTo>
                    <a:pt x="1077684" y="1471843"/>
                  </a:lnTo>
                  <a:lnTo>
                    <a:pt x="1075893" y="1473633"/>
                  </a:lnTo>
                  <a:lnTo>
                    <a:pt x="1079116" y="1476856"/>
                  </a:lnTo>
                  <a:lnTo>
                    <a:pt x="1082093" y="1476856"/>
                  </a:lnTo>
                  <a:lnTo>
                    <a:pt x="1086514" y="1472436"/>
                  </a:lnTo>
                  <a:lnTo>
                    <a:pt x="1086514" y="1470646"/>
                  </a:lnTo>
                  <a:lnTo>
                    <a:pt x="1088304" y="1468855"/>
                  </a:lnTo>
                  <a:lnTo>
                    <a:pt x="1088304" y="1455134"/>
                  </a:lnTo>
                  <a:lnTo>
                    <a:pt x="1086514" y="1453344"/>
                  </a:lnTo>
                  <a:lnTo>
                    <a:pt x="1086514" y="1451553"/>
                  </a:lnTo>
                  <a:lnTo>
                    <a:pt x="1081500" y="1446540"/>
                  </a:lnTo>
                  <a:close/>
                  <a:moveTo>
                    <a:pt x="913310" y="1439971"/>
                  </a:moveTo>
                  <a:lnTo>
                    <a:pt x="917965" y="1444626"/>
                  </a:lnTo>
                  <a:lnTo>
                    <a:pt x="929302" y="1444626"/>
                  </a:lnTo>
                  <a:lnTo>
                    <a:pt x="929302" y="1441761"/>
                  </a:lnTo>
                  <a:lnTo>
                    <a:pt x="924524" y="1441761"/>
                  </a:lnTo>
                  <a:lnTo>
                    <a:pt x="922733" y="1439971"/>
                  </a:lnTo>
                  <a:lnTo>
                    <a:pt x="913310" y="1439971"/>
                  </a:lnTo>
                  <a:close/>
                  <a:moveTo>
                    <a:pt x="670029" y="1438180"/>
                  </a:moveTo>
                  <a:lnTo>
                    <a:pt x="670029" y="1449159"/>
                  </a:lnTo>
                  <a:lnTo>
                    <a:pt x="671226" y="1450356"/>
                  </a:lnTo>
                  <a:lnTo>
                    <a:pt x="669077" y="1452505"/>
                  </a:lnTo>
                  <a:lnTo>
                    <a:pt x="667287" y="1452505"/>
                  </a:lnTo>
                  <a:lnTo>
                    <a:pt x="665496" y="1454295"/>
                  </a:lnTo>
                  <a:lnTo>
                    <a:pt x="663706" y="1454295"/>
                  </a:lnTo>
                  <a:lnTo>
                    <a:pt x="657495" y="1460506"/>
                  </a:lnTo>
                  <a:lnTo>
                    <a:pt x="657495" y="1462297"/>
                  </a:lnTo>
                  <a:lnTo>
                    <a:pt x="655704" y="1464087"/>
                  </a:lnTo>
                  <a:lnTo>
                    <a:pt x="655704" y="1465878"/>
                  </a:lnTo>
                  <a:lnTo>
                    <a:pt x="653914" y="1467668"/>
                  </a:lnTo>
                  <a:lnTo>
                    <a:pt x="653914" y="1476856"/>
                  </a:lnTo>
                  <a:lnTo>
                    <a:pt x="656543" y="1476856"/>
                  </a:lnTo>
                  <a:lnTo>
                    <a:pt x="658334" y="1478647"/>
                  </a:lnTo>
                  <a:lnTo>
                    <a:pt x="670264" y="1478647"/>
                  </a:lnTo>
                  <a:lnTo>
                    <a:pt x="672054" y="1476856"/>
                  </a:lnTo>
                  <a:lnTo>
                    <a:pt x="673845" y="1476856"/>
                  </a:lnTo>
                  <a:lnTo>
                    <a:pt x="675636" y="1475066"/>
                  </a:lnTo>
                  <a:lnTo>
                    <a:pt x="677426" y="1475066"/>
                  </a:lnTo>
                  <a:lnTo>
                    <a:pt x="683637" y="1468855"/>
                  </a:lnTo>
                  <a:lnTo>
                    <a:pt x="683637" y="1467064"/>
                  </a:lnTo>
                  <a:lnTo>
                    <a:pt x="686379" y="1464322"/>
                  </a:lnTo>
                  <a:lnTo>
                    <a:pt x="694380" y="1464322"/>
                  </a:lnTo>
                  <a:lnTo>
                    <a:pt x="694380" y="1460506"/>
                  </a:lnTo>
                  <a:lnTo>
                    <a:pt x="685428" y="1451553"/>
                  </a:lnTo>
                  <a:lnTo>
                    <a:pt x="685428" y="1449763"/>
                  </a:lnTo>
                  <a:lnTo>
                    <a:pt x="683637" y="1447972"/>
                  </a:lnTo>
                  <a:lnTo>
                    <a:pt x="683637" y="1446182"/>
                  </a:lnTo>
                  <a:lnTo>
                    <a:pt x="675636" y="1438180"/>
                  </a:lnTo>
                  <a:lnTo>
                    <a:pt x="670029" y="1438180"/>
                  </a:lnTo>
                  <a:close/>
                  <a:moveTo>
                    <a:pt x="672894" y="1453344"/>
                  </a:moveTo>
                  <a:lnTo>
                    <a:pt x="673845" y="1451788"/>
                  </a:lnTo>
                  <a:lnTo>
                    <a:pt x="681611" y="1451788"/>
                  </a:lnTo>
                  <a:lnTo>
                    <a:pt x="686144" y="1456321"/>
                  </a:lnTo>
                  <a:lnTo>
                    <a:pt x="686144" y="1460506"/>
                  </a:lnTo>
                  <a:lnTo>
                    <a:pt x="683402" y="1463248"/>
                  </a:lnTo>
                  <a:lnTo>
                    <a:pt x="682798" y="1463248"/>
                  </a:lnTo>
                  <a:lnTo>
                    <a:pt x="679217" y="1459667"/>
                  </a:lnTo>
                  <a:lnTo>
                    <a:pt x="677426" y="1459667"/>
                  </a:lnTo>
                  <a:lnTo>
                    <a:pt x="674684" y="1456925"/>
                  </a:lnTo>
                  <a:lnTo>
                    <a:pt x="674684" y="1455134"/>
                  </a:lnTo>
                  <a:lnTo>
                    <a:pt x="672894" y="1453344"/>
                  </a:lnTo>
                  <a:close/>
                  <a:moveTo>
                    <a:pt x="1001283" y="1447368"/>
                  </a:moveTo>
                  <a:lnTo>
                    <a:pt x="1003493" y="1449578"/>
                  </a:lnTo>
                  <a:lnTo>
                    <a:pt x="1005519" y="1447553"/>
                  </a:lnTo>
                  <a:lnTo>
                    <a:pt x="1004148" y="1446182"/>
                  </a:lnTo>
                  <a:lnTo>
                    <a:pt x="1004148" y="1437822"/>
                  </a:lnTo>
                  <a:lnTo>
                    <a:pt x="1001283" y="1437822"/>
                  </a:lnTo>
                  <a:lnTo>
                    <a:pt x="1001283" y="1447368"/>
                  </a:lnTo>
                  <a:close/>
                  <a:moveTo>
                    <a:pt x="1088304" y="1428992"/>
                  </a:moveTo>
                  <a:lnTo>
                    <a:pt x="1083649" y="1433648"/>
                  </a:lnTo>
                  <a:lnTo>
                    <a:pt x="1083291" y="1435796"/>
                  </a:lnTo>
                  <a:lnTo>
                    <a:pt x="1080068" y="1432573"/>
                  </a:lnTo>
                  <a:lnTo>
                    <a:pt x="1080068" y="1437229"/>
                  </a:lnTo>
                  <a:lnTo>
                    <a:pt x="1074103" y="1443194"/>
                  </a:lnTo>
                  <a:lnTo>
                    <a:pt x="1077326" y="1446417"/>
                  </a:lnTo>
                  <a:lnTo>
                    <a:pt x="1082932" y="1446417"/>
                  </a:lnTo>
                  <a:lnTo>
                    <a:pt x="1082932" y="1441997"/>
                  </a:lnTo>
                  <a:lnTo>
                    <a:pt x="1083884" y="1441045"/>
                  </a:lnTo>
                  <a:lnTo>
                    <a:pt x="1084488" y="1441045"/>
                  </a:lnTo>
                  <a:lnTo>
                    <a:pt x="1087649" y="1444207"/>
                  </a:lnTo>
                  <a:lnTo>
                    <a:pt x="1089675" y="1442181"/>
                  </a:lnTo>
                  <a:lnTo>
                    <a:pt x="1088304" y="1440810"/>
                  </a:lnTo>
                  <a:lnTo>
                    <a:pt x="1088304" y="1428992"/>
                  </a:lnTo>
                  <a:close/>
                  <a:moveTo>
                    <a:pt x="1001702" y="1429647"/>
                  </a:moveTo>
                  <a:lnTo>
                    <a:pt x="1003728" y="1431673"/>
                  </a:lnTo>
                  <a:lnTo>
                    <a:pt x="1005519" y="1429882"/>
                  </a:lnTo>
                  <a:lnTo>
                    <a:pt x="1003493" y="1427856"/>
                  </a:lnTo>
                  <a:lnTo>
                    <a:pt x="1001702" y="1429647"/>
                  </a:lnTo>
                  <a:close/>
                  <a:moveTo>
                    <a:pt x="949356" y="1427079"/>
                  </a:moveTo>
                  <a:lnTo>
                    <a:pt x="949356" y="1429463"/>
                  </a:lnTo>
                  <a:lnTo>
                    <a:pt x="951147" y="1431253"/>
                  </a:lnTo>
                  <a:lnTo>
                    <a:pt x="951147" y="1433648"/>
                  </a:lnTo>
                  <a:lnTo>
                    <a:pt x="944824" y="1439971"/>
                  </a:lnTo>
                  <a:lnTo>
                    <a:pt x="943033" y="1439971"/>
                  </a:lnTo>
                  <a:lnTo>
                    <a:pt x="941243" y="1441761"/>
                  </a:lnTo>
                  <a:lnTo>
                    <a:pt x="937662" y="1441761"/>
                  </a:lnTo>
                  <a:lnTo>
                    <a:pt x="936464" y="1442959"/>
                  </a:lnTo>
                  <a:lnTo>
                    <a:pt x="935267" y="1441761"/>
                  </a:lnTo>
                  <a:lnTo>
                    <a:pt x="932883" y="1441761"/>
                  </a:lnTo>
                  <a:lnTo>
                    <a:pt x="932883" y="1444626"/>
                  </a:lnTo>
                  <a:lnTo>
                    <a:pt x="934081" y="1444626"/>
                  </a:lnTo>
                  <a:lnTo>
                    <a:pt x="939452" y="1449998"/>
                  </a:lnTo>
                  <a:lnTo>
                    <a:pt x="941243" y="1449998"/>
                  </a:lnTo>
                  <a:lnTo>
                    <a:pt x="943033" y="1451788"/>
                  </a:lnTo>
                  <a:lnTo>
                    <a:pt x="956754" y="1451788"/>
                  </a:lnTo>
                  <a:lnTo>
                    <a:pt x="962965" y="1445578"/>
                  </a:lnTo>
                  <a:lnTo>
                    <a:pt x="962965" y="1439019"/>
                  </a:lnTo>
                  <a:lnTo>
                    <a:pt x="961174" y="1437229"/>
                  </a:lnTo>
                  <a:lnTo>
                    <a:pt x="961174" y="1435438"/>
                  </a:lnTo>
                  <a:lnTo>
                    <a:pt x="956754" y="1431018"/>
                  </a:lnTo>
                  <a:lnTo>
                    <a:pt x="954963" y="1431018"/>
                  </a:lnTo>
                  <a:lnTo>
                    <a:pt x="952221" y="1428276"/>
                  </a:lnTo>
                  <a:lnTo>
                    <a:pt x="949356" y="1427079"/>
                  </a:lnTo>
                  <a:close/>
                  <a:moveTo>
                    <a:pt x="846343" y="1423856"/>
                  </a:moveTo>
                  <a:lnTo>
                    <a:pt x="838342" y="1431857"/>
                  </a:lnTo>
                  <a:lnTo>
                    <a:pt x="838342" y="1437229"/>
                  </a:lnTo>
                  <a:lnTo>
                    <a:pt x="836551" y="1439019"/>
                  </a:lnTo>
                  <a:lnTo>
                    <a:pt x="836551" y="1443787"/>
                  </a:lnTo>
                  <a:lnTo>
                    <a:pt x="838342" y="1445578"/>
                  </a:lnTo>
                  <a:lnTo>
                    <a:pt x="838342" y="1449998"/>
                  </a:lnTo>
                  <a:lnTo>
                    <a:pt x="842158" y="1449998"/>
                  </a:lnTo>
                  <a:lnTo>
                    <a:pt x="850159" y="1441997"/>
                  </a:lnTo>
                  <a:lnTo>
                    <a:pt x="850159" y="1434834"/>
                  </a:lnTo>
                  <a:lnTo>
                    <a:pt x="852543" y="1432450"/>
                  </a:lnTo>
                  <a:lnTo>
                    <a:pt x="850159" y="1430066"/>
                  </a:lnTo>
                  <a:lnTo>
                    <a:pt x="850159" y="1423856"/>
                  </a:lnTo>
                  <a:lnTo>
                    <a:pt x="846343" y="1423856"/>
                  </a:lnTo>
                  <a:close/>
                  <a:moveTo>
                    <a:pt x="755740" y="1423856"/>
                  </a:moveTo>
                  <a:lnTo>
                    <a:pt x="760396" y="1428511"/>
                  </a:lnTo>
                  <a:lnTo>
                    <a:pt x="769942" y="1428511"/>
                  </a:lnTo>
                  <a:lnTo>
                    <a:pt x="769942" y="1425646"/>
                  </a:lnTo>
                  <a:lnTo>
                    <a:pt x="768745" y="1425646"/>
                  </a:lnTo>
                  <a:lnTo>
                    <a:pt x="766954" y="1423856"/>
                  </a:lnTo>
                  <a:lnTo>
                    <a:pt x="755740" y="1423856"/>
                  </a:lnTo>
                  <a:close/>
                  <a:moveTo>
                    <a:pt x="816497" y="1421472"/>
                  </a:moveTo>
                  <a:lnTo>
                    <a:pt x="813274" y="1424695"/>
                  </a:lnTo>
                  <a:lnTo>
                    <a:pt x="813274" y="1426485"/>
                  </a:lnTo>
                  <a:lnTo>
                    <a:pt x="811483" y="1428276"/>
                  </a:lnTo>
                  <a:lnTo>
                    <a:pt x="811483" y="1438415"/>
                  </a:lnTo>
                  <a:lnTo>
                    <a:pt x="813274" y="1440206"/>
                  </a:lnTo>
                  <a:lnTo>
                    <a:pt x="813274" y="1441997"/>
                  </a:lnTo>
                  <a:lnTo>
                    <a:pt x="815064" y="1443787"/>
                  </a:lnTo>
                  <a:lnTo>
                    <a:pt x="815064" y="1446417"/>
                  </a:lnTo>
                  <a:lnTo>
                    <a:pt x="819720" y="1446417"/>
                  </a:lnTo>
                  <a:lnTo>
                    <a:pt x="819720" y="1443787"/>
                  </a:lnTo>
                  <a:lnTo>
                    <a:pt x="821510" y="1441997"/>
                  </a:lnTo>
                  <a:lnTo>
                    <a:pt x="821510" y="1428276"/>
                  </a:lnTo>
                  <a:lnTo>
                    <a:pt x="819720" y="1426485"/>
                  </a:lnTo>
                  <a:lnTo>
                    <a:pt x="819720" y="1424695"/>
                  </a:lnTo>
                  <a:lnTo>
                    <a:pt x="816497" y="1421472"/>
                  </a:lnTo>
                  <a:close/>
                  <a:moveTo>
                    <a:pt x="951147" y="1423498"/>
                  </a:moveTo>
                  <a:lnTo>
                    <a:pt x="954012" y="1423498"/>
                  </a:lnTo>
                  <a:lnTo>
                    <a:pt x="954012" y="1419916"/>
                  </a:lnTo>
                  <a:lnTo>
                    <a:pt x="951147" y="1419916"/>
                  </a:lnTo>
                  <a:lnTo>
                    <a:pt x="951147" y="1423498"/>
                  </a:lnTo>
                  <a:close/>
                  <a:moveTo>
                    <a:pt x="1166854" y="1414903"/>
                  </a:moveTo>
                  <a:lnTo>
                    <a:pt x="1165063" y="1416693"/>
                  </a:lnTo>
                  <a:lnTo>
                    <a:pt x="1163273" y="1416693"/>
                  </a:lnTo>
                  <a:lnTo>
                    <a:pt x="1159691" y="1420275"/>
                  </a:lnTo>
                  <a:lnTo>
                    <a:pt x="1157062" y="1420275"/>
                  </a:lnTo>
                  <a:lnTo>
                    <a:pt x="1157062" y="1424930"/>
                  </a:lnTo>
                  <a:lnTo>
                    <a:pt x="1166854" y="1424930"/>
                  </a:lnTo>
                  <a:lnTo>
                    <a:pt x="1170435" y="1428511"/>
                  </a:lnTo>
                  <a:lnTo>
                    <a:pt x="1172225" y="1428511"/>
                  </a:lnTo>
                  <a:lnTo>
                    <a:pt x="1174016" y="1430302"/>
                  </a:lnTo>
                  <a:lnTo>
                    <a:pt x="1179388" y="1430302"/>
                  </a:lnTo>
                  <a:lnTo>
                    <a:pt x="1180339" y="1431253"/>
                  </a:lnTo>
                  <a:lnTo>
                    <a:pt x="1180339" y="1431857"/>
                  </a:lnTo>
                  <a:lnTo>
                    <a:pt x="1178549" y="1433648"/>
                  </a:lnTo>
                  <a:lnTo>
                    <a:pt x="1178549" y="1441997"/>
                  </a:lnTo>
                  <a:lnTo>
                    <a:pt x="1182130" y="1445578"/>
                  </a:lnTo>
                  <a:lnTo>
                    <a:pt x="1182130" y="1447368"/>
                  </a:lnTo>
                  <a:lnTo>
                    <a:pt x="1183920" y="1449159"/>
                  </a:lnTo>
                  <a:lnTo>
                    <a:pt x="1183920" y="1453814"/>
                  </a:lnTo>
                  <a:lnTo>
                    <a:pt x="1190366" y="1447368"/>
                  </a:lnTo>
                  <a:lnTo>
                    <a:pt x="1190366" y="1445578"/>
                  </a:lnTo>
                  <a:lnTo>
                    <a:pt x="1191318" y="1444626"/>
                  </a:lnTo>
                  <a:lnTo>
                    <a:pt x="1191922" y="1444626"/>
                  </a:lnTo>
                  <a:lnTo>
                    <a:pt x="1194664" y="1447368"/>
                  </a:lnTo>
                  <a:lnTo>
                    <a:pt x="1194664" y="1449998"/>
                  </a:lnTo>
                  <a:lnTo>
                    <a:pt x="1199319" y="1449998"/>
                  </a:lnTo>
                  <a:lnTo>
                    <a:pt x="1199319" y="1441997"/>
                  </a:lnTo>
                  <a:lnTo>
                    <a:pt x="1200874" y="1441045"/>
                  </a:lnTo>
                  <a:lnTo>
                    <a:pt x="1201826" y="1441997"/>
                  </a:lnTo>
                  <a:lnTo>
                    <a:pt x="1201826" y="1445578"/>
                  </a:lnTo>
                  <a:lnTo>
                    <a:pt x="1203616" y="1447368"/>
                  </a:lnTo>
                  <a:lnTo>
                    <a:pt x="1203616" y="1452740"/>
                  </a:lnTo>
                  <a:lnTo>
                    <a:pt x="1206246" y="1455370"/>
                  </a:lnTo>
                  <a:lnTo>
                    <a:pt x="1214595" y="1455370"/>
                  </a:lnTo>
                  <a:lnTo>
                    <a:pt x="1216386" y="1453579"/>
                  </a:lnTo>
                  <a:lnTo>
                    <a:pt x="1219967" y="1453579"/>
                  </a:lnTo>
                  <a:lnTo>
                    <a:pt x="1223548" y="1449998"/>
                  </a:lnTo>
                  <a:lnTo>
                    <a:pt x="1226178" y="1449998"/>
                  </a:lnTo>
                  <a:lnTo>
                    <a:pt x="1226178" y="1447368"/>
                  </a:lnTo>
                  <a:lnTo>
                    <a:pt x="1229759" y="1443787"/>
                  </a:lnTo>
                  <a:lnTo>
                    <a:pt x="1229759" y="1441997"/>
                  </a:lnTo>
                  <a:lnTo>
                    <a:pt x="1231549" y="1440206"/>
                  </a:lnTo>
                  <a:lnTo>
                    <a:pt x="1231549" y="1431857"/>
                  </a:lnTo>
                  <a:lnTo>
                    <a:pt x="1228920" y="1429227"/>
                  </a:lnTo>
                  <a:lnTo>
                    <a:pt x="1227129" y="1429227"/>
                  </a:lnTo>
                  <a:lnTo>
                    <a:pt x="1225338" y="1427437"/>
                  </a:lnTo>
                  <a:lnTo>
                    <a:pt x="1213408" y="1427437"/>
                  </a:lnTo>
                  <a:lnTo>
                    <a:pt x="1211618" y="1429227"/>
                  </a:lnTo>
                  <a:lnTo>
                    <a:pt x="1209827" y="1429227"/>
                  </a:lnTo>
                  <a:lnTo>
                    <a:pt x="1206246" y="1432808"/>
                  </a:lnTo>
                  <a:lnTo>
                    <a:pt x="1203616" y="1432808"/>
                  </a:lnTo>
                  <a:lnTo>
                    <a:pt x="1203616" y="1435438"/>
                  </a:lnTo>
                  <a:lnTo>
                    <a:pt x="1200874" y="1438180"/>
                  </a:lnTo>
                  <a:lnTo>
                    <a:pt x="1199319" y="1437229"/>
                  </a:lnTo>
                  <a:lnTo>
                    <a:pt x="1199319" y="1435438"/>
                  </a:lnTo>
                  <a:lnTo>
                    <a:pt x="1196689" y="1432808"/>
                  </a:lnTo>
                  <a:lnTo>
                    <a:pt x="1192873" y="1432808"/>
                  </a:lnTo>
                  <a:lnTo>
                    <a:pt x="1192873" y="1440810"/>
                  </a:lnTo>
                  <a:lnTo>
                    <a:pt x="1191318" y="1441761"/>
                  </a:lnTo>
                  <a:lnTo>
                    <a:pt x="1190366" y="1440810"/>
                  </a:lnTo>
                  <a:lnTo>
                    <a:pt x="1190366" y="1431253"/>
                  </a:lnTo>
                  <a:lnTo>
                    <a:pt x="1190724" y="1430895"/>
                  </a:lnTo>
                  <a:lnTo>
                    <a:pt x="1191502" y="1431673"/>
                  </a:lnTo>
                  <a:lnTo>
                    <a:pt x="1193528" y="1429647"/>
                  </a:lnTo>
                  <a:lnTo>
                    <a:pt x="1190724" y="1426843"/>
                  </a:lnTo>
                  <a:lnTo>
                    <a:pt x="1188340" y="1429227"/>
                  </a:lnTo>
                  <a:lnTo>
                    <a:pt x="1182365" y="1429227"/>
                  </a:lnTo>
                  <a:lnTo>
                    <a:pt x="1181413" y="1428276"/>
                  </a:lnTo>
                  <a:lnTo>
                    <a:pt x="1181413" y="1417533"/>
                  </a:lnTo>
                  <a:lnTo>
                    <a:pt x="1178784" y="1414903"/>
                  </a:lnTo>
                  <a:lnTo>
                    <a:pt x="1166854" y="1414903"/>
                  </a:lnTo>
                  <a:close/>
                  <a:moveTo>
                    <a:pt x="834402" y="1415977"/>
                  </a:moveTo>
                  <a:lnTo>
                    <a:pt x="834402" y="1413112"/>
                  </a:lnTo>
                  <a:lnTo>
                    <a:pt x="829031" y="1413112"/>
                  </a:lnTo>
                  <a:lnTo>
                    <a:pt x="829031" y="1415977"/>
                  </a:lnTo>
                  <a:lnTo>
                    <a:pt x="834402" y="1415977"/>
                  </a:lnTo>
                  <a:close/>
                  <a:moveTo>
                    <a:pt x="1117311" y="1414187"/>
                  </a:moveTo>
                  <a:lnTo>
                    <a:pt x="1117311" y="1411322"/>
                  </a:lnTo>
                  <a:lnTo>
                    <a:pt x="1115521" y="1411322"/>
                  </a:lnTo>
                  <a:lnTo>
                    <a:pt x="1115521" y="1414187"/>
                  </a:lnTo>
                  <a:lnTo>
                    <a:pt x="1117311" y="1414187"/>
                  </a:lnTo>
                  <a:close/>
                  <a:moveTo>
                    <a:pt x="947985" y="1417348"/>
                  </a:moveTo>
                  <a:lnTo>
                    <a:pt x="950011" y="1415322"/>
                  </a:lnTo>
                  <a:lnTo>
                    <a:pt x="946430" y="1411741"/>
                  </a:lnTo>
                  <a:lnTo>
                    <a:pt x="944404" y="1413767"/>
                  </a:lnTo>
                  <a:lnTo>
                    <a:pt x="947985" y="1417348"/>
                  </a:lnTo>
                  <a:close/>
                  <a:moveTo>
                    <a:pt x="1008865" y="1406605"/>
                  </a:moveTo>
                  <a:lnTo>
                    <a:pt x="1010236" y="1407976"/>
                  </a:lnTo>
                  <a:lnTo>
                    <a:pt x="1010236" y="1408580"/>
                  </a:lnTo>
                  <a:lnTo>
                    <a:pt x="1007494" y="1411322"/>
                  </a:lnTo>
                  <a:lnTo>
                    <a:pt x="1005703" y="1411322"/>
                  </a:lnTo>
                  <a:lnTo>
                    <a:pt x="1001283" y="1415742"/>
                  </a:lnTo>
                  <a:lnTo>
                    <a:pt x="1001283" y="1426721"/>
                  </a:lnTo>
                  <a:lnTo>
                    <a:pt x="1005938" y="1426721"/>
                  </a:lnTo>
                  <a:lnTo>
                    <a:pt x="1005938" y="1420510"/>
                  </a:lnTo>
                  <a:lnTo>
                    <a:pt x="1013101" y="1413348"/>
                  </a:lnTo>
                  <a:lnTo>
                    <a:pt x="1013101" y="1406789"/>
                  </a:lnTo>
                  <a:lnTo>
                    <a:pt x="1008865" y="1406605"/>
                  </a:lnTo>
                  <a:close/>
                  <a:moveTo>
                    <a:pt x="1257333" y="1402369"/>
                  </a:moveTo>
                  <a:lnTo>
                    <a:pt x="1257333" y="1415138"/>
                  </a:lnTo>
                  <a:lnTo>
                    <a:pt x="1259124" y="1416929"/>
                  </a:lnTo>
                  <a:lnTo>
                    <a:pt x="1259124" y="1418719"/>
                  </a:lnTo>
                  <a:lnTo>
                    <a:pt x="1260914" y="1420510"/>
                  </a:lnTo>
                  <a:lnTo>
                    <a:pt x="1260914" y="1422300"/>
                  </a:lnTo>
                  <a:lnTo>
                    <a:pt x="1265335" y="1426721"/>
                  </a:lnTo>
                  <a:lnTo>
                    <a:pt x="1267125" y="1426721"/>
                  </a:lnTo>
                  <a:lnTo>
                    <a:pt x="1268916" y="1428511"/>
                  </a:lnTo>
                  <a:lnTo>
                    <a:pt x="1270706" y="1428511"/>
                  </a:lnTo>
                  <a:lnTo>
                    <a:pt x="1272497" y="1430302"/>
                  </a:lnTo>
                  <a:lnTo>
                    <a:pt x="1276313" y="1430302"/>
                  </a:lnTo>
                  <a:lnTo>
                    <a:pt x="1276313" y="1425881"/>
                  </a:lnTo>
                  <a:lnTo>
                    <a:pt x="1278697" y="1423498"/>
                  </a:lnTo>
                  <a:lnTo>
                    <a:pt x="1276313" y="1421114"/>
                  </a:lnTo>
                  <a:lnTo>
                    <a:pt x="1276313" y="1413951"/>
                  </a:lnTo>
                  <a:lnTo>
                    <a:pt x="1266521" y="1404159"/>
                  </a:lnTo>
                  <a:lnTo>
                    <a:pt x="1264731" y="1404159"/>
                  </a:lnTo>
                  <a:lnTo>
                    <a:pt x="1262940" y="1402369"/>
                  </a:lnTo>
                  <a:lnTo>
                    <a:pt x="1257333" y="1402369"/>
                  </a:lnTo>
                  <a:close/>
                  <a:moveTo>
                    <a:pt x="1117669" y="1400578"/>
                  </a:moveTo>
                  <a:lnTo>
                    <a:pt x="1117669" y="1410606"/>
                  </a:lnTo>
                  <a:lnTo>
                    <a:pt x="1123276" y="1410606"/>
                  </a:lnTo>
                  <a:lnTo>
                    <a:pt x="1124474" y="1409408"/>
                  </a:lnTo>
                  <a:lnTo>
                    <a:pt x="1125671" y="1410606"/>
                  </a:lnTo>
                  <a:lnTo>
                    <a:pt x="1131513" y="1410606"/>
                  </a:lnTo>
                  <a:lnTo>
                    <a:pt x="1127697" y="1406789"/>
                  </a:lnTo>
                  <a:lnTo>
                    <a:pt x="1127697" y="1404159"/>
                  </a:lnTo>
                  <a:lnTo>
                    <a:pt x="1125067" y="1404159"/>
                  </a:lnTo>
                  <a:lnTo>
                    <a:pt x="1121486" y="1400578"/>
                  </a:lnTo>
                  <a:lnTo>
                    <a:pt x="1117669" y="1400578"/>
                  </a:lnTo>
                  <a:close/>
                  <a:moveTo>
                    <a:pt x="937242" y="1399207"/>
                  </a:moveTo>
                  <a:lnTo>
                    <a:pt x="931451" y="1404999"/>
                  </a:lnTo>
                  <a:lnTo>
                    <a:pt x="931451" y="1408815"/>
                  </a:lnTo>
                  <a:lnTo>
                    <a:pt x="935871" y="1408815"/>
                  </a:lnTo>
                  <a:lnTo>
                    <a:pt x="937242" y="1410186"/>
                  </a:lnTo>
                  <a:lnTo>
                    <a:pt x="939268" y="1408160"/>
                  </a:lnTo>
                  <a:lnTo>
                    <a:pt x="937897" y="1406789"/>
                  </a:lnTo>
                  <a:lnTo>
                    <a:pt x="937897" y="1402604"/>
                  </a:lnTo>
                  <a:lnTo>
                    <a:pt x="937242" y="1399207"/>
                  </a:lnTo>
                  <a:close/>
                  <a:moveTo>
                    <a:pt x="926499" y="1392280"/>
                  </a:moveTo>
                  <a:lnTo>
                    <a:pt x="927276" y="1393058"/>
                  </a:lnTo>
                  <a:lnTo>
                    <a:pt x="926079" y="1394255"/>
                  </a:lnTo>
                  <a:lnTo>
                    <a:pt x="926079" y="1396046"/>
                  </a:lnTo>
                  <a:lnTo>
                    <a:pt x="920707" y="1401417"/>
                  </a:lnTo>
                  <a:lnTo>
                    <a:pt x="920707" y="1405234"/>
                  </a:lnTo>
                  <a:lnTo>
                    <a:pt x="924524" y="1405234"/>
                  </a:lnTo>
                  <a:lnTo>
                    <a:pt x="927154" y="1402604"/>
                  </a:lnTo>
                  <a:lnTo>
                    <a:pt x="927154" y="1400814"/>
                  </a:lnTo>
                  <a:lnTo>
                    <a:pt x="928105" y="1399862"/>
                  </a:lnTo>
                  <a:lnTo>
                    <a:pt x="938132" y="1399862"/>
                  </a:lnTo>
                  <a:lnTo>
                    <a:pt x="926499" y="1392280"/>
                  </a:lnTo>
                  <a:close/>
                  <a:moveTo>
                    <a:pt x="1016027" y="1383092"/>
                  </a:moveTo>
                  <a:lnTo>
                    <a:pt x="1018053" y="1385118"/>
                  </a:lnTo>
                  <a:lnTo>
                    <a:pt x="1019843" y="1383328"/>
                  </a:lnTo>
                  <a:lnTo>
                    <a:pt x="1017817" y="1381302"/>
                  </a:lnTo>
                  <a:lnTo>
                    <a:pt x="1016027" y="1383092"/>
                  </a:lnTo>
                  <a:close/>
                  <a:moveTo>
                    <a:pt x="1138205" y="1384463"/>
                  </a:moveTo>
                  <a:lnTo>
                    <a:pt x="1131042" y="1384463"/>
                  </a:lnTo>
                  <a:lnTo>
                    <a:pt x="1129252" y="1386254"/>
                  </a:lnTo>
                  <a:lnTo>
                    <a:pt x="1127461" y="1386254"/>
                  </a:lnTo>
                  <a:lnTo>
                    <a:pt x="1125671" y="1388044"/>
                  </a:lnTo>
                  <a:lnTo>
                    <a:pt x="1123880" y="1388044"/>
                  </a:lnTo>
                  <a:lnTo>
                    <a:pt x="1119225" y="1392700"/>
                  </a:lnTo>
                  <a:lnTo>
                    <a:pt x="1125671" y="1392700"/>
                  </a:lnTo>
                  <a:lnTo>
                    <a:pt x="1127461" y="1394490"/>
                  </a:lnTo>
                  <a:lnTo>
                    <a:pt x="1130439" y="1394490"/>
                  </a:lnTo>
                  <a:lnTo>
                    <a:pt x="1132229" y="1392700"/>
                  </a:lnTo>
                  <a:lnTo>
                    <a:pt x="1133784" y="1393651"/>
                  </a:lnTo>
                  <a:lnTo>
                    <a:pt x="1133784" y="1402604"/>
                  </a:lnTo>
                  <a:lnTo>
                    <a:pt x="1135575" y="1404395"/>
                  </a:lnTo>
                  <a:lnTo>
                    <a:pt x="1135575" y="1407976"/>
                  </a:lnTo>
                  <a:lnTo>
                    <a:pt x="1142737" y="1415138"/>
                  </a:lnTo>
                  <a:lnTo>
                    <a:pt x="1142737" y="1417533"/>
                  </a:lnTo>
                  <a:lnTo>
                    <a:pt x="1141182" y="1418484"/>
                  </a:lnTo>
                  <a:lnTo>
                    <a:pt x="1140231" y="1417533"/>
                  </a:lnTo>
                  <a:lnTo>
                    <a:pt x="1140231" y="1415742"/>
                  </a:lnTo>
                  <a:lnTo>
                    <a:pt x="1137601" y="1413112"/>
                  </a:lnTo>
                  <a:lnTo>
                    <a:pt x="1135810" y="1413112"/>
                  </a:lnTo>
                  <a:lnTo>
                    <a:pt x="1134020" y="1411322"/>
                  </a:lnTo>
                  <a:lnTo>
                    <a:pt x="1131636" y="1411322"/>
                  </a:lnTo>
                  <a:lnTo>
                    <a:pt x="1131636" y="1414187"/>
                  </a:lnTo>
                  <a:lnTo>
                    <a:pt x="1132833" y="1414187"/>
                  </a:lnTo>
                  <a:lnTo>
                    <a:pt x="1139995" y="1421349"/>
                  </a:lnTo>
                  <a:lnTo>
                    <a:pt x="1142144" y="1421707"/>
                  </a:lnTo>
                  <a:lnTo>
                    <a:pt x="1139995" y="1423856"/>
                  </a:lnTo>
                  <a:lnTo>
                    <a:pt x="1130203" y="1423856"/>
                  </a:lnTo>
                  <a:lnTo>
                    <a:pt x="1130203" y="1426485"/>
                  </a:lnTo>
                  <a:lnTo>
                    <a:pt x="1128413" y="1428276"/>
                  </a:lnTo>
                  <a:lnTo>
                    <a:pt x="1128413" y="1430066"/>
                  </a:lnTo>
                  <a:lnTo>
                    <a:pt x="1126622" y="1431857"/>
                  </a:lnTo>
                  <a:lnTo>
                    <a:pt x="1126622" y="1439019"/>
                  </a:lnTo>
                  <a:lnTo>
                    <a:pt x="1124832" y="1440810"/>
                  </a:lnTo>
                  <a:lnTo>
                    <a:pt x="1124832" y="1445578"/>
                  </a:lnTo>
                  <a:lnTo>
                    <a:pt x="1126029" y="1446775"/>
                  </a:lnTo>
                  <a:lnTo>
                    <a:pt x="1124474" y="1448330"/>
                  </a:lnTo>
                  <a:lnTo>
                    <a:pt x="1122683" y="1446540"/>
                  </a:lnTo>
                  <a:lnTo>
                    <a:pt x="1120299" y="1448924"/>
                  </a:lnTo>
                  <a:lnTo>
                    <a:pt x="1116718" y="1448924"/>
                  </a:lnTo>
                  <a:lnTo>
                    <a:pt x="1114927" y="1450714"/>
                  </a:lnTo>
                  <a:lnTo>
                    <a:pt x="1109556" y="1450714"/>
                  </a:lnTo>
                  <a:lnTo>
                    <a:pt x="1107765" y="1452505"/>
                  </a:lnTo>
                  <a:lnTo>
                    <a:pt x="1105371" y="1452505"/>
                  </a:lnTo>
                  <a:lnTo>
                    <a:pt x="1103580" y="1450714"/>
                  </a:lnTo>
                  <a:lnTo>
                    <a:pt x="1097973" y="1450714"/>
                  </a:lnTo>
                  <a:lnTo>
                    <a:pt x="1097973" y="1455370"/>
                  </a:lnTo>
                  <a:lnTo>
                    <a:pt x="1114324" y="1455370"/>
                  </a:lnTo>
                  <a:lnTo>
                    <a:pt x="1116114" y="1453579"/>
                  </a:lnTo>
                  <a:lnTo>
                    <a:pt x="1117905" y="1453579"/>
                  </a:lnTo>
                  <a:lnTo>
                    <a:pt x="1119695" y="1451788"/>
                  </a:lnTo>
                  <a:lnTo>
                    <a:pt x="1125067" y="1451788"/>
                  </a:lnTo>
                  <a:lnTo>
                    <a:pt x="1128648" y="1448207"/>
                  </a:lnTo>
                  <a:lnTo>
                    <a:pt x="1132229" y="1448207"/>
                  </a:lnTo>
                  <a:lnTo>
                    <a:pt x="1135810" y="1444626"/>
                  </a:lnTo>
                  <a:lnTo>
                    <a:pt x="1137601" y="1444626"/>
                  </a:lnTo>
                  <a:lnTo>
                    <a:pt x="1142614" y="1439613"/>
                  </a:lnTo>
                  <a:lnTo>
                    <a:pt x="1140824" y="1437822"/>
                  </a:lnTo>
                  <a:lnTo>
                    <a:pt x="1143812" y="1437464"/>
                  </a:lnTo>
                  <a:lnTo>
                    <a:pt x="1144170" y="1434476"/>
                  </a:lnTo>
                  <a:lnTo>
                    <a:pt x="1144528" y="1436625"/>
                  </a:lnTo>
                  <a:lnTo>
                    <a:pt x="1149900" y="1441997"/>
                  </a:lnTo>
                  <a:lnTo>
                    <a:pt x="1149900" y="1442600"/>
                  </a:lnTo>
                  <a:lnTo>
                    <a:pt x="1148109" y="1444391"/>
                  </a:lnTo>
                  <a:lnTo>
                    <a:pt x="1148109" y="1446182"/>
                  </a:lnTo>
                  <a:lnTo>
                    <a:pt x="1146318" y="1447972"/>
                  </a:lnTo>
                  <a:lnTo>
                    <a:pt x="1146318" y="1451553"/>
                  </a:lnTo>
                  <a:lnTo>
                    <a:pt x="1144528" y="1453344"/>
                  </a:lnTo>
                  <a:lnTo>
                    <a:pt x="1144528" y="1456321"/>
                  </a:lnTo>
                  <a:lnTo>
                    <a:pt x="1146318" y="1458112"/>
                  </a:lnTo>
                  <a:lnTo>
                    <a:pt x="1146318" y="1460741"/>
                  </a:lnTo>
                  <a:lnTo>
                    <a:pt x="1148948" y="1460741"/>
                  </a:lnTo>
                  <a:lnTo>
                    <a:pt x="1150739" y="1462532"/>
                  </a:lnTo>
                  <a:lnTo>
                    <a:pt x="1154320" y="1462532"/>
                  </a:lnTo>
                  <a:lnTo>
                    <a:pt x="1156110" y="1464322"/>
                  </a:lnTo>
                  <a:lnTo>
                    <a:pt x="1162669" y="1464322"/>
                  </a:lnTo>
                  <a:lnTo>
                    <a:pt x="1164459" y="1462532"/>
                  </a:lnTo>
                  <a:lnTo>
                    <a:pt x="1169115" y="1462532"/>
                  </a:lnTo>
                  <a:lnTo>
                    <a:pt x="1165298" y="1458715"/>
                  </a:lnTo>
                  <a:lnTo>
                    <a:pt x="1165298" y="1456925"/>
                  </a:lnTo>
                  <a:lnTo>
                    <a:pt x="1163508" y="1455134"/>
                  </a:lnTo>
                  <a:lnTo>
                    <a:pt x="1163508" y="1453344"/>
                  </a:lnTo>
                  <a:lnTo>
                    <a:pt x="1156346" y="1446182"/>
                  </a:lnTo>
                  <a:lnTo>
                    <a:pt x="1156346" y="1443552"/>
                  </a:lnTo>
                  <a:lnTo>
                    <a:pt x="1153716" y="1443552"/>
                  </a:lnTo>
                  <a:lnTo>
                    <a:pt x="1152764" y="1442600"/>
                  </a:lnTo>
                  <a:lnTo>
                    <a:pt x="1152764" y="1431253"/>
                  </a:lnTo>
                  <a:lnTo>
                    <a:pt x="1154555" y="1429463"/>
                  </a:lnTo>
                  <a:lnTo>
                    <a:pt x="1154555" y="1427672"/>
                  </a:lnTo>
                  <a:lnTo>
                    <a:pt x="1155926" y="1426301"/>
                  </a:lnTo>
                  <a:lnTo>
                    <a:pt x="1153900" y="1424275"/>
                  </a:lnTo>
                  <a:lnTo>
                    <a:pt x="1152529" y="1425646"/>
                  </a:lnTo>
                  <a:lnTo>
                    <a:pt x="1150739" y="1425646"/>
                  </a:lnTo>
                  <a:lnTo>
                    <a:pt x="1148948" y="1427437"/>
                  </a:lnTo>
                  <a:lnTo>
                    <a:pt x="1147158" y="1427437"/>
                  </a:lnTo>
                  <a:lnTo>
                    <a:pt x="1144170" y="1430425"/>
                  </a:lnTo>
                  <a:lnTo>
                    <a:pt x="1143812" y="1430066"/>
                  </a:lnTo>
                  <a:lnTo>
                    <a:pt x="1143812" y="1426485"/>
                  </a:lnTo>
                  <a:lnTo>
                    <a:pt x="1142614" y="1425288"/>
                  </a:lnTo>
                  <a:lnTo>
                    <a:pt x="1146554" y="1421349"/>
                  </a:lnTo>
                  <a:lnTo>
                    <a:pt x="1148344" y="1421349"/>
                  </a:lnTo>
                  <a:lnTo>
                    <a:pt x="1151925" y="1417768"/>
                  </a:lnTo>
                  <a:lnTo>
                    <a:pt x="1159088" y="1417768"/>
                  </a:lnTo>
                  <a:lnTo>
                    <a:pt x="1160878" y="1415977"/>
                  </a:lnTo>
                  <a:lnTo>
                    <a:pt x="1164459" y="1415977"/>
                  </a:lnTo>
                  <a:lnTo>
                    <a:pt x="1170670" y="1409766"/>
                  </a:lnTo>
                  <a:lnTo>
                    <a:pt x="1170670" y="1405950"/>
                  </a:lnTo>
                  <a:lnTo>
                    <a:pt x="1168040" y="1405950"/>
                  </a:lnTo>
                  <a:lnTo>
                    <a:pt x="1166250" y="1404159"/>
                  </a:lnTo>
                  <a:lnTo>
                    <a:pt x="1157297" y="1404159"/>
                  </a:lnTo>
                  <a:lnTo>
                    <a:pt x="1156346" y="1403208"/>
                  </a:lnTo>
                  <a:lnTo>
                    <a:pt x="1156346" y="1397836"/>
                  </a:lnTo>
                  <a:lnTo>
                    <a:pt x="1154555" y="1396046"/>
                  </a:lnTo>
                  <a:lnTo>
                    <a:pt x="1154555" y="1394255"/>
                  </a:lnTo>
                  <a:lnTo>
                    <a:pt x="1145602" y="1385302"/>
                  </a:lnTo>
                  <a:lnTo>
                    <a:pt x="1145602" y="1384699"/>
                  </a:lnTo>
                  <a:lnTo>
                    <a:pt x="1147393" y="1382908"/>
                  </a:lnTo>
                  <a:lnTo>
                    <a:pt x="1147393" y="1379092"/>
                  </a:lnTo>
                  <a:lnTo>
                    <a:pt x="1143576" y="1379092"/>
                  </a:lnTo>
                  <a:lnTo>
                    <a:pt x="1138205" y="1384463"/>
                  </a:lnTo>
                  <a:close/>
                  <a:moveTo>
                    <a:pt x="1150739" y="1416693"/>
                  </a:moveTo>
                  <a:lnTo>
                    <a:pt x="1148344" y="1416693"/>
                  </a:lnTo>
                  <a:lnTo>
                    <a:pt x="1145602" y="1413951"/>
                  </a:lnTo>
                  <a:lnTo>
                    <a:pt x="1145602" y="1413348"/>
                  </a:lnTo>
                  <a:lnTo>
                    <a:pt x="1151925" y="1407024"/>
                  </a:lnTo>
                  <a:lnTo>
                    <a:pt x="1153716" y="1407024"/>
                  </a:lnTo>
                  <a:lnTo>
                    <a:pt x="1154913" y="1405827"/>
                  </a:lnTo>
                  <a:lnTo>
                    <a:pt x="1156468" y="1407382"/>
                  </a:lnTo>
                  <a:lnTo>
                    <a:pt x="1155271" y="1408580"/>
                  </a:lnTo>
                  <a:lnTo>
                    <a:pt x="1155271" y="1412161"/>
                  </a:lnTo>
                  <a:lnTo>
                    <a:pt x="1150739" y="1416693"/>
                  </a:lnTo>
                  <a:close/>
                  <a:moveTo>
                    <a:pt x="1139391" y="1385538"/>
                  </a:moveTo>
                  <a:lnTo>
                    <a:pt x="1141786" y="1385538"/>
                  </a:lnTo>
                  <a:lnTo>
                    <a:pt x="1142737" y="1387093"/>
                  </a:lnTo>
                  <a:lnTo>
                    <a:pt x="1139995" y="1389835"/>
                  </a:lnTo>
                  <a:lnTo>
                    <a:pt x="1138205" y="1389835"/>
                  </a:lnTo>
                  <a:lnTo>
                    <a:pt x="1136414" y="1391626"/>
                  </a:lnTo>
                  <a:lnTo>
                    <a:pt x="1135810" y="1391626"/>
                  </a:lnTo>
                  <a:lnTo>
                    <a:pt x="1134859" y="1390070"/>
                  </a:lnTo>
                  <a:lnTo>
                    <a:pt x="1139391" y="1385538"/>
                  </a:lnTo>
                  <a:close/>
                  <a:moveTo>
                    <a:pt x="1110507" y="1382315"/>
                  </a:moveTo>
                  <a:lnTo>
                    <a:pt x="1113372" y="1382315"/>
                  </a:lnTo>
                  <a:lnTo>
                    <a:pt x="1113372" y="1380524"/>
                  </a:lnTo>
                  <a:lnTo>
                    <a:pt x="1110507" y="1380524"/>
                  </a:lnTo>
                  <a:lnTo>
                    <a:pt x="1110507" y="1382315"/>
                  </a:lnTo>
                  <a:close/>
                  <a:moveTo>
                    <a:pt x="926079" y="1384105"/>
                  </a:moveTo>
                  <a:lnTo>
                    <a:pt x="928944" y="1384105"/>
                  </a:lnTo>
                  <a:lnTo>
                    <a:pt x="928944" y="1380524"/>
                  </a:lnTo>
                  <a:lnTo>
                    <a:pt x="926079" y="1380524"/>
                  </a:lnTo>
                  <a:lnTo>
                    <a:pt x="926079" y="1384105"/>
                  </a:lnTo>
                  <a:close/>
                  <a:moveTo>
                    <a:pt x="841923" y="1375275"/>
                  </a:moveTo>
                  <a:lnTo>
                    <a:pt x="841923" y="1379931"/>
                  </a:lnTo>
                  <a:lnTo>
                    <a:pt x="840132" y="1381721"/>
                  </a:lnTo>
                  <a:lnTo>
                    <a:pt x="840132" y="1393651"/>
                  </a:lnTo>
                  <a:lnTo>
                    <a:pt x="841923" y="1395442"/>
                  </a:lnTo>
                  <a:lnTo>
                    <a:pt x="841923" y="1397232"/>
                  </a:lnTo>
                  <a:lnTo>
                    <a:pt x="843713" y="1399023"/>
                  </a:lnTo>
                  <a:lnTo>
                    <a:pt x="843713" y="1400814"/>
                  </a:lnTo>
                  <a:lnTo>
                    <a:pt x="847714" y="1404814"/>
                  </a:lnTo>
                  <a:lnTo>
                    <a:pt x="849740" y="1402788"/>
                  </a:lnTo>
                  <a:lnTo>
                    <a:pt x="847172" y="1400220"/>
                  </a:lnTo>
                  <a:lnTo>
                    <a:pt x="848369" y="1399023"/>
                  </a:lnTo>
                  <a:lnTo>
                    <a:pt x="848369" y="1393651"/>
                  </a:lnTo>
                  <a:lnTo>
                    <a:pt x="850159" y="1391861"/>
                  </a:lnTo>
                  <a:lnTo>
                    <a:pt x="850159" y="1390070"/>
                  </a:lnTo>
                  <a:lnTo>
                    <a:pt x="851715" y="1389119"/>
                  </a:lnTo>
                  <a:lnTo>
                    <a:pt x="852666" y="1390070"/>
                  </a:lnTo>
                  <a:lnTo>
                    <a:pt x="852666" y="1401417"/>
                  </a:lnTo>
                  <a:lnTo>
                    <a:pt x="850282" y="1403801"/>
                  </a:lnTo>
                  <a:lnTo>
                    <a:pt x="853505" y="1407024"/>
                  </a:lnTo>
                  <a:lnTo>
                    <a:pt x="865435" y="1407024"/>
                  </a:lnTo>
                  <a:lnTo>
                    <a:pt x="867226" y="1405234"/>
                  </a:lnTo>
                  <a:lnTo>
                    <a:pt x="869016" y="1405234"/>
                  </a:lnTo>
                  <a:lnTo>
                    <a:pt x="870807" y="1403443"/>
                  </a:lnTo>
                  <a:lnTo>
                    <a:pt x="871411" y="1403443"/>
                  </a:lnTo>
                  <a:lnTo>
                    <a:pt x="872362" y="1404395"/>
                  </a:lnTo>
                  <a:lnTo>
                    <a:pt x="872362" y="1406185"/>
                  </a:lnTo>
                  <a:lnTo>
                    <a:pt x="874153" y="1407976"/>
                  </a:lnTo>
                  <a:lnTo>
                    <a:pt x="874153" y="1410606"/>
                  </a:lnTo>
                  <a:lnTo>
                    <a:pt x="877969" y="1410606"/>
                  </a:lnTo>
                  <a:lnTo>
                    <a:pt x="881550" y="1407024"/>
                  </a:lnTo>
                  <a:lnTo>
                    <a:pt x="882154" y="1407024"/>
                  </a:lnTo>
                  <a:lnTo>
                    <a:pt x="884303" y="1409173"/>
                  </a:lnTo>
                  <a:lnTo>
                    <a:pt x="881315" y="1412161"/>
                  </a:lnTo>
                  <a:lnTo>
                    <a:pt x="881315" y="1413951"/>
                  </a:lnTo>
                  <a:lnTo>
                    <a:pt x="880364" y="1414903"/>
                  </a:lnTo>
                  <a:lnTo>
                    <a:pt x="878573" y="1414903"/>
                  </a:lnTo>
                  <a:lnTo>
                    <a:pt x="876783" y="1416693"/>
                  </a:lnTo>
                  <a:lnTo>
                    <a:pt x="874992" y="1416693"/>
                  </a:lnTo>
                  <a:lnTo>
                    <a:pt x="873201" y="1418484"/>
                  </a:lnTo>
                  <a:lnTo>
                    <a:pt x="872598" y="1418484"/>
                  </a:lnTo>
                  <a:lnTo>
                    <a:pt x="871646" y="1416929"/>
                  </a:lnTo>
                  <a:lnTo>
                    <a:pt x="877253" y="1411322"/>
                  </a:lnTo>
                  <a:lnTo>
                    <a:pt x="869620" y="1411322"/>
                  </a:lnTo>
                  <a:lnTo>
                    <a:pt x="867830" y="1413112"/>
                  </a:lnTo>
                  <a:lnTo>
                    <a:pt x="862458" y="1413112"/>
                  </a:lnTo>
                  <a:lnTo>
                    <a:pt x="859828" y="1415742"/>
                  </a:lnTo>
                  <a:lnTo>
                    <a:pt x="859828" y="1419558"/>
                  </a:lnTo>
                  <a:lnTo>
                    <a:pt x="869620" y="1419558"/>
                  </a:lnTo>
                  <a:lnTo>
                    <a:pt x="869978" y="1419916"/>
                  </a:lnTo>
                  <a:lnTo>
                    <a:pt x="868781" y="1421114"/>
                  </a:lnTo>
                  <a:lnTo>
                    <a:pt x="868781" y="1424695"/>
                  </a:lnTo>
                  <a:lnTo>
                    <a:pt x="868423" y="1425053"/>
                  </a:lnTo>
                  <a:lnTo>
                    <a:pt x="867226" y="1423856"/>
                  </a:lnTo>
                  <a:lnTo>
                    <a:pt x="865435" y="1423856"/>
                  </a:lnTo>
                  <a:lnTo>
                    <a:pt x="863645" y="1422065"/>
                  </a:lnTo>
                  <a:lnTo>
                    <a:pt x="855296" y="1422065"/>
                  </a:lnTo>
                  <a:lnTo>
                    <a:pt x="852666" y="1424695"/>
                  </a:lnTo>
                  <a:lnTo>
                    <a:pt x="852666" y="1438415"/>
                  </a:lnTo>
                  <a:lnTo>
                    <a:pt x="854457" y="1440206"/>
                  </a:lnTo>
                  <a:lnTo>
                    <a:pt x="854457" y="1441997"/>
                  </a:lnTo>
                  <a:lnTo>
                    <a:pt x="858877" y="1446417"/>
                  </a:lnTo>
                  <a:lnTo>
                    <a:pt x="860667" y="1446417"/>
                  </a:lnTo>
                  <a:lnTo>
                    <a:pt x="864249" y="1449998"/>
                  </a:lnTo>
                  <a:lnTo>
                    <a:pt x="867830" y="1449998"/>
                  </a:lnTo>
                  <a:lnTo>
                    <a:pt x="868781" y="1450949"/>
                  </a:lnTo>
                  <a:lnTo>
                    <a:pt x="868781" y="1451553"/>
                  </a:lnTo>
                  <a:lnTo>
                    <a:pt x="865620" y="1454715"/>
                  </a:lnTo>
                  <a:lnTo>
                    <a:pt x="867645" y="1456741"/>
                  </a:lnTo>
                  <a:lnTo>
                    <a:pt x="869016" y="1455370"/>
                  </a:lnTo>
                  <a:lnTo>
                    <a:pt x="871646" y="1455370"/>
                  </a:lnTo>
                  <a:lnTo>
                    <a:pt x="871646" y="1452740"/>
                  </a:lnTo>
                  <a:lnTo>
                    <a:pt x="874030" y="1450356"/>
                  </a:lnTo>
                  <a:lnTo>
                    <a:pt x="872239" y="1448565"/>
                  </a:lnTo>
                  <a:lnTo>
                    <a:pt x="872598" y="1448207"/>
                  </a:lnTo>
                  <a:lnTo>
                    <a:pt x="873201" y="1448207"/>
                  </a:lnTo>
                  <a:lnTo>
                    <a:pt x="874992" y="1449998"/>
                  </a:lnTo>
                  <a:lnTo>
                    <a:pt x="877969" y="1449998"/>
                  </a:lnTo>
                  <a:lnTo>
                    <a:pt x="879760" y="1448207"/>
                  </a:lnTo>
                  <a:lnTo>
                    <a:pt x="880957" y="1448207"/>
                  </a:lnTo>
                  <a:lnTo>
                    <a:pt x="880957" y="1445342"/>
                  </a:lnTo>
                  <a:lnTo>
                    <a:pt x="876179" y="1445342"/>
                  </a:lnTo>
                  <a:lnTo>
                    <a:pt x="875227" y="1444391"/>
                  </a:lnTo>
                  <a:lnTo>
                    <a:pt x="875227" y="1441997"/>
                  </a:lnTo>
                  <a:lnTo>
                    <a:pt x="876179" y="1441045"/>
                  </a:lnTo>
                  <a:lnTo>
                    <a:pt x="876783" y="1441045"/>
                  </a:lnTo>
                  <a:lnTo>
                    <a:pt x="878573" y="1442836"/>
                  </a:lnTo>
                  <a:lnTo>
                    <a:pt x="880364" y="1442836"/>
                  </a:lnTo>
                  <a:lnTo>
                    <a:pt x="882154" y="1444626"/>
                  </a:lnTo>
                  <a:lnTo>
                    <a:pt x="885131" y="1444626"/>
                  </a:lnTo>
                  <a:lnTo>
                    <a:pt x="887761" y="1441997"/>
                  </a:lnTo>
                  <a:lnTo>
                    <a:pt x="887761" y="1440206"/>
                  </a:lnTo>
                  <a:lnTo>
                    <a:pt x="889552" y="1438415"/>
                  </a:lnTo>
                  <a:lnTo>
                    <a:pt x="889552" y="1434834"/>
                  </a:lnTo>
                  <a:lnTo>
                    <a:pt x="890503" y="1433883"/>
                  </a:lnTo>
                  <a:lnTo>
                    <a:pt x="891107" y="1433883"/>
                  </a:lnTo>
                  <a:lnTo>
                    <a:pt x="894269" y="1437044"/>
                  </a:lnTo>
                  <a:lnTo>
                    <a:pt x="896294" y="1435019"/>
                  </a:lnTo>
                  <a:lnTo>
                    <a:pt x="892294" y="1431018"/>
                  </a:lnTo>
                  <a:lnTo>
                    <a:pt x="890503" y="1431018"/>
                  </a:lnTo>
                  <a:lnTo>
                    <a:pt x="885971" y="1426485"/>
                  </a:lnTo>
                  <a:lnTo>
                    <a:pt x="885971" y="1422300"/>
                  </a:lnTo>
                  <a:lnTo>
                    <a:pt x="886329" y="1421942"/>
                  </a:lnTo>
                  <a:lnTo>
                    <a:pt x="888119" y="1423733"/>
                  </a:lnTo>
                  <a:lnTo>
                    <a:pt x="891342" y="1420510"/>
                  </a:lnTo>
                  <a:lnTo>
                    <a:pt x="891342" y="1416693"/>
                  </a:lnTo>
                  <a:lnTo>
                    <a:pt x="888713" y="1416693"/>
                  </a:lnTo>
                  <a:lnTo>
                    <a:pt x="886564" y="1414545"/>
                  </a:lnTo>
                  <a:lnTo>
                    <a:pt x="887761" y="1413348"/>
                  </a:lnTo>
                  <a:lnTo>
                    <a:pt x="887761" y="1411557"/>
                  </a:lnTo>
                  <a:lnTo>
                    <a:pt x="890503" y="1408815"/>
                  </a:lnTo>
                  <a:lnTo>
                    <a:pt x="891700" y="1408815"/>
                  </a:lnTo>
                  <a:lnTo>
                    <a:pt x="891700" y="1405950"/>
                  </a:lnTo>
                  <a:lnTo>
                    <a:pt x="886922" y="1405950"/>
                  </a:lnTo>
                  <a:lnTo>
                    <a:pt x="885971" y="1404999"/>
                  </a:lnTo>
                  <a:lnTo>
                    <a:pt x="885971" y="1395442"/>
                  </a:lnTo>
                  <a:lnTo>
                    <a:pt x="886922" y="1394490"/>
                  </a:lnTo>
                  <a:lnTo>
                    <a:pt x="891107" y="1394490"/>
                  </a:lnTo>
                  <a:lnTo>
                    <a:pt x="898627" y="1402011"/>
                  </a:lnTo>
                  <a:lnTo>
                    <a:pt x="896479" y="1404159"/>
                  </a:lnTo>
                  <a:lnTo>
                    <a:pt x="891823" y="1404159"/>
                  </a:lnTo>
                  <a:lnTo>
                    <a:pt x="897072" y="1409408"/>
                  </a:lnTo>
                  <a:lnTo>
                    <a:pt x="902086" y="1404395"/>
                  </a:lnTo>
                  <a:lnTo>
                    <a:pt x="902086" y="1398788"/>
                  </a:lnTo>
                  <a:lnTo>
                    <a:pt x="899456" y="1398788"/>
                  </a:lnTo>
                  <a:lnTo>
                    <a:pt x="891342" y="1390674"/>
                  </a:lnTo>
                  <a:lnTo>
                    <a:pt x="891342" y="1389477"/>
                  </a:lnTo>
                  <a:lnTo>
                    <a:pt x="888477" y="1389477"/>
                  </a:lnTo>
                  <a:lnTo>
                    <a:pt x="888477" y="1390674"/>
                  </a:lnTo>
                  <a:lnTo>
                    <a:pt x="887526" y="1391626"/>
                  </a:lnTo>
                  <a:lnTo>
                    <a:pt x="885735" y="1391626"/>
                  </a:lnTo>
                  <a:lnTo>
                    <a:pt x="882154" y="1395207"/>
                  </a:lnTo>
                  <a:lnTo>
                    <a:pt x="875943" y="1395207"/>
                  </a:lnTo>
                  <a:lnTo>
                    <a:pt x="875943" y="1397836"/>
                  </a:lnTo>
                  <a:lnTo>
                    <a:pt x="873201" y="1400578"/>
                  </a:lnTo>
                  <a:lnTo>
                    <a:pt x="872598" y="1400578"/>
                  </a:lnTo>
                  <a:lnTo>
                    <a:pt x="871646" y="1399627"/>
                  </a:lnTo>
                  <a:lnTo>
                    <a:pt x="871646" y="1395207"/>
                  </a:lnTo>
                  <a:lnTo>
                    <a:pt x="867226" y="1395207"/>
                  </a:lnTo>
                  <a:lnTo>
                    <a:pt x="863645" y="1391626"/>
                  </a:lnTo>
                  <a:lnTo>
                    <a:pt x="861854" y="1391626"/>
                  </a:lnTo>
                  <a:lnTo>
                    <a:pt x="859112" y="1388884"/>
                  </a:lnTo>
                  <a:lnTo>
                    <a:pt x="859112" y="1387093"/>
                  </a:lnTo>
                  <a:lnTo>
                    <a:pt x="855889" y="1383870"/>
                  </a:lnTo>
                  <a:lnTo>
                    <a:pt x="853505" y="1386254"/>
                  </a:lnTo>
                  <a:lnTo>
                    <a:pt x="851111" y="1386254"/>
                  </a:lnTo>
                  <a:lnTo>
                    <a:pt x="850159" y="1385302"/>
                  </a:lnTo>
                  <a:lnTo>
                    <a:pt x="850159" y="1383512"/>
                  </a:lnTo>
                  <a:lnTo>
                    <a:pt x="847172" y="1380524"/>
                  </a:lnTo>
                  <a:lnTo>
                    <a:pt x="847949" y="1379746"/>
                  </a:lnTo>
                  <a:lnTo>
                    <a:pt x="845923" y="1377721"/>
                  </a:lnTo>
                  <a:lnTo>
                    <a:pt x="845146" y="1378498"/>
                  </a:lnTo>
                  <a:lnTo>
                    <a:pt x="841923" y="1375275"/>
                  </a:lnTo>
                  <a:close/>
                  <a:moveTo>
                    <a:pt x="882983" y="1416335"/>
                  </a:moveTo>
                  <a:lnTo>
                    <a:pt x="883341" y="1415977"/>
                  </a:lnTo>
                  <a:lnTo>
                    <a:pt x="884303" y="1416335"/>
                  </a:lnTo>
                  <a:lnTo>
                    <a:pt x="883945" y="1416693"/>
                  </a:lnTo>
                  <a:lnTo>
                    <a:pt x="882983" y="1416335"/>
                  </a:lnTo>
                  <a:close/>
                  <a:moveTo>
                    <a:pt x="869855" y="1431857"/>
                  </a:moveTo>
                  <a:lnTo>
                    <a:pt x="870214" y="1429104"/>
                  </a:lnTo>
                  <a:lnTo>
                    <a:pt x="874153" y="1433044"/>
                  </a:lnTo>
                  <a:lnTo>
                    <a:pt x="874153" y="1437229"/>
                  </a:lnTo>
                  <a:lnTo>
                    <a:pt x="873795" y="1437587"/>
                  </a:lnTo>
                  <a:lnTo>
                    <a:pt x="873437" y="1435438"/>
                  </a:lnTo>
                  <a:lnTo>
                    <a:pt x="869855" y="1431857"/>
                  </a:lnTo>
                  <a:close/>
                  <a:moveTo>
                    <a:pt x="820078" y="1376708"/>
                  </a:moveTo>
                  <a:lnTo>
                    <a:pt x="815064" y="1381721"/>
                  </a:lnTo>
                  <a:lnTo>
                    <a:pt x="815064" y="1383512"/>
                  </a:lnTo>
                  <a:lnTo>
                    <a:pt x="813274" y="1385302"/>
                  </a:lnTo>
                  <a:lnTo>
                    <a:pt x="813274" y="1387093"/>
                  </a:lnTo>
                  <a:lnTo>
                    <a:pt x="811483" y="1388884"/>
                  </a:lnTo>
                  <a:lnTo>
                    <a:pt x="811483" y="1400814"/>
                  </a:lnTo>
                  <a:lnTo>
                    <a:pt x="813274" y="1402604"/>
                  </a:lnTo>
                  <a:lnTo>
                    <a:pt x="813274" y="1404395"/>
                  </a:lnTo>
                  <a:lnTo>
                    <a:pt x="815064" y="1406185"/>
                  </a:lnTo>
                  <a:lnTo>
                    <a:pt x="815064" y="1408815"/>
                  </a:lnTo>
                  <a:lnTo>
                    <a:pt x="820671" y="1408815"/>
                  </a:lnTo>
                  <a:lnTo>
                    <a:pt x="823301" y="1406185"/>
                  </a:lnTo>
                  <a:lnTo>
                    <a:pt x="823301" y="1404395"/>
                  </a:lnTo>
                  <a:lnTo>
                    <a:pt x="826882" y="1400814"/>
                  </a:lnTo>
                  <a:lnTo>
                    <a:pt x="826882" y="1385302"/>
                  </a:lnTo>
                  <a:lnTo>
                    <a:pt x="825091" y="1383512"/>
                  </a:lnTo>
                  <a:lnTo>
                    <a:pt x="825091" y="1381721"/>
                  </a:lnTo>
                  <a:lnTo>
                    <a:pt x="820078" y="1376708"/>
                  </a:lnTo>
                  <a:close/>
                  <a:moveTo>
                    <a:pt x="1087649" y="1377956"/>
                  </a:moveTo>
                  <a:lnTo>
                    <a:pt x="1089020" y="1379327"/>
                  </a:lnTo>
                  <a:lnTo>
                    <a:pt x="1089020" y="1385302"/>
                  </a:lnTo>
                  <a:lnTo>
                    <a:pt x="1086636" y="1387686"/>
                  </a:lnTo>
                  <a:lnTo>
                    <a:pt x="1089020" y="1390070"/>
                  </a:lnTo>
                  <a:lnTo>
                    <a:pt x="1089020" y="1391861"/>
                  </a:lnTo>
                  <a:lnTo>
                    <a:pt x="1090811" y="1393651"/>
                  </a:lnTo>
                  <a:lnTo>
                    <a:pt x="1090811" y="1395442"/>
                  </a:lnTo>
                  <a:lnTo>
                    <a:pt x="1092602" y="1397232"/>
                  </a:lnTo>
                  <a:lnTo>
                    <a:pt x="1092602" y="1400814"/>
                  </a:lnTo>
                  <a:lnTo>
                    <a:pt x="1094392" y="1402604"/>
                  </a:lnTo>
                  <a:lnTo>
                    <a:pt x="1094392" y="1404395"/>
                  </a:lnTo>
                  <a:lnTo>
                    <a:pt x="1095589" y="1405592"/>
                  </a:lnTo>
                  <a:lnTo>
                    <a:pt x="1094392" y="1406789"/>
                  </a:lnTo>
                  <a:lnTo>
                    <a:pt x="1094392" y="1409766"/>
                  </a:lnTo>
                  <a:lnTo>
                    <a:pt x="1097022" y="1412396"/>
                  </a:lnTo>
                  <a:lnTo>
                    <a:pt x="1100603" y="1412396"/>
                  </a:lnTo>
                  <a:lnTo>
                    <a:pt x="1102393" y="1414187"/>
                  </a:lnTo>
                  <a:lnTo>
                    <a:pt x="1106568" y="1414187"/>
                  </a:lnTo>
                  <a:lnTo>
                    <a:pt x="1106568" y="1411322"/>
                  </a:lnTo>
                  <a:lnTo>
                    <a:pt x="1105013" y="1410964"/>
                  </a:lnTo>
                  <a:lnTo>
                    <a:pt x="1109791" y="1406185"/>
                  </a:lnTo>
                  <a:lnTo>
                    <a:pt x="1109791" y="1400343"/>
                  </a:lnTo>
                  <a:lnTo>
                    <a:pt x="1105975" y="1404159"/>
                  </a:lnTo>
                  <a:lnTo>
                    <a:pt x="1104184" y="1404159"/>
                  </a:lnTo>
                  <a:lnTo>
                    <a:pt x="1102393" y="1405950"/>
                  </a:lnTo>
                  <a:lnTo>
                    <a:pt x="1100603" y="1405950"/>
                  </a:lnTo>
                  <a:lnTo>
                    <a:pt x="1098812" y="1407741"/>
                  </a:lnTo>
                  <a:lnTo>
                    <a:pt x="1097850" y="1407382"/>
                  </a:lnTo>
                  <a:lnTo>
                    <a:pt x="1103580" y="1401653"/>
                  </a:lnTo>
                  <a:lnTo>
                    <a:pt x="1105371" y="1401653"/>
                  </a:lnTo>
                  <a:lnTo>
                    <a:pt x="1107161" y="1399862"/>
                  </a:lnTo>
                  <a:lnTo>
                    <a:pt x="1111581" y="1399862"/>
                  </a:lnTo>
                  <a:lnTo>
                    <a:pt x="1111581" y="1394255"/>
                  </a:lnTo>
                  <a:lnTo>
                    <a:pt x="1109791" y="1392465"/>
                  </a:lnTo>
                  <a:lnTo>
                    <a:pt x="1109791" y="1388884"/>
                  </a:lnTo>
                  <a:lnTo>
                    <a:pt x="1108000" y="1387093"/>
                  </a:lnTo>
                  <a:lnTo>
                    <a:pt x="1108000" y="1385302"/>
                  </a:lnTo>
                  <a:lnTo>
                    <a:pt x="1103580" y="1380882"/>
                  </a:lnTo>
                  <a:lnTo>
                    <a:pt x="1101790" y="1380882"/>
                  </a:lnTo>
                  <a:lnTo>
                    <a:pt x="1099999" y="1379092"/>
                  </a:lnTo>
                  <a:lnTo>
                    <a:pt x="1096418" y="1379092"/>
                  </a:lnTo>
                  <a:lnTo>
                    <a:pt x="1094627" y="1377301"/>
                  </a:lnTo>
                  <a:lnTo>
                    <a:pt x="1091046" y="1377301"/>
                  </a:lnTo>
                  <a:lnTo>
                    <a:pt x="1087649" y="1377956"/>
                  </a:lnTo>
                  <a:close/>
                  <a:moveTo>
                    <a:pt x="797998" y="1373720"/>
                  </a:moveTo>
                  <a:lnTo>
                    <a:pt x="796207" y="1375510"/>
                  </a:lnTo>
                  <a:lnTo>
                    <a:pt x="794417" y="1375510"/>
                  </a:lnTo>
                  <a:lnTo>
                    <a:pt x="789996" y="1379931"/>
                  </a:lnTo>
                  <a:lnTo>
                    <a:pt x="789996" y="1381721"/>
                  </a:lnTo>
                  <a:lnTo>
                    <a:pt x="788206" y="1383512"/>
                  </a:lnTo>
                  <a:lnTo>
                    <a:pt x="788206" y="1385302"/>
                  </a:lnTo>
                  <a:lnTo>
                    <a:pt x="786415" y="1387093"/>
                  </a:lnTo>
                  <a:lnTo>
                    <a:pt x="786415" y="1396046"/>
                  </a:lnTo>
                  <a:lnTo>
                    <a:pt x="786057" y="1396404"/>
                  </a:lnTo>
                  <a:lnTo>
                    <a:pt x="779488" y="1389835"/>
                  </a:lnTo>
                  <a:lnTo>
                    <a:pt x="777698" y="1389835"/>
                  </a:lnTo>
                  <a:lnTo>
                    <a:pt x="775907" y="1388044"/>
                  </a:lnTo>
                  <a:lnTo>
                    <a:pt x="768510" y="1388044"/>
                  </a:lnTo>
                  <a:lnTo>
                    <a:pt x="768510" y="1397232"/>
                  </a:lnTo>
                  <a:lnTo>
                    <a:pt x="770300" y="1399023"/>
                  </a:lnTo>
                  <a:lnTo>
                    <a:pt x="770300" y="1400814"/>
                  </a:lnTo>
                  <a:lnTo>
                    <a:pt x="778302" y="1408815"/>
                  </a:lnTo>
                  <a:lnTo>
                    <a:pt x="781883" y="1408815"/>
                  </a:lnTo>
                  <a:lnTo>
                    <a:pt x="783673" y="1410606"/>
                  </a:lnTo>
                  <a:lnTo>
                    <a:pt x="789280" y="1410606"/>
                  </a:lnTo>
                  <a:lnTo>
                    <a:pt x="789280" y="1404395"/>
                  </a:lnTo>
                  <a:lnTo>
                    <a:pt x="789638" y="1404037"/>
                  </a:lnTo>
                  <a:lnTo>
                    <a:pt x="794417" y="1408815"/>
                  </a:lnTo>
                  <a:lnTo>
                    <a:pt x="797394" y="1408815"/>
                  </a:lnTo>
                  <a:lnTo>
                    <a:pt x="799184" y="1407024"/>
                  </a:lnTo>
                  <a:lnTo>
                    <a:pt x="800975" y="1407024"/>
                  </a:lnTo>
                  <a:lnTo>
                    <a:pt x="805395" y="1402604"/>
                  </a:lnTo>
                  <a:lnTo>
                    <a:pt x="805395" y="1400814"/>
                  </a:lnTo>
                  <a:lnTo>
                    <a:pt x="807186" y="1399023"/>
                  </a:lnTo>
                  <a:lnTo>
                    <a:pt x="807186" y="1397232"/>
                  </a:lnTo>
                  <a:lnTo>
                    <a:pt x="808976" y="1395442"/>
                  </a:lnTo>
                  <a:lnTo>
                    <a:pt x="808976" y="1383512"/>
                  </a:lnTo>
                  <a:lnTo>
                    <a:pt x="807186" y="1381721"/>
                  </a:lnTo>
                  <a:lnTo>
                    <a:pt x="807186" y="1379931"/>
                  </a:lnTo>
                  <a:lnTo>
                    <a:pt x="803605" y="1376350"/>
                  </a:lnTo>
                  <a:lnTo>
                    <a:pt x="803605" y="1373720"/>
                  </a:lnTo>
                  <a:lnTo>
                    <a:pt x="797998" y="1373720"/>
                  </a:lnTo>
                  <a:close/>
                  <a:moveTo>
                    <a:pt x="1021399" y="1370558"/>
                  </a:moveTo>
                  <a:lnTo>
                    <a:pt x="1018237" y="1373720"/>
                  </a:lnTo>
                  <a:lnTo>
                    <a:pt x="1015607" y="1373720"/>
                  </a:lnTo>
                  <a:lnTo>
                    <a:pt x="1015607" y="1377536"/>
                  </a:lnTo>
                  <a:lnTo>
                    <a:pt x="1018237" y="1380166"/>
                  </a:lnTo>
                  <a:lnTo>
                    <a:pt x="1021214" y="1380166"/>
                  </a:lnTo>
                  <a:lnTo>
                    <a:pt x="1023844" y="1377536"/>
                  </a:lnTo>
                  <a:lnTo>
                    <a:pt x="1023844" y="1374559"/>
                  </a:lnTo>
                  <a:lnTo>
                    <a:pt x="1022647" y="1373362"/>
                  </a:lnTo>
                  <a:lnTo>
                    <a:pt x="1021399" y="1370558"/>
                  </a:lnTo>
                  <a:close/>
                  <a:moveTo>
                    <a:pt x="1968187" y="1369781"/>
                  </a:moveTo>
                  <a:lnTo>
                    <a:pt x="1971052" y="1369781"/>
                  </a:lnTo>
                  <a:lnTo>
                    <a:pt x="1971052" y="1367990"/>
                  </a:lnTo>
                  <a:lnTo>
                    <a:pt x="1968187" y="1367990"/>
                  </a:lnTo>
                  <a:lnTo>
                    <a:pt x="1968187" y="1369781"/>
                  </a:lnTo>
                  <a:close/>
                  <a:moveTo>
                    <a:pt x="1914470" y="1369781"/>
                  </a:moveTo>
                  <a:lnTo>
                    <a:pt x="1917335" y="1369781"/>
                  </a:lnTo>
                  <a:lnTo>
                    <a:pt x="1917335" y="1367990"/>
                  </a:lnTo>
                  <a:lnTo>
                    <a:pt x="1914470" y="1367990"/>
                  </a:lnTo>
                  <a:lnTo>
                    <a:pt x="1914470" y="1369781"/>
                  </a:lnTo>
                  <a:close/>
                  <a:moveTo>
                    <a:pt x="1900145" y="1369781"/>
                  </a:moveTo>
                  <a:lnTo>
                    <a:pt x="1903010" y="1369781"/>
                  </a:lnTo>
                  <a:lnTo>
                    <a:pt x="1903010" y="1367990"/>
                  </a:lnTo>
                  <a:lnTo>
                    <a:pt x="1900145" y="1367990"/>
                  </a:lnTo>
                  <a:lnTo>
                    <a:pt x="1900145" y="1369781"/>
                  </a:lnTo>
                  <a:close/>
                  <a:moveTo>
                    <a:pt x="1894774" y="1369781"/>
                  </a:moveTo>
                  <a:lnTo>
                    <a:pt x="1897639" y="1369781"/>
                  </a:lnTo>
                  <a:lnTo>
                    <a:pt x="1897639" y="1367990"/>
                  </a:lnTo>
                  <a:lnTo>
                    <a:pt x="1894774" y="1367990"/>
                  </a:lnTo>
                  <a:lnTo>
                    <a:pt x="1894774" y="1369781"/>
                  </a:lnTo>
                  <a:close/>
                  <a:moveTo>
                    <a:pt x="1880449" y="1369781"/>
                  </a:moveTo>
                  <a:lnTo>
                    <a:pt x="1883314" y="1369781"/>
                  </a:lnTo>
                  <a:lnTo>
                    <a:pt x="1883314" y="1367990"/>
                  </a:lnTo>
                  <a:lnTo>
                    <a:pt x="1880449" y="1367990"/>
                  </a:lnTo>
                  <a:lnTo>
                    <a:pt x="1880449" y="1369781"/>
                  </a:lnTo>
                  <a:close/>
                  <a:moveTo>
                    <a:pt x="1826732" y="1369781"/>
                  </a:moveTo>
                  <a:lnTo>
                    <a:pt x="1829597" y="1369781"/>
                  </a:lnTo>
                  <a:lnTo>
                    <a:pt x="1829597" y="1367990"/>
                  </a:lnTo>
                  <a:lnTo>
                    <a:pt x="1826732" y="1367990"/>
                  </a:lnTo>
                  <a:lnTo>
                    <a:pt x="1826732" y="1369781"/>
                  </a:lnTo>
                  <a:close/>
                  <a:moveTo>
                    <a:pt x="1807036" y="1369781"/>
                  </a:moveTo>
                  <a:lnTo>
                    <a:pt x="1809901" y="1369781"/>
                  </a:lnTo>
                  <a:lnTo>
                    <a:pt x="1809901" y="1367990"/>
                  </a:lnTo>
                  <a:lnTo>
                    <a:pt x="1807036" y="1367990"/>
                  </a:lnTo>
                  <a:lnTo>
                    <a:pt x="1807036" y="1369781"/>
                  </a:lnTo>
                  <a:close/>
                  <a:moveTo>
                    <a:pt x="1753319" y="1369781"/>
                  </a:moveTo>
                  <a:lnTo>
                    <a:pt x="1756184" y="1369781"/>
                  </a:lnTo>
                  <a:lnTo>
                    <a:pt x="1756184" y="1367990"/>
                  </a:lnTo>
                  <a:lnTo>
                    <a:pt x="1753319" y="1367990"/>
                  </a:lnTo>
                  <a:lnTo>
                    <a:pt x="1753319" y="1369781"/>
                  </a:lnTo>
                  <a:close/>
                  <a:moveTo>
                    <a:pt x="1738995" y="1369781"/>
                  </a:moveTo>
                  <a:lnTo>
                    <a:pt x="1741860" y="1369781"/>
                  </a:lnTo>
                  <a:lnTo>
                    <a:pt x="1741860" y="1367990"/>
                  </a:lnTo>
                  <a:lnTo>
                    <a:pt x="1738995" y="1367990"/>
                  </a:lnTo>
                  <a:lnTo>
                    <a:pt x="1738995" y="1369781"/>
                  </a:lnTo>
                  <a:close/>
                  <a:moveTo>
                    <a:pt x="1719299" y="1369781"/>
                  </a:moveTo>
                  <a:lnTo>
                    <a:pt x="1722163" y="1369781"/>
                  </a:lnTo>
                  <a:lnTo>
                    <a:pt x="1722163" y="1367990"/>
                  </a:lnTo>
                  <a:lnTo>
                    <a:pt x="1719299" y="1367990"/>
                  </a:lnTo>
                  <a:lnTo>
                    <a:pt x="1719299" y="1369781"/>
                  </a:lnTo>
                  <a:close/>
                  <a:moveTo>
                    <a:pt x="1665582" y="1369781"/>
                  </a:moveTo>
                  <a:lnTo>
                    <a:pt x="1668447" y="1369781"/>
                  </a:lnTo>
                  <a:lnTo>
                    <a:pt x="1668447" y="1367990"/>
                  </a:lnTo>
                  <a:lnTo>
                    <a:pt x="1665582" y="1367990"/>
                  </a:lnTo>
                  <a:lnTo>
                    <a:pt x="1665582" y="1369781"/>
                  </a:lnTo>
                  <a:close/>
                  <a:moveTo>
                    <a:pt x="1645885" y="1369781"/>
                  </a:moveTo>
                  <a:lnTo>
                    <a:pt x="1648750" y="1369781"/>
                  </a:lnTo>
                  <a:lnTo>
                    <a:pt x="1648750" y="1367990"/>
                  </a:lnTo>
                  <a:lnTo>
                    <a:pt x="1645885" y="1367990"/>
                  </a:lnTo>
                  <a:lnTo>
                    <a:pt x="1645885" y="1369781"/>
                  </a:lnTo>
                  <a:close/>
                  <a:moveTo>
                    <a:pt x="1631561" y="1369781"/>
                  </a:moveTo>
                  <a:lnTo>
                    <a:pt x="1634426" y="1369781"/>
                  </a:lnTo>
                  <a:lnTo>
                    <a:pt x="1634426" y="1367990"/>
                  </a:lnTo>
                  <a:lnTo>
                    <a:pt x="1631561" y="1367990"/>
                  </a:lnTo>
                  <a:lnTo>
                    <a:pt x="1631561" y="1369781"/>
                  </a:lnTo>
                  <a:close/>
                  <a:moveTo>
                    <a:pt x="1577844" y="1369781"/>
                  </a:moveTo>
                  <a:lnTo>
                    <a:pt x="1580709" y="1369781"/>
                  </a:lnTo>
                  <a:lnTo>
                    <a:pt x="1580709" y="1367990"/>
                  </a:lnTo>
                  <a:lnTo>
                    <a:pt x="1577844" y="1367990"/>
                  </a:lnTo>
                  <a:lnTo>
                    <a:pt x="1577844" y="1369781"/>
                  </a:lnTo>
                  <a:close/>
                  <a:moveTo>
                    <a:pt x="1558148" y="1369781"/>
                  </a:moveTo>
                  <a:lnTo>
                    <a:pt x="1561013" y="1369781"/>
                  </a:lnTo>
                  <a:lnTo>
                    <a:pt x="1561013" y="1367990"/>
                  </a:lnTo>
                  <a:lnTo>
                    <a:pt x="1558148" y="1367990"/>
                  </a:lnTo>
                  <a:lnTo>
                    <a:pt x="1558148" y="1369781"/>
                  </a:lnTo>
                  <a:close/>
                  <a:moveTo>
                    <a:pt x="1504431" y="1369781"/>
                  </a:moveTo>
                  <a:lnTo>
                    <a:pt x="1507296" y="1369781"/>
                  </a:lnTo>
                  <a:lnTo>
                    <a:pt x="1507296" y="1367990"/>
                  </a:lnTo>
                  <a:lnTo>
                    <a:pt x="1504431" y="1367990"/>
                  </a:lnTo>
                  <a:lnTo>
                    <a:pt x="1504431" y="1369781"/>
                  </a:lnTo>
                  <a:close/>
                  <a:moveTo>
                    <a:pt x="1490107" y="1369781"/>
                  </a:moveTo>
                  <a:lnTo>
                    <a:pt x="1492971" y="1369781"/>
                  </a:lnTo>
                  <a:lnTo>
                    <a:pt x="1492971" y="1367990"/>
                  </a:lnTo>
                  <a:lnTo>
                    <a:pt x="1490107" y="1367990"/>
                  </a:lnTo>
                  <a:lnTo>
                    <a:pt x="1490107" y="1369781"/>
                  </a:lnTo>
                  <a:close/>
                  <a:moveTo>
                    <a:pt x="1484735" y="1369781"/>
                  </a:moveTo>
                  <a:lnTo>
                    <a:pt x="1487600" y="1369781"/>
                  </a:lnTo>
                  <a:lnTo>
                    <a:pt x="1487600" y="1367990"/>
                  </a:lnTo>
                  <a:lnTo>
                    <a:pt x="1484735" y="1367990"/>
                  </a:lnTo>
                  <a:lnTo>
                    <a:pt x="1484735" y="1369781"/>
                  </a:lnTo>
                  <a:close/>
                  <a:moveTo>
                    <a:pt x="1470410" y="1369781"/>
                  </a:moveTo>
                  <a:lnTo>
                    <a:pt x="1473275" y="1369781"/>
                  </a:lnTo>
                  <a:lnTo>
                    <a:pt x="1473275" y="1367990"/>
                  </a:lnTo>
                  <a:lnTo>
                    <a:pt x="1470410" y="1367990"/>
                  </a:lnTo>
                  <a:lnTo>
                    <a:pt x="1470410" y="1369781"/>
                  </a:lnTo>
                  <a:close/>
                  <a:moveTo>
                    <a:pt x="1416693" y="1369781"/>
                  </a:moveTo>
                  <a:lnTo>
                    <a:pt x="1419558" y="1369781"/>
                  </a:lnTo>
                  <a:lnTo>
                    <a:pt x="1419558" y="1367990"/>
                  </a:lnTo>
                  <a:lnTo>
                    <a:pt x="1416693" y="1367990"/>
                  </a:lnTo>
                  <a:lnTo>
                    <a:pt x="1416693" y="1369781"/>
                  </a:lnTo>
                  <a:close/>
                  <a:moveTo>
                    <a:pt x="1396997" y="1369781"/>
                  </a:moveTo>
                  <a:lnTo>
                    <a:pt x="1399862" y="1369781"/>
                  </a:lnTo>
                  <a:lnTo>
                    <a:pt x="1399862" y="1367990"/>
                  </a:lnTo>
                  <a:lnTo>
                    <a:pt x="1396997" y="1367990"/>
                  </a:lnTo>
                  <a:lnTo>
                    <a:pt x="1396997" y="1369781"/>
                  </a:lnTo>
                  <a:close/>
                  <a:moveTo>
                    <a:pt x="1255543" y="1369781"/>
                  </a:moveTo>
                  <a:lnTo>
                    <a:pt x="1258408" y="1369781"/>
                  </a:lnTo>
                  <a:lnTo>
                    <a:pt x="1258408" y="1367990"/>
                  </a:lnTo>
                  <a:lnTo>
                    <a:pt x="1255543" y="1367990"/>
                  </a:lnTo>
                  <a:lnTo>
                    <a:pt x="1255543" y="1369781"/>
                  </a:lnTo>
                  <a:close/>
                  <a:moveTo>
                    <a:pt x="1235847" y="1369781"/>
                  </a:moveTo>
                  <a:lnTo>
                    <a:pt x="1238711" y="1369781"/>
                  </a:lnTo>
                  <a:lnTo>
                    <a:pt x="1238711" y="1367990"/>
                  </a:lnTo>
                  <a:lnTo>
                    <a:pt x="1235847" y="1367990"/>
                  </a:lnTo>
                  <a:lnTo>
                    <a:pt x="1235847" y="1369781"/>
                  </a:lnTo>
                  <a:close/>
                  <a:moveTo>
                    <a:pt x="1221522" y="1369781"/>
                  </a:moveTo>
                  <a:lnTo>
                    <a:pt x="1224387" y="1369781"/>
                  </a:lnTo>
                  <a:lnTo>
                    <a:pt x="1224387" y="1367990"/>
                  </a:lnTo>
                  <a:lnTo>
                    <a:pt x="1221522" y="1367990"/>
                  </a:lnTo>
                  <a:lnTo>
                    <a:pt x="1221522" y="1369781"/>
                  </a:lnTo>
                  <a:close/>
                  <a:moveTo>
                    <a:pt x="1167805" y="1369781"/>
                  </a:moveTo>
                  <a:lnTo>
                    <a:pt x="1170670" y="1369781"/>
                  </a:lnTo>
                  <a:lnTo>
                    <a:pt x="1170670" y="1367990"/>
                  </a:lnTo>
                  <a:lnTo>
                    <a:pt x="1167805" y="1367990"/>
                  </a:lnTo>
                  <a:lnTo>
                    <a:pt x="1167805" y="1369781"/>
                  </a:lnTo>
                  <a:close/>
                  <a:moveTo>
                    <a:pt x="1148109" y="1369781"/>
                  </a:moveTo>
                  <a:lnTo>
                    <a:pt x="1150974" y="1369781"/>
                  </a:lnTo>
                  <a:lnTo>
                    <a:pt x="1150974" y="1367990"/>
                  </a:lnTo>
                  <a:lnTo>
                    <a:pt x="1148109" y="1367990"/>
                  </a:lnTo>
                  <a:lnTo>
                    <a:pt x="1148109" y="1369781"/>
                  </a:lnTo>
                  <a:close/>
                  <a:moveTo>
                    <a:pt x="1006655" y="1369781"/>
                  </a:moveTo>
                  <a:lnTo>
                    <a:pt x="1009519" y="1369781"/>
                  </a:lnTo>
                  <a:lnTo>
                    <a:pt x="1009519" y="1367990"/>
                  </a:lnTo>
                  <a:lnTo>
                    <a:pt x="1006655" y="1367990"/>
                  </a:lnTo>
                  <a:lnTo>
                    <a:pt x="1006655" y="1369781"/>
                  </a:lnTo>
                  <a:close/>
                  <a:moveTo>
                    <a:pt x="986958" y="1369781"/>
                  </a:moveTo>
                  <a:lnTo>
                    <a:pt x="989823" y="1369781"/>
                  </a:lnTo>
                  <a:lnTo>
                    <a:pt x="989823" y="1367990"/>
                  </a:lnTo>
                  <a:lnTo>
                    <a:pt x="986958" y="1367990"/>
                  </a:lnTo>
                  <a:lnTo>
                    <a:pt x="986958" y="1369781"/>
                  </a:lnTo>
                  <a:close/>
                  <a:moveTo>
                    <a:pt x="831179" y="1369781"/>
                  </a:moveTo>
                  <a:lnTo>
                    <a:pt x="834044" y="1369781"/>
                  </a:lnTo>
                  <a:lnTo>
                    <a:pt x="834044" y="1367990"/>
                  </a:lnTo>
                  <a:lnTo>
                    <a:pt x="831179" y="1367990"/>
                  </a:lnTo>
                  <a:lnTo>
                    <a:pt x="831179" y="1369781"/>
                  </a:lnTo>
                  <a:close/>
                  <a:moveTo>
                    <a:pt x="825808" y="1369781"/>
                  </a:moveTo>
                  <a:lnTo>
                    <a:pt x="828673" y="1369781"/>
                  </a:lnTo>
                  <a:lnTo>
                    <a:pt x="828673" y="1367990"/>
                  </a:lnTo>
                  <a:lnTo>
                    <a:pt x="825808" y="1367990"/>
                  </a:lnTo>
                  <a:lnTo>
                    <a:pt x="825808" y="1369781"/>
                  </a:lnTo>
                  <a:close/>
                  <a:moveTo>
                    <a:pt x="811483" y="1369781"/>
                  </a:moveTo>
                  <a:lnTo>
                    <a:pt x="814348" y="1369781"/>
                  </a:lnTo>
                  <a:lnTo>
                    <a:pt x="814348" y="1367990"/>
                  </a:lnTo>
                  <a:lnTo>
                    <a:pt x="811483" y="1367990"/>
                  </a:lnTo>
                  <a:lnTo>
                    <a:pt x="811483" y="1369781"/>
                  </a:lnTo>
                  <a:close/>
                  <a:moveTo>
                    <a:pt x="757766" y="1369781"/>
                  </a:moveTo>
                  <a:lnTo>
                    <a:pt x="760631" y="1369781"/>
                  </a:lnTo>
                  <a:lnTo>
                    <a:pt x="760631" y="1367990"/>
                  </a:lnTo>
                  <a:lnTo>
                    <a:pt x="757766" y="1367990"/>
                  </a:lnTo>
                  <a:lnTo>
                    <a:pt x="757766" y="1369781"/>
                  </a:lnTo>
                  <a:close/>
                  <a:moveTo>
                    <a:pt x="738070" y="1369781"/>
                  </a:moveTo>
                  <a:lnTo>
                    <a:pt x="740935" y="1369781"/>
                  </a:lnTo>
                  <a:lnTo>
                    <a:pt x="740935" y="1367990"/>
                  </a:lnTo>
                  <a:lnTo>
                    <a:pt x="738070" y="1367990"/>
                  </a:lnTo>
                  <a:lnTo>
                    <a:pt x="738070" y="1369781"/>
                  </a:lnTo>
                  <a:close/>
                  <a:moveTo>
                    <a:pt x="684353" y="1369781"/>
                  </a:moveTo>
                  <a:lnTo>
                    <a:pt x="687218" y="1369781"/>
                  </a:lnTo>
                  <a:lnTo>
                    <a:pt x="687218" y="1367990"/>
                  </a:lnTo>
                  <a:lnTo>
                    <a:pt x="684353" y="1367990"/>
                  </a:lnTo>
                  <a:lnTo>
                    <a:pt x="684353" y="1369781"/>
                  </a:lnTo>
                  <a:close/>
                  <a:moveTo>
                    <a:pt x="670029" y="1369781"/>
                  </a:moveTo>
                  <a:lnTo>
                    <a:pt x="672894" y="1369781"/>
                  </a:lnTo>
                  <a:lnTo>
                    <a:pt x="672894" y="1367990"/>
                  </a:lnTo>
                  <a:lnTo>
                    <a:pt x="670029" y="1367990"/>
                  </a:lnTo>
                  <a:lnTo>
                    <a:pt x="670029" y="1369781"/>
                  </a:lnTo>
                  <a:close/>
                  <a:moveTo>
                    <a:pt x="664657" y="1369781"/>
                  </a:moveTo>
                  <a:lnTo>
                    <a:pt x="667522" y="1369781"/>
                  </a:lnTo>
                  <a:lnTo>
                    <a:pt x="667522" y="1367990"/>
                  </a:lnTo>
                  <a:lnTo>
                    <a:pt x="664657" y="1367990"/>
                  </a:lnTo>
                  <a:lnTo>
                    <a:pt x="664657" y="1369781"/>
                  </a:lnTo>
                  <a:close/>
                  <a:moveTo>
                    <a:pt x="650332" y="1369781"/>
                  </a:moveTo>
                  <a:lnTo>
                    <a:pt x="653197" y="1369781"/>
                  </a:lnTo>
                  <a:lnTo>
                    <a:pt x="653197" y="1367990"/>
                  </a:lnTo>
                  <a:lnTo>
                    <a:pt x="650332" y="1367990"/>
                  </a:lnTo>
                  <a:lnTo>
                    <a:pt x="650332" y="1369781"/>
                  </a:lnTo>
                  <a:close/>
                  <a:moveTo>
                    <a:pt x="596616" y="1369781"/>
                  </a:moveTo>
                  <a:lnTo>
                    <a:pt x="599480" y="1369781"/>
                  </a:lnTo>
                  <a:lnTo>
                    <a:pt x="599480" y="1367990"/>
                  </a:lnTo>
                  <a:lnTo>
                    <a:pt x="596616" y="1367990"/>
                  </a:lnTo>
                  <a:lnTo>
                    <a:pt x="596616" y="1369781"/>
                  </a:lnTo>
                  <a:close/>
                  <a:moveTo>
                    <a:pt x="576919" y="1369781"/>
                  </a:moveTo>
                  <a:lnTo>
                    <a:pt x="579784" y="1369781"/>
                  </a:lnTo>
                  <a:lnTo>
                    <a:pt x="579784" y="1367990"/>
                  </a:lnTo>
                  <a:lnTo>
                    <a:pt x="576919" y="1367990"/>
                  </a:lnTo>
                  <a:lnTo>
                    <a:pt x="576919" y="1369781"/>
                  </a:lnTo>
                  <a:close/>
                  <a:moveTo>
                    <a:pt x="508878" y="1369781"/>
                  </a:moveTo>
                  <a:lnTo>
                    <a:pt x="511743" y="1369781"/>
                  </a:lnTo>
                  <a:lnTo>
                    <a:pt x="511743" y="1367990"/>
                  </a:lnTo>
                  <a:lnTo>
                    <a:pt x="508878" y="1367990"/>
                  </a:lnTo>
                  <a:lnTo>
                    <a:pt x="508878" y="1369781"/>
                  </a:lnTo>
                  <a:close/>
                  <a:moveTo>
                    <a:pt x="489182" y="1369781"/>
                  </a:moveTo>
                  <a:lnTo>
                    <a:pt x="492047" y="1369781"/>
                  </a:lnTo>
                  <a:lnTo>
                    <a:pt x="492047" y="1367990"/>
                  </a:lnTo>
                  <a:lnTo>
                    <a:pt x="489182" y="1367990"/>
                  </a:lnTo>
                  <a:lnTo>
                    <a:pt x="489182" y="1369781"/>
                  </a:lnTo>
                  <a:close/>
                  <a:moveTo>
                    <a:pt x="435465" y="1369781"/>
                  </a:moveTo>
                  <a:lnTo>
                    <a:pt x="438330" y="1369781"/>
                  </a:lnTo>
                  <a:lnTo>
                    <a:pt x="438330" y="1367990"/>
                  </a:lnTo>
                  <a:lnTo>
                    <a:pt x="435465" y="1367990"/>
                  </a:lnTo>
                  <a:lnTo>
                    <a:pt x="435465" y="1369781"/>
                  </a:lnTo>
                  <a:close/>
                  <a:moveTo>
                    <a:pt x="421140" y="1369781"/>
                  </a:moveTo>
                  <a:lnTo>
                    <a:pt x="424005" y="1369781"/>
                  </a:lnTo>
                  <a:lnTo>
                    <a:pt x="424005" y="1367990"/>
                  </a:lnTo>
                  <a:lnTo>
                    <a:pt x="421140" y="1367990"/>
                  </a:lnTo>
                  <a:lnTo>
                    <a:pt x="421140" y="1369781"/>
                  </a:lnTo>
                  <a:close/>
                  <a:moveTo>
                    <a:pt x="415769" y="1369781"/>
                  </a:moveTo>
                  <a:lnTo>
                    <a:pt x="418634" y="1369781"/>
                  </a:lnTo>
                  <a:lnTo>
                    <a:pt x="418634" y="1367990"/>
                  </a:lnTo>
                  <a:lnTo>
                    <a:pt x="415769" y="1367990"/>
                  </a:lnTo>
                  <a:lnTo>
                    <a:pt x="415769" y="1369781"/>
                  </a:lnTo>
                  <a:close/>
                  <a:moveTo>
                    <a:pt x="401444" y="1369781"/>
                  </a:moveTo>
                  <a:lnTo>
                    <a:pt x="404309" y="1369781"/>
                  </a:lnTo>
                  <a:lnTo>
                    <a:pt x="404309" y="1367990"/>
                  </a:lnTo>
                  <a:lnTo>
                    <a:pt x="401444" y="1367990"/>
                  </a:lnTo>
                  <a:lnTo>
                    <a:pt x="401444" y="1369781"/>
                  </a:lnTo>
                  <a:close/>
                  <a:moveTo>
                    <a:pt x="347727" y="1369781"/>
                  </a:moveTo>
                  <a:lnTo>
                    <a:pt x="350592" y="1369781"/>
                  </a:lnTo>
                  <a:lnTo>
                    <a:pt x="350592" y="1367990"/>
                  </a:lnTo>
                  <a:lnTo>
                    <a:pt x="347727" y="1367990"/>
                  </a:lnTo>
                  <a:lnTo>
                    <a:pt x="347727" y="1369781"/>
                  </a:lnTo>
                  <a:close/>
                  <a:moveTo>
                    <a:pt x="328031" y="1369781"/>
                  </a:moveTo>
                  <a:lnTo>
                    <a:pt x="330896" y="1369781"/>
                  </a:lnTo>
                  <a:lnTo>
                    <a:pt x="330896" y="1367990"/>
                  </a:lnTo>
                  <a:lnTo>
                    <a:pt x="328031" y="1367990"/>
                  </a:lnTo>
                  <a:lnTo>
                    <a:pt x="328031" y="1369781"/>
                  </a:lnTo>
                  <a:close/>
                  <a:moveTo>
                    <a:pt x="274314" y="1369781"/>
                  </a:moveTo>
                  <a:lnTo>
                    <a:pt x="277179" y="1369781"/>
                  </a:lnTo>
                  <a:lnTo>
                    <a:pt x="277179" y="1367990"/>
                  </a:lnTo>
                  <a:lnTo>
                    <a:pt x="274314" y="1367990"/>
                  </a:lnTo>
                  <a:lnTo>
                    <a:pt x="274314" y="1369781"/>
                  </a:lnTo>
                  <a:close/>
                  <a:moveTo>
                    <a:pt x="259990" y="1369781"/>
                  </a:moveTo>
                  <a:lnTo>
                    <a:pt x="262855" y="1369781"/>
                  </a:lnTo>
                  <a:lnTo>
                    <a:pt x="262855" y="1367990"/>
                  </a:lnTo>
                  <a:lnTo>
                    <a:pt x="259990" y="1367990"/>
                  </a:lnTo>
                  <a:lnTo>
                    <a:pt x="259990" y="1369781"/>
                  </a:lnTo>
                  <a:close/>
                  <a:moveTo>
                    <a:pt x="240294" y="1369781"/>
                  </a:moveTo>
                  <a:lnTo>
                    <a:pt x="243158" y="1369781"/>
                  </a:lnTo>
                  <a:lnTo>
                    <a:pt x="243158" y="1367990"/>
                  </a:lnTo>
                  <a:lnTo>
                    <a:pt x="240294" y="1367990"/>
                  </a:lnTo>
                  <a:lnTo>
                    <a:pt x="240294" y="1369781"/>
                  </a:lnTo>
                  <a:close/>
                  <a:moveTo>
                    <a:pt x="879525" y="1361186"/>
                  </a:moveTo>
                  <a:lnTo>
                    <a:pt x="879525" y="1370978"/>
                  </a:lnTo>
                  <a:lnTo>
                    <a:pt x="875943" y="1374559"/>
                  </a:lnTo>
                  <a:lnTo>
                    <a:pt x="875943" y="1379327"/>
                  </a:lnTo>
                  <a:lnTo>
                    <a:pt x="878573" y="1381957"/>
                  </a:lnTo>
                  <a:lnTo>
                    <a:pt x="881550" y="1381957"/>
                  </a:lnTo>
                  <a:lnTo>
                    <a:pt x="883341" y="1380166"/>
                  </a:lnTo>
                  <a:lnTo>
                    <a:pt x="886922" y="1380166"/>
                  </a:lnTo>
                  <a:lnTo>
                    <a:pt x="889552" y="1377536"/>
                  </a:lnTo>
                  <a:lnTo>
                    <a:pt x="889552" y="1375746"/>
                  </a:lnTo>
                  <a:lnTo>
                    <a:pt x="891342" y="1373955"/>
                  </a:lnTo>
                  <a:lnTo>
                    <a:pt x="891342" y="1372165"/>
                  </a:lnTo>
                  <a:lnTo>
                    <a:pt x="899456" y="1364051"/>
                  </a:lnTo>
                  <a:lnTo>
                    <a:pt x="901850" y="1364051"/>
                  </a:lnTo>
                  <a:lnTo>
                    <a:pt x="903641" y="1365841"/>
                  </a:lnTo>
                  <a:lnTo>
                    <a:pt x="906618" y="1365841"/>
                  </a:lnTo>
                  <a:lnTo>
                    <a:pt x="908409" y="1364051"/>
                  </a:lnTo>
                  <a:lnTo>
                    <a:pt x="910803" y="1364051"/>
                  </a:lnTo>
                  <a:lnTo>
                    <a:pt x="912594" y="1365841"/>
                  </a:lnTo>
                  <a:lnTo>
                    <a:pt x="916175" y="1365841"/>
                  </a:lnTo>
                  <a:lnTo>
                    <a:pt x="917965" y="1367632"/>
                  </a:lnTo>
                  <a:lnTo>
                    <a:pt x="919756" y="1367632"/>
                  </a:lnTo>
                  <a:lnTo>
                    <a:pt x="924708" y="1372584"/>
                  </a:lnTo>
                  <a:lnTo>
                    <a:pt x="926734" y="1370558"/>
                  </a:lnTo>
                  <a:lnTo>
                    <a:pt x="920943" y="1364767"/>
                  </a:lnTo>
                  <a:lnTo>
                    <a:pt x="919152" y="1364767"/>
                  </a:lnTo>
                  <a:lnTo>
                    <a:pt x="917362" y="1362977"/>
                  </a:lnTo>
                  <a:lnTo>
                    <a:pt x="915571" y="1362977"/>
                  </a:lnTo>
                  <a:lnTo>
                    <a:pt x="913780" y="1361186"/>
                  </a:lnTo>
                  <a:lnTo>
                    <a:pt x="898269" y="1361186"/>
                  </a:lnTo>
                  <a:lnTo>
                    <a:pt x="896479" y="1362977"/>
                  </a:lnTo>
                  <a:lnTo>
                    <a:pt x="893849" y="1362977"/>
                  </a:lnTo>
                  <a:lnTo>
                    <a:pt x="893849" y="1365606"/>
                  </a:lnTo>
                  <a:lnTo>
                    <a:pt x="889316" y="1370139"/>
                  </a:lnTo>
                  <a:lnTo>
                    <a:pt x="886922" y="1370139"/>
                  </a:lnTo>
                  <a:lnTo>
                    <a:pt x="885971" y="1369187"/>
                  </a:lnTo>
                  <a:lnTo>
                    <a:pt x="886922" y="1367632"/>
                  </a:lnTo>
                  <a:lnTo>
                    <a:pt x="889552" y="1367632"/>
                  </a:lnTo>
                  <a:lnTo>
                    <a:pt x="889552" y="1362977"/>
                  </a:lnTo>
                  <a:lnTo>
                    <a:pt x="885131" y="1362977"/>
                  </a:lnTo>
                  <a:lnTo>
                    <a:pt x="883341" y="1361186"/>
                  </a:lnTo>
                  <a:lnTo>
                    <a:pt x="879525" y="1361186"/>
                  </a:lnTo>
                  <a:close/>
                  <a:moveTo>
                    <a:pt x="1015607" y="1359037"/>
                  </a:moveTo>
                  <a:lnTo>
                    <a:pt x="1018472" y="1359037"/>
                  </a:lnTo>
                  <a:lnTo>
                    <a:pt x="1018472" y="1353666"/>
                  </a:lnTo>
                  <a:lnTo>
                    <a:pt x="1015607" y="1353666"/>
                  </a:lnTo>
                  <a:lnTo>
                    <a:pt x="1015607" y="1359037"/>
                  </a:lnTo>
                  <a:close/>
                  <a:moveTo>
                    <a:pt x="1017398" y="1334328"/>
                  </a:moveTo>
                  <a:lnTo>
                    <a:pt x="1017398" y="1339934"/>
                  </a:lnTo>
                  <a:lnTo>
                    <a:pt x="1019188" y="1341725"/>
                  </a:lnTo>
                  <a:lnTo>
                    <a:pt x="1019188" y="1344713"/>
                  </a:lnTo>
                  <a:lnTo>
                    <a:pt x="1022053" y="1344713"/>
                  </a:lnTo>
                  <a:lnTo>
                    <a:pt x="1022053" y="1341725"/>
                  </a:lnTo>
                  <a:lnTo>
                    <a:pt x="1023005" y="1340774"/>
                  </a:lnTo>
                  <a:lnTo>
                    <a:pt x="1027660" y="1340774"/>
                  </a:lnTo>
                  <a:lnTo>
                    <a:pt x="1021214" y="1334328"/>
                  </a:lnTo>
                  <a:lnTo>
                    <a:pt x="1017398" y="1334328"/>
                  </a:lnTo>
                  <a:close/>
                  <a:moveTo>
                    <a:pt x="1019188" y="1321558"/>
                  </a:moveTo>
                  <a:lnTo>
                    <a:pt x="1019188" y="1326214"/>
                  </a:lnTo>
                  <a:lnTo>
                    <a:pt x="1017398" y="1328004"/>
                  </a:lnTo>
                  <a:lnTo>
                    <a:pt x="1017398" y="1330982"/>
                  </a:lnTo>
                  <a:lnTo>
                    <a:pt x="1020621" y="1334205"/>
                  </a:lnTo>
                  <a:lnTo>
                    <a:pt x="1023005" y="1331821"/>
                  </a:lnTo>
                  <a:lnTo>
                    <a:pt x="1027660" y="1331821"/>
                  </a:lnTo>
                  <a:lnTo>
                    <a:pt x="1023844" y="1328004"/>
                  </a:lnTo>
                  <a:lnTo>
                    <a:pt x="1023844" y="1326214"/>
                  </a:lnTo>
                  <a:lnTo>
                    <a:pt x="1019188" y="1321558"/>
                  </a:lnTo>
                  <a:close/>
                  <a:moveTo>
                    <a:pt x="1019188" y="1319645"/>
                  </a:moveTo>
                  <a:lnTo>
                    <a:pt x="1022053" y="1319645"/>
                  </a:lnTo>
                  <a:lnTo>
                    <a:pt x="1022053" y="1317854"/>
                  </a:lnTo>
                  <a:lnTo>
                    <a:pt x="1019188" y="1317854"/>
                  </a:lnTo>
                  <a:lnTo>
                    <a:pt x="1019188" y="1319645"/>
                  </a:lnTo>
                  <a:close/>
                  <a:moveTo>
                    <a:pt x="1030771" y="1300307"/>
                  </a:moveTo>
                  <a:lnTo>
                    <a:pt x="1028980" y="1302097"/>
                  </a:lnTo>
                  <a:lnTo>
                    <a:pt x="1027190" y="1302097"/>
                  </a:lnTo>
                  <a:lnTo>
                    <a:pt x="1021399" y="1307889"/>
                  </a:lnTo>
                  <a:lnTo>
                    <a:pt x="1023424" y="1309914"/>
                  </a:lnTo>
                  <a:lnTo>
                    <a:pt x="1028376" y="1304962"/>
                  </a:lnTo>
                  <a:lnTo>
                    <a:pt x="1034587" y="1304962"/>
                  </a:lnTo>
                  <a:lnTo>
                    <a:pt x="1034587" y="1300307"/>
                  </a:lnTo>
                  <a:lnTo>
                    <a:pt x="1030771" y="1300307"/>
                  </a:lnTo>
                  <a:close/>
                  <a:moveTo>
                    <a:pt x="929660" y="1256975"/>
                  </a:moveTo>
                  <a:lnTo>
                    <a:pt x="932525" y="1256975"/>
                  </a:lnTo>
                  <a:lnTo>
                    <a:pt x="932525" y="1255185"/>
                  </a:lnTo>
                  <a:lnTo>
                    <a:pt x="929660" y="1255185"/>
                  </a:lnTo>
                  <a:lnTo>
                    <a:pt x="929660" y="1256975"/>
                  </a:lnTo>
                  <a:close/>
                  <a:moveTo>
                    <a:pt x="928289" y="1243428"/>
                  </a:moveTo>
                  <a:lnTo>
                    <a:pt x="930315" y="1245454"/>
                  </a:lnTo>
                  <a:lnTo>
                    <a:pt x="932525" y="1243244"/>
                  </a:lnTo>
                  <a:lnTo>
                    <a:pt x="932525" y="1240860"/>
                  </a:lnTo>
                  <a:lnTo>
                    <a:pt x="929660" y="1240860"/>
                  </a:lnTo>
                  <a:lnTo>
                    <a:pt x="929660" y="1242057"/>
                  </a:lnTo>
                  <a:lnTo>
                    <a:pt x="928289" y="1243428"/>
                  </a:lnTo>
                  <a:close/>
                  <a:moveTo>
                    <a:pt x="929660" y="1227129"/>
                  </a:moveTo>
                  <a:lnTo>
                    <a:pt x="929660" y="1228326"/>
                  </a:lnTo>
                  <a:lnTo>
                    <a:pt x="932525" y="1228326"/>
                  </a:lnTo>
                  <a:lnTo>
                    <a:pt x="932525" y="1225942"/>
                  </a:lnTo>
                  <a:lnTo>
                    <a:pt x="930315" y="1223732"/>
                  </a:lnTo>
                  <a:lnTo>
                    <a:pt x="928289" y="1225758"/>
                  </a:lnTo>
                  <a:lnTo>
                    <a:pt x="929660" y="1227129"/>
                  </a:lnTo>
                  <a:close/>
                  <a:moveTo>
                    <a:pt x="928289" y="1170015"/>
                  </a:moveTo>
                  <a:lnTo>
                    <a:pt x="930315" y="1172041"/>
                  </a:lnTo>
                  <a:lnTo>
                    <a:pt x="932525" y="1169831"/>
                  </a:lnTo>
                  <a:lnTo>
                    <a:pt x="932525" y="1167447"/>
                  </a:lnTo>
                  <a:lnTo>
                    <a:pt x="929660" y="1167447"/>
                  </a:lnTo>
                  <a:lnTo>
                    <a:pt x="929660" y="1168644"/>
                  </a:lnTo>
                  <a:lnTo>
                    <a:pt x="928289" y="1170015"/>
                  </a:lnTo>
                  <a:close/>
                  <a:moveTo>
                    <a:pt x="928289" y="1155691"/>
                  </a:moveTo>
                  <a:lnTo>
                    <a:pt x="930315" y="1157717"/>
                  </a:lnTo>
                  <a:lnTo>
                    <a:pt x="932525" y="1155506"/>
                  </a:lnTo>
                  <a:lnTo>
                    <a:pt x="932525" y="1152529"/>
                  </a:lnTo>
                  <a:lnTo>
                    <a:pt x="930315" y="1150319"/>
                  </a:lnTo>
                  <a:lnTo>
                    <a:pt x="928289" y="1152345"/>
                  </a:lnTo>
                  <a:lnTo>
                    <a:pt x="929660" y="1153716"/>
                  </a:lnTo>
                  <a:lnTo>
                    <a:pt x="929660" y="1154320"/>
                  </a:lnTo>
                  <a:lnTo>
                    <a:pt x="928289" y="1155691"/>
                  </a:lnTo>
                  <a:close/>
                  <a:moveTo>
                    <a:pt x="929660" y="1139391"/>
                  </a:moveTo>
                  <a:lnTo>
                    <a:pt x="929660" y="1140589"/>
                  </a:lnTo>
                  <a:lnTo>
                    <a:pt x="932525" y="1140589"/>
                  </a:lnTo>
                  <a:lnTo>
                    <a:pt x="932525" y="1138205"/>
                  </a:lnTo>
                  <a:lnTo>
                    <a:pt x="930315" y="1135995"/>
                  </a:lnTo>
                  <a:lnTo>
                    <a:pt x="928289" y="1138020"/>
                  </a:lnTo>
                  <a:lnTo>
                    <a:pt x="929660" y="1139391"/>
                  </a:lnTo>
                  <a:close/>
                  <a:moveTo>
                    <a:pt x="928289" y="1082278"/>
                  </a:moveTo>
                  <a:lnTo>
                    <a:pt x="930315" y="1084303"/>
                  </a:lnTo>
                  <a:lnTo>
                    <a:pt x="932525" y="1082093"/>
                  </a:lnTo>
                  <a:lnTo>
                    <a:pt x="932525" y="1079709"/>
                  </a:lnTo>
                  <a:lnTo>
                    <a:pt x="929660" y="1079709"/>
                  </a:lnTo>
                  <a:lnTo>
                    <a:pt x="929660" y="1080907"/>
                  </a:lnTo>
                  <a:lnTo>
                    <a:pt x="928289" y="1082278"/>
                  </a:lnTo>
                  <a:close/>
                  <a:moveTo>
                    <a:pt x="929660" y="1065978"/>
                  </a:moveTo>
                  <a:lnTo>
                    <a:pt x="929660" y="1067176"/>
                  </a:lnTo>
                  <a:lnTo>
                    <a:pt x="932525" y="1067176"/>
                  </a:lnTo>
                  <a:lnTo>
                    <a:pt x="932525" y="1064792"/>
                  </a:lnTo>
                  <a:lnTo>
                    <a:pt x="930315" y="1062582"/>
                  </a:lnTo>
                  <a:lnTo>
                    <a:pt x="928289" y="1064607"/>
                  </a:lnTo>
                  <a:lnTo>
                    <a:pt x="929660" y="1065978"/>
                  </a:lnTo>
                  <a:close/>
                  <a:moveTo>
                    <a:pt x="929660" y="1051654"/>
                  </a:moveTo>
                  <a:lnTo>
                    <a:pt x="929660" y="1052851"/>
                  </a:lnTo>
                  <a:lnTo>
                    <a:pt x="932525" y="1052851"/>
                  </a:lnTo>
                  <a:lnTo>
                    <a:pt x="932525" y="1050467"/>
                  </a:lnTo>
                  <a:lnTo>
                    <a:pt x="930315" y="1048257"/>
                  </a:lnTo>
                  <a:lnTo>
                    <a:pt x="928289" y="1050283"/>
                  </a:lnTo>
                  <a:lnTo>
                    <a:pt x="929660" y="1051654"/>
                  </a:lnTo>
                  <a:close/>
                  <a:moveTo>
                    <a:pt x="929660" y="1008087"/>
                  </a:moveTo>
                  <a:lnTo>
                    <a:pt x="932525" y="1008087"/>
                  </a:lnTo>
                  <a:lnTo>
                    <a:pt x="932525" y="1006296"/>
                  </a:lnTo>
                  <a:lnTo>
                    <a:pt x="929660" y="1006296"/>
                  </a:lnTo>
                  <a:lnTo>
                    <a:pt x="929660" y="1008087"/>
                  </a:lnTo>
                  <a:close/>
                  <a:moveTo>
                    <a:pt x="928289" y="994540"/>
                  </a:moveTo>
                  <a:lnTo>
                    <a:pt x="930315" y="996566"/>
                  </a:lnTo>
                  <a:lnTo>
                    <a:pt x="932525" y="994356"/>
                  </a:lnTo>
                  <a:lnTo>
                    <a:pt x="932525" y="991972"/>
                  </a:lnTo>
                  <a:lnTo>
                    <a:pt x="929660" y="991972"/>
                  </a:lnTo>
                  <a:lnTo>
                    <a:pt x="929660" y="993169"/>
                  </a:lnTo>
                  <a:lnTo>
                    <a:pt x="928289" y="994540"/>
                  </a:lnTo>
                  <a:close/>
                  <a:moveTo>
                    <a:pt x="928289" y="921127"/>
                  </a:moveTo>
                  <a:lnTo>
                    <a:pt x="930315" y="923153"/>
                  </a:lnTo>
                  <a:lnTo>
                    <a:pt x="932525" y="920943"/>
                  </a:lnTo>
                  <a:lnTo>
                    <a:pt x="932525" y="918559"/>
                  </a:lnTo>
                  <a:lnTo>
                    <a:pt x="929660" y="918559"/>
                  </a:lnTo>
                  <a:lnTo>
                    <a:pt x="929660" y="919756"/>
                  </a:lnTo>
                  <a:lnTo>
                    <a:pt x="928289" y="921127"/>
                  </a:lnTo>
                  <a:close/>
                  <a:moveTo>
                    <a:pt x="928289" y="906803"/>
                  </a:moveTo>
                  <a:lnTo>
                    <a:pt x="930315" y="908828"/>
                  </a:lnTo>
                  <a:lnTo>
                    <a:pt x="932525" y="906618"/>
                  </a:lnTo>
                  <a:lnTo>
                    <a:pt x="932525" y="903641"/>
                  </a:lnTo>
                  <a:lnTo>
                    <a:pt x="930315" y="901431"/>
                  </a:lnTo>
                  <a:lnTo>
                    <a:pt x="928289" y="903457"/>
                  </a:lnTo>
                  <a:lnTo>
                    <a:pt x="929660" y="904828"/>
                  </a:lnTo>
                  <a:lnTo>
                    <a:pt x="929660" y="905432"/>
                  </a:lnTo>
                  <a:lnTo>
                    <a:pt x="928289" y="906803"/>
                  </a:lnTo>
                  <a:close/>
                  <a:moveTo>
                    <a:pt x="929660" y="890503"/>
                  </a:moveTo>
                  <a:lnTo>
                    <a:pt x="929660" y="891700"/>
                  </a:lnTo>
                  <a:lnTo>
                    <a:pt x="932525" y="891700"/>
                  </a:lnTo>
                  <a:lnTo>
                    <a:pt x="932525" y="889316"/>
                  </a:lnTo>
                  <a:lnTo>
                    <a:pt x="930315" y="887106"/>
                  </a:lnTo>
                  <a:lnTo>
                    <a:pt x="928289" y="889132"/>
                  </a:lnTo>
                  <a:lnTo>
                    <a:pt x="929660" y="890503"/>
                  </a:lnTo>
                  <a:close/>
                  <a:moveTo>
                    <a:pt x="928289" y="833389"/>
                  </a:moveTo>
                  <a:lnTo>
                    <a:pt x="930315" y="835415"/>
                  </a:lnTo>
                  <a:lnTo>
                    <a:pt x="932525" y="833205"/>
                  </a:lnTo>
                  <a:lnTo>
                    <a:pt x="932525" y="830821"/>
                  </a:lnTo>
                  <a:lnTo>
                    <a:pt x="929660" y="830821"/>
                  </a:lnTo>
                  <a:lnTo>
                    <a:pt x="929660" y="832018"/>
                  </a:lnTo>
                  <a:lnTo>
                    <a:pt x="928289" y="833389"/>
                  </a:lnTo>
                  <a:close/>
                  <a:moveTo>
                    <a:pt x="929660" y="817090"/>
                  </a:moveTo>
                  <a:lnTo>
                    <a:pt x="929660" y="818287"/>
                  </a:lnTo>
                  <a:lnTo>
                    <a:pt x="932525" y="818287"/>
                  </a:lnTo>
                  <a:lnTo>
                    <a:pt x="932525" y="815903"/>
                  </a:lnTo>
                  <a:lnTo>
                    <a:pt x="930315" y="813693"/>
                  </a:lnTo>
                  <a:lnTo>
                    <a:pt x="928289" y="815719"/>
                  </a:lnTo>
                  <a:lnTo>
                    <a:pt x="929660" y="817090"/>
                  </a:lnTo>
                  <a:close/>
                  <a:moveTo>
                    <a:pt x="929660" y="803963"/>
                  </a:moveTo>
                  <a:lnTo>
                    <a:pt x="932525" y="803963"/>
                  </a:lnTo>
                  <a:lnTo>
                    <a:pt x="932525" y="802172"/>
                  </a:lnTo>
                  <a:lnTo>
                    <a:pt x="929660" y="802172"/>
                  </a:lnTo>
                  <a:lnTo>
                    <a:pt x="929660" y="803963"/>
                  </a:lnTo>
                  <a:close/>
                  <a:moveTo>
                    <a:pt x="929660" y="759199"/>
                  </a:moveTo>
                  <a:lnTo>
                    <a:pt x="932525" y="759199"/>
                  </a:lnTo>
                  <a:lnTo>
                    <a:pt x="932525" y="757408"/>
                  </a:lnTo>
                  <a:lnTo>
                    <a:pt x="929660" y="757408"/>
                  </a:lnTo>
                  <a:lnTo>
                    <a:pt x="929660" y="759199"/>
                  </a:lnTo>
                  <a:close/>
                  <a:moveTo>
                    <a:pt x="928289" y="745652"/>
                  </a:moveTo>
                  <a:lnTo>
                    <a:pt x="930315" y="747678"/>
                  </a:lnTo>
                  <a:lnTo>
                    <a:pt x="932525" y="745468"/>
                  </a:lnTo>
                  <a:lnTo>
                    <a:pt x="932525" y="743084"/>
                  </a:lnTo>
                  <a:lnTo>
                    <a:pt x="929660" y="743084"/>
                  </a:lnTo>
                  <a:lnTo>
                    <a:pt x="929660" y="744281"/>
                  </a:lnTo>
                  <a:lnTo>
                    <a:pt x="928289" y="745652"/>
                  </a:lnTo>
                  <a:close/>
                  <a:moveTo>
                    <a:pt x="929660" y="729352"/>
                  </a:moveTo>
                  <a:lnTo>
                    <a:pt x="929660" y="730550"/>
                  </a:lnTo>
                  <a:lnTo>
                    <a:pt x="932525" y="730550"/>
                  </a:lnTo>
                  <a:lnTo>
                    <a:pt x="932525" y="728166"/>
                  </a:lnTo>
                  <a:lnTo>
                    <a:pt x="930315" y="725956"/>
                  </a:lnTo>
                  <a:lnTo>
                    <a:pt x="928289" y="727981"/>
                  </a:lnTo>
                  <a:lnTo>
                    <a:pt x="929660" y="729352"/>
                  </a:lnTo>
                  <a:close/>
                  <a:moveTo>
                    <a:pt x="2095736" y="670448"/>
                  </a:moveTo>
                  <a:lnTo>
                    <a:pt x="2097762" y="672474"/>
                  </a:lnTo>
                  <a:lnTo>
                    <a:pt x="2099553" y="670683"/>
                  </a:lnTo>
                  <a:lnTo>
                    <a:pt x="2097527" y="668658"/>
                  </a:lnTo>
                  <a:lnTo>
                    <a:pt x="2095736" y="670448"/>
                  </a:lnTo>
                  <a:close/>
                  <a:moveTo>
                    <a:pt x="928289" y="672239"/>
                  </a:moveTo>
                  <a:lnTo>
                    <a:pt x="930315" y="674265"/>
                  </a:lnTo>
                  <a:lnTo>
                    <a:pt x="932525" y="672054"/>
                  </a:lnTo>
                  <a:lnTo>
                    <a:pt x="932525" y="669671"/>
                  </a:lnTo>
                  <a:lnTo>
                    <a:pt x="929660" y="669671"/>
                  </a:lnTo>
                  <a:lnTo>
                    <a:pt x="929660" y="670868"/>
                  </a:lnTo>
                  <a:lnTo>
                    <a:pt x="928289" y="672239"/>
                  </a:lnTo>
                  <a:close/>
                  <a:moveTo>
                    <a:pt x="2061296" y="657137"/>
                  </a:moveTo>
                  <a:lnTo>
                    <a:pt x="2064161" y="657137"/>
                  </a:lnTo>
                  <a:lnTo>
                    <a:pt x="2064161" y="655346"/>
                  </a:lnTo>
                  <a:lnTo>
                    <a:pt x="2061296" y="655346"/>
                  </a:lnTo>
                  <a:lnTo>
                    <a:pt x="2061296" y="657137"/>
                  </a:lnTo>
                  <a:close/>
                  <a:moveTo>
                    <a:pt x="928289" y="657914"/>
                  </a:moveTo>
                  <a:lnTo>
                    <a:pt x="930315" y="659940"/>
                  </a:lnTo>
                  <a:lnTo>
                    <a:pt x="932525" y="657730"/>
                  </a:lnTo>
                  <a:lnTo>
                    <a:pt x="932525" y="654753"/>
                  </a:lnTo>
                  <a:lnTo>
                    <a:pt x="930315" y="652543"/>
                  </a:lnTo>
                  <a:lnTo>
                    <a:pt x="928289" y="654568"/>
                  </a:lnTo>
                  <a:lnTo>
                    <a:pt x="929660" y="655939"/>
                  </a:lnTo>
                  <a:lnTo>
                    <a:pt x="929660" y="656543"/>
                  </a:lnTo>
                  <a:lnTo>
                    <a:pt x="928289" y="657914"/>
                  </a:lnTo>
                  <a:close/>
                  <a:moveTo>
                    <a:pt x="929660" y="641615"/>
                  </a:moveTo>
                  <a:lnTo>
                    <a:pt x="929660" y="642812"/>
                  </a:lnTo>
                  <a:lnTo>
                    <a:pt x="932525" y="642812"/>
                  </a:lnTo>
                  <a:lnTo>
                    <a:pt x="932525" y="640428"/>
                  </a:lnTo>
                  <a:lnTo>
                    <a:pt x="930315" y="638218"/>
                  </a:lnTo>
                  <a:lnTo>
                    <a:pt x="928289" y="640244"/>
                  </a:lnTo>
                  <a:lnTo>
                    <a:pt x="929660" y="641615"/>
                  </a:lnTo>
                  <a:close/>
                  <a:moveTo>
                    <a:pt x="928289" y="584501"/>
                  </a:moveTo>
                  <a:lnTo>
                    <a:pt x="930315" y="586527"/>
                  </a:lnTo>
                  <a:lnTo>
                    <a:pt x="932525" y="584317"/>
                  </a:lnTo>
                  <a:lnTo>
                    <a:pt x="932525" y="581933"/>
                  </a:lnTo>
                  <a:lnTo>
                    <a:pt x="929660" y="581933"/>
                  </a:lnTo>
                  <a:lnTo>
                    <a:pt x="929660" y="583130"/>
                  </a:lnTo>
                  <a:lnTo>
                    <a:pt x="928289" y="584501"/>
                  </a:lnTo>
                  <a:close/>
                  <a:moveTo>
                    <a:pt x="929660" y="568202"/>
                  </a:moveTo>
                  <a:lnTo>
                    <a:pt x="929660" y="569399"/>
                  </a:lnTo>
                  <a:lnTo>
                    <a:pt x="932525" y="569399"/>
                  </a:lnTo>
                  <a:lnTo>
                    <a:pt x="932525" y="567015"/>
                  </a:lnTo>
                  <a:lnTo>
                    <a:pt x="930315" y="564805"/>
                  </a:lnTo>
                  <a:lnTo>
                    <a:pt x="928289" y="566831"/>
                  </a:lnTo>
                  <a:lnTo>
                    <a:pt x="929660" y="568202"/>
                  </a:lnTo>
                  <a:close/>
                  <a:moveTo>
                    <a:pt x="929660" y="555075"/>
                  </a:moveTo>
                  <a:lnTo>
                    <a:pt x="932525" y="555075"/>
                  </a:lnTo>
                  <a:lnTo>
                    <a:pt x="932525" y="553284"/>
                  </a:lnTo>
                  <a:lnTo>
                    <a:pt x="929660" y="553284"/>
                  </a:lnTo>
                  <a:lnTo>
                    <a:pt x="929660" y="555075"/>
                  </a:lnTo>
                  <a:close/>
                  <a:moveTo>
                    <a:pt x="929660" y="510310"/>
                  </a:moveTo>
                  <a:lnTo>
                    <a:pt x="932525" y="510310"/>
                  </a:lnTo>
                  <a:lnTo>
                    <a:pt x="932525" y="508520"/>
                  </a:lnTo>
                  <a:lnTo>
                    <a:pt x="929660" y="508520"/>
                  </a:lnTo>
                  <a:lnTo>
                    <a:pt x="929660" y="510310"/>
                  </a:lnTo>
                  <a:close/>
                  <a:moveTo>
                    <a:pt x="928289" y="496764"/>
                  </a:moveTo>
                  <a:lnTo>
                    <a:pt x="930315" y="498789"/>
                  </a:lnTo>
                  <a:lnTo>
                    <a:pt x="932525" y="496579"/>
                  </a:lnTo>
                  <a:lnTo>
                    <a:pt x="932525" y="494195"/>
                  </a:lnTo>
                  <a:lnTo>
                    <a:pt x="929660" y="494195"/>
                  </a:lnTo>
                  <a:lnTo>
                    <a:pt x="929660" y="495393"/>
                  </a:lnTo>
                  <a:lnTo>
                    <a:pt x="928289" y="496764"/>
                  </a:lnTo>
                  <a:close/>
                  <a:moveTo>
                    <a:pt x="929660" y="480464"/>
                  </a:moveTo>
                  <a:lnTo>
                    <a:pt x="929660" y="481661"/>
                  </a:lnTo>
                  <a:lnTo>
                    <a:pt x="932525" y="481661"/>
                  </a:lnTo>
                  <a:lnTo>
                    <a:pt x="932525" y="479278"/>
                  </a:lnTo>
                  <a:lnTo>
                    <a:pt x="930315" y="477067"/>
                  </a:lnTo>
                  <a:lnTo>
                    <a:pt x="928289" y="479093"/>
                  </a:lnTo>
                  <a:lnTo>
                    <a:pt x="929660" y="480464"/>
                  </a:lnTo>
                  <a:close/>
                  <a:moveTo>
                    <a:pt x="928289" y="423351"/>
                  </a:moveTo>
                  <a:lnTo>
                    <a:pt x="930315" y="425376"/>
                  </a:lnTo>
                  <a:lnTo>
                    <a:pt x="932525" y="423166"/>
                  </a:lnTo>
                  <a:lnTo>
                    <a:pt x="932525" y="420782"/>
                  </a:lnTo>
                  <a:lnTo>
                    <a:pt x="929660" y="420782"/>
                  </a:lnTo>
                  <a:lnTo>
                    <a:pt x="929660" y="421980"/>
                  </a:lnTo>
                  <a:lnTo>
                    <a:pt x="928289" y="423351"/>
                  </a:lnTo>
                  <a:close/>
                  <a:moveTo>
                    <a:pt x="928289" y="409026"/>
                  </a:moveTo>
                  <a:lnTo>
                    <a:pt x="930315" y="411052"/>
                  </a:lnTo>
                  <a:lnTo>
                    <a:pt x="932525" y="408842"/>
                  </a:lnTo>
                  <a:lnTo>
                    <a:pt x="932525" y="405864"/>
                  </a:lnTo>
                  <a:lnTo>
                    <a:pt x="930315" y="403654"/>
                  </a:lnTo>
                  <a:lnTo>
                    <a:pt x="928289" y="405680"/>
                  </a:lnTo>
                  <a:lnTo>
                    <a:pt x="929660" y="407051"/>
                  </a:lnTo>
                  <a:lnTo>
                    <a:pt x="929660" y="407655"/>
                  </a:lnTo>
                  <a:lnTo>
                    <a:pt x="928289" y="409026"/>
                  </a:lnTo>
                  <a:close/>
                  <a:moveTo>
                    <a:pt x="929660" y="392727"/>
                  </a:moveTo>
                  <a:lnTo>
                    <a:pt x="929660" y="393924"/>
                  </a:lnTo>
                  <a:lnTo>
                    <a:pt x="932525" y="393924"/>
                  </a:lnTo>
                  <a:lnTo>
                    <a:pt x="932525" y="391540"/>
                  </a:lnTo>
                  <a:lnTo>
                    <a:pt x="930315" y="389330"/>
                  </a:lnTo>
                  <a:lnTo>
                    <a:pt x="928289" y="391356"/>
                  </a:lnTo>
                  <a:lnTo>
                    <a:pt x="929660" y="392727"/>
                  </a:lnTo>
                  <a:close/>
                  <a:moveTo>
                    <a:pt x="928289" y="335613"/>
                  </a:moveTo>
                  <a:lnTo>
                    <a:pt x="930315" y="337639"/>
                  </a:lnTo>
                  <a:lnTo>
                    <a:pt x="932525" y="335429"/>
                  </a:lnTo>
                  <a:lnTo>
                    <a:pt x="932525" y="333045"/>
                  </a:lnTo>
                  <a:lnTo>
                    <a:pt x="929660" y="333045"/>
                  </a:lnTo>
                  <a:lnTo>
                    <a:pt x="929660" y="334242"/>
                  </a:lnTo>
                  <a:lnTo>
                    <a:pt x="928289" y="335613"/>
                  </a:lnTo>
                  <a:close/>
                  <a:moveTo>
                    <a:pt x="929660" y="319314"/>
                  </a:moveTo>
                  <a:lnTo>
                    <a:pt x="929660" y="320511"/>
                  </a:lnTo>
                  <a:lnTo>
                    <a:pt x="932525" y="320511"/>
                  </a:lnTo>
                  <a:lnTo>
                    <a:pt x="932525" y="318127"/>
                  </a:lnTo>
                  <a:lnTo>
                    <a:pt x="930315" y="315917"/>
                  </a:lnTo>
                  <a:lnTo>
                    <a:pt x="928289" y="317943"/>
                  </a:lnTo>
                  <a:lnTo>
                    <a:pt x="929660" y="319314"/>
                  </a:lnTo>
                  <a:close/>
                  <a:moveTo>
                    <a:pt x="929660" y="306186"/>
                  </a:moveTo>
                  <a:lnTo>
                    <a:pt x="932525" y="306186"/>
                  </a:lnTo>
                  <a:lnTo>
                    <a:pt x="932525" y="304396"/>
                  </a:lnTo>
                  <a:lnTo>
                    <a:pt x="929660" y="304396"/>
                  </a:lnTo>
                  <a:lnTo>
                    <a:pt x="929660" y="306186"/>
                  </a:lnTo>
                  <a:close/>
                  <a:moveTo>
                    <a:pt x="929660" y="261422"/>
                  </a:moveTo>
                  <a:lnTo>
                    <a:pt x="932525" y="261422"/>
                  </a:lnTo>
                  <a:lnTo>
                    <a:pt x="932525" y="259632"/>
                  </a:lnTo>
                  <a:lnTo>
                    <a:pt x="929660" y="259632"/>
                  </a:lnTo>
                  <a:lnTo>
                    <a:pt x="929660" y="261422"/>
                  </a:lnTo>
                  <a:close/>
                  <a:moveTo>
                    <a:pt x="928289" y="247875"/>
                  </a:moveTo>
                  <a:lnTo>
                    <a:pt x="930315" y="249901"/>
                  </a:lnTo>
                  <a:lnTo>
                    <a:pt x="932525" y="247691"/>
                  </a:lnTo>
                  <a:lnTo>
                    <a:pt x="932525" y="245307"/>
                  </a:lnTo>
                  <a:lnTo>
                    <a:pt x="929660" y="245307"/>
                  </a:lnTo>
                  <a:lnTo>
                    <a:pt x="929660" y="246504"/>
                  </a:lnTo>
                  <a:lnTo>
                    <a:pt x="928289" y="247875"/>
                  </a:lnTo>
                  <a:close/>
                  <a:moveTo>
                    <a:pt x="929660" y="231576"/>
                  </a:moveTo>
                  <a:lnTo>
                    <a:pt x="929660" y="232773"/>
                  </a:lnTo>
                  <a:lnTo>
                    <a:pt x="932525" y="232773"/>
                  </a:lnTo>
                  <a:lnTo>
                    <a:pt x="932525" y="230389"/>
                  </a:lnTo>
                  <a:lnTo>
                    <a:pt x="930315" y="228179"/>
                  </a:lnTo>
                  <a:lnTo>
                    <a:pt x="928289" y="230205"/>
                  </a:lnTo>
                  <a:lnTo>
                    <a:pt x="929660" y="231576"/>
                  </a:lnTo>
                  <a:close/>
                  <a:moveTo>
                    <a:pt x="928289" y="174462"/>
                  </a:moveTo>
                  <a:lnTo>
                    <a:pt x="930315" y="176488"/>
                  </a:lnTo>
                  <a:lnTo>
                    <a:pt x="932525" y="174278"/>
                  </a:lnTo>
                  <a:lnTo>
                    <a:pt x="932525" y="171894"/>
                  </a:lnTo>
                  <a:lnTo>
                    <a:pt x="929660" y="171894"/>
                  </a:lnTo>
                  <a:lnTo>
                    <a:pt x="929660" y="173091"/>
                  </a:lnTo>
                  <a:lnTo>
                    <a:pt x="928289" y="174462"/>
                  </a:lnTo>
                  <a:close/>
                  <a:moveTo>
                    <a:pt x="928289" y="160138"/>
                  </a:moveTo>
                  <a:lnTo>
                    <a:pt x="930315" y="162164"/>
                  </a:lnTo>
                  <a:lnTo>
                    <a:pt x="932525" y="159953"/>
                  </a:lnTo>
                  <a:lnTo>
                    <a:pt x="932525" y="156976"/>
                  </a:lnTo>
                  <a:lnTo>
                    <a:pt x="930315" y="154766"/>
                  </a:lnTo>
                  <a:lnTo>
                    <a:pt x="928289" y="156792"/>
                  </a:lnTo>
                  <a:lnTo>
                    <a:pt x="929660" y="158163"/>
                  </a:lnTo>
                  <a:lnTo>
                    <a:pt x="929660" y="158767"/>
                  </a:lnTo>
                  <a:lnTo>
                    <a:pt x="928289" y="160138"/>
                  </a:lnTo>
                  <a:close/>
                  <a:moveTo>
                    <a:pt x="929660" y="143838"/>
                  </a:moveTo>
                  <a:lnTo>
                    <a:pt x="929660" y="145036"/>
                  </a:lnTo>
                  <a:lnTo>
                    <a:pt x="932525" y="145036"/>
                  </a:lnTo>
                  <a:lnTo>
                    <a:pt x="932525" y="142652"/>
                  </a:lnTo>
                  <a:lnTo>
                    <a:pt x="930315" y="140442"/>
                  </a:lnTo>
                  <a:lnTo>
                    <a:pt x="928289" y="142467"/>
                  </a:lnTo>
                  <a:lnTo>
                    <a:pt x="929660" y="143838"/>
                  </a:lnTo>
                  <a:close/>
                  <a:moveTo>
                    <a:pt x="928289" y="86725"/>
                  </a:moveTo>
                  <a:lnTo>
                    <a:pt x="930315" y="88750"/>
                  </a:lnTo>
                  <a:lnTo>
                    <a:pt x="932525" y="86540"/>
                  </a:lnTo>
                  <a:lnTo>
                    <a:pt x="932525" y="84156"/>
                  </a:lnTo>
                  <a:lnTo>
                    <a:pt x="929660" y="84156"/>
                  </a:lnTo>
                  <a:lnTo>
                    <a:pt x="929660" y="85354"/>
                  </a:lnTo>
                  <a:lnTo>
                    <a:pt x="928289" y="86725"/>
                  </a:lnTo>
                  <a:close/>
                  <a:moveTo>
                    <a:pt x="929660" y="70425"/>
                  </a:moveTo>
                  <a:lnTo>
                    <a:pt x="929660" y="71623"/>
                  </a:lnTo>
                  <a:lnTo>
                    <a:pt x="932525" y="71623"/>
                  </a:lnTo>
                  <a:lnTo>
                    <a:pt x="932525" y="69239"/>
                  </a:lnTo>
                  <a:lnTo>
                    <a:pt x="930315" y="67028"/>
                  </a:lnTo>
                  <a:lnTo>
                    <a:pt x="928289" y="69054"/>
                  </a:lnTo>
                  <a:lnTo>
                    <a:pt x="929660" y="7042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139" name="Vector layer BCB9BD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48998" y="1641588"/>
                  </a:moveTo>
                  <a:lnTo>
                    <a:pt x="948998" y="1638723"/>
                  </a:lnTo>
                  <a:lnTo>
                    <a:pt x="947208" y="1638723"/>
                  </a:lnTo>
                  <a:lnTo>
                    <a:pt x="947208" y="1641588"/>
                  </a:lnTo>
                  <a:lnTo>
                    <a:pt x="948998" y="1641588"/>
                  </a:lnTo>
                  <a:close/>
                  <a:moveTo>
                    <a:pt x="1033513" y="1631203"/>
                  </a:moveTo>
                  <a:lnTo>
                    <a:pt x="1036378" y="1631203"/>
                  </a:lnTo>
                  <a:lnTo>
                    <a:pt x="1036378" y="1629412"/>
                  </a:lnTo>
                  <a:lnTo>
                    <a:pt x="1033513" y="1629412"/>
                  </a:lnTo>
                  <a:lnTo>
                    <a:pt x="1033513" y="1631203"/>
                  </a:lnTo>
                  <a:close/>
                  <a:moveTo>
                    <a:pt x="1047837" y="1622250"/>
                  </a:moveTo>
                  <a:lnTo>
                    <a:pt x="1050702" y="1622250"/>
                  </a:lnTo>
                  <a:lnTo>
                    <a:pt x="1050702" y="1620459"/>
                  </a:lnTo>
                  <a:lnTo>
                    <a:pt x="1047837" y="1620459"/>
                  </a:lnTo>
                  <a:lnTo>
                    <a:pt x="1047837" y="1622250"/>
                  </a:lnTo>
                  <a:close/>
                  <a:moveTo>
                    <a:pt x="891700" y="1616520"/>
                  </a:moveTo>
                  <a:lnTo>
                    <a:pt x="891700" y="1613655"/>
                  </a:lnTo>
                  <a:lnTo>
                    <a:pt x="882748" y="1613655"/>
                  </a:lnTo>
                  <a:lnTo>
                    <a:pt x="882748" y="1616520"/>
                  </a:lnTo>
                  <a:lnTo>
                    <a:pt x="891700" y="1616520"/>
                  </a:lnTo>
                  <a:close/>
                  <a:moveTo>
                    <a:pt x="1054642" y="1614730"/>
                  </a:moveTo>
                  <a:lnTo>
                    <a:pt x="1054642" y="1611865"/>
                  </a:lnTo>
                  <a:lnTo>
                    <a:pt x="1052851" y="1611865"/>
                  </a:lnTo>
                  <a:lnTo>
                    <a:pt x="1052851" y="1614730"/>
                  </a:lnTo>
                  <a:lnTo>
                    <a:pt x="1054642" y="1614730"/>
                  </a:lnTo>
                  <a:close/>
                  <a:moveTo>
                    <a:pt x="1071115" y="1604344"/>
                  </a:moveTo>
                  <a:lnTo>
                    <a:pt x="1073980" y="1604344"/>
                  </a:lnTo>
                  <a:lnTo>
                    <a:pt x="1073980" y="1602554"/>
                  </a:lnTo>
                  <a:lnTo>
                    <a:pt x="1071115" y="1602554"/>
                  </a:lnTo>
                  <a:lnTo>
                    <a:pt x="1071115" y="1604344"/>
                  </a:lnTo>
                  <a:close/>
                  <a:moveTo>
                    <a:pt x="1083649" y="1601357"/>
                  </a:moveTo>
                  <a:lnTo>
                    <a:pt x="1085859" y="1603567"/>
                  </a:lnTo>
                  <a:lnTo>
                    <a:pt x="1087885" y="1601541"/>
                  </a:lnTo>
                  <a:lnTo>
                    <a:pt x="1086514" y="1600170"/>
                  </a:lnTo>
                  <a:lnTo>
                    <a:pt x="1086514" y="1597182"/>
                  </a:lnTo>
                  <a:lnTo>
                    <a:pt x="1083649" y="1597182"/>
                  </a:lnTo>
                  <a:lnTo>
                    <a:pt x="1083649" y="1601357"/>
                  </a:lnTo>
                  <a:close/>
                  <a:moveTo>
                    <a:pt x="1058581" y="1598973"/>
                  </a:moveTo>
                  <a:lnTo>
                    <a:pt x="1061446" y="1598973"/>
                  </a:lnTo>
                  <a:lnTo>
                    <a:pt x="1061446" y="1595392"/>
                  </a:lnTo>
                  <a:lnTo>
                    <a:pt x="1058581" y="1595392"/>
                  </a:lnTo>
                  <a:lnTo>
                    <a:pt x="1058581" y="1598973"/>
                  </a:lnTo>
                  <a:close/>
                  <a:moveTo>
                    <a:pt x="1071115" y="1593601"/>
                  </a:moveTo>
                  <a:lnTo>
                    <a:pt x="1073980" y="1593601"/>
                  </a:lnTo>
                  <a:lnTo>
                    <a:pt x="1073980" y="1591810"/>
                  </a:lnTo>
                  <a:lnTo>
                    <a:pt x="1071115" y="1591810"/>
                  </a:lnTo>
                  <a:lnTo>
                    <a:pt x="1071115" y="1593601"/>
                  </a:lnTo>
                  <a:close/>
                  <a:moveTo>
                    <a:pt x="1063953" y="1591810"/>
                  </a:moveTo>
                  <a:lnTo>
                    <a:pt x="1066817" y="1591810"/>
                  </a:lnTo>
                  <a:lnTo>
                    <a:pt x="1066817" y="1590020"/>
                  </a:lnTo>
                  <a:lnTo>
                    <a:pt x="1063953" y="1590020"/>
                  </a:lnTo>
                  <a:lnTo>
                    <a:pt x="1063953" y="1591810"/>
                  </a:lnTo>
                  <a:close/>
                  <a:moveTo>
                    <a:pt x="1051419" y="1591810"/>
                  </a:moveTo>
                  <a:lnTo>
                    <a:pt x="1054283" y="1591810"/>
                  </a:lnTo>
                  <a:lnTo>
                    <a:pt x="1054283" y="1590020"/>
                  </a:lnTo>
                  <a:lnTo>
                    <a:pt x="1051419" y="1590020"/>
                  </a:lnTo>
                  <a:lnTo>
                    <a:pt x="1051419" y="1591810"/>
                  </a:lnTo>
                  <a:close/>
                  <a:moveTo>
                    <a:pt x="1051838" y="1583635"/>
                  </a:moveTo>
                  <a:lnTo>
                    <a:pt x="1053864" y="1585661"/>
                  </a:lnTo>
                  <a:lnTo>
                    <a:pt x="1054642" y="1584883"/>
                  </a:lnTo>
                  <a:lnTo>
                    <a:pt x="1055419" y="1585661"/>
                  </a:lnTo>
                  <a:lnTo>
                    <a:pt x="1057445" y="1583635"/>
                  </a:lnTo>
                  <a:lnTo>
                    <a:pt x="1054642" y="1580832"/>
                  </a:lnTo>
                  <a:lnTo>
                    <a:pt x="1051838" y="1583635"/>
                  </a:lnTo>
                  <a:close/>
                  <a:moveTo>
                    <a:pt x="1063001" y="1584290"/>
                  </a:moveTo>
                  <a:lnTo>
                    <a:pt x="1065385" y="1584290"/>
                  </a:lnTo>
                  <a:lnTo>
                    <a:pt x="1065385" y="1581425"/>
                  </a:lnTo>
                  <a:lnTo>
                    <a:pt x="1064188" y="1581425"/>
                  </a:lnTo>
                  <a:lnTo>
                    <a:pt x="1062817" y="1580054"/>
                  </a:lnTo>
                  <a:lnTo>
                    <a:pt x="1060791" y="1582080"/>
                  </a:lnTo>
                  <a:lnTo>
                    <a:pt x="1063001" y="1584290"/>
                  </a:lnTo>
                  <a:close/>
                  <a:moveTo>
                    <a:pt x="892058" y="1577486"/>
                  </a:moveTo>
                  <a:lnTo>
                    <a:pt x="894923" y="1577486"/>
                  </a:lnTo>
                  <a:lnTo>
                    <a:pt x="894923" y="1575695"/>
                  </a:lnTo>
                  <a:lnTo>
                    <a:pt x="892058" y="1575695"/>
                  </a:lnTo>
                  <a:lnTo>
                    <a:pt x="892058" y="1577486"/>
                  </a:lnTo>
                  <a:close/>
                  <a:moveTo>
                    <a:pt x="1059000" y="1574683"/>
                  </a:moveTo>
                  <a:lnTo>
                    <a:pt x="1061026" y="1576708"/>
                  </a:lnTo>
                  <a:lnTo>
                    <a:pt x="1062817" y="1574918"/>
                  </a:lnTo>
                  <a:lnTo>
                    <a:pt x="1060791" y="1572892"/>
                  </a:lnTo>
                  <a:lnTo>
                    <a:pt x="1059000" y="1574683"/>
                  </a:lnTo>
                  <a:close/>
                  <a:moveTo>
                    <a:pt x="974844" y="1573127"/>
                  </a:moveTo>
                  <a:lnTo>
                    <a:pt x="976870" y="1571101"/>
                  </a:lnTo>
                  <a:lnTo>
                    <a:pt x="975079" y="1569311"/>
                  </a:lnTo>
                  <a:lnTo>
                    <a:pt x="973053" y="1571337"/>
                  </a:lnTo>
                  <a:lnTo>
                    <a:pt x="974844" y="1573127"/>
                  </a:lnTo>
                  <a:close/>
                  <a:moveTo>
                    <a:pt x="1072905" y="1569730"/>
                  </a:moveTo>
                  <a:lnTo>
                    <a:pt x="1072905" y="1572114"/>
                  </a:lnTo>
                  <a:lnTo>
                    <a:pt x="1075770" y="1572114"/>
                  </a:lnTo>
                  <a:lnTo>
                    <a:pt x="1075770" y="1570917"/>
                  </a:lnTo>
                  <a:lnTo>
                    <a:pt x="1077141" y="1569546"/>
                  </a:lnTo>
                  <a:lnTo>
                    <a:pt x="1075115" y="1567520"/>
                  </a:lnTo>
                  <a:lnTo>
                    <a:pt x="1072905" y="1569730"/>
                  </a:lnTo>
                  <a:close/>
                  <a:moveTo>
                    <a:pt x="879289" y="1565310"/>
                  </a:moveTo>
                  <a:lnTo>
                    <a:pt x="885971" y="1571991"/>
                  </a:lnTo>
                  <a:lnTo>
                    <a:pt x="885971" y="1565310"/>
                  </a:lnTo>
                  <a:lnTo>
                    <a:pt x="879289" y="1565310"/>
                  </a:lnTo>
                  <a:close/>
                  <a:moveTo>
                    <a:pt x="825808" y="1569127"/>
                  </a:moveTo>
                  <a:lnTo>
                    <a:pt x="825808" y="1570324"/>
                  </a:lnTo>
                  <a:lnTo>
                    <a:pt x="828673" y="1570324"/>
                  </a:lnTo>
                  <a:lnTo>
                    <a:pt x="828673" y="1567940"/>
                  </a:lnTo>
                  <a:lnTo>
                    <a:pt x="824672" y="1563939"/>
                  </a:lnTo>
                  <a:lnTo>
                    <a:pt x="822646" y="1565965"/>
                  </a:lnTo>
                  <a:lnTo>
                    <a:pt x="825808" y="1569127"/>
                  </a:lnTo>
                  <a:close/>
                  <a:moveTo>
                    <a:pt x="1080487" y="1562149"/>
                  </a:moveTo>
                  <a:lnTo>
                    <a:pt x="1082513" y="1564174"/>
                  </a:lnTo>
                  <a:lnTo>
                    <a:pt x="1086094" y="1560593"/>
                  </a:lnTo>
                  <a:lnTo>
                    <a:pt x="1084068" y="1558567"/>
                  </a:lnTo>
                  <a:lnTo>
                    <a:pt x="1080487" y="1562149"/>
                  </a:lnTo>
                  <a:close/>
                  <a:moveTo>
                    <a:pt x="856667" y="1558567"/>
                  </a:moveTo>
                  <a:lnTo>
                    <a:pt x="858693" y="1560593"/>
                  </a:lnTo>
                  <a:lnTo>
                    <a:pt x="860903" y="1558383"/>
                  </a:lnTo>
                  <a:lnTo>
                    <a:pt x="860903" y="1555999"/>
                  </a:lnTo>
                  <a:lnTo>
                    <a:pt x="858038" y="1555999"/>
                  </a:lnTo>
                  <a:lnTo>
                    <a:pt x="858038" y="1557196"/>
                  </a:lnTo>
                  <a:lnTo>
                    <a:pt x="856667" y="1558567"/>
                  </a:lnTo>
                  <a:close/>
                  <a:moveTo>
                    <a:pt x="1178190" y="1555641"/>
                  </a:moveTo>
                  <a:lnTo>
                    <a:pt x="1178190" y="1552776"/>
                  </a:lnTo>
                  <a:lnTo>
                    <a:pt x="1176400" y="1552776"/>
                  </a:lnTo>
                  <a:lnTo>
                    <a:pt x="1176400" y="1555641"/>
                  </a:lnTo>
                  <a:lnTo>
                    <a:pt x="1178190" y="1555641"/>
                  </a:lnTo>
                  <a:close/>
                  <a:moveTo>
                    <a:pt x="815064" y="1555999"/>
                  </a:moveTo>
                  <a:lnTo>
                    <a:pt x="817929" y="1555999"/>
                  </a:lnTo>
                  <a:lnTo>
                    <a:pt x="817929" y="1554209"/>
                  </a:lnTo>
                  <a:lnTo>
                    <a:pt x="815064" y="1554209"/>
                  </a:lnTo>
                  <a:lnTo>
                    <a:pt x="815064" y="1555999"/>
                  </a:lnTo>
                  <a:close/>
                  <a:moveTo>
                    <a:pt x="1162075" y="1553851"/>
                  </a:moveTo>
                  <a:lnTo>
                    <a:pt x="1162075" y="1550986"/>
                  </a:lnTo>
                  <a:lnTo>
                    <a:pt x="1158494" y="1550986"/>
                  </a:lnTo>
                  <a:lnTo>
                    <a:pt x="1158494" y="1553851"/>
                  </a:lnTo>
                  <a:lnTo>
                    <a:pt x="1162075" y="1553851"/>
                  </a:lnTo>
                  <a:close/>
                  <a:moveTo>
                    <a:pt x="1110149" y="1553851"/>
                  </a:moveTo>
                  <a:lnTo>
                    <a:pt x="1110149" y="1550986"/>
                  </a:lnTo>
                  <a:lnTo>
                    <a:pt x="1108358" y="1550986"/>
                  </a:lnTo>
                  <a:lnTo>
                    <a:pt x="1108358" y="1553851"/>
                  </a:lnTo>
                  <a:lnTo>
                    <a:pt x="1110149" y="1553851"/>
                  </a:lnTo>
                  <a:close/>
                  <a:moveTo>
                    <a:pt x="1092602" y="1554209"/>
                  </a:moveTo>
                  <a:lnTo>
                    <a:pt x="1095466" y="1554209"/>
                  </a:lnTo>
                  <a:lnTo>
                    <a:pt x="1095466" y="1552418"/>
                  </a:lnTo>
                  <a:lnTo>
                    <a:pt x="1092602" y="1552418"/>
                  </a:lnTo>
                  <a:lnTo>
                    <a:pt x="1092602" y="1554209"/>
                  </a:lnTo>
                  <a:close/>
                  <a:moveTo>
                    <a:pt x="875943" y="1554209"/>
                  </a:moveTo>
                  <a:lnTo>
                    <a:pt x="878808" y="1554209"/>
                  </a:lnTo>
                  <a:lnTo>
                    <a:pt x="878808" y="1552418"/>
                  </a:lnTo>
                  <a:lnTo>
                    <a:pt x="875943" y="1552418"/>
                  </a:lnTo>
                  <a:lnTo>
                    <a:pt x="875943" y="1554209"/>
                  </a:lnTo>
                  <a:close/>
                  <a:moveTo>
                    <a:pt x="1089020" y="1552418"/>
                  </a:moveTo>
                  <a:lnTo>
                    <a:pt x="1091885" y="1552418"/>
                  </a:lnTo>
                  <a:lnTo>
                    <a:pt x="1091885" y="1550628"/>
                  </a:lnTo>
                  <a:lnTo>
                    <a:pt x="1089020" y="1550628"/>
                  </a:lnTo>
                  <a:lnTo>
                    <a:pt x="1089020" y="1552418"/>
                  </a:lnTo>
                  <a:close/>
                  <a:moveTo>
                    <a:pt x="881315" y="1554209"/>
                  </a:moveTo>
                  <a:lnTo>
                    <a:pt x="884180" y="1554209"/>
                  </a:lnTo>
                  <a:lnTo>
                    <a:pt x="884180" y="1550628"/>
                  </a:lnTo>
                  <a:lnTo>
                    <a:pt x="881315" y="1550628"/>
                  </a:lnTo>
                  <a:lnTo>
                    <a:pt x="881315" y="1554209"/>
                  </a:lnTo>
                  <a:close/>
                  <a:moveTo>
                    <a:pt x="1095825" y="1550269"/>
                  </a:moveTo>
                  <a:lnTo>
                    <a:pt x="1095825" y="1547405"/>
                  </a:lnTo>
                  <a:lnTo>
                    <a:pt x="1094034" y="1547405"/>
                  </a:lnTo>
                  <a:lnTo>
                    <a:pt x="1094034" y="1550269"/>
                  </a:lnTo>
                  <a:lnTo>
                    <a:pt x="1095825" y="1550269"/>
                  </a:lnTo>
                  <a:close/>
                  <a:moveTo>
                    <a:pt x="974424" y="1552418"/>
                  </a:moveTo>
                  <a:lnTo>
                    <a:pt x="977289" y="1552418"/>
                  </a:lnTo>
                  <a:lnTo>
                    <a:pt x="977289" y="1548837"/>
                  </a:lnTo>
                  <a:lnTo>
                    <a:pt x="974424" y="1548837"/>
                  </a:lnTo>
                  <a:lnTo>
                    <a:pt x="974424" y="1552418"/>
                  </a:lnTo>
                  <a:close/>
                  <a:moveTo>
                    <a:pt x="852666" y="1550628"/>
                  </a:moveTo>
                  <a:lnTo>
                    <a:pt x="855531" y="1550628"/>
                  </a:lnTo>
                  <a:lnTo>
                    <a:pt x="855531" y="1548837"/>
                  </a:lnTo>
                  <a:lnTo>
                    <a:pt x="852666" y="1548837"/>
                  </a:lnTo>
                  <a:lnTo>
                    <a:pt x="852666" y="1550628"/>
                  </a:lnTo>
                  <a:close/>
                  <a:moveTo>
                    <a:pt x="1121251" y="1545256"/>
                  </a:moveTo>
                  <a:lnTo>
                    <a:pt x="1124115" y="1545256"/>
                  </a:lnTo>
                  <a:lnTo>
                    <a:pt x="1124115" y="1543465"/>
                  </a:lnTo>
                  <a:lnTo>
                    <a:pt x="1121251" y="1543465"/>
                  </a:lnTo>
                  <a:lnTo>
                    <a:pt x="1121251" y="1545256"/>
                  </a:lnTo>
                  <a:close/>
                  <a:moveTo>
                    <a:pt x="815064" y="1547046"/>
                  </a:moveTo>
                  <a:lnTo>
                    <a:pt x="817929" y="1547046"/>
                  </a:lnTo>
                  <a:lnTo>
                    <a:pt x="817929" y="1543465"/>
                  </a:lnTo>
                  <a:lnTo>
                    <a:pt x="815064" y="1543465"/>
                  </a:lnTo>
                  <a:lnTo>
                    <a:pt x="815064" y="1547046"/>
                  </a:lnTo>
                  <a:close/>
                  <a:moveTo>
                    <a:pt x="1159272" y="1542452"/>
                  </a:moveTo>
                  <a:lnTo>
                    <a:pt x="1161298" y="1544478"/>
                  </a:lnTo>
                  <a:lnTo>
                    <a:pt x="1163088" y="1542688"/>
                  </a:lnTo>
                  <a:lnTo>
                    <a:pt x="1161062" y="1540662"/>
                  </a:lnTo>
                  <a:lnTo>
                    <a:pt x="1159272" y="1542452"/>
                  </a:lnTo>
                  <a:close/>
                  <a:moveTo>
                    <a:pt x="1110507" y="1538687"/>
                  </a:moveTo>
                  <a:lnTo>
                    <a:pt x="1112717" y="1540897"/>
                  </a:lnTo>
                  <a:lnTo>
                    <a:pt x="1114743" y="1538871"/>
                  </a:lnTo>
                  <a:lnTo>
                    <a:pt x="1113372" y="1537500"/>
                  </a:lnTo>
                  <a:lnTo>
                    <a:pt x="1113372" y="1536303"/>
                  </a:lnTo>
                  <a:lnTo>
                    <a:pt x="1110507" y="1536303"/>
                  </a:lnTo>
                  <a:lnTo>
                    <a:pt x="1110507" y="1538687"/>
                  </a:lnTo>
                  <a:close/>
                  <a:moveTo>
                    <a:pt x="849505" y="1535525"/>
                  </a:moveTo>
                  <a:lnTo>
                    <a:pt x="850876" y="1536896"/>
                  </a:lnTo>
                  <a:lnTo>
                    <a:pt x="850876" y="1543342"/>
                  </a:lnTo>
                  <a:lnTo>
                    <a:pt x="856124" y="1538094"/>
                  </a:lnTo>
                  <a:lnTo>
                    <a:pt x="849505" y="1535525"/>
                  </a:lnTo>
                  <a:close/>
                  <a:moveTo>
                    <a:pt x="846936" y="1535945"/>
                  </a:moveTo>
                  <a:lnTo>
                    <a:pt x="846936" y="1533080"/>
                  </a:lnTo>
                  <a:lnTo>
                    <a:pt x="845146" y="1533080"/>
                  </a:lnTo>
                  <a:lnTo>
                    <a:pt x="845146" y="1535945"/>
                  </a:lnTo>
                  <a:lnTo>
                    <a:pt x="846936" y="1535945"/>
                  </a:lnTo>
                  <a:close/>
                  <a:moveTo>
                    <a:pt x="1164224" y="1534512"/>
                  </a:moveTo>
                  <a:lnTo>
                    <a:pt x="1167089" y="1534512"/>
                  </a:lnTo>
                  <a:lnTo>
                    <a:pt x="1167089" y="1532722"/>
                  </a:lnTo>
                  <a:lnTo>
                    <a:pt x="1164224" y="1532722"/>
                  </a:lnTo>
                  <a:lnTo>
                    <a:pt x="1164224" y="1534512"/>
                  </a:lnTo>
                  <a:close/>
                  <a:moveTo>
                    <a:pt x="994121" y="1534512"/>
                  </a:moveTo>
                  <a:lnTo>
                    <a:pt x="996985" y="1534512"/>
                  </a:lnTo>
                  <a:lnTo>
                    <a:pt x="996985" y="1532722"/>
                  </a:lnTo>
                  <a:lnTo>
                    <a:pt x="994121" y="1532722"/>
                  </a:lnTo>
                  <a:lnTo>
                    <a:pt x="994121" y="1534512"/>
                  </a:lnTo>
                  <a:close/>
                  <a:moveTo>
                    <a:pt x="1178549" y="1534512"/>
                  </a:moveTo>
                  <a:lnTo>
                    <a:pt x="1181413" y="1534512"/>
                  </a:lnTo>
                  <a:lnTo>
                    <a:pt x="1181413" y="1530931"/>
                  </a:lnTo>
                  <a:lnTo>
                    <a:pt x="1178549" y="1530931"/>
                  </a:lnTo>
                  <a:lnTo>
                    <a:pt x="1178549" y="1534512"/>
                  </a:lnTo>
                  <a:close/>
                  <a:moveTo>
                    <a:pt x="836193" y="1532364"/>
                  </a:moveTo>
                  <a:lnTo>
                    <a:pt x="836193" y="1529499"/>
                  </a:lnTo>
                  <a:lnTo>
                    <a:pt x="834402" y="1529499"/>
                  </a:lnTo>
                  <a:lnTo>
                    <a:pt x="834402" y="1532364"/>
                  </a:lnTo>
                  <a:lnTo>
                    <a:pt x="836193" y="1532364"/>
                  </a:lnTo>
                  <a:close/>
                  <a:moveTo>
                    <a:pt x="970843" y="1523769"/>
                  </a:moveTo>
                  <a:lnTo>
                    <a:pt x="973708" y="1523769"/>
                  </a:lnTo>
                  <a:lnTo>
                    <a:pt x="973708" y="1521979"/>
                  </a:lnTo>
                  <a:lnTo>
                    <a:pt x="970843" y="1521979"/>
                  </a:lnTo>
                  <a:lnTo>
                    <a:pt x="970843" y="1523769"/>
                  </a:lnTo>
                  <a:close/>
                  <a:moveTo>
                    <a:pt x="1081858" y="1523769"/>
                  </a:moveTo>
                  <a:lnTo>
                    <a:pt x="1084723" y="1523769"/>
                  </a:lnTo>
                  <a:lnTo>
                    <a:pt x="1084723" y="1520188"/>
                  </a:lnTo>
                  <a:lnTo>
                    <a:pt x="1081858" y="1520188"/>
                  </a:lnTo>
                  <a:lnTo>
                    <a:pt x="1081858" y="1523769"/>
                  </a:lnTo>
                  <a:close/>
                  <a:moveTo>
                    <a:pt x="1063594" y="1521620"/>
                  </a:moveTo>
                  <a:lnTo>
                    <a:pt x="1063594" y="1518756"/>
                  </a:lnTo>
                  <a:lnTo>
                    <a:pt x="1061804" y="1518756"/>
                  </a:lnTo>
                  <a:lnTo>
                    <a:pt x="1061804" y="1521620"/>
                  </a:lnTo>
                  <a:lnTo>
                    <a:pt x="1063594" y="1521620"/>
                  </a:lnTo>
                  <a:close/>
                  <a:moveTo>
                    <a:pt x="1106333" y="1520188"/>
                  </a:moveTo>
                  <a:lnTo>
                    <a:pt x="1109556" y="1523411"/>
                  </a:lnTo>
                  <a:lnTo>
                    <a:pt x="1111940" y="1523411"/>
                  </a:lnTo>
                  <a:lnTo>
                    <a:pt x="1111940" y="1520546"/>
                  </a:lnTo>
                  <a:lnTo>
                    <a:pt x="1110384" y="1520188"/>
                  </a:lnTo>
                  <a:lnTo>
                    <a:pt x="1112175" y="1518397"/>
                  </a:lnTo>
                  <a:lnTo>
                    <a:pt x="1109371" y="1515594"/>
                  </a:lnTo>
                  <a:lnTo>
                    <a:pt x="1107346" y="1517620"/>
                  </a:lnTo>
                  <a:lnTo>
                    <a:pt x="1108123" y="1518397"/>
                  </a:lnTo>
                  <a:lnTo>
                    <a:pt x="1106333" y="1520188"/>
                  </a:lnTo>
                  <a:close/>
                  <a:moveTo>
                    <a:pt x="995911" y="1516607"/>
                  </a:moveTo>
                  <a:lnTo>
                    <a:pt x="998776" y="1516607"/>
                  </a:lnTo>
                  <a:lnTo>
                    <a:pt x="998776" y="1514816"/>
                  </a:lnTo>
                  <a:lnTo>
                    <a:pt x="995911" y="1514816"/>
                  </a:lnTo>
                  <a:lnTo>
                    <a:pt x="995911" y="1516607"/>
                  </a:lnTo>
                  <a:close/>
                  <a:moveTo>
                    <a:pt x="858457" y="1513803"/>
                  </a:moveTo>
                  <a:lnTo>
                    <a:pt x="860483" y="1515829"/>
                  </a:lnTo>
                  <a:lnTo>
                    <a:pt x="862274" y="1514039"/>
                  </a:lnTo>
                  <a:lnTo>
                    <a:pt x="860248" y="1512013"/>
                  </a:lnTo>
                  <a:lnTo>
                    <a:pt x="858457" y="1513803"/>
                  </a:lnTo>
                  <a:close/>
                  <a:moveTo>
                    <a:pt x="1055419" y="1513803"/>
                  </a:moveTo>
                  <a:lnTo>
                    <a:pt x="1057445" y="1515829"/>
                  </a:lnTo>
                  <a:lnTo>
                    <a:pt x="1061026" y="1512248"/>
                  </a:lnTo>
                  <a:lnTo>
                    <a:pt x="1059000" y="1510222"/>
                  </a:lnTo>
                  <a:lnTo>
                    <a:pt x="1055419" y="1513803"/>
                  </a:lnTo>
                  <a:close/>
                  <a:moveTo>
                    <a:pt x="793578" y="1511828"/>
                  </a:moveTo>
                  <a:lnTo>
                    <a:pt x="795788" y="1514039"/>
                  </a:lnTo>
                  <a:lnTo>
                    <a:pt x="797813" y="1512013"/>
                  </a:lnTo>
                  <a:lnTo>
                    <a:pt x="796442" y="1510642"/>
                  </a:lnTo>
                  <a:lnTo>
                    <a:pt x="796442" y="1509445"/>
                  </a:lnTo>
                  <a:lnTo>
                    <a:pt x="793578" y="1509445"/>
                  </a:lnTo>
                  <a:lnTo>
                    <a:pt x="793578" y="1511828"/>
                  </a:lnTo>
                  <a:close/>
                  <a:moveTo>
                    <a:pt x="997702" y="1509445"/>
                  </a:moveTo>
                  <a:lnTo>
                    <a:pt x="1000567" y="1509445"/>
                  </a:lnTo>
                  <a:lnTo>
                    <a:pt x="1000567" y="1507654"/>
                  </a:lnTo>
                  <a:lnTo>
                    <a:pt x="997702" y="1507654"/>
                  </a:lnTo>
                  <a:lnTo>
                    <a:pt x="997702" y="1509445"/>
                  </a:lnTo>
                  <a:close/>
                  <a:moveTo>
                    <a:pt x="1101974" y="1506641"/>
                  </a:moveTo>
                  <a:lnTo>
                    <a:pt x="1104000" y="1508667"/>
                  </a:lnTo>
                  <a:lnTo>
                    <a:pt x="1105790" y="1506876"/>
                  </a:lnTo>
                  <a:lnTo>
                    <a:pt x="1103764" y="1504851"/>
                  </a:lnTo>
                  <a:lnTo>
                    <a:pt x="1101974" y="1506641"/>
                  </a:lnTo>
                  <a:close/>
                  <a:moveTo>
                    <a:pt x="862038" y="1510457"/>
                  </a:moveTo>
                  <a:lnTo>
                    <a:pt x="864064" y="1508432"/>
                  </a:lnTo>
                  <a:lnTo>
                    <a:pt x="860483" y="1504851"/>
                  </a:lnTo>
                  <a:lnTo>
                    <a:pt x="858457" y="1506876"/>
                  </a:lnTo>
                  <a:lnTo>
                    <a:pt x="862038" y="1510457"/>
                  </a:lnTo>
                  <a:close/>
                  <a:moveTo>
                    <a:pt x="802530" y="1507654"/>
                  </a:moveTo>
                  <a:lnTo>
                    <a:pt x="805395" y="1507654"/>
                  </a:lnTo>
                  <a:lnTo>
                    <a:pt x="805395" y="1505863"/>
                  </a:lnTo>
                  <a:lnTo>
                    <a:pt x="802530" y="1505863"/>
                  </a:lnTo>
                  <a:lnTo>
                    <a:pt x="802530" y="1507654"/>
                  </a:lnTo>
                  <a:close/>
                  <a:moveTo>
                    <a:pt x="964101" y="1508667"/>
                  </a:moveTo>
                  <a:lnTo>
                    <a:pt x="966126" y="1506641"/>
                  </a:lnTo>
                  <a:lnTo>
                    <a:pt x="962545" y="1503060"/>
                  </a:lnTo>
                  <a:lnTo>
                    <a:pt x="960519" y="1505086"/>
                  </a:lnTo>
                  <a:lnTo>
                    <a:pt x="964101" y="1508667"/>
                  </a:lnTo>
                  <a:close/>
                  <a:moveTo>
                    <a:pt x="785044" y="1503060"/>
                  </a:moveTo>
                  <a:lnTo>
                    <a:pt x="787070" y="1505086"/>
                  </a:lnTo>
                  <a:lnTo>
                    <a:pt x="788861" y="1503295"/>
                  </a:lnTo>
                  <a:lnTo>
                    <a:pt x="786835" y="1501269"/>
                  </a:lnTo>
                  <a:lnTo>
                    <a:pt x="785044" y="1503060"/>
                  </a:lnTo>
                  <a:close/>
                  <a:moveTo>
                    <a:pt x="1130203" y="1504073"/>
                  </a:moveTo>
                  <a:lnTo>
                    <a:pt x="1133068" y="1504073"/>
                  </a:lnTo>
                  <a:lnTo>
                    <a:pt x="1133068" y="1500492"/>
                  </a:lnTo>
                  <a:lnTo>
                    <a:pt x="1130203" y="1500492"/>
                  </a:lnTo>
                  <a:lnTo>
                    <a:pt x="1130203" y="1504073"/>
                  </a:lnTo>
                  <a:close/>
                  <a:moveTo>
                    <a:pt x="1094392" y="1502282"/>
                  </a:moveTo>
                  <a:lnTo>
                    <a:pt x="1097257" y="1502282"/>
                  </a:lnTo>
                  <a:lnTo>
                    <a:pt x="1097257" y="1500492"/>
                  </a:lnTo>
                  <a:lnTo>
                    <a:pt x="1094392" y="1500492"/>
                  </a:lnTo>
                  <a:lnTo>
                    <a:pt x="1094392" y="1502282"/>
                  </a:lnTo>
                  <a:close/>
                  <a:moveTo>
                    <a:pt x="909606" y="1501924"/>
                  </a:moveTo>
                  <a:lnTo>
                    <a:pt x="909606" y="1499059"/>
                  </a:lnTo>
                  <a:lnTo>
                    <a:pt x="907815" y="1499059"/>
                  </a:lnTo>
                  <a:lnTo>
                    <a:pt x="907815" y="1501924"/>
                  </a:lnTo>
                  <a:lnTo>
                    <a:pt x="909606" y="1501924"/>
                  </a:lnTo>
                  <a:close/>
                  <a:moveTo>
                    <a:pt x="793578" y="1498701"/>
                  </a:moveTo>
                  <a:lnTo>
                    <a:pt x="796442" y="1498701"/>
                  </a:lnTo>
                  <a:lnTo>
                    <a:pt x="796442" y="1496911"/>
                  </a:lnTo>
                  <a:lnTo>
                    <a:pt x="793578" y="1496911"/>
                  </a:lnTo>
                  <a:lnTo>
                    <a:pt x="793578" y="1498701"/>
                  </a:lnTo>
                  <a:close/>
                  <a:moveTo>
                    <a:pt x="864842" y="1496553"/>
                  </a:moveTo>
                  <a:lnTo>
                    <a:pt x="864842" y="1493688"/>
                  </a:lnTo>
                  <a:lnTo>
                    <a:pt x="863051" y="1493688"/>
                  </a:lnTo>
                  <a:lnTo>
                    <a:pt x="863051" y="1496553"/>
                  </a:lnTo>
                  <a:lnTo>
                    <a:pt x="864842" y="1496553"/>
                  </a:lnTo>
                  <a:close/>
                  <a:moveTo>
                    <a:pt x="802530" y="1496911"/>
                  </a:moveTo>
                  <a:lnTo>
                    <a:pt x="805395" y="1496911"/>
                  </a:lnTo>
                  <a:lnTo>
                    <a:pt x="805395" y="1495120"/>
                  </a:lnTo>
                  <a:lnTo>
                    <a:pt x="802530" y="1495120"/>
                  </a:lnTo>
                  <a:lnTo>
                    <a:pt x="802530" y="1496911"/>
                  </a:lnTo>
                  <a:close/>
                  <a:moveTo>
                    <a:pt x="789996" y="1496911"/>
                  </a:moveTo>
                  <a:lnTo>
                    <a:pt x="792861" y="1496911"/>
                  </a:lnTo>
                  <a:lnTo>
                    <a:pt x="792861" y="1495120"/>
                  </a:lnTo>
                  <a:lnTo>
                    <a:pt x="789996" y="1495120"/>
                  </a:lnTo>
                  <a:lnTo>
                    <a:pt x="789996" y="1496911"/>
                  </a:lnTo>
                  <a:close/>
                  <a:moveTo>
                    <a:pt x="874153" y="1495120"/>
                  </a:moveTo>
                  <a:lnTo>
                    <a:pt x="877018" y="1495120"/>
                  </a:lnTo>
                  <a:lnTo>
                    <a:pt x="877018" y="1493330"/>
                  </a:lnTo>
                  <a:lnTo>
                    <a:pt x="874153" y="1493330"/>
                  </a:lnTo>
                  <a:lnTo>
                    <a:pt x="874153" y="1495120"/>
                  </a:lnTo>
                  <a:close/>
                  <a:moveTo>
                    <a:pt x="1107346" y="1494107"/>
                  </a:moveTo>
                  <a:lnTo>
                    <a:pt x="1109371" y="1496133"/>
                  </a:lnTo>
                  <a:lnTo>
                    <a:pt x="1112953" y="1492552"/>
                  </a:lnTo>
                  <a:lnTo>
                    <a:pt x="1110927" y="1490526"/>
                  </a:lnTo>
                  <a:lnTo>
                    <a:pt x="1107346" y="1494107"/>
                  </a:lnTo>
                  <a:close/>
                  <a:moveTo>
                    <a:pt x="1083649" y="1493330"/>
                  </a:moveTo>
                  <a:lnTo>
                    <a:pt x="1086514" y="1493330"/>
                  </a:lnTo>
                  <a:lnTo>
                    <a:pt x="1086514" y="1491539"/>
                  </a:lnTo>
                  <a:lnTo>
                    <a:pt x="1083649" y="1491539"/>
                  </a:lnTo>
                  <a:lnTo>
                    <a:pt x="1083649" y="1493330"/>
                  </a:lnTo>
                  <a:close/>
                  <a:moveTo>
                    <a:pt x="1128832" y="1494342"/>
                  </a:moveTo>
                  <a:lnTo>
                    <a:pt x="1130858" y="1492317"/>
                  </a:lnTo>
                  <a:lnTo>
                    <a:pt x="1127277" y="1488735"/>
                  </a:lnTo>
                  <a:lnTo>
                    <a:pt x="1125251" y="1490761"/>
                  </a:lnTo>
                  <a:lnTo>
                    <a:pt x="1128832" y="1494342"/>
                  </a:lnTo>
                  <a:close/>
                  <a:moveTo>
                    <a:pt x="1122683" y="1489390"/>
                  </a:moveTo>
                  <a:lnTo>
                    <a:pt x="1122683" y="1486525"/>
                  </a:lnTo>
                  <a:lnTo>
                    <a:pt x="1119102" y="1486525"/>
                  </a:lnTo>
                  <a:lnTo>
                    <a:pt x="1119102" y="1489390"/>
                  </a:lnTo>
                  <a:lnTo>
                    <a:pt x="1122683" y="1489390"/>
                  </a:lnTo>
                  <a:close/>
                  <a:moveTo>
                    <a:pt x="1106568" y="1489390"/>
                  </a:moveTo>
                  <a:lnTo>
                    <a:pt x="1106568" y="1486525"/>
                  </a:lnTo>
                  <a:lnTo>
                    <a:pt x="1104777" y="1486525"/>
                  </a:lnTo>
                  <a:lnTo>
                    <a:pt x="1104777" y="1489390"/>
                  </a:lnTo>
                  <a:lnTo>
                    <a:pt x="1106568" y="1489390"/>
                  </a:lnTo>
                  <a:close/>
                  <a:moveTo>
                    <a:pt x="1083649" y="1487958"/>
                  </a:moveTo>
                  <a:lnTo>
                    <a:pt x="1086514" y="1487958"/>
                  </a:lnTo>
                  <a:lnTo>
                    <a:pt x="1086514" y="1484377"/>
                  </a:lnTo>
                  <a:lnTo>
                    <a:pt x="1083649" y="1484377"/>
                  </a:lnTo>
                  <a:lnTo>
                    <a:pt x="1083649" y="1487958"/>
                  </a:lnTo>
                  <a:close/>
                  <a:moveTo>
                    <a:pt x="951147" y="1486167"/>
                  </a:moveTo>
                  <a:lnTo>
                    <a:pt x="954012" y="1486167"/>
                  </a:lnTo>
                  <a:lnTo>
                    <a:pt x="954012" y="1484377"/>
                  </a:lnTo>
                  <a:lnTo>
                    <a:pt x="951147" y="1484377"/>
                  </a:lnTo>
                  <a:lnTo>
                    <a:pt x="951147" y="1486167"/>
                  </a:lnTo>
                  <a:close/>
                  <a:moveTo>
                    <a:pt x="1069324" y="1484377"/>
                  </a:moveTo>
                  <a:lnTo>
                    <a:pt x="1072189" y="1484377"/>
                  </a:lnTo>
                  <a:lnTo>
                    <a:pt x="1072189" y="1482586"/>
                  </a:lnTo>
                  <a:lnTo>
                    <a:pt x="1069324" y="1482586"/>
                  </a:lnTo>
                  <a:lnTo>
                    <a:pt x="1069324" y="1484377"/>
                  </a:lnTo>
                  <a:close/>
                  <a:moveTo>
                    <a:pt x="1074338" y="1481154"/>
                  </a:moveTo>
                  <a:lnTo>
                    <a:pt x="1074338" y="1484019"/>
                  </a:lnTo>
                  <a:lnTo>
                    <a:pt x="1076722" y="1484019"/>
                  </a:lnTo>
                  <a:lnTo>
                    <a:pt x="1078932" y="1481808"/>
                  </a:lnTo>
                  <a:lnTo>
                    <a:pt x="1076906" y="1479783"/>
                  </a:lnTo>
                  <a:lnTo>
                    <a:pt x="1075535" y="1481154"/>
                  </a:lnTo>
                  <a:lnTo>
                    <a:pt x="1074338" y="1481154"/>
                  </a:lnTo>
                  <a:close/>
                  <a:moveTo>
                    <a:pt x="876783" y="1479363"/>
                  </a:moveTo>
                  <a:lnTo>
                    <a:pt x="872127" y="1484019"/>
                  </a:lnTo>
                  <a:lnTo>
                    <a:pt x="877969" y="1484019"/>
                  </a:lnTo>
                  <a:lnTo>
                    <a:pt x="882625" y="1479363"/>
                  </a:lnTo>
                  <a:lnTo>
                    <a:pt x="876783" y="1479363"/>
                  </a:lnTo>
                  <a:close/>
                  <a:moveTo>
                    <a:pt x="1062162" y="1477573"/>
                  </a:moveTo>
                  <a:lnTo>
                    <a:pt x="1062162" y="1482586"/>
                  </a:lnTo>
                  <a:lnTo>
                    <a:pt x="1065027" y="1482586"/>
                  </a:lnTo>
                  <a:lnTo>
                    <a:pt x="1065027" y="1481389"/>
                  </a:lnTo>
                  <a:lnTo>
                    <a:pt x="1068843" y="1477573"/>
                  </a:lnTo>
                  <a:lnTo>
                    <a:pt x="1062162" y="1477573"/>
                  </a:lnTo>
                  <a:close/>
                  <a:moveTo>
                    <a:pt x="1082278" y="1481808"/>
                  </a:moveTo>
                  <a:lnTo>
                    <a:pt x="1084303" y="1479783"/>
                  </a:lnTo>
                  <a:lnTo>
                    <a:pt x="1080722" y="1476202"/>
                  </a:lnTo>
                  <a:lnTo>
                    <a:pt x="1078697" y="1478227"/>
                  </a:lnTo>
                  <a:lnTo>
                    <a:pt x="1082278" y="1481808"/>
                  </a:lnTo>
                  <a:close/>
                  <a:moveTo>
                    <a:pt x="906383" y="1473756"/>
                  </a:moveTo>
                  <a:lnTo>
                    <a:pt x="906383" y="1480437"/>
                  </a:lnTo>
                  <a:lnTo>
                    <a:pt x="910199" y="1480437"/>
                  </a:lnTo>
                  <a:lnTo>
                    <a:pt x="912409" y="1478227"/>
                  </a:lnTo>
                  <a:lnTo>
                    <a:pt x="910384" y="1476202"/>
                  </a:lnTo>
                  <a:lnTo>
                    <a:pt x="909606" y="1476979"/>
                  </a:lnTo>
                  <a:lnTo>
                    <a:pt x="906383" y="1473756"/>
                  </a:lnTo>
                  <a:close/>
                  <a:moveTo>
                    <a:pt x="892478" y="1474411"/>
                  </a:moveTo>
                  <a:lnTo>
                    <a:pt x="894504" y="1476437"/>
                  </a:lnTo>
                  <a:lnTo>
                    <a:pt x="896294" y="1474646"/>
                  </a:lnTo>
                  <a:lnTo>
                    <a:pt x="894269" y="1472620"/>
                  </a:lnTo>
                  <a:lnTo>
                    <a:pt x="892478" y="1474411"/>
                  </a:lnTo>
                  <a:close/>
                  <a:moveTo>
                    <a:pt x="1069744" y="1470830"/>
                  </a:moveTo>
                  <a:lnTo>
                    <a:pt x="1071770" y="1472856"/>
                  </a:lnTo>
                  <a:lnTo>
                    <a:pt x="1073560" y="1471065"/>
                  </a:lnTo>
                  <a:lnTo>
                    <a:pt x="1071534" y="1469039"/>
                  </a:lnTo>
                  <a:lnTo>
                    <a:pt x="1069744" y="1470830"/>
                  </a:lnTo>
                  <a:close/>
                  <a:moveTo>
                    <a:pt x="897430" y="1472436"/>
                  </a:moveTo>
                  <a:lnTo>
                    <a:pt x="897430" y="1473633"/>
                  </a:lnTo>
                  <a:lnTo>
                    <a:pt x="900295" y="1473633"/>
                  </a:lnTo>
                  <a:lnTo>
                    <a:pt x="900295" y="1471249"/>
                  </a:lnTo>
                  <a:lnTo>
                    <a:pt x="898085" y="1469039"/>
                  </a:lnTo>
                  <a:lnTo>
                    <a:pt x="896059" y="1471065"/>
                  </a:lnTo>
                  <a:lnTo>
                    <a:pt x="897430" y="1472436"/>
                  </a:lnTo>
                  <a:close/>
                  <a:moveTo>
                    <a:pt x="1062162" y="1468262"/>
                  </a:moveTo>
                  <a:lnTo>
                    <a:pt x="1062162" y="1473275"/>
                  </a:lnTo>
                  <a:lnTo>
                    <a:pt x="1068843" y="1473275"/>
                  </a:lnTo>
                  <a:lnTo>
                    <a:pt x="1065027" y="1469459"/>
                  </a:lnTo>
                  <a:lnTo>
                    <a:pt x="1062162" y="1468262"/>
                  </a:lnTo>
                  <a:close/>
                  <a:moveTo>
                    <a:pt x="1166854" y="1462532"/>
                  </a:moveTo>
                  <a:lnTo>
                    <a:pt x="1169238" y="1462532"/>
                  </a:lnTo>
                  <a:lnTo>
                    <a:pt x="1169238" y="1459667"/>
                  </a:lnTo>
                  <a:lnTo>
                    <a:pt x="1168040" y="1459667"/>
                  </a:lnTo>
                  <a:lnTo>
                    <a:pt x="1166669" y="1458296"/>
                  </a:lnTo>
                  <a:lnTo>
                    <a:pt x="1164644" y="1460322"/>
                  </a:lnTo>
                  <a:lnTo>
                    <a:pt x="1166854" y="1462532"/>
                  </a:lnTo>
                  <a:close/>
                  <a:moveTo>
                    <a:pt x="675820" y="1460322"/>
                  </a:moveTo>
                  <a:lnTo>
                    <a:pt x="677846" y="1458296"/>
                  </a:lnTo>
                  <a:lnTo>
                    <a:pt x="676055" y="1456505"/>
                  </a:lnTo>
                  <a:lnTo>
                    <a:pt x="674029" y="1458531"/>
                  </a:lnTo>
                  <a:lnTo>
                    <a:pt x="675820" y="1460322"/>
                  </a:lnTo>
                  <a:close/>
                  <a:moveTo>
                    <a:pt x="684353" y="1461099"/>
                  </a:moveTo>
                  <a:lnTo>
                    <a:pt x="687218" y="1461099"/>
                  </a:lnTo>
                  <a:lnTo>
                    <a:pt x="687218" y="1455728"/>
                  </a:lnTo>
                  <a:lnTo>
                    <a:pt x="684353" y="1455728"/>
                  </a:lnTo>
                  <a:lnTo>
                    <a:pt x="684353" y="1461099"/>
                  </a:lnTo>
                  <a:close/>
                  <a:moveTo>
                    <a:pt x="1067953" y="1454715"/>
                  </a:moveTo>
                  <a:lnTo>
                    <a:pt x="1069979" y="1456741"/>
                  </a:lnTo>
                  <a:lnTo>
                    <a:pt x="1071770" y="1454950"/>
                  </a:lnTo>
                  <a:lnTo>
                    <a:pt x="1069744" y="1452924"/>
                  </a:lnTo>
                  <a:lnTo>
                    <a:pt x="1067953" y="1454715"/>
                  </a:lnTo>
                  <a:close/>
                  <a:moveTo>
                    <a:pt x="1162433" y="1454530"/>
                  </a:moveTo>
                  <a:lnTo>
                    <a:pt x="1162433" y="1455728"/>
                  </a:lnTo>
                  <a:lnTo>
                    <a:pt x="1165298" y="1455728"/>
                  </a:lnTo>
                  <a:lnTo>
                    <a:pt x="1165298" y="1453344"/>
                  </a:lnTo>
                  <a:lnTo>
                    <a:pt x="1163088" y="1451134"/>
                  </a:lnTo>
                  <a:lnTo>
                    <a:pt x="1161062" y="1453159"/>
                  </a:lnTo>
                  <a:lnTo>
                    <a:pt x="1162433" y="1454530"/>
                  </a:lnTo>
                  <a:close/>
                  <a:moveTo>
                    <a:pt x="1108358" y="1453579"/>
                  </a:moveTo>
                  <a:lnTo>
                    <a:pt x="1108358" y="1450714"/>
                  </a:lnTo>
                  <a:lnTo>
                    <a:pt x="1104777" y="1450714"/>
                  </a:lnTo>
                  <a:lnTo>
                    <a:pt x="1104777" y="1453579"/>
                  </a:lnTo>
                  <a:lnTo>
                    <a:pt x="1108358" y="1453579"/>
                  </a:lnTo>
                  <a:close/>
                  <a:moveTo>
                    <a:pt x="1201826" y="1452147"/>
                  </a:moveTo>
                  <a:lnTo>
                    <a:pt x="1204691" y="1452147"/>
                  </a:lnTo>
                  <a:lnTo>
                    <a:pt x="1204691" y="1450356"/>
                  </a:lnTo>
                  <a:lnTo>
                    <a:pt x="1201826" y="1450356"/>
                  </a:lnTo>
                  <a:lnTo>
                    <a:pt x="1201826" y="1452147"/>
                  </a:lnTo>
                  <a:close/>
                  <a:moveTo>
                    <a:pt x="1095231" y="1453579"/>
                  </a:moveTo>
                  <a:lnTo>
                    <a:pt x="1098208" y="1453579"/>
                  </a:lnTo>
                  <a:lnTo>
                    <a:pt x="1100419" y="1451369"/>
                  </a:lnTo>
                  <a:lnTo>
                    <a:pt x="1098393" y="1449343"/>
                  </a:lnTo>
                  <a:lnTo>
                    <a:pt x="1097022" y="1450714"/>
                  </a:lnTo>
                  <a:lnTo>
                    <a:pt x="1096418" y="1450714"/>
                  </a:lnTo>
                  <a:lnTo>
                    <a:pt x="1093256" y="1447553"/>
                  </a:lnTo>
                  <a:lnTo>
                    <a:pt x="1091231" y="1449578"/>
                  </a:lnTo>
                  <a:lnTo>
                    <a:pt x="1095231" y="1453579"/>
                  </a:lnTo>
                  <a:close/>
                  <a:moveTo>
                    <a:pt x="1076906" y="1449343"/>
                  </a:moveTo>
                  <a:lnTo>
                    <a:pt x="1078932" y="1451369"/>
                  </a:lnTo>
                  <a:lnTo>
                    <a:pt x="1080722" y="1449578"/>
                  </a:lnTo>
                  <a:lnTo>
                    <a:pt x="1078697" y="1447553"/>
                  </a:lnTo>
                  <a:lnTo>
                    <a:pt x="1076906" y="1449343"/>
                  </a:lnTo>
                  <a:close/>
                  <a:moveTo>
                    <a:pt x="1123461" y="1447553"/>
                  </a:moveTo>
                  <a:lnTo>
                    <a:pt x="1125486" y="1449578"/>
                  </a:lnTo>
                  <a:lnTo>
                    <a:pt x="1127277" y="1447788"/>
                  </a:lnTo>
                  <a:lnTo>
                    <a:pt x="1125251" y="1445762"/>
                  </a:lnTo>
                  <a:lnTo>
                    <a:pt x="1123461" y="1447553"/>
                  </a:lnTo>
                  <a:close/>
                  <a:moveTo>
                    <a:pt x="1198245" y="1443194"/>
                  </a:moveTo>
                  <a:lnTo>
                    <a:pt x="1201110" y="1443194"/>
                  </a:lnTo>
                  <a:lnTo>
                    <a:pt x="1201110" y="1441403"/>
                  </a:lnTo>
                  <a:lnTo>
                    <a:pt x="1198245" y="1441403"/>
                  </a:lnTo>
                  <a:lnTo>
                    <a:pt x="1198245" y="1443194"/>
                  </a:lnTo>
                  <a:close/>
                  <a:moveTo>
                    <a:pt x="1192515" y="1442836"/>
                  </a:moveTo>
                  <a:lnTo>
                    <a:pt x="1192515" y="1439971"/>
                  </a:lnTo>
                  <a:lnTo>
                    <a:pt x="1190724" y="1439971"/>
                  </a:lnTo>
                  <a:lnTo>
                    <a:pt x="1190724" y="1442836"/>
                  </a:lnTo>
                  <a:lnTo>
                    <a:pt x="1192515" y="1442836"/>
                  </a:lnTo>
                  <a:close/>
                  <a:moveTo>
                    <a:pt x="1087230" y="1441403"/>
                  </a:moveTo>
                  <a:lnTo>
                    <a:pt x="1090095" y="1441403"/>
                  </a:lnTo>
                  <a:lnTo>
                    <a:pt x="1090095" y="1439613"/>
                  </a:lnTo>
                  <a:lnTo>
                    <a:pt x="1087230" y="1439613"/>
                  </a:lnTo>
                  <a:lnTo>
                    <a:pt x="1087230" y="1441403"/>
                  </a:lnTo>
                  <a:close/>
                  <a:moveTo>
                    <a:pt x="1124832" y="1439613"/>
                  </a:moveTo>
                  <a:lnTo>
                    <a:pt x="1127697" y="1439613"/>
                  </a:lnTo>
                  <a:lnTo>
                    <a:pt x="1127697" y="1437822"/>
                  </a:lnTo>
                  <a:lnTo>
                    <a:pt x="1124832" y="1437822"/>
                  </a:lnTo>
                  <a:lnTo>
                    <a:pt x="1124832" y="1439613"/>
                  </a:lnTo>
                  <a:close/>
                  <a:moveTo>
                    <a:pt x="1176758" y="1437822"/>
                  </a:moveTo>
                  <a:lnTo>
                    <a:pt x="1179623" y="1437822"/>
                  </a:lnTo>
                  <a:lnTo>
                    <a:pt x="1179623" y="1436032"/>
                  </a:lnTo>
                  <a:lnTo>
                    <a:pt x="1176758" y="1436032"/>
                  </a:lnTo>
                  <a:lnTo>
                    <a:pt x="1176758" y="1437822"/>
                  </a:lnTo>
                  <a:close/>
                  <a:moveTo>
                    <a:pt x="947985" y="1435019"/>
                  </a:moveTo>
                  <a:lnTo>
                    <a:pt x="950011" y="1437044"/>
                  </a:lnTo>
                  <a:lnTo>
                    <a:pt x="951802" y="1435254"/>
                  </a:lnTo>
                  <a:lnTo>
                    <a:pt x="949776" y="1433228"/>
                  </a:lnTo>
                  <a:lnTo>
                    <a:pt x="947985" y="1435019"/>
                  </a:lnTo>
                  <a:close/>
                  <a:moveTo>
                    <a:pt x="1151690" y="1439613"/>
                  </a:moveTo>
                  <a:lnTo>
                    <a:pt x="1154555" y="1439613"/>
                  </a:lnTo>
                  <a:lnTo>
                    <a:pt x="1154555" y="1430660"/>
                  </a:lnTo>
                  <a:lnTo>
                    <a:pt x="1151690" y="1430660"/>
                  </a:lnTo>
                  <a:lnTo>
                    <a:pt x="1151690" y="1439613"/>
                  </a:lnTo>
                  <a:close/>
                  <a:moveTo>
                    <a:pt x="1001702" y="1431437"/>
                  </a:moveTo>
                  <a:lnTo>
                    <a:pt x="1003728" y="1433463"/>
                  </a:lnTo>
                  <a:lnTo>
                    <a:pt x="1005519" y="1431673"/>
                  </a:lnTo>
                  <a:lnTo>
                    <a:pt x="1003493" y="1429647"/>
                  </a:lnTo>
                  <a:lnTo>
                    <a:pt x="1001702" y="1431437"/>
                  </a:lnTo>
                  <a:close/>
                  <a:moveTo>
                    <a:pt x="868781" y="1432450"/>
                  </a:moveTo>
                  <a:lnTo>
                    <a:pt x="871646" y="1432450"/>
                  </a:lnTo>
                  <a:lnTo>
                    <a:pt x="871646" y="1430660"/>
                  </a:lnTo>
                  <a:lnTo>
                    <a:pt x="868781" y="1430660"/>
                  </a:lnTo>
                  <a:lnTo>
                    <a:pt x="868781" y="1432450"/>
                  </a:lnTo>
                  <a:close/>
                  <a:moveTo>
                    <a:pt x="890687" y="1431673"/>
                  </a:moveTo>
                  <a:lnTo>
                    <a:pt x="892713" y="1429647"/>
                  </a:lnTo>
                  <a:lnTo>
                    <a:pt x="890923" y="1427856"/>
                  </a:lnTo>
                  <a:lnTo>
                    <a:pt x="888897" y="1429882"/>
                  </a:lnTo>
                  <a:lnTo>
                    <a:pt x="890687" y="1431673"/>
                  </a:lnTo>
                  <a:close/>
                  <a:moveTo>
                    <a:pt x="1167447" y="1426721"/>
                  </a:moveTo>
                  <a:lnTo>
                    <a:pt x="1167447" y="1423856"/>
                  </a:lnTo>
                  <a:lnTo>
                    <a:pt x="1165656" y="1423856"/>
                  </a:lnTo>
                  <a:lnTo>
                    <a:pt x="1165656" y="1426721"/>
                  </a:lnTo>
                  <a:lnTo>
                    <a:pt x="1167447" y="1426721"/>
                  </a:lnTo>
                  <a:close/>
                  <a:moveTo>
                    <a:pt x="884896" y="1427079"/>
                  </a:moveTo>
                  <a:lnTo>
                    <a:pt x="887761" y="1427079"/>
                  </a:lnTo>
                  <a:lnTo>
                    <a:pt x="887761" y="1425288"/>
                  </a:lnTo>
                  <a:lnTo>
                    <a:pt x="884896" y="1425288"/>
                  </a:lnTo>
                  <a:lnTo>
                    <a:pt x="884896" y="1427079"/>
                  </a:lnTo>
                  <a:close/>
                  <a:moveTo>
                    <a:pt x="1133426" y="1424930"/>
                  </a:moveTo>
                  <a:lnTo>
                    <a:pt x="1133426" y="1422065"/>
                  </a:lnTo>
                  <a:lnTo>
                    <a:pt x="1131636" y="1422065"/>
                  </a:lnTo>
                  <a:lnTo>
                    <a:pt x="1131636" y="1424930"/>
                  </a:lnTo>
                  <a:lnTo>
                    <a:pt x="1133426" y="1424930"/>
                  </a:lnTo>
                  <a:close/>
                  <a:moveTo>
                    <a:pt x="1139156" y="1420275"/>
                  </a:moveTo>
                  <a:lnTo>
                    <a:pt x="1139156" y="1424091"/>
                  </a:lnTo>
                  <a:lnTo>
                    <a:pt x="1141366" y="1426301"/>
                  </a:lnTo>
                  <a:lnTo>
                    <a:pt x="1143392" y="1424275"/>
                  </a:lnTo>
                  <a:lnTo>
                    <a:pt x="1142614" y="1423498"/>
                  </a:lnTo>
                  <a:lnTo>
                    <a:pt x="1145837" y="1420275"/>
                  </a:lnTo>
                  <a:lnTo>
                    <a:pt x="1139156" y="1420275"/>
                  </a:lnTo>
                  <a:close/>
                  <a:moveTo>
                    <a:pt x="888477" y="1425288"/>
                  </a:moveTo>
                  <a:lnTo>
                    <a:pt x="891342" y="1425288"/>
                  </a:lnTo>
                  <a:lnTo>
                    <a:pt x="891342" y="1421707"/>
                  </a:lnTo>
                  <a:lnTo>
                    <a:pt x="888477" y="1421707"/>
                  </a:lnTo>
                  <a:lnTo>
                    <a:pt x="888477" y="1425288"/>
                  </a:lnTo>
                  <a:close/>
                  <a:moveTo>
                    <a:pt x="947985" y="1419139"/>
                  </a:moveTo>
                  <a:lnTo>
                    <a:pt x="950011" y="1417113"/>
                  </a:lnTo>
                  <a:lnTo>
                    <a:pt x="946430" y="1413532"/>
                  </a:lnTo>
                  <a:lnTo>
                    <a:pt x="944404" y="1415558"/>
                  </a:lnTo>
                  <a:lnTo>
                    <a:pt x="947985" y="1419139"/>
                  </a:lnTo>
                  <a:close/>
                  <a:moveTo>
                    <a:pt x="887526" y="1417768"/>
                  </a:moveTo>
                  <a:lnTo>
                    <a:pt x="889910" y="1417768"/>
                  </a:lnTo>
                  <a:lnTo>
                    <a:pt x="889910" y="1414903"/>
                  </a:lnTo>
                  <a:lnTo>
                    <a:pt x="888713" y="1414903"/>
                  </a:lnTo>
                  <a:lnTo>
                    <a:pt x="887342" y="1413532"/>
                  </a:lnTo>
                  <a:lnTo>
                    <a:pt x="885316" y="1415558"/>
                  </a:lnTo>
                  <a:lnTo>
                    <a:pt x="887526" y="1417768"/>
                  </a:lnTo>
                  <a:close/>
                  <a:moveTo>
                    <a:pt x="876363" y="1415322"/>
                  </a:moveTo>
                  <a:lnTo>
                    <a:pt x="878389" y="1417348"/>
                  </a:lnTo>
                  <a:lnTo>
                    <a:pt x="880179" y="1415558"/>
                  </a:lnTo>
                  <a:lnTo>
                    <a:pt x="878154" y="1413532"/>
                  </a:lnTo>
                  <a:lnTo>
                    <a:pt x="876363" y="1415322"/>
                  </a:lnTo>
                  <a:close/>
                  <a:moveTo>
                    <a:pt x="1092602" y="1410964"/>
                  </a:moveTo>
                  <a:lnTo>
                    <a:pt x="1095466" y="1410964"/>
                  </a:lnTo>
                  <a:lnTo>
                    <a:pt x="1095466" y="1409173"/>
                  </a:lnTo>
                  <a:lnTo>
                    <a:pt x="1092602" y="1409173"/>
                  </a:lnTo>
                  <a:lnTo>
                    <a:pt x="1092602" y="1410964"/>
                  </a:lnTo>
                  <a:close/>
                  <a:moveTo>
                    <a:pt x="887106" y="1409951"/>
                  </a:moveTo>
                  <a:lnTo>
                    <a:pt x="889132" y="1411977"/>
                  </a:lnTo>
                  <a:lnTo>
                    <a:pt x="890923" y="1410186"/>
                  </a:lnTo>
                  <a:lnTo>
                    <a:pt x="888897" y="1408160"/>
                  </a:lnTo>
                  <a:lnTo>
                    <a:pt x="887106" y="1409951"/>
                  </a:lnTo>
                  <a:close/>
                  <a:moveTo>
                    <a:pt x="881735" y="1409951"/>
                  </a:moveTo>
                  <a:lnTo>
                    <a:pt x="883760" y="1411977"/>
                  </a:lnTo>
                  <a:lnTo>
                    <a:pt x="886564" y="1409173"/>
                  </a:lnTo>
                  <a:lnTo>
                    <a:pt x="883341" y="1405950"/>
                  </a:lnTo>
                  <a:lnTo>
                    <a:pt x="880957" y="1405950"/>
                  </a:lnTo>
                  <a:lnTo>
                    <a:pt x="880957" y="1408815"/>
                  </a:lnTo>
                  <a:lnTo>
                    <a:pt x="882512" y="1409173"/>
                  </a:lnTo>
                  <a:lnTo>
                    <a:pt x="881735" y="1409951"/>
                  </a:lnTo>
                  <a:close/>
                  <a:moveTo>
                    <a:pt x="1155691" y="1408395"/>
                  </a:moveTo>
                  <a:lnTo>
                    <a:pt x="1157717" y="1406370"/>
                  </a:lnTo>
                  <a:lnTo>
                    <a:pt x="1155926" y="1404579"/>
                  </a:lnTo>
                  <a:lnTo>
                    <a:pt x="1153900" y="1406605"/>
                  </a:lnTo>
                  <a:lnTo>
                    <a:pt x="1155691" y="1408395"/>
                  </a:lnTo>
                  <a:close/>
                  <a:moveTo>
                    <a:pt x="1097022" y="1408815"/>
                  </a:moveTo>
                  <a:lnTo>
                    <a:pt x="1099406" y="1408815"/>
                  </a:lnTo>
                  <a:lnTo>
                    <a:pt x="1099406" y="1405950"/>
                  </a:lnTo>
                  <a:lnTo>
                    <a:pt x="1098208" y="1405950"/>
                  </a:lnTo>
                  <a:lnTo>
                    <a:pt x="1096837" y="1404579"/>
                  </a:lnTo>
                  <a:lnTo>
                    <a:pt x="1094812" y="1406605"/>
                  </a:lnTo>
                  <a:lnTo>
                    <a:pt x="1097022" y="1408815"/>
                  </a:lnTo>
                  <a:close/>
                  <a:moveTo>
                    <a:pt x="920349" y="1405234"/>
                  </a:moveTo>
                  <a:lnTo>
                    <a:pt x="920349" y="1402369"/>
                  </a:lnTo>
                  <a:lnTo>
                    <a:pt x="918559" y="1402369"/>
                  </a:lnTo>
                  <a:lnTo>
                    <a:pt x="918559" y="1405234"/>
                  </a:lnTo>
                  <a:lnTo>
                    <a:pt x="920349" y="1405234"/>
                  </a:lnTo>
                  <a:close/>
                  <a:moveTo>
                    <a:pt x="849505" y="1402788"/>
                  </a:moveTo>
                  <a:lnTo>
                    <a:pt x="851530" y="1404814"/>
                  </a:lnTo>
                  <a:lnTo>
                    <a:pt x="853740" y="1402604"/>
                  </a:lnTo>
                  <a:lnTo>
                    <a:pt x="853740" y="1400220"/>
                  </a:lnTo>
                  <a:lnTo>
                    <a:pt x="850876" y="1400220"/>
                  </a:lnTo>
                  <a:lnTo>
                    <a:pt x="850876" y="1401417"/>
                  </a:lnTo>
                  <a:lnTo>
                    <a:pt x="849505" y="1402788"/>
                  </a:lnTo>
                  <a:close/>
                  <a:moveTo>
                    <a:pt x="1008445" y="1398430"/>
                  </a:moveTo>
                  <a:lnTo>
                    <a:pt x="1011310" y="1398430"/>
                  </a:lnTo>
                  <a:lnTo>
                    <a:pt x="1011310" y="1396639"/>
                  </a:lnTo>
                  <a:lnTo>
                    <a:pt x="1008445" y="1396639"/>
                  </a:lnTo>
                  <a:lnTo>
                    <a:pt x="1008445" y="1398430"/>
                  </a:lnTo>
                  <a:close/>
                  <a:moveTo>
                    <a:pt x="897850" y="1399443"/>
                  </a:moveTo>
                  <a:lnTo>
                    <a:pt x="899876" y="1397417"/>
                  </a:lnTo>
                  <a:lnTo>
                    <a:pt x="896294" y="1393836"/>
                  </a:lnTo>
                  <a:lnTo>
                    <a:pt x="894269" y="1395861"/>
                  </a:lnTo>
                  <a:lnTo>
                    <a:pt x="897850" y="1399443"/>
                  </a:lnTo>
                  <a:close/>
                  <a:moveTo>
                    <a:pt x="1133784" y="1391267"/>
                  </a:moveTo>
                  <a:lnTo>
                    <a:pt x="1136649" y="1391267"/>
                  </a:lnTo>
                  <a:lnTo>
                    <a:pt x="1136649" y="1389477"/>
                  </a:lnTo>
                  <a:lnTo>
                    <a:pt x="1133784" y="1389477"/>
                  </a:lnTo>
                  <a:lnTo>
                    <a:pt x="1133784" y="1391267"/>
                  </a:lnTo>
                  <a:close/>
                  <a:moveTo>
                    <a:pt x="890268" y="1391267"/>
                  </a:moveTo>
                  <a:lnTo>
                    <a:pt x="893133" y="1391267"/>
                  </a:lnTo>
                  <a:lnTo>
                    <a:pt x="893133" y="1389477"/>
                  </a:lnTo>
                  <a:lnTo>
                    <a:pt x="890268" y="1389477"/>
                  </a:lnTo>
                  <a:lnTo>
                    <a:pt x="890268" y="1391267"/>
                  </a:lnTo>
                  <a:close/>
                  <a:moveTo>
                    <a:pt x="860248" y="1392280"/>
                  </a:moveTo>
                  <a:lnTo>
                    <a:pt x="862274" y="1390255"/>
                  </a:lnTo>
                  <a:lnTo>
                    <a:pt x="860483" y="1388464"/>
                  </a:lnTo>
                  <a:lnTo>
                    <a:pt x="858457" y="1390490"/>
                  </a:lnTo>
                  <a:lnTo>
                    <a:pt x="860248" y="1392280"/>
                  </a:lnTo>
                  <a:close/>
                  <a:moveTo>
                    <a:pt x="852308" y="1390909"/>
                  </a:moveTo>
                  <a:lnTo>
                    <a:pt x="852308" y="1388044"/>
                  </a:lnTo>
                  <a:lnTo>
                    <a:pt x="850517" y="1388044"/>
                  </a:lnTo>
                  <a:lnTo>
                    <a:pt x="850517" y="1390909"/>
                  </a:lnTo>
                  <a:lnTo>
                    <a:pt x="852308" y="1390909"/>
                  </a:lnTo>
                  <a:close/>
                  <a:moveTo>
                    <a:pt x="1087230" y="1385896"/>
                  </a:moveTo>
                  <a:lnTo>
                    <a:pt x="1090095" y="1385896"/>
                  </a:lnTo>
                  <a:lnTo>
                    <a:pt x="1090095" y="1384105"/>
                  </a:lnTo>
                  <a:lnTo>
                    <a:pt x="1087230" y="1384105"/>
                  </a:lnTo>
                  <a:lnTo>
                    <a:pt x="1087230" y="1385896"/>
                  </a:lnTo>
                  <a:close/>
                  <a:moveTo>
                    <a:pt x="878154" y="1383328"/>
                  </a:moveTo>
                  <a:lnTo>
                    <a:pt x="880179" y="1381302"/>
                  </a:lnTo>
                  <a:lnTo>
                    <a:pt x="878389" y="1379511"/>
                  </a:lnTo>
                  <a:lnTo>
                    <a:pt x="876363" y="1381537"/>
                  </a:lnTo>
                  <a:lnTo>
                    <a:pt x="878154" y="1383328"/>
                  </a:lnTo>
                  <a:close/>
                  <a:moveTo>
                    <a:pt x="1088662" y="1380166"/>
                  </a:moveTo>
                  <a:lnTo>
                    <a:pt x="1088662" y="1377301"/>
                  </a:lnTo>
                  <a:lnTo>
                    <a:pt x="1086872" y="1377301"/>
                  </a:lnTo>
                  <a:lnTo>
                    <a:pt x="1086872" y="1380166"/>
                  </a:lnTo>
                  <a:lnTo>
                    <a:pt x="1088662" y="1380166"/>
                  </a:lnTo>
                  <a:close/>
                  <a:moveTo>
                    <a:pt x="1021399" y="1377721"/>
                  </a:moveTo>
                  <a:lnTo>
                    <a:pt x="1023424" y="1379746"/>
                  </a:lnTo>
                  <a:lnTo>
                    <a:pt x="1025215" y="1377956"/>
                  </a:lnTo>
                  <a:lnTo>
                    <a:pt x="1023189" y="1375930"/>
                  </a:lnTo>
                  <a:lnTo>
                    <a:pt x="1021399" y="1377721"/>
                  </a:lnTo>
                  <a:close/>
                  <a:moveTo>
                    <a:pt x="1075893" y="1376943"/>
                  </a:moveTo>
                  <a:lnTo>
                    <a:pt x="1078697" y="1379746"/>
                  </a:lnTo>
                  <a:lnTo>
                    <a:pt x="1080722" y="1377721"/>
                  </a:lnTo>
                  <a:lnTo>
                    <a:pt x="1079945" y="1376943"/>
                  </a:lnTo>
                  <a:lnTo>
                    <a:pt x="1080722" y="1376165"/>
                  </a:lnTo>
                  <a:lnTo>
                    <a:pt x="1078697" y="1374139"/>
                  </a:lnTo>
                  <a:lnTo>
                    <a:pt x="1075893" y="1376943"/>
                  </a:lnTo>
                  <a:close/>
                  <a:moveTo>
                    <a:pt x="1091650" y="1370139"/>
                  </a:moveTo>
                  <a:lnTo>
                    <a:pt x="1087649" y="1374139"/>
                  </a:lnTo>
                  <a:lnTo>
                    <a:pt x="1089675" y="1376165"/>
                  </a:lnTo>
                  <a:lnTo>
                    <a:pt x="1091046" y="1374794"/>
                  </a:lnTo>
                  <a:lnTo>
                    <a:pt x="1094627" y="1374794"/>
                  </a:lnTo>
                  <a:lnTo>
                    <a:pt x="1099283" y="1370139"/>
                  </a:lnTo>
                  <a:lnTo>
                    <a:pt x="1091650" y="1370139"/>
                  </a:lnTo>
                  <a:close/>
                  <a:moveTo>
                    <a:pt x="911397" y="1365841"/>
                  </a:moveTo>
                  <a:lnTo>
                    <a:pt x="911397" y="1362977"/>
                  </a:lnTo>
                  <a:lnTo>
                    <a:pt x="907815" y="1362977"/>
                  </a:lnTo>
                  <a:lnTo>
                    <a:pt x="907815" y="1365841"/>
                  </a:lnTo>
                  <a:lnTo>
                    <a:pt x="911397" y="1365841"/>
                  </a:lnTo>
                  <a:close/>
                  <a:moveTo>
                    <a:pt x="1136414" y="1357605"/>
                  </a:moveTo>
                  <a:lnTo>
                    <a:pt x="1131042" y="1362977"/>
                  </a:lnTo>
                  <a:lnTo>
                    <a:pt x="1127461" y="1362977"/>
                  </a:lnTo>
                  <a:lnTo>
                    <a:pt x="1125671" y="1364767"/>
                  </a:lnTo>
                  <a:lnTo>
                    <a:pt x="1117905" y="1364767"/>
                  </a:lnTo>
                  <a:lnTo>
                    <a:pt x="1116114" y="1362977"/>
                  </a:lnTo>
                  <a:lnTo>
                    <a:pt x="1113137" y="1362977"/>
                  </a:lnTo>
                  <a:lnTo>
                    <a:pt x="1110507" y="1365606"/>
                  </a:lnTo>
                  <a:lnTo>
                    <a:pt x="1110507" y="1369187"/>
                  </a:lnTo>
                  <a:lnTo>
                    <a:pt x="1108123" y="1371571"/>
                  </a:lnTo>
                  <a:lnTo>
                    <a:pt x="1114927" y="1378375"/>
                  </a:lnTo>
                  <a:lnTo>
                    <a:pt x="1118509" y="1378375"/>
                  </a:lnTo>
                  <a:lnTo>
                    <a:pt x="1120299" y="1380166"/>
                  </a:lnTo>
                  <a:lnTo>
                    <a:pt x="1128648" y="1380166"/>
                  </a:lnTo>
                  <a:lnTo>
                    <a:pt x="1130439" y="1378375"/>
                  </a:lnTo>
                  <a:lnTo>
                    <a:pt x="1134020" y="1378375"/>
                  </a:lnTo>
                  <a:lnTo>
                    <a:pt x="1137601" y="1374794"/>
                  </a:lnTo>
                  <a:lnTo>
                    <a:pt x="1140231" y="1374794"/>
                  </a:lnTo>
                  <a:lnTo>
                    <a:pt x="1140231" y="1372165"/>
                  </a:lnTo>
                  <a:lnTo>
                    <a:pt x="1143812" y="1368583"/>
                  </a:lnTo>
                  <a:lnTo>
                    <a:pt x="1143812" y="1360235"/>
                  </a:lnTo>
                  <a:lnTo>
                    <a:pt x="1141182" y="1357605"/>
                  </a:lnTo>
                  <a:lnTo>
                    <a:pt x="1136414" y="1357605"/>
                  </a:lnTo>
                  <a:close/>
                  <a:moveTo>
                    <a:pt x="1134859" y="1368583"/>
                  </a:moveTo>
                  <a:lnTo>
                    <a:pt x="1135810" y="1367632"/>
                  </a:lnTo>
                  <a:lnTo>
                    <a:pt x="1138205" y="1367632"/>
                  </a:lnTo>
                  <a:lnTo>
                    <a:pt x="1139156" y="1369187"/>
                  </a:lnTo>
                  <a:lnTo>
                    <a:pt x="1138205" y="1370139"/>
                  </a:lnTo>
                  <a:lnTo>
                    <a:pt x="1135810" y="1370139"/>
                  </a:lnTo>
                  <a:lnTo>
                    <a:pt x="1134859" y="1368583"/>
                  </a:lnTo>
                  <a:close/>
                  <a:moveTo>
                    <a:pt x="1120534" y="1368583"/>
                  </a:moveTo>
                  <a:lnTo>
                    <a:pt x="1121486" y="1367632"/>
                  </a:lnTo>
                  <a:lnTo>
                    <a:pt x="1123880" y="1367632"/>
                  </a:lnTo>
                  <a:lnTo>
                    <a:pt x="1124832" y="1369187"/>
                  </a:lnTo>
                  <a:lnTo>
                    <a:pt x="1123880" y="1370139"/>
                  </a:lnTo>
                  <a:lnTo>
                    <a:pt x="1121486" y="1370139"/>
                  </a:lnTo>
                  <a:lnTo>
                    <a:pt x="1120534" y="1368583"/>
                  </a:lnTo>
                  <a:close/>
                  <a:moveTo>
                    <a:pt x="1023189" y="1338563"/>
                  </a:moveTo>
                  <a:lnTo>
                    <a:pt x="1025215" y="1336538"/>
                  </a:lnTo>
                  <a:lnTo>
                    <a:pt x="1023424" y="1334747"/>
                  </a:lnTo>
                  <a:lnTo>
                    <a:pt x="1021399" y="1336773"/>
                  </a:lnTo>
                  <a:lnTo>
                    <a:pt x="1023189" y="1338563"/>
                  </a:lnTo>
                  <a:close/>
                  <a:moveTo>
                    <a:pt x="1024202" y="1333611"/>
                  </a:moveTo>
                  <a:lnTo>
                    <a:pt x="1024202" y="1330746"/>
                  </a:lnTo>
                  <a:lnTo>
                    <a:pt x="1022411" y="1330746"/>
                  </a:lnTo>
                  <a:lnTo>
                    <a:pt x="1022411" y="1333611"/>
                  </a:lnTo>
                  <a:lnTo>
                    <a:pt x="1024202" y="1333611"/>
                  </a:lnTo>
                  <a:close/>
                  <a:moveTo>
                    <a:pt x="1019188" y="1316064"/>
                  </a:moveTo>
                  <a:lnTo>
                    <a:pt x="1022053" y="1316064"/>
                  </a:lnTo>
                  <a:lnTo>
                    <a:pt x="1022053" y="1312483"/>
                  </a:lnTo>
                  <a:lnTo>
                    <a:pt x="1019188" y="1312483"/>
                  </a:lnTo>
                  <a:lnTo>
                    <a:pt x="1019188" y="1316064"/>
                  </a:lnTo>
                  <a:close/>
                  <a:moveTo>
                    <a:pt x="1029574" y="1149306"/>
                  </a:moveTo>
                  <a:lnTo>
                    <a:pt x="1026351" y="1152529"/>
                  </a:lnTo>
                  <a:lnTo>
                    <a:pt x="1026351" y="1168040"/>
                  </a:lnTo>
                  <a:lnTo>
                    <a:pt x="1029932" y="1171622"/>
                  </a:lnTo>
                  <a:lnTo>
                    <a:pt x="1029932" y="1174251"/>
                  </a:lnTo>
                  <a:lnTo>
                    <a:pt x="1032561" y="1174251"/>
                  </a:lnTo>
                  <a:lnTo>
                    <a:pt x="1034352" y="1176042"/>
                  </a:lnTo>
                  <a:lnTo>
                    <a:pt x="1037329" y="1176042"/>
                  </a:lnTo>
                  <a:lnTo>
                    <a:pt x="1041985" y="1171386"/>
                  </a:lnTo>
                  <a:lnTo>
                    <a:pt x="1037329" y="1171386"/>
                  </a:lnTo>
                  <a:lnTo>
                    <a:pt x="1036378" y="1170435"/>
                  </a:lnTo>
                  <a:lnTo>
                    <a:pt x="1036378" y="1161482"/>
                  </a:lnTo>
                  <a:lnTo>
                    <a:pt x="1032797" y="1157901"/>
                  </a:lnTo>
                  <a:lnTo>
                    <a:pt x="1032797" y="1152529"/>
                  </a:lnTo>
                  <a:lnTo>
                    <a:pt x="1029574" y="114930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140" name="Vector layer B9B9BC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52938" y="1638723"/>
                  </a:moveTo>
                  <a:lnTo>
                    <a:pt x="952938" y="1643379"/>
                  </a:lnTo>
                  <a:lnTo>
                    <a:pt x="961532" y="1643379"/>
                  </a:lnTo>
                  <a:lnTo>
                    <a:pt x="961532" y="1640514"/>
                  </a:lnTo>
                  <a:lnTo>
                    <a:pt x="960335" y="1640514"/>
                  </a:lnTo>
                  <a:lnTo>
                    <a:pt x="958545" y="1638723"/>
                  </a:lnTo>
                  <a:lnTo>
                    <a:pt x="952938" y="1638723"/>
                  </a:lnTo>
                  <a:close/>
                  <a:moveTo>
                    <a:pt x="948405" y="1639798"/>
                  </a:moveTo>
                  <a:lnTo>
                    <a:pt x="949776" y="1641169"/>
                  </a:lnTo>
                  <a:lnTo>
                    <a:pt x="951802" y="1639143"/>
                  </a:lnTo>
                  <a:lnTo>
                    <a:pt x="949592" y="1636933"/>
                  </a:lnTo>
                  <a:lnTo>
                    <a:pt x="945417" y="1636933"/>
                  </a:lnTo>
                  <a:lnTo>
                    <a:pt x="945417" y="1639798"/>
                  </a:lnTo>
                  <a:lnTo>
                    <a:pt x="948405" y="1639798"/>
                  </a:lnTo>
                  <a:close/>
                  <a:moveTo>
                    <a:pt x="1033933" y="1626609"/>
                  </a:moveTo>
                  <a:lnTo>
                    <a:pt x="1030771" y="1629770"/>
                  </a:lnTo>
                  <a:lnTo>
                    <a:pt x="1027190" y="1629770"/>
                  </a:lnTo>
                  <a:lnTo>
                    <a:pt x="1022411" y="1634549"/>
                  </a:lnTo>
                  <a:lnTo>
                    <a:pt x="1020621" y="1632758"/>
                  </a:lnTo>
                  <a:lnTo>
                    <a:pt x="1018237" y="1635142"/>
                  </a:lnTo>
                  <a:lnTo>
                    <a:pt x="1016446" y="1635142"/>
                  </a:lnTo>
                  <a:lnTo>
                    <a:pt x="1014656" y="1636933"/>
                  </a:lnTo>
                  <a:lnTo>
                    <a:pt x="1011075" y="1636933"/>
                  </a:lnTo>
                  <a:lnTo>
                    <a:pt x="1007494" y="1640514"/>
                  </a:lnTo>
                  <a:lnTo>
                    <a:pt x="1004864" y="1640514"/>
                  </a:lnTo>
                  <a:lnTo>
                    <a:pt x="1004864" y="1643143"/>
                  </a:lnTo>
                  <a:lnTo>
                    <a:pt x="1003493" y="1644514"/>
                  </a:lnTo>
                  <a:lnTo>
                    <a:pt x="1005519" y="1646540"/>
                  </a:lnTo>
                  <a:lnTo>
                    <a:pt x="1012261" y="1639798"/>
                  </a:lnTo>
                  <a:lnTo>
                    <a:pt x="1019424" y="1639798"/>
                  </a:lnTo>
                  <a:lnTo>
                    <a:pt x="1021214" y="1638007"/>
                  </a:lnTo>
                  <a:lnTo>
                    <a:pt x="1023005" y="1638007"/>
                  </a:lnTo>
                  <a:lnTo>
                    <a:pt x="1025993" y="1635019"/>
                  </a:lnTo>
                  <a:lnTo>
                    <a:pt x="1027190" y="1636216"/>
                  </a:lnTo>
                  <a:lnTo>
                    <a:pt x="1031958" y="1636216"/>
                  </a:lnTo>
                  <a:lnTo>
                    <a:pt x="1034587" y="1633587"/>
                  </a:lnTo>
                  <a:lnTo>
                    <a:pt x="1034587" y="1630006"/>
                  </a:lnTo>
                  <a:lnTo>
                    <a:pt x="1033933" y="1626609"/>
                  </a:lnTo>
                  <a:close/>
                  <a:moveTo>
                    <a:pt x="894269" y="1619682"/>
                  </a:moveTo>
                  <a:lnTo>
                    <a:pt x="896294" y="1617656"/>
                  </a:lnTo>
                  <a:lnTo>
                    <a:pt x="894504" y="1615865"/>
                  </a:lnTo>
                  <a:lnTo>
                    <a:pt x="892478" y="1617891"/>
                  </a:lnTo>
                  <a:lnTo>
                    <a:pt x="894269" y="1619682"/>
                  </a:lnTo>
                  <a:close/>
                  <a:moveTo>
                    <a:pt x="1065027" y="1609839"/>
                  </a:moveTo>
                  <a:lnTo>
                    <a:pt x="1060371" y="1614494"/>
                  </a:lnTo>
                  <a:lnTo>
                    <a:pt x="1060371" y="1620337"/>
                  </a:lnTo>
                  <a:lnTo>
                    <a:pt x="1065027" y="1615681"/>
                  </a:lnTo>
                  <a:lnTo>
                    <a:pt x="1065027" y="1609839"/>
                  </a:lnTo>
                  <a:close/>
                  <a:moveTo>
                    <a:pt x="870214" y="1612939"/>
                  </a:moveTo>
                  <a:lnTo>
                    <a:pt x="874992" y="1612939"/>
                  </a:lnTo>
                  <a:lnTo>
                    <a:pt x="878573" y="1616520"/>
                  </a:lnTo>
                  <a:lnTo>
                    <a:pt x="884415" y="1616520"/>
                  </a:lnTo>
                  <a:lnTo>
                    <a:pt x="877969" y="1610074"/>
                  </a:lnTo>
                  <a:lnTo>
                    <a:pt x="870214" y="1612939"/>
                  </a:lnTo>
                  <a:close/>
                  <a:moveTo>
                    <a:pt x="1052258" y="1608284"/>
                  </a:moveTo>
                  <a:lnTo>
                    <a:pt x="1047602" y="1612939"/>
                  </a:lnTo>
                  <a:lnTo>
                    <a:pt x="1054048" y="1612939"/>
                  </a:lnTo>
                  <a:lnTo>
                    <a:pt x="1055839" y="1614730"/>
                  </a:lnTo>
                  <a:lnTo>
                    <a:pt x="1059655" y="1614730"/>
                  </a:lnTo>
                  <a:lnTo>
                    <a:pt x="1059655" y="1610913"/>
                  </a:lnTo>
                  <a:lnTo>
                    <a:pt x="1057025" y="1608284"/>
                  </a:lnTo>
                  <a:lnTo>
                    <a:pt x="1052258" y="1608284"/>
                  </a:lnTo>
                  <a:close/>
                  <a:moveTo>
                    <a:pt x="1043305" y="1606493"/>
                  </a:moveTo>
                  <a:lnTo>
                    <a:pt x="1040082" y="1609716"/>
                  </a:lnTo>
                  <a:lnTo>
                    <a:pt x="1044256" y="1613891"/>
                  </a:lnTo>
                  <a:lnTo>
                    <a:pt x="1044256" y="1615681"/>
                  </a:lnTo>
                  <a:lnTo>
                    <a:pt x="1046047" y="1617472"/>
                  </a:lnTo>
                  <a:lnTo>
                    <a:pt x="1046047" y="1627622"/>
                  </a:lnTo>
                  <a:lnTo>
                    <a:pt x="1048912" y="1627622"/>
                  </a:lnTo>
                  <a:lnTo>
                    <a:pt x="1048912" y="1614494"/>
                  </a:lnTo>
                  <a:lnTo>
                    <a:pt x="1045331" y="1610913"/>
                  </a:lnTo>
                  <a:lnTo>
                    <a:pt x="1045689" y="1609951"/>
                  </a:lnTo>
                  <a:lnTo>
                    <a:pt x="1046466" y="1610729"/>
                  </a:lnTo>
                  <a:lnTo>
                    <a:pt x="1048492" y="1608703"/>
                  </a:lnTo>
                  <a:lnTo>
                    <a:pt x="1046282" y="1606493"/>
                  </a:lnTo>
                  <a:lnTo>
                    <a:pt x="1043305" y="1606493"/>
                  </a:lnTo>
                  <a:close/>
                  <a:moveTo>
                    <a:pt x="1050048" y="1598195"/>
                  </a:moveTo>
                  <a:lnTo>
                    <a:pt x="1052258" y="1600405"/>
                  </a:lnTo>
                  <a:lnTo>
                    <a:pt x="1054048" y="1600405"/>
                  </a:lnTo>
                  <a:lnTo>
                    <a:pt x="1055839" y="1602196"/>
                  </a:lnTo>
                  <a:lnTo>
                    <a:pt x="1059420" y="1602196"/>
                  </a:lnTo>
                  <a:lnTo>
                    <a:pt x="1063236" y="1606012"/>
                  </a:lnTo>
                  <a:lnTo>
                    <a:pt x="1063236" y="1599331"/>
                  </a:lnTo>
                  <a:lnTo>
                    <a:pt x="1057025" y="1599331"/>
                  </a:lnTo>
                  <a:lnTo>
                    <a:pt x="1055235" y="1597540"/>
                  </a:lnTo>
                  <a:lnTo>
                    <a:pt x="1050048" y="1598195"/>
                  </a:lnTo>
                  <a:close/>
                  <a:moveTo>
                    <a:pt x="857086" y="1595750"/>
                  </a:moveTo>
                  <a:lnTo>
                    <a:pt x="855296" y="1597540"/>
                  </a:lnTo>
                  <a:lnTo>
                    <a:pt x="853505" y="1597540"/>
                  </a:lnTo>
                  <a:lnTo>
                    <a:pt x="852308" y="1598738"/>
                  </a:lnTo>
                  <a:lnTo>
                    <a:pt x="851530" y="1597960"/>
                  </a:lnTo>
                  <a:lnTo>
                    <a:pt x="849505" y="1599986"/>
                  </a:lnTo>
                  <a:lnTo>
                    <a:pt x="851715" y="1602196"/>
                  </a:lnTo>
                  <a:lnTo>
                    <a:pt x="862458" y="1602196"/>
                  </a:lnTo>
                  <a:lnTo>
                    <a:pt x="863409" y="1603147"/>
                  </a:lnTo>
                  <a:lnTo>
                    <a:pt x="863409" y="1604938"/>
                  </a:lnTo>
                  <a:lnTo>
                    <a:pt x="867410" y="1608938"/>
                  </a:lnTo>
                  <a:lnTo>
                    <a:pt x="869436" y="1606913"/>
                  </a:lnTo>
                  <a:lnTo>
                    <a:pt x="868065" y="1605542"/>
                  </a:lnTo>
                  <a:lnTo>
                    <a:pt x="868065" y="1604938"/>
                  </a:lnTo>
                  <a:lnTo>
                    <a:pt x="869855" y="1603147"/>
                  </a:lnTo>
                  <a:lnTo>
                    <a:pt x="869855" y="1599331"/>
                  </a:lnTo>
                  <a:lnTo>
                    <a:pt x="861854" y="1599331"/>
                  </a:lnTo>
                  <a:lnTo>
                    <a:pt x="860903" y="1598379"/>
                  </a:lnTo>
                  <a:lnTo>
                    <a:pt x="860903" y="1595750"/>
                  </a:lnTo>
                  <a:lnTo>
                    <a:pt x="857086" y="1595750"/>
                  </a:lnTo>
                  <a:close/>
                  <a:moveTo>
                    <a:pt x="1081623" y="1593959"/>
                  </a:moveTo>
                  <a:lnTo>
                    <a:pt x="1085439" y="1597776"/>
                  </a:lnTo>
                  <a:lnTo>
                    <a:pt x="1085439" y="1602196"/>
                  </a:lnTo>
                  <a:lnTo>
                    <a:pt x="1090095" y="1602196"/>
                  </a:lnTo>
                  <a:lnTo>
                    <a:pt x="1090095" y="1598379"/>
                  </a:lnTo>
                  <a:lnTo>
                    <a:pt x="1088304" y="1596589"/>
                  </a:lnTo>
                  <a:lnTo>
                    <a:pt x="1088304" y="1593959"/>
                  </a:lnTo>
                  <a:lnTo>
                    <a:pt x="1081623" y="1593959"/>
                  </a:lnTo>
                  <a:close/>
                  <a:moveTo>
                    <a:pt x="1051419" y="1588229"/>
                  </a:moveTo>
                  <a:lnTo>
                    <a:pt x="1054283" y="1588229"/>
                  </a:lnTo>
                  <a:lnTo>
                    <a:pt x="1054283" y="1586439"/>
                  </a:lnTo>
                  <a:lnTo>
                    <a:pt x="1051419" y="1586439"/>
                  </a:lnTo>
                  <a:lnTo>
                    <a:pt x="1051419" y="1588229"/>
                  </a:lnTo>
                  <a:close/>
                  <a:moveTo>
                    <a:pt x="980216" y="1587452"/>
                  </a:moveTo>
                  <a:lnTo>
                    <a:pt x="982241" y="1585426"/>
                  </a:lnTo>
                  <a:lnTo>
                    <a:pt x="980451" y="1583635"/>
                  </a:lnTo>
                  <a:lnTo>
                    <a:pt x="978425" y="1585661"/>
                  </a:lnTo>
                  <a:lnTo>
                    <a:pt x="980216" y="1587452"/>
                  </a:lnTo>
                  <a:close/>
                  <a:moveTo>
                    <a:pt x="911397" y="1586081"/>
                  </a:moveTo>
                  <a:lnTo>
                    <a:pt x="911397" y="1583216"/>
                  </a:lnTo>
                  <a:lnTo>
                    <a:pt x="909606" y="1583216"/>
                  </a:lnTo>
                  <a:lnTo>
                    <a:pt x="909606" y="1586081"/>
                  </a:lnTo>
                  <a:lnTo>
                    <a:pt x="911397" y="1586081"/>
                  </a:lnTo>
                  <a:close/>
                  <a:moveTo>
                    <a:pt x="1052851" y="1575460"/>
                  </a:moveTo>
                  <a:lnTo>
                    <a:pt x="1049628" y="1578683"/>
                  </a:lnTo>
                  <a:lnTo>
                    <a:pt x="1049628" y="1584525"/>
                  </a:lnTo>
                  <a:lnTo>
                    <a:pt x="1052851" y="1581302"/>
                  </a:lnTo>
                  <a:lnTo>
                    <a:pt x="1054048" y="1582500"/>
                  </a:lnTo>
                  <a:lnTo>
                    <a:pt x="1058223" y="1582500"/>
                  </a:lnTo>
                  <a:lnTo>
                    <a:pt x="1058223" y="1579635"/>
                  </a:lnTo>
                  <a:lnTo>
                    <a:pt x="1056667" y="1579277"/>
                  </a:lnTo>
                  <a:lnTo>
                    <a:pt x="1057445" y="1578499"/>
                  </a:lnTo>
                  <a:lnTo>
                    <a:pt x="1055419" y="1576473"/>
                  </a:lnTo>
                  <a:lnTo>
                    <a:pt x="1054642" y="1577251"/>
                  </a:lnTo>
                  <a:lnTo>
                    <a:pt x="1052851" y="1575460"/>
                  </a:lnTo>
                  <a:close/>
                  <a:moveTo>
                    <a:pt x="972634" y="1573905"/>
                  </a:moveTo>
                  <a:lnTo>
                    <a:pt x="975499" y="1573905"/>
                  </a:lnTo>
                  <a:lnTo>
                    <a:pt x="975499" y="1572114"/>
                  </a:lnTo>
                  <a:lnTo>
                    <a:pt x="972634" y="1572114"/>
                  </a:lnTo>
                  <a:lnTo>
                    <a:pt x="972634" y="1573905"/>
                  </a:lnTo>
                  <a:close/>
                  <a:moveTo>
                    <a:pt x="886687" y="1568656"/>
                  </a:moveTo>
                  <a:lnTo>
                    <a:pt x="886687" y="1578079"/>
                  </a:lnTo>
                  <a:lnTo>
                    <a:pt x="889910" y="1581302"/>
                  </a:lnTo>
                  <a:lnTo>
                    <a:pt x="891700" y="1579512"/>
                  </a:lnTo>
                  <a:lnTo>
                    <a:pt x="893491" y="1581302"/>
                  </a:lnTo>
                  <a:lnTo>
                    <a:pt x="896294" y="1578499"/>
                  </a:lnTo>
                  <a:lnTo>
                    <a:pt x="894269" y="1576473"/>
                  </a:lnTo>
                  <a:lnTo>
                    <a:pt x="893491" y="1577251"/>
                  </a:lnTo>
                  <a:lnTo>
                    <a:pt x="893133" y="1576893"/>
                  </a:lnTo>
                  <a:lnTo>
                    <a:pt x="893133" y="1575102"/>
                  </a:lnTo>
                  <a:lnTo>
                    <a:pt x="886687" y="1568656"/>
                  </a:lnTo>
                  <a:close/>
                  <a:moveTo>
                    <a:pt x="970843" y="1565310"/>
                  </a:moveTo>
                  <a:lnTo>
                    <a:pt x="970843" y="1569966"/>
                  </a:lnTo>
                  <a:lnTo>
                    <a:pt x="975499" y="1569966"/>
                  </a:lnTo>
                  <a:lnTo>
                    <a:pt x="975499" y="1565310"/>
                  </a:lnTo>
                  <a:lnTo>
                    <a:pt x="970843" y="1565310"/>
                  </a:lnTo>
                  <a:close/>
                  <a:moveTo>
                    <a:pt x="1074696" y="1563520"/>
                  </a:moveTo>
                  <a:lnTo>
                    <a:pt x="1074696" y="1566149"/>
                  </a:lnTo>
                  <a:lnTo>
                    <a:pt x="1071954" y="1568891"/>
                  </a:lnTo>
                  <a:lnTo>
                    <a:pt x="1069559" y="1568891"/>
                  </a:lnTo>
                  <a:lnTo>
                    <a:pt x="1067769" y="1567101"/>
                  </a:lnTo>
                  <a:lnTo>
                    <a:pt x="1064792" y="1567101"/>
                  </a:lnTo>
                  <a:lnTo>
                    <a:pt x="1062582" y="1569311"/>
                  </a:lnTo>
                  <a:lnTo>
                    <a:pt x="1064607" y="1571337"/>
                  </a:lnTo>
                  <a:lnTo>
                    <a:pt x="1065978" y="1569966"/>
                  </a:lnTo>
                  <a:lnTo>
                    <a:pt x="1066582" y="1569966"/>
                  </a:lnTo>
                  <a:lnTo>
                    <a:pt x="1070521" y="1573905"/>
                  </a:lnTo>
                  <a:lnTo>
                    <a:pt x="1068373" y="1574263"/>
                  </a:lnTo>
                  <a:lnTo>
                    <a:pt x="1066582" y="1576054"/>
                  </a:lnTo>
                  <a:lnTo>
                    <a:pt x="1064792" y="1576054"/>
                  </a:lnTo>
                  <a:lnTo>
                    <a:pt x="1062162" y="1578683"/>
                  </a:lnTo>
                  <a:lnTo>
                    <a:pt x="1062162" y="1580474"/>
                  </a:lnTo>
                  <a:lnTo>
                    <a:pt x="1059778" y="1582858"/>
                  </a:lnTo>
                  <a:lnTo>
                    <a:pt x="1063953" y="1587032"/>
                  </a:lnTo>
                  <a:lnTo>
                    <a:pt x="1063001" y="1588587"/>
                  </a:lnTo>
                  <a:lnTo>
                    <a:pt x="1062397" y="1588587"/>
                  </a:lnTo>
                  <a:lnTo>
                    <a:pt x="1058581" y="1584771"/>
                  </a:lnTo>
                  <a:lnTo>
                    <a:pt x="1058581" y="1594194"/>
                  </a:lnTo>
                  <a:lnTo>
                    <a:pt x="1061804" y="1597417"/>
                  </a:lnTo>
                  <a:lnTo>
                    <a:pt x="1064188" y="1595033"/>
                  </a:lnTo>
                  <a:lnTo>
                    <a:pt x="1065743" y="1595985"/>
                  </a:lnTo>
                  <a:lnTo>
                    <a:pt x="1065743" y="1596589"/>
                  </a:lnTo>
                  <a:lnTo>
                    <a:pt x="1063953" y="1598379"/>
                  </a:lnTo>
                  <a:lnTo>
                    <a:pt x="1063953" y="1603147"/>
                  </a:lnTo>
                  <a:lnTo>
                    <a:pt x="1066582" y="1605777"/>
                  </a:lnTo>
                  <a:lnTo>
                    <a:pt x="1072189" y="1605777"/>
                  </a:lnTo>
                  <a:lnTo>
                    <a:pt x="1072189" y="1603147"/>
                  </a:lnTo>
                  <a:lnTo>
                    <a:pt x="1073980" y="1601357"/>
                  </a:lnTo>
                  <a:lnTo>
                    <a:pt x="1073980" y="1594798"/>
                  </a:lnTo>
                  <a:lnTo>
                    <a:pt x="1072189" y="1593008"/>
                  </a:lnTo>
                  <a:lnTo>
                    <a:pt x="1072189" y="1590378"/>
                  </a:lnTo>
                  <a:lnTo>
                    <a:pt x="1068373" y="1590378"/>
                  </a:lnTo>
                  <a:lnTo>
                    <a:pt x="1066582" y="1592169"/>
                  </a:lnTo>
                  <a:lnTo>
                    <a:pt x="1065027" y="1591217"/>
                  </a:lnTo>
                  <a:lnTo>
                    <a:pt x="1065978" y="1589662"/>
                  </a:lnTo>
                  <a:lnTo>
                    <a:pt x="1072424" y="1589662"/>
                  </a:lnTo>
                  <a:lnTo>
                    <a:pt x="1065978" y="1583216"/>
                  </a:lnTo>
                  <a:lnTo>
                    <a:pt x="1063830" y="1582858"/>
                  </a:lnTo>
                  <a:lnTo>
                    <a:pt x="1064188" y="1582500"/>
                  </a:lnTo>
                  <a:lnTo>
                    <a:pt x="1067769" y="1582500"/>
                  </a:lnTo>
                  <a:lnTo>
                    <a:pt x="1073141" y="1577128"/>
                  </a:lnTo>
                  <a:lnTo>
                    <a:pt x="1073744" y="1577128"/>
                  </a:lnTo>
                  <a:lnTo>
                    <a:pt x="1077326" y="1580709"/>
                  </a:lnTo>
                  <a:lnTo>
                    <a:pt x="1082093" y="1580709"/>
                  </a:lnTo>
                  <a:lnTo>
                    <a:pt x="1084723" y="1578079"/>
                  </a:lnTo>
                  <a:lnTo>
                    <a:pt x="1084723" y="1574263"/>
                  </a:lnTo>
                  <a:lnTo>
                    <a:pt x="1080303" y="1574263"/>
                  </a:lnTo>
                  <a:lnTo>
                    <a:pt x="1078512" y="1572472"/>
                  </a:lnTo>
                  <a:lnTo>
                    <a:pt x="1074931" y="1572472"/>
                  </a:lnTo>
                  <a:lnTo>
                    <a:pt x="1073980" y="1571521"/>
                  </a:lnTo>
                  <a:lnTo>
                    <a:pt x="1073980" y="1570917"/>
                  </a:lnTo>
                  <a:lnTo>
                    <a:pt x="1076722" y="1568175"/>
                  </a:lnTo>
                  <a:lnTo>
                    <a:pt x="1078512" y="1568175"/>
                  </a:lnTo>
                  <a:lnTo>
                    <a:pt x="1080303" y="1566384"/>
                  </a:lnTo>
                  <a:lnTo>
                    <a:pt x="1081500" y="1566384"/>
                  </a:lnTo>
                  <a:lnTo>
                    <a:pt x="1081500" y="1563520"/>
                  </a:lnTo>
                  <a:lnTo>
                    <a:pt x="1074696" y="1563520"/>
                  </a:lnTo>
                  <a:close/>
                  <a:moveTo>
                    <a:pt x="851950" y="1559703"/>
                  </a:moveTo>
                  <a:lnTo>
                    <a:pt x="845269" y="1566384"/>
                  </a:lnTo>
                  <a:lnTo>
                    <a:pt x="851950" y="1566384"/>
                  </a:lnTo>
                  <a:lnTo>
                    <a:pt x="851950" y="1559703"/>
                  </a:lnTo>
                  <a:close/>
                  <a:moveTo>
                    <a:pt x="986958" y="1563161"/>
                  </a:moveTo>
                  <a:lnTo>
                    <a:pt x="989823" y="1563161"/>
                  </a:lnTo>
                  <a:lnTo>
                    <a:pt x="989823" y="1559580"/>
                  </a:lnTo>
                  <a:lnTo>
                    <a:pt x="986958" y="1559580"/>
                  </a:lnTo>
                  <a:lnTo>
                    <a:pt x="986958" y="1563161"/>
                  </a:lnTo>
                  <a:close/>
                  <a:moveTo>
                    <a:pt x="816855" y="1552541"/>
                  </a:moveTo>
                  <a:lnTo>
                    <a:pt x="816855" y="1558383"/>
                  </a:lnTo>
                  <a:lnTo>
                    <a:pt x="818645" y="1560174"/>
                  </a:lnTo>
                  <a:lnTo>
                    <a:pt x="818645" y="1561964"/>
                  </a:lnTo>
                  <a:lnTo>
                    <a:pt x="821275" y="1564594"/>
                  </a:lnTo>
                  <a:lnTo>
                    <a:pt x="823066" y="1564594"/>
                  </a:lnTo>
                  <a:lnTo>
                    <a:pt x="826882" y="1568410"/>
                  </a:lnTo>
                  <a:lnTo>
                    <a:pt x="826882" y="1559938"/>
                  </a:lnTo>
                  <a:lnTo>
                    <a:pt x="824252" y="1559938"/>
                  </a:lnTo>
                  <a:lnTo>
                    <a:pt x="816855" y="1552541"/>
                  </a:lnTo>
                  <a:close/>
                  <a:moveTo>
                    <a:pt x="974424" y="1555999"/>
                  </a:moveTo>
                  <a:lnTo>
                    <a:pt x="977289" y="1555999"/>
                  </a:lnTo>
                  <a:lnTo>
                    <a:pt x="977289" y="1554209"/>
                  </a:lnTo>
                  <a:lnTo>
                    <a:pt x="974424" y="1554209"/>
                  </a:lnTo>
                  <a:lnTo>
                    <a:pt x="974424" y="1555999"/>
                  </a:lnTo>
                  <a:close/>
                  <a:moveTo>
                    <a:pt x="850876" y="1550628"/>
                  </a:moveTo>
                  <a:lnTo>
                    <a:pt x="850876" y="1551825"/>
                  </a:lnTo>
                  <a:lnTo>
                    <a:pt x="848492" y="1554209"/>
                  </a:lnTo>
                  <a:lnTo>
                    <a:pt x="854876" y="1560593"/>
                  </a:lnTo>
                  <a:lnTo>
                    <a:pt x="856902" y="1558567"/>
                  </a:lnTo>
                  <a:lnTo>
                    <a:pt x="853740" y="1555406"/>
                  </a:lnTo>
                  <a:lnTo>
                    <a:pt x="850876" y="1550628"/>
                  </a:lnTo>
                  <a:close/>
                  <a:moveTo>
                    <a:pt x="815064" y="1552418"/>
                  </a:moveTo>
                  <a:lnTo>
                    <a:pt x="817929" y="1552418"/>
                  </a:lnTo>
                  <a:lnTo>
                    <a:pt x="817929" y="1550628"/>
                  </a:lnTo>
                  <a:lnTo>
                    <a:pt x="815064" y="1550628"/>
                  </a:lnTo>
                  <a:lnTo>
                    <a:pt x="815064" y="1552418"/>
                  </a:lnTo>
                  <a:close/>
                  <a:moveTo>
                    <a:pt x="1100838" y="1545379"/>
                  </a:moveTo>
                  <a:lnTo>
                    <a:pt x="1097022" y="1549195"/>
                  </a:lnTo>
                  <a:lnTo>
                    <a:pt x="1094392" y="1549195"/>
                  </a:lnTo>
                  <a:lnTo>
                    <a:pt x="1094392" y="1553615"/>
                  </a:lnTo>
                  <a:lnTo>
                    <a:pt x="1090576" y="1557432"/>
                  </a:lnTo>
                  <a:lnTo>
                    <a:pt x="1099999" y="1557432"/>
                  </a:lnTo>
                  <a:lnTo>
                    <a:pt x="1102629" y="1554802"/>
                  </a:lnTo>
                  <a:lnTo>
                    <a:pt x="1102629" y="1553011"/>
                  </a:lnTo>
                  <a:lnTo>
                    <a:pt x="1104000" y="1551640"/>
                  </a:lnTo>
                  <a:lnTo>
                    <a:pt x="1101974" y="1549615"/>
                  </a:lnTo>
                  <a:lnTo>
                    <a:pt x="1101196" y="1550392"/>
                  </a:lnTo>
                  <a:lnTo>
                    <a:pt x="1100838" y="1550034"/>
                  </a:lnTo>
                  <a:lnTo>
                    <a:pt x="1100838" y="1545379"/>
                  </a:lnTo>
                  <a:close/>
                  <a:moveTo>
                    <a:pt x="900060" y="1547405"/>
                  </a:moveTo>
                  <a:lnTo>
                    <a:pt x="895404" y="1552060"/>
                  </a:lnTo>
                  <a:lnTo>
                    <a:pt x="901247" y="1552060"/>
                  </a:lnTo>
                  <a:lnTo>
                    <a:pt x="905902" y="1547405"/>
                  </a:lnTo>
                  <a:lnTo>
                    <a:pt x="900060" y="1547405"/>
                  </a:lnTo>
                  <a:close/>
                  <a:moveTo>
                    <a:pt x="968817" y="1543823"/>
                  </a:moveTo>
                  <a:lnTo>
                    <a:pt x="972634" y="1547640"/>
                  </a:lnTo>
                  <a:lnTo>
                    <a:pt x="972634" y="1550628"/>
                  </a:lnTo>
                  <a:lnTo>
                    <a:pt x="975499" y="1550628"/>
                  </a:lnTo>
                  <a:lnTo>
                    <a:pt x="975499" y="1543823"/>
                  </a:lnTo>
                  <a:lnTo>
                    <a:pt x="968817" y="1543823"/>
                  </a:lnTo>
                  <a:close/>
                  <a:moveTo>
                    <a:pt x="995553" y="1539649"/>
                  </a:moveTo>
                  <a:lnTo>
                    <a:pt x="990304" y="1544898"/>
                  </a:lnTo>
                  <a:lnTo>
                    <a:pt x="1000802" y="1544898"/>
                  </a:lnTo>
                  <a:lnTo>
                    <a:pt x="995553" y="1539649"/>
                  </a:lnTo>
                  <a:close/>
                  <a:moveTo>
                    <a:pt x="1108717" y="1532722"/>
                  </a:moveTo>
                  <a:lnTo>
                    <a:pt x="1108717" y="1535710"/>
                  </a:lnTo>
                  <a:lnTo>
                    <a:pt x="1106926" y="1537500"/>
                  </a:lnTo>
                  <a:lnTo>
                    <a:pt x="1106926" y="1541317"/>
                  </a:lnTo>
                  <a:lnTo>
                    <a:pt x="1111346" y="1541317"/>
                  </a:lnTo>
                  <a:lnTo>
                    <a:pt x="1111704" y="1541675"/>
                  </a:lnTo>
                  <a:lnTo>
                    <a:pt x="1110507" y="1542872"/>
                  </a:lnTo>
                  <a:lnTo>
                    <a:pt x="1110507" y="1546453"/>
                  </a:lnTo>
                  <a:lnTo>
                    <a:pt x="1108717" y="1548244"/>
                  </a:lnTo>
                  <a:lnTo>
                    <a:pt x="1108717" y="1552060"/>
                  </a:lnTo>
                  <a:lnTo>
                    <a:pt x="1116114" y="1552060"/>
                  </a:lnTo>
                  <a:lnTo>
                    <a:pt x="1119695" y="1548479"/>
                  </a:lnTo>
                  <a:lnTo>
                    <a:pt x="1122325" y="1548479"/>
                  </a:lnTo>
                  <a:lnTo>
                    <a:pt x="1122325" y="1542872"/>
                  </a:lnTo>
                  <a:lnTo>
                    <a:pt x="1119695" y="1540242"/>
                  </a:lnTo>
                  <a:lnTo>
                    <a:pt x="1114324" y="1540242"/>
                  </a:lnTo>
                  <a:lnTo>
                    <a:pt x="1111581" y="1537500"/>
                  </a:lnTo>
                  <a:lnTo>
                    <a:pt x="1108717" y="1532722"/>
                  </a:lnTo>
                  <a:close/>
                  <a:moveTo>
                    <a:pt x="828437" y="1531289"/>
                  </a:moveTo>
                  <a:lnTo>
                    <a:pt x="826647" y="1533080"/>
                  </a:lnTo>
                  <a:lnTo>
                    <a:pt x="824017" y="1533080"/>
                  </a:lnTo>
                  <a:lnTo>
                    <a:pt x="824017" y="1535710"/>
                  </a:lnTo>
                  <a:lnTo>
                    <a:pt x="823066" y="1536661"/>
                  </a:lnTo>
                  <a:lnTo>
                    <a:pt x="821275" y="1536661"/>
                  </a:lnTo>
                  <a:lnTo>
                    <a:pt x="816855" y="1541081"/>
                  </a:lnTo>
                  <a:lnTo>
                    <a:pt x="816855" y="1548479"/>
                  </a:lnTo>
                  <a:lnTo>
                    <a:pt x="819485" y="1548479"/>
                  </a:lnTo>
                  <a:lnTo>
                    <a:pt x="821275" y="1550269"/>
                  </a:lnTo>
                  <a:lnTo>
                    <a:pt x="823066" y="1550269"/>
                  </a:lnTo>
                  <a:lnTo>
                    <a:pt x="824856" y="1552060"/>
                  </a:lnTo>
                  <a:lnTo>
                    <a:pt x="827833" y="1552060"/>
                  </a:lnTo>
                  <a:lnTo>
                    <a:pt x="833205" y="1546688"/>
                  </a:lnTo>
                  <a:lnTo>
                    <a:pt x="833809" y="1546688"/>
                  </a:lnTo>
                  <a:lnTo>
                    <a:pt x="834760" y="1547640"/>
                  </a:lnTo>
                  <a:lnTo>
                    <a:pt x="834760" y="1551221"/>
                  </a:lnTo>
                  <a:lnTo>
                    <a:pt x="836551" y="1553011"/>
                  </a:lnTo>
                  <a:lnTo>
                    <a:pt x="836551" y="1559457"/>
                  </a:lnTo>
                  <a:lnTo>
                    <a:pt x="840367" y="1555641"/>
                  </a:lnTo>
                  <a:lnTo>
                    <a:pt x="842997" y="1555641"/>
                  </a:lnTo>
                  <a:lnTo>
                    <a:pt x="842997" y="1545614"/>
                  </a:lnTo>
                  <a:lnTo>
                    <a:pt x="836786" y="1545614"/>
                  </a:lnTo>
                  <a:lnTo>
                    <a:pt x="836428" y="1545256"/>
                  </a:lnTo>
                  <a:lnTo>
                    <a:pt x="838577" y="1543107"/>
                  </a:lnTo>
                  <a:lnTo>
                    <a:pt x="842997" y="1543107"/>
                  </a:lnTo>
                  <a:lnTo>
                    <a:pt x="842997" y="1540477"/>
                  </a:lnTo>
                  <a:lnTo>
                    <a:pt x="847172" y="1536303"/>
                  </a:lnTo>
                  <a:lnTo>
                    <a:pt x="842158" y="1531289"/>
                  </a:lnTo>
                  <a:lnTo>
                    <a:pt x="828437" y="1531289"/>
                  </a:lnTo>
                  <a:close/>
                  <a:moveTo>
                    <a:pt x="970843" y="1532722"/>
                  </a:moveTo>
                  <a:lnTo>
                    <a:pt x="973708" y="1532722"/>
                  </a:lnTo>
                  <a:lnTo>
                    <a:pt x="973708" y="1530931"/>
                  </a:lnTo>
                  <a:lnTo>
                    <a:pt x="970843" y="1530931"/>
                  </a:lnTo>
                  <a:lnTo>
                    <a:pt x="970843" y="1532722"/>
                  </a:lnTo>
                  <a:close/>
                  <a:moveTo>
                    <a:pt x="886687" y="1529499"/>
                  </a:moveTo>
                  <a:lnTo>
                    <a:pt x="886687" y="1536180"/>
                  </a:lnTo>
                  <a:lnTo>
                    <a:pt x="889910" y="1532957"/>
                  </a:lnTo>
                  <a:lnTo>
                    <a:pt x="890687" y="1533735"/>
                  </a:lnTo>
                  <a:lnTo>
                    <a:pt x="892713" y="1531709"/>
                  </a:lnTo>
                  <a:lnTo>
                    <a:pt x="890503" y="1529499"/>
                  </a:lnTo>
                  <a:lnTo>
                    <a:pt x="886687" y="1529499"/>
                  </a:lnTo>
                  <a:close/>
                  <a:moveTo>
                    <a:pt x="1088069" y="1520546"/>
                  </a:moveTo>
                  <a:lnTo>
                    <a:pt x="1086278" y="1522337"/>
                  </a:lnTo>
                  <a:lnTo>
                    <a:pt x="1084488" y="1522337"/>
                  </a:lnTo>
                  <a:lnTo>
                    <a:pt x="1083291" y="1523534"/>
                  </a:lnTo>
                  <a:lnTo>
                    <a:pt x="1080068" y="1520311"/>
                  </a:lnTo>
                  <a:lnTo>
                    <a:pt x="1080068" y="1526153"/>
                  </a:lnTo>
                  <a:lnTo>
                    <a:pt x="1081858" y="1527944"/>
                  </a:lnTo>
                  <a:lnTo>
                    <a:pt x="1081858" y="1531525"/>
                  </a:lnTo>
                  <a:lnTo>
                    <a:pt x="1089020" y="1538687"/>
                  </a:lnTo>
                  <a:lnTo>
                    <a:pt x="1089020" y="1544059"/>
                  </a:lnTo>
                  <a:lnTo>
                    <a:pt x="1090811" y="1545849"/>
                  </a:lnTo>
                  <a:lnTo>
                    <a:pt x="1090811" y="1546453"/>
                  </a:lnTo>
                  <a:lnTo>
                    <a:pt x="1086995" y="1550269"/>
                  </a:lnTo>
                  <a:lnTo>
                    <a:pt x="1092837" y="1550269"/>
                  </a:lnTo>
                  <a:lnTo>
                    <a:pt x="1094627" y="1548479"/>
                  </a:lnTo>
                  <a:lnTo>
                    <a:pt x="1096418" y="1548479"/>
                  </a:lnTo>
                  <a:lnTo>
                    <a:pt x="1099048" y="1545849"/>
                  </a:lnTo>
                  <a:lnTo>
                    <a:pt x="1099048" y="1542872"/>
                  </a:lnTo>
                  <a:lnTo>
                    <a:pt x="1095825" y="1539649"/>
                  </a:lnTo>
                  <a:lnTo>
                    <a:pt x="1092243" y="1543230"/>
                  </a:lnTo>
                  <a:lnTo>
                    <a:pt x="1091885" y="1542872"/>
                  </a:lnTo>
                  <a:lnTo>
                    <a:pt x="1091885" y="1535710"/>
                  </a:lnTo>
                  <a:lnTo>
                    <a:pt x="1090095" y="1533919"/>
                  </a:lnTo>
                  <a:lnTo>
                    <a:pt x="1090095" y="1533315"/>
                  </a:lnTo>
                  <a:lnTo>
                    <a:pt x="1091885" y="1531525"/>
                  </a:lnTo>
                  <a:lnTo>
                    <a:pt x="1091885" y="1527944"/>
                  </a:lnTo>
                  <a:lnTo>
                    <a:pt x="1093676" y="1526153"/>
                  </a:lnTo>
                  <a:lnTo>
                    <a:pt x="1093676" y="1524362"/>
                  </a:lnTo>
                  <a:lnTo>
                    <a:pt x="1097492" y="1520546"/>
                  </a:lnTo>
                  <a:lnTo>
                    <a:pt x="1088069" y="1520546"/>
                  </a:lnTo>
                  <a:close/>
                  <a:moveTo>
                    <a:pt x="1122325" y="1516730"/>
                  </a:moveTo>
                  <a:lnTo>
                    <a:pt x="1117669" y="1521385"/>
                  </a:lnTo>
                  <a:lnTo>
                    <a:pt x="1117669" y="1525202"/>
                  </a:lnTo>
                  <a:lnTo>
                    <a:pt x="1126141" y="1525202"/>
                  </a:lnTo>
                  <a:lnTo>
                    <a:pt x="1122325" y="1521385"/>
                  </a:lnTo>
                  <a:lnTo>
                    <a:pt x="1122325" y="1516730"/>
                  </a:lnTo>
                  <a:close/>
                  <a:moveTo>
                    <a:pt x="1053209" y="1518756"/>
                  </a:moveTo>
                  <a:lnTo>
                    <a:pt x="1053209" y="1523411"/>
                  </a:lnTo>
                  <a:lnTo>
                    <a:pt x="1057025" y="1523411"/>
                  </a:lnTo>
                  <a:lnTo>
                    <a:pt x="1061681" y="1518756"/>
                  </a:lnTo>
                  <a:lnTo>
                    <a:pt x="1053209" y="1518756"/>
                  </a:lnTo>
                  <a:close/>
                  <a:moveTo>
                    <a:pt x="969053" y="1524362"/>
                  </a:moveTo>
                  <a:lnTo>
                    <a:pt x="971263" y="1526573"/>
                  </a:lnTo>
                  <a:lnTo>
                    <a:pt x="973289" y="1524547"/>
                  </a:lnTo>
                  <a:lnTo>
                    <a:pt x="971918" y="1523176"/>
                  </a:lnTo>
                  <a:lnTo>
                    <a:pt x="971918" y="1520188"/>
                  </a:lnTo>
                  <a:lnTo>
                    <a:pt x="969053" y="1520188"/>
                  </a:lnTo>
                  <a:lnTo>
                    <a:pt x="969053" y="1524362"/>
                  </a:lnTo>
                  <a:close/>
                  <a:moveTo>
                    <a:pt x="1168644" y="1516965"/>
                  </a:moveTo>
                  <a:lnTo>
                    <a:pt x="1164224" y="1521385"/>
                  </a:lnTo>
                  <a:lnTo>
                    <a:pt x="1164224" y="1531525"/>
                  </a:lnTo>
                  <a:lnTo>
                    <a:pt x="1166015" y="1533315"/>
                  </a:lnTo>
                  <a:lnTo>
                    <a:pt x="1166015" y="1536896"/>
                  </a:lnTo>
                  <a:lnTo>
                    <a:pt x="1167805" y="1538687"/>
                  </a:lnTo>
                  <a:lnTo>
                    <a:pt x="1167805" y="1539291"/>
                  </a:lnTo>
                  <a:lnTo>
                    <a:pt x="1166854" y="1540242"/>
                  </a:lnTo>
                  <a:lnTo>
                    <a:pt x="1163273" y="1540242"/>
                  </a:lnTo>
                  <a:lnTo>
                    <a:pt x="1155271" y="1548244"/>
                  </a:lnTo>
                  <a:lnTo>
                    <a:pt x="1155271" y="1552060"/>
                  </a:lnTo>
                  <a:lnTo>
                    <a:pt x="1165656" y="1552060"/>
                  </a:lnTo>
                  <a:lnTo>
                    <a:pt x="1165656" y="1549195"/>
                  </a:lnTo>
                  <a:lnTo>
                    <a:pt x="1164459" y="1549195"/>
                  </a:lnTo>
                  <a:lnTo>
                    <a:pt x="1161717" y="1546453"/>
                  </a:lnTo>
                  <a:lnTo>
                    <a:pt x="1161717" y="1545849"/>
                  </a:lnTo>
                  <a:lnTo>
                    <a:pt x="1164459" y="1543107"/>
                  </a:lnTo>
                  <a:lnTo>
                    <a:pt x="1170670" y="1543107"/>
                  </a:lnTo>
                  <a:lnTo>
                    <a:pt x="1171028" y="1540119"/>
                  </a:lnTo>
                  <a:lnTo>
                    <a:pt x="1172225" y="1541317"/>
                  </a:lnTo>
                  <a:lnTo>
                    <a:pt x="1175807" y="1541317"/>
                  </a:lnTo>
                  <a:lnTo>
                    <a:pt x="1176758" y="1542268"/>
                  </a:lnTo>
                  <a:lnTo>
                    <a:pt x="1176758" y="1544898"/>
                  </a:lnTo>
                  <a:lnTo>
                    <a:pt x="1179746" y="1545256"/>
                  </a:lnTo>
                  <a:lnTo>
                    <a:pt x="1179388" y="1545614"/>
                  </a:lnTo>
                  <a:lnTo>
                    <a:pt x="1174016" y="1545614"/>
                  </a:lnTo>
                  <a:lnTo>
                    <a:pt x="1169596" y="1550034"/>
                  </a:lnTo>
                  <a:lnTo>
                    <a:pt x="1169596" y="1553851"/>
                  </a:lnTo>
                  <a:lnTo>
                    <a:pt x="1182365" y="1553851"/>
                  </a:lnTo>
                  <a:lnTo>
                    <a:pt x="1184155" y="1552060"/>
                  </a:lnTo>
                  <a:lnTo>
                    <a:pt x="1188811" y="1552060"/>
                  </a:lnTo>
                  <a:lnTo>
                    <a:pt x="1183797" y="1547046"/>
                  </a:lnTo>
                  <a:lnTo>
                    <a:pt x="1187020" y="1543823"/>
                  </a:lnTo>
                  <a:lnTo>
                    <a:pt x="1182365" y="1543823"/>
                  </a:lnTo>
                  <a:lnTo>
                    <a:pt x="1179623" y="1541081"/>
                  </a:lnTo>
                  <a:lnTo>
                    <a:pt x="1179623" y="1524966"/>
                  </a:lnTo>
                  <a:lnTo>
                    <a:pt x="1176042" y="1521385"/>
                  </a:lnTo>
                  <a:lnTo>
                    <a:pt x="1176042" y="1518756"/>
                  </a:lnTo>
                  <a:lnTo>
                    <a:pt x="1173412" y="1518756"/>
                  </a:lnTo>
                  <a:lnTo>
                    <a:pt x="1171622" y="1516965"/>
                  </a:lnTo>
                  <a:lnTo>
                    <a:pt x="1168644" y="1516965"/>
                  </a:lnTo>
                  <a:close/>
                  <a:moveTo>
                    <a:pt x="1101196" y="1516372"/>
                  </a:moveTo>
                  <a:lnTo>
                    <a:pt x="1098812" y="1518756"/>
                  </a:lnTo>
                  <a:lnTo>
                    <a:pt x="1094157" y="1518756"/>
                  </a:lnTo>
                  <a:lnTo>
                    <a:pt x="1098812" y="1523411"/>
                  </a:lnTo>
                  <a:lnTo>
                    <a:pt x="1102393" y="1523411"/>
                  </a:lnTo>
                  <a:lnTo>
                    <a:pt x="1108000" y="1529018"/>
                  </a:lnTo>
                  <a:lnTo>
                    <a:pt x="1108000" y="1522337"/>
                  </a:lnTo>
                  <a:lnTo>
                    <a:pt x="1105371" y="1522337"/>
                  </a:lnTo>
                  <a:lnTo>
                    <a:pt x="1104419" y="1521385"/>
                  </a:lnTo>
                  <a:lnTo>
                    <a:pt x="1104419" y="1519595"/>
                  </a:lnTo>
                  <a:lnTo>
                    <a:pt x="1101196" y="1516372"/>
                  </a:lnTo>
                  <a:close/>
                  <a:moveTo>
                    <a:pt x="852666" y="1516965"/>
                  </a:moveTo>
                  <a:lnTo>
                    <a:pt x="852666" y="1523769"/>
                  </a:lnTo>
                  <a:lnTo>
                    <a:pt x="855531" y="1523769"/>
                  </a:lnTo>
                  <a:lnTo>
                    <a:pt x="855531" y="1520781"/>
                  </a:lnTo>
                  <a:lnTo>
                    <a:pt x="859347" y="1516965"/>
                  </a:lnTo>
                  <a:lnTo>
                    <a:pt x="852666" y="1516965"/>
                  </a:lnTo>
                  <a:close/>
                  <a:moveTo>
                    <a:pt x="860667" y="1513384"/>
                  </a:moveTo>
                  <a:lnTo>
                    <a:pt x="858038" y="1516013"/>
                  </a:lnTo>
                  <a:lnTo>
                    <a:pt x="858038" y="1526757"/>
                  </a:lnTo>
                  <a:lnTo>
                    <a:pt x="857680" y="1527115"/>
                  </a:lnTo>
                  <a:lnTo>
                    <a:pt x="854457" y="1523892"/>
                  </a:lnTo>
                  <a:lnTo>
                    <a:pt x="854457" y="1528547"/>
                  </a:lnTo>
                  <a:lnTo>
                    <a:pt x="850876" y="1532129"/>
                  </a:lnTo>
                  <a:lnTo>
                    <a:pt x="850517" y="1534277"/>
                  </a:lnTo>
                  <a:lnTo>
                    <a:pt x="847294" y="1531054"/>
                  </a:lnTo>
                  <a:lnTo>
                    <a:pt x="847294" y="1536896"/>
                  </a:lnTo>
                  <a:lnTo>
                    <a:pt x="849085" y="1538687"/>
                  </a:lnTo>
                  <a:lnTo>
                    <a:pt x="849085" y="1539884"/>
                  </a:lnTo>
                  <a:lnTo>
                    <a:pt x="851950" y="1539884"/>
                  </a:lnTo>
                  <a:lnTo>
                    <a:pt x="852308" y="1536538"/>
                  </a:lnTo>
                  <a:lnTo>
                    <a:pt x="853505" y="1537735"/>
                  </a:lnTo>
                  <a:lnTo>
                    <a:pt x="857322" y="1537735"/>
                  </a:lnTo>
                  <a:lnTo>
                    <a:pt x="857322" y="1533919"/>
                  </a:lnTo>
                  <a:lnTo>
                    <a:pt x="855531" y="1532129"/>
                  </a:lnTo>
                  <a:lnTo>
                    <a:pt x="855531" y="1531525"/>
                  </a:lnTo>
                  <a:lnTo>
                    <a:pt x="856482" y="1530573"/>
                  </a:lnTo>
                  <a:lnTo>
                    <a:pt x="858038" y="1531525"/>
                  </a:lnTo>
                  <a:lnTo>
                    <a:pt x="858038" y="1538687"/>
                  </a:lnTo>
                  <a:lnTo>
                    <a:pt x="859828" y="1540477"/>
                  </a:lnTo>
                  <a:lnTo>
                    <a:pt x="859828" y="1548244"/>
                  </a:lnTo>
                  <a:lnTo>
                    <a:pt x="858038" y="1550034"/>
                  </a:lnTo>
                  <a:lnTo>
                    <a:pt x="858038" y="1554209"/>
                  </a:lnTo>
                  <a:lnTo>
                    <a:pt x="860903" y="1554209"/>
                  </a:lnTo>
                  <a:lnTo>
                    <a:pt x="860903" y="1553011"/>
                  </a:lnTo>
                  <a:lnTo>
                    <a:pt x="861261" y="1552653"/>
                  </a:lnTo>
                  <a:lnTo>
                    <a:pt x="861619" y="1553011"/>
                  </a:lnTo>
                  <a:lnTo>
                    <a:pt x="861619" y="1557196"/>
                  </a:lnTo>
                  <a:lnTo>
                    <a:pt x="860248" y="1558567"/>
                  </a:lnTo>
                  <a:lnTo>
                    <a:pt x="862274" y="1560593"/>
                  </a:lnTo>
                  <a:lnTo>
                    <a:pt x="863051" y="1559816"/>
                  </a:lnTo>
                  <a:lnTo>
                    <a:pt x="864249" y="1561013"/>
                  </a:lnTo>
                  <a:lnTo>
                    <a:pt x="869620" y="1561013"/>
                  </a:lnTo>
                  <a:lnTo>
                    <a:pt x="871411" y="1562803"/>
                  </a:lnTo>
                  <a:lnTo>
                    <a:pt x="873201" y="1562803"/>
                  </a:lnTo>
                  <a:lnTo>
                    <a:pt x="874992" y="1564594"/>
                  </a:lnTo>
                  <a:lnTo>
                    <a:pt x="876783" y="1564594"/>
                  </a:lnTo>
                  <a:lnTo>
                    <a:pt x="878573" y="1566384"/>
                  </a:lnTo>
                  <a:lnTo>
                    <a:pt x="884180" y="1566384"/>
                  </a:lnTo>
                  <a:lnTo>
                    <a:pt x="884180" y="1561964"/>
                  </a:lnTo>
                  <a:lnTo>
                    <a:pt x="884538" y="1561606"/>
                  </a:lnTo>
                  <a:lnTo>
                    <a:pt x="888897" y="1565965"/>
                  </a:lnTo>
                  <a:lnTo>
                    <a:pt x="890923" y="1563939"/>
                  </a:lnTo>
                  <a:lnTo>
                    <a:pt x="884538" y="1557555"/>
                  </a:lnTo>
                  <a:lnTo>
                    <a:pt x="882748" y="1559345"/>
                  </a:lnTo>
                  <a:lnTo>
                    <a:pt x="881550" y="1558148"/>
                  </a:lnTo>
                  <a:lnTo>
                    <a:pt x="876179" y="1558148"/>
                  </a:lnTo>
                  <a:lnTo>
                    <a:pt x="875821" y="1557790"/>
                  </a:lnTo>
                  <a:lnTo>
                    <a:pt x="877018" y="1556593"/>
                  </a:lnTo>
                  <a:lnTo>
                    <a:pt x="877018" y="1553011"/>
                  </a:lnTo>
                  <a:lnTo>
                    <a:pt x="878808" y="1551221"/>
                  </a:lnTo>
                  <a:lnTo>
                    <a:pt x="878808" y="1547640"/>
                  </a:lnTo>
                  <a:lnTo>
                    <a:pt x="879166" y="1547282"/>
                  </a:lnTo>
                  <a:lnTo>
                    <a:pt x="883106" y="1551221"/>
                  </a:lnTo>
                  <a:lnTo>
                    <a:pt x="883106" y="1552418"/>
                  </a:lnTo>
                  <a:lnTo>
                    <a:pt x="885971" y="1552418"/>
                  </a:lnTo>
                  <a:lnTo>
                    <a:pt x="885971" y="1550034"/>
                  </a:lnTo>
                  <a:lnTo>
                    <a:pt x="882389" y="1546453"/>
                  </a:lnTo>
                  <a:lnTo>
                    <a:pt x="882389" y="1545849"/>
                  </a:lnTo>
                  <a:lnTo>
                    <a:pt x="886206" y="1542033"/>
                  </a:lnTo>
                  <a:lnTo>
                    <a:pt x="880364" y="1542033"/>
                  </a:lnTo>
                  <a:lnTo>
                    <a:pt x="878573" y="1543823"/>
                  </a:lnTo>
                  <a:lnTo>
                    <a:pt x="876783" y="1543823"/>
                  </a:lnTo>
                  <a:lnTo>
                    <a:pt x="874992" y="1545614"/>
                  </a:lnTo>
                  <a:lnTo>
                    <a:pt x="863645" y="1545614"/>
                  </a:lnTo>
                  <a:lnTo>
                    <a:pt x="862693" y="1544663"/>
                  </a:lnTo>
                  <a:lnTo>
                    <a:pt x="862693" y="1540477"/>
                  </a:lnTo>
                  <a:lnTo>
                    <a:pt x="864484" y="1538687"/>
                  </a:lnTo>
                  <a:lnTo>
                    <a:pt x="864484" y="1536896"/>
                  </a:lnTo>
                  <a:lnTo>
                    <a:pt x="865435" y="1535945"/>
                  </a:lnTo>
                  <a:lnTo>
                    <a:pt x="867226" y="1535945"/>
                  </a:lnTo>
                  <a:lnTo>
                    <a:pt x="869855" y="1533315"/>
                  </a:lnTo>
                  <a:lnTo>
                    <a:pt x="869855" y="1531525"/>
                  </a:lnTo>
                  <a:lnTo>
                    <a:pt x="870807" y="1530573"/>
                  </a:lnTo>
                  <a:lnTo>
                    <a:pt x="871769" y="1530931"/>
                  </a:lnTo>
                  <a:lnTo>
                    <a:pt x="870991" y="1531709"/>
                  </a:lnTo>
                  <a:lnTo>
                    <a:pt x="873017" y="1533735"/>
                  </a:lnTo>
                  <a:lnTo>
                    <a:pt x="874388" y="1532364"/>
                  </a:lnTo>
                  <a:lnTo>
                    <a:pt x="876179" y="1532364"/>
                  </a:lnTo>
                  <a:lnTo>
                    <a:pt x="877376" y="1531167"/>
                  </a:lnTo>
                  <a:lnTo>
                    <a:pt x="878154" y="1531944"/>
                  </a:lnTo>
                  <a:lnTo>
                    <a:pt x="880179" y="1529918"/>
                  </a:lnTo>
                  <a:lnTo>
                    <a:pt x="877376" y="1527115"/>
                  </a:lnTo>
                  <a:lnTo>
                    <a:pt x="874992" y="1529499"/>
                  </a:lnTo>
                  <a:lnTo>
                    <a:pt x="874030" y="1529141"/>
                  </a:lnTo>
                  <a:lnTo>
                    <a:pt x="875227" y="1527944"/>
                  </a:lnTo>
                  <a:lnTo>
                    <a:pt x="875227" y="1526153"/>
                  </a:lnTo>
                  <a:lnTo>
                    <a:pt x="877018" y="1524362"/>
                  </a:lnTo>
                  <a:lnTo>
                    <a:pt x="877018" y="1522572"/>
                  </a:lnTo>
                  <a:lnTo>
                    <a:pt x="880834" y="1518756"/>
                  </a:lnTo>
                  <a:lnTo>
                    <a:pt x="870807" y="1518756"/>
                  </a:lnTo>
                  <a:lnTo>
                    <a:pt x="869016" y="1516965"/>
                  </a:lnTo>
                  <a:lnTo>
                    <a:pt x="867226" y="1516965"/>
                  </a:lnTo>
                  <a:lnTo>
                    <a:pt x="863645" y="1513384"/>
                  </a:lnTo>
                  <a:lnTo>
                    <a:pt x="860667" y="1513384"/>
                  </a:lnTo>
                  <a:close/>
                  <a:moveTo>
                    <a:pt x="872239" y="1559580"/>
                  </a:moveTo>
                  <a:lnTo>
                    <a:pt x="872598" y="1559222"/>
                  </a:lnTo>
                  <a:lnTo>
                    <a:pt x="873560" y="1559580"/>
                  </a:lnTo>
                  <a:lnTo>
                    <a:pt x="873201" y="1559938"/>
                  </a:lnTo>
                  <a:lnTo>
                    <a:pt x="872239" y="1559580"/>
                  </a:lnTo>
                  <a:close/>
                  <a:moveTo>
                    <a:pt x="865077" y="1530931"/>
                  </a:moveTo>
                  <a:lnTo>
                    <a:pt x="865435" y="1530573"/>
                  </a:lnTo>
                  <a:lnTo>
                    <a:pt x="866397" y="1530931"/>
                  </a:lnTo>
                  <a:lnTo>
                    <a:pt x="866039" y="1531289"/>
                  </a:lnTo>
                  <a:lnTo>
                    <a:pt x="865077" y="1530931"/>
                  </a:lnTo>
                  <a:close/>
                  <a:moveTo>
                    <a:pt x="1075535" y="1509803"/>
                  </a:moveTo>
                  <a:lnTo>
                    <a:pt x="1071115" y="1514223"/>
                  </a:lnTo>
                  <a:lnTo>
                    <a:pt x="1071115" y="1516013"/>
                  </a:lnTo>
                  <a:lnTo>
                    <a:pt x="1068373" y="1518756"/>
                  </a:lnTo>
                  <a:lnTo>
                    <a:pt x="1064792" y="1518756"/>
                  </a:lnTo>
                  <a:lnTo>
                    <a:pt x="1061569" y="1521979"/>
                  </a:lnTo>
                  <a:lnTo>
                    <a:pt x="1063953" y="1524362"/>
                  </a:lnTo>
                  <a:lnTo>
                    <a:pt x="1063953" y="1526153"/>
                  </a:lnTo>
                  <a:lnTo>
                    <a:pt x="1068608" y="1530808"/>
                  </a:lnTo>
                  <a:lnTo>
                    <a:pt x="1068608" y="1522572"/>
                  </a:lnTo>
                  <a:lnTo>
                    <a:pt x="1069559" y="1521620"/>
                  </a:lnTo>
                  <a:lnTo>
                    <a:pt x="1073744" y="1521620"/>
                  </a:lnTo>
                  <a:lnTo>
                    <a:pt x="1076128" y="1524004"/>
                  </a:lnTo>
                  <a:lnTo>
                    <a:pt x="1081142" y="1518991"/>
                  </a:lnTo>
                  <a:lnTo>
                    <a:pt x="1081142" y="1512432"/>
                  </a:lnTo>
                  <a:lnTo>
                    <a:pt x="1078512" y="1509803"/>
                  </a:lnTo>
                  <a:lnTo>
                    <a:pt x="1075535" y="1509803"/>
                  </a:lnTo>
                  <a:close/>
                  <a:moveTo>
                    <a:pt x="997702" y="1511235"/>
                  </a:moveTo>
                  <a:lnTo>
                    <a:pt x="997702" y="1518991"/>
                  </a:lnTo>
                  <a:lnTo>
                    <a:pt x="999492" y="1520781"/>
                  </a:lnTo>
                  <a:lnTo>
                    <a:pt x="999492" y="1521385"/>
                  </a:lnTo>
                  <a:lnTo>
                    <a:pt x="995911" y="1524966"/>
                  </a:lnTo>
                  <a:lnTo>
                    <a:pt x="995911" y="1529141"/>
                  </a:lnTo>
                  <a:lnTo>
                    <a:pt x="998776" y="1529141"/>
                  </a:lnTo>
                  <a:lnTo>
                    <a:pt x="998776" y="1526153"/>
                  </a:lnTo>
                  <a:lnTo>
                    <a:pt x="1002357" y="1522572"/>
                  </a:lnTo>
                  <a:lnTo>
                    <a:pt x="1002357" y="1516013"/>
                  </a:lnTo>
                  <a:lnTo>
                    <a:pt x="997702" y="1511235"/>
                  </a:lnTo>
                  <a:close/>
                  <a:moveTo>
                    <a:pt x="965472" y="1505986"/>
                  </a:moveTo>
                  <a:lnTo>
                    <a:pt x="965472" y="1515410"/>
                  </a:lnTo>
                  <a:lnTo>
                    <a:pt x="968101" y="1518039"/>
                  </a:lnTo>
                  <a:lnTo>
                    <a:pt x="971918" y="1518039"/>
                  </a:lnTo>
                  <a:lnTo>
                    <a:pt x="971918" y="1512432"/>
                  </a:lnTo>
                  <a:lnTo>
                    <a:pt x="965472" y="1505986"/>
                  </a:lnTo>
                  <a:close/>
                  <a:moveTo>
                    <a:pt x="884180" y="1505986"/>
                  </a:moveTo>
                  <a:lnTo>
                    <a:pt x="877499" y="1512668"/>
                  </a:lnTo>
                  <a:lnTo>
                    <a:pt x="884180" y="1512668"/>
                  </a:lnTo>
                  <a:lnTo>
                    <a:pt x="884180" y="1505986"/>
                  </a:lnTo>
                  <a:close/>
                  <a:moveTo>
                    <a:pt x="1059420" y="1502640"/>
                  </a:moveTo>
                  <a:lnTo>
                    <a:pt x="1056432" y="1505628"/>
                  </a:lnTo>
                  <a:lnTo>
                    <a:pt x="1055235" y="1504431"/>
                  </a:lnTo>
                  <a:lnTo>
                    <a:pt x="1052851" y="1504431"/>
                  </a:lnTo>
                  <a:lnTo>
                    <a:pt x="1052851" y="1507296"/>
                  </a:lnTo>
                  <a:lnTo>
                    <a:pt x="1054048" y="1507296"/>
                  </a:lnTo>
                  <a:lnTo>
                    <a:pt x="1055000" y="1508247"/>
                  </a:lnTo>
                  <a:lnTo>
                    <a:pt x="1055000" y="1510038"/>
                  </a:lnTo>
                  <a:lnTo>
                    <a:pt x="1056197" y="1511235"/>
                  </a:lnTo>
                  <a:lnTo>
                    <a:pt x="1055419" y="1512013"/>
                  </a:lnTo>
                  <a:lnTo>
                    <a:pt x="1057445" y="1514039"/>
                  </a:lnTo>
                  <a:lnTo>
                    <a:pt x="1064188" y="1507296"/>
                  </a:lnTo>
                  <a:lnTo>
                    <a:pt x="1070757" y="1507296"/>
                  </a:lnTo>
                  <a:lnTo>
                    <a:pt x="1070757" y="1504431"/>
                  </a:lnTo>
                  <a:lnTo>
                    <a:pt x="1067769" y="1504431"/>
                  </a:lnTo>
                  <a:lnTo>
                    <a:pt x="1065978" y="1502640"/>
                  </a:lnTo>
                  <a:lnTo>
                    <a:pt x="1059420" y="1502640"/>
                  </a:lnTo>
                  <a:close/>
                  <a:moveTo>
                    <a:pt x="997702" y="1505863"/>
                  </a:moveTo>
                  <a:lnTo>
                    <a:pt x="1000567" y="1505863"/>
                  </a:lnTo>
                  <a:lnTo>
                    <a:pt x="1000567" y="1504073"/>
                  </a:lnTo>
                  <a:lnTo>
                    <a:pt x="997702" y="1504073"/>
                  </a:lnTo>
                  <a:lnTo>
                    <a:pt x="997702" y="1505863"/>
                  </a:lnTo>
                  <a:close/>
                  <a:moveTo>
                    <a:pt x="962310" y="1508667"/>
                  </a:moveTo>
                  <a:lnTo>
                    <a:pt x="964336" y="1506641"/>
                  </a:lnTo>
                  <a:lnTo>
                    <a:pt x="960755" y="1503060"/>
                  </a:lnTo>
                  <a:lnTo>
                    <a:pt x="958729" y="1505086"/>
                  </a:lnTo>
                  <a:lnTo>
                    <a:pt x="962310" y="1508667"/>
                  </a:lnTo>
                  <a:close/>
                  <a:moveTo>
                    <a:pt x="933241" y="1502640"/>
                  </a:moveTo>
                  <a:lnTo>
                    <a:pt x="933241" y="1506457"/>
                  </a:lnTo>
                  <a:lnTo>
                    <a:pt x="937897" y="1511112"/>
                  </a:lnTo>
                  <a:lnTo>
                    <a:pt x="937897" y="1506457"/>
                  </a:lnTo>
                  <a:lnTo>
                    <a:pt x="941713" y="1502640"/>
                  </a:lnTo>
                  <a:lnTo>
                    <a:pt x="933241" y="1502640"/>
                  </a:lnTo>
                  <a:close/>
                  <a:moveTo>
                    <a:pt x="920349" y="1503715"/>
                  </a:moveTo>
                  <a:lnTo>
                    <a:pt x="920349" y="1500850"/>
                  </a:lnTo>
                  <a:lnTo>
                    <a:pt x="918559" y="1500850"/>
                  </a:lnTo>
                  <a:lnTo>
                    <a:pt x="918559" y="1503715"/>
                  </a:lnTo>
                  <a:lnTo>
                    <a:pt x="920349" y="1503715"/>
                  </a:lnTo>
                  <a:close/>
                  <a:moveTo>
                    <a:pt x="881315" y="1497034"/>
                  </a:moveTo>
                  <a:lnTo>
                    <a:pt x="881315" y="1502876"/>
                  </a:lnTo>
                  <a:lnTo>
                    <a:pt x="884896" y="1506457"/>
                  </a:lnTo>
                  <a:lnTo>
                    <a:pt x="884896" y="1510038"/>
                  </a:lnTo>
                  <a:lnTo>
                    <a:pt x="886687" y="1511828"/>
                  </a:lnTo>
                  <a:lnTo>
                    <a:pt x="886687" y="1513619"/>
                  </a:lnTo>
                  <a:lnTo>
                    <a:pt x="888897" y="1515829"/>
                  </a:lnTo>
                  <a:lnTo>
                    <a:pt x="890923" y="1513803"/>
                  </a:lnTo>
                  <a:lnTo>
                    <a:pt x="890145" y="1513026"/>
                  </a:lnTo>
                  <a:lnTo>
                    <a:pt x="890503" y="1512668"/>
                  </a:lnTo>
                  <a:lnTo>
                    <a:pt x="894923" y="1512668"/>
                  </a:lnTo>
                  <a:lnTo>
                    <a:pt x="894923" y="1505986"/>
                  </a:lnTo>
                  <a:lnTo>
                    <a:pt x="891107" y="1509803"/>
                  </a:lnTo>
                  <a:lnTo>
                    <a:pt x="890503" y="1509803"/>
                  </a:lnTo>
                  <a:lnTo>
                    <a:pt x="889552" y="1508851"/>
                  </a:lnTo>
                  <a:lnTo>
                    <a:pt x="889552" y="1505270"/>
                  </a:lnTo>
                  <a:lnTo>
                    <a:pt x="887761" y="1503480"/>
                  </a:lnTo>
                  <a:lnTo>
                    <a:pt x="887761" y="1500850"/>
                  </a:lnTo>
                  <a:lnTo>
                    <a:pt x="885131" y="1500850"/>
                  </a:lnTo>
                  <a:lnTo>
                    <a:pt x="881315" y="1497034"/>
                  </a:lnTo>
                  <a:close/>
                  <a:moveTo>
                    <a:pt x="905012" y="1499479"/>
                  </a:moveTo>
                  <a:lnTo>
                    <a:pt x="907038" y="1501505"/>
                  </a:lnTo>
                  <a:lnTo>
                    <a:pt x="908828" y="1499714"/>
                  </a:lnTo>
                  <a:lnTo>
                    <a:pt x="906803" y="1497688"/>
                  </a:lnTo>
                  <a:lnTo>
                    <a:pt x="905012" y="1499479"/>
                  </a:lnTo>
                  <a:close/>
                  <a:moveTo>
                    <a:pt x="947985" y="1495898"/>
                  </a:moveTo>
                  <a:lnTo>
                    <a:pt x="944824" y="1499059"/>
                  </a:lnTo>
                  <a:lnTo>
                    <a:pt x="942194" y="1499059"/>
                  </a:lnTo>
                  <a:lnTo>
                    <a:pt x="942194" y="1503715"/>
                  </a:lnTo>
                  <a:lnTo>
                    <a:pt x="946011" y="1503715"/>
                  </a:lnTo>
                  <a:lnTo>
                    <a:pt x="947801" y="1501924"/>
                  </a:lnTo>
                  <a:lnTo>
                    <a:pt x="952457" y="1501924"/>
                  </a:lnTo>
                  <a:lnTo>
                    <a:pt x="949234" y="1498701"/>
                  </a:lnTo>
                  <a:lnTo>
                    <a:pt x="947985" y="1495898"/>
                  </a:lnTo>
                  <a:close/>
                  <a:moveTo>
                    <a:pt x="866039" y="1493688"/>
                  </a:moveTo>
                  <a:lnTo>
                    <a:pt x="864249" y="1495478"/>
                  </a:lnTo>
                  <a:lnTo>
                    <a:pt x="860667" y="1495478"/>
                  </a:lnTo>
                  <a:lnTo>
                    <a:pt x="858038" y="1498108"/>
                  </a:lnTo>
                  <a:lnTo>
                    <a:pt x="858038" y="1504666"/>
                  </a:lnTo>
                  <a:lnTo>
                    <a:pt x="862816" y="1509445"/>
                  </a:lnTo>
                  <a:lnTo>
                    <a:pt x="862038" y="1510222"/>
                  </a:lnTo>
                  <a:lnTo>
                    <a:pt x="864064" y="1512248"/>
                  </a:lnTo>
                  <a:lnTo>
                    <a:pt x="865435" y="1510877"/>
                  </a:lnTo>
                  <a:lnTo>
                    <a:pt x="871646" y="1510877"/>
                  </a:lnTo>
                  <a:lnTo>
                    <a:pt x="871646" y="1504666"/>
                  </a:lnTo>
                  <a:lnTo>
                    <a:pt x="873437" y="1502876"/>
                  </a:lnTo>
                  <a:lnTo>
                    <a:pt x="873437" y="1499295"/>
                  </a:lnTo>
                  <a:lnTo>
                    <a:pt x="877253" y="1495478"/>
                  </a:lnTo>
                  <a:lnTo>
                    <a:pt x="872598" y="1495478"/>
                  </a:lnTo>
                  <a:lnTo>
                    <a:pt x="870807" y="1493688"/>
                  </a:lnTo>
                  <a:lnTo>
                    <a:pt x="866039" y="1493688"/>
                  </a:lnTo>
                  <a:close/>
                  <a:moveTo>
                    <a:pt x="797159" y="1490107"/>
                  </a:moveTo>
                  <a:lnTo>
                    <a:pt x="797159" y="1492736"/>
                  </a:lnTo>
                  <a:lnTo>
                    <a:pt x="795368" y="1494527"/>
                  </a:lnTo>
                  <a:lnTo>
                    <a:pt x="795368" y="1498108"/>
                  </a:lnTo>
                  <a:lnTo>
                    <a:pt x="793578" y="1499898"/>
                  </a:lnTo>
                  <a:lnTo>
                    <a:pt x="793578" y="1508247"/>
                  </a:lnTo>
                  <a:lnTo>
                    <a:pt x="795368" y="1510038"/>
                  </a:lnTo>
                  <a:lnTo>
                    <a:pt x="795368" y="1511828"/>
                  </a:lnTo>
                  <a:lnTo>
                    <a:pt x="797159" y="1513619"/>
                  </a:lnTo>
                  <a:lnTo>
                    <a:pt x="797159" y="1518275"/>
                  </a:lnTo>
                  <a:lnTo>
                    <a:pt x="801814" y="1513619"/>
                  </a:lnTo>
                  <a:lnTo>
                    <a:pt x="801814" y="1511828"/>
                  </a:lnTo>
                  <a:lnTo>
                    <a:pt x="803605" y="1510038"/>
                  </a:lnTo>
                  <a:lnTo>
                    <a:pt x="803605" y="1506457"/>
                  </a:lnTo>
                  <a:lnTo>
                    <a:pt x="805395" y="1504666"/>
                  </a:lnTo>
                  <a:lnTo>
                    <a:pt x="805395" y="1498108"/>
                  </a:lnTo>
                  <a:lnTo>
                    <a:pt x="803605" y="1496317"/>
                  </a:lnTo>
                  <a:lnTo>
                    <a:pt x="803605" y="1492736"/>
                  </a:lnTo>
                  <a:lnTo>
                    <a:pt x="800975" y="1490107"/>
                  </a:lnTo>
                  <a:lnTo>
                    <a:pt x="797159" y="1490107"/>
                  </a:lnTo>
                  <a:close/>
                  <a:moveTo>
                    <a:pt x="1001283" y="1482709"/>
                  </a:moveTo>
                  <a:lnTo>
                    <a:pt x="1001283" y="1487364"/>
                  </a:lnTo>
                  <a:lnTo>
                    <a:pt x="999492" y="1489155"/>
                  </a:lnTo>
                  <a:lnTo>
                    <a:pt x="999492" y="1493330"/>
                  </a:lnTo>
                  <a:lnTo>
                    <a:pt x="1002357" y="1493330"/>
                  </a:lnTo>
                  <a:lnTo>
                    <a:pt x="1002357" y="1492132"/>
                  </a:lnTo>
                  <a:lnTo>
                    <a:pt x="1006532" y="1487958"/>
                  </a:lnTo>
                  <a:lnTo>
                    <a:pt x="1001283" y="1482709"/>
                  </a:lnTo>
                  <a:close/>
                  <a:moveTo>
                    <a:pt x="787254" y="1484735"/>
                  </a:moveTo>
                  <a:lnTo>
                    <a:pt x="785464" y="1486525"/>
                  </a:lnTo>
                  <a:lnTo>
                    <a:pt x="783673" y="1486525"/>
                  </a:lnTo>
                  <a:lnTo>
                    <a:pt x="781883" y="1488316"/>
                  </a:lnTo>
                  <a:lnTo>
                    <a:pt x="780092" y="1488316"/>
                  </a:lnTo>
                  <a:lnTo>
                    <a:pt x="775672" y="1492736"/>
                  </a:lnTo>
                  <a:lnTo>
                    <a:pt x="775672" y="1494527"/>
                  </a:lnTo>
                  <a:lnTo>
                    <a:pt x="773881" y="1496317"/>
                  </a:lnTo>
                  <a:lnTo>
                    <a:pt x="773881" y="1498108"/>
                  </a:lnTo>
                  <a:lnTo>
                    <a:pt x="772091" y="1499898"/>
                  </a:lnTo>
                  <a:lnTo>
                    <a:pt x="772091" y="1509086"/>
                  </a:lnTo>
                  <a:lnTo>
                    <a:pt x="779488" y="1509086"/>
                  </a:lnTo>
                  <a:lnTo>
                    <a:pt x="781279" y="1507296"/>
                  </a:lnTo>
                  <a:lnTo>
                    <a:pt x="783069" y="1507296"/>
                  </a:lnTo>
                  <a:lnTo>
                    <a:pt x="791071" y="1499295"/>
                  </a:lnTo>
                  <a:lnTo>
                    <a:pt x="791071" y="1495713"/>
                  </a:lnTo>
                  <a:lnTo>
                    <a:pt x="792861" y="1493923"/>
                  </a:lnTo>
                  <a:lnTo>
                    <a:pt x="792861" y="1484735"/>
                  </a:lnTo>
                  <a:lnTo>
                    <a:pt x="787254" y="1484735"/>
                  </a:lnTo>
                  <a:close/>
                  <a:moveTo>
                    <a:pt x="1100603" y="1482944"/>
                  </a:moveTo>
                  <a:lnTo>
                    <a:pt x="1097973" y="1485574"/>
                  </a:lnTo>
                  <a:lnTo>
                    <a:pt x="1097973" y="1487364"/>
                  </a:lnTo>
                  <a:lnTo>
                    <a:pt x="1094392" y="1490946"/>
                  </a:lnTo>
                  <a:lnTo>
                    <a:pt x="1094392" y="1495713"/>
                  </a:lnTo>
                  <a:lnTo>
                    <a:pt x="1096183" y="1497504"/>
                  </a:lnTo>
                  <a:lnTo>
                    <a:pt x="1096183" y="1501689"/>
                  </a:lnTo>
                  <a:lnTo>
                    <a:pt x="1093799" y="1504073"/>
                  </a:lnTo>
                  <a:lnTo>
                    <a:pt x="1096183" y="1506457"/>
                  </a:lnTo>
                  <a:lnTo>
                    <a:pt x="1096183" y="1510877"/>
                  </a:lnTo>
                  <a:lnTo>
                    <a:pt x="1099999" y="1510877"/>
                  </a:lnTo>
                  <a:lnTo>
                    <a:pt x="1104777" y="1506099"/>
                  </a:lnTo>
                  <a:lnTo>
                    <a:pt x="1105135" y="1506457"/>
                  </a:lnTo>
                  <a:lnTo>
                    <a:pt x="1105135" y="1511828"/>
                  </a:lnTo>
                  <a:lnTo>
                    <a:pt x="1106926" y="1513619"/>
                  </a:lnTo>
                  <a:lnTo>
                    <a:pt x="1106926" y="1516249"/>
                  </a:lnTo>
                  <a:lnTo>
                    <a:pt x="1111346" y="1516249"/>
                  </a:lnTo>
                  <a:lnTo>
                    <a:pt x="1114927" y="1519830"/>
                  </a:lnTo>
                  <a:lnTo>
                    <a:pt x="1117905" y="1519830"/>
                  </a:lnTo>
                  <a:lnTo>
                    <a:pt x="1121486" y="1516249"/>
                  </a:lnTo>
                  <a:lnTo>
                    <a:pt x="1123276" y="1516249"/>
                  </a:lnTo>
                  <a:lnTo>
                    <a:pt x="1129487" y="1510038"/>
                  </a:lnTo>
                  <a:lnTo>
                    <a:pt x="1129487" y="1508247"/>
                  </a:lnTo>
                  <a:lnTo>
                    <a:pt x="1131278" y="1506457"/>
                  </a:lnTo>
                  <a:lnTo>
                    <a:pt x="1131278" y="1494527"/>
                  </a:lnTo>
                  <a:lnTo>
                    <a:pt x="1125067" y="1488316"/>
                  </a:lnTo>
                  <a:lnTo>
                    <a:pt x="1114927" y="1488316"/>
                  </a:lnTo>
                  <a:lnTo>
                    <a:pt x="1108358" y="1494885"/>
                  </a:lnTo>
                  <a:lnTo>
                    <a:pt x="1108000" y="1494527"/>
                  </a:lnTo>
                  <a:lnTo>
                    <a:pt x="1108000" y="1488316"/>
                  </a:lnTo>
                  <a:lnTo>
                    <a:pt x="1105013" y="1487958"/>
                  </a:lnTo>
                  <a:lnTo>
                    <a:pt x="1106803" y="1486167"/>
                  </a:lnTo>
                  <a:lnTo>
                    <a:pt x="1103580" y="1482944"/>
                  </a:lnTo>
                  <a:lnTo>
                    <a:pt x="1100603" y="1482944"/>
                  </a:lnTo>
                  <a:close/>
                  <a:moveTo>
                    <a:pt x="1106210" y="1501085"/>
                  </a:moveTo>
                  <a:lnTo>
                    <a:pt x="1106568" y="1500727"/>
                  </a:lnTo>
                  <a:lnTo>
                    <a:pt x="1106926" y="1501085"/>
                  </a:lnTo>
                  <a:lnTo>
                    <a:pt x="1106568" y="1502047"/>
                  </a:lnTo>
                  <a:lnTo>
                    <a:pt x="1106210" y="1501085"/>
                  </a:lnTo>
                  <a:close/>
                  <a:moveTo>
                    <a:pt x="872362" y="1482944"/>
                  </a:moveTo>
                  <a:lnTo>
                    <a:pt x="872362" y="1488551"/>
                  </a:lnTo>
                  <a:lnTo>
                    <a:pt x="874153" y="1490342"/>
                  </a:lnTo>
                  <a:lnTo>
                    <a:pt x="874153" y="1492971"/>
                  </a:lnTo>
                  <a:lnTo>
                    <a:pt x="879760" y="1492971"/>
                  </a:lnTo>
                  <a:lnTo>
                    <a:pt x="884180" y="1488551"/>
                  </a:lnTo>
                  <a:lnTo>
                    <a:pt x="884180" y="1482944"/>
                  </a:lnTo>
                  <a:lnTo>
                    <a:pt x="872362" y="1482944"/>
                  </a:lnTo>
                  <a:close/>
                  <a:moveTo>
                    <a:pt x="874153" y="1475782"/>
                  </a:moveTo>
                  <a:lnTo>
                    <a:pt x="874153" y="1480437"/>
                  </a:lnTo>
                  <a:lnTo>
                    <a:pt x="878573" y="1480437"/>
                  </a:lnTo>
                  <a:lnTo>
                    <a:pt x="880364" y="1482228"/>
                  </a:lnTo>
                  <a:lnTo>
                    <a:pt x="884180" y="1482228"/>
                  </a:lnTo>
                  <a:lnTo>
                    <a:pt x="884180" y="1477573"/>
                  </a:lnTo>
                  <a:lnTo>
                    <a:pt x="881550" y="1477573"/>
                  </a:lnTo>
                  <a:lnTo>
                    <a:pt x="879760" y="1475782"/>
                  </a:lnTo>
                  <a:lnTo>
                    <a:pt x="874153" y="1475782"/>
                  </a:lnTo>
                  <a:close/>
                  <a:moveTo>
                    <a:pt x="1004864" y="1475424"/>
                  </a:moveTo>
                  <a:lnTo>
                    <a:pt x="1004864" y="1482228"/>
                  </a:lnTo>
                  <a:lnTo>
                    <a:pt x="1009519" y="1482228"/>
                  </a:lnTo>
                  <a:lnTo>
                    <a:pt x="1009519" y="1478412"/>
                  </a:lnTo>
                  <a:lnTo>
                    <a:pt x="1007729" y="1476621"/>
                  </a:lnTo>
                  <a:lnTo>
                    <a:pt x="1004864" y="1475424"/>
                  </a:lnTo>
                  <a:close/>
                  <a:moveTo>
                    <a:pt x="941959" y="1472201"/>
                  </a:moveTo>
                  <a:lnTo>
                    <a:pt x="947566" y="1477808"/>
                  </a:lnTo>
                  <a:lnTo>
                    <a:pt x="947566" y="1492971"/>
                  </a:lnTo>
                  <a:lnTo>
                    <a:pt x="952221" y="1492971"/>
                  </a:lnTo>
                  <a:lnTo>
                    <a:pt x="952221" y="1478412"/>
                  </a:lnTo>
                  <a:lnTo>
                    <a:pt x="948640" y="1474831"/>
                  </a:lnTo>
                  <a:lnTo>
                    <a:pt x="948640" y="1472201"/>
                  </a:lnTo>
                  <a:lnTo>
                    <a:pt x="941959" y="1472201"/>
                  </a:lnTo>
                  <a:close/>
                  <a:moveTo>
                    <a:pt x="925721" y="1473275"/>
                  </a:moveTo>
                  <a:lnTo>
                    <a:pt x="925721" y="1470410"/>
                  </a:lnTo>
                  <a:lnTo>
                    <a:pt x="922140" y="1470410"/>
                  </a:lnTo>
                  <a:lnTo>
                    <a:pt x="922140" y="1473275"/>
                  </a:lnTo>
                  <a:lnTo>
                    <a:pt x="925721" y="1473275"/>
                  </a:lnTo>
                  <a:close/>
                  <a:moveTo>
                    <a:pt x="897850" y="1469039"/>
                  </a:moveTo>
                  <a:lnTo>
                    <a:pt x="895640" y="1471249"/>
                  </a:lnTo>
                  <a:lnTo>
                    <a:pt x="895640" y="1474227"/>
                  </a:lnTo>
                  <a:lnTo>
                    <a:pt x="896837" y="1475424"/>
                  </a:lnTo>
                  <a:lnTo>
                    <a:pt x="895281" y="1476979"/>
                  </a:lnTo>
                  <a:lnTo>
                    <a:pt x="894084" y="1475782"/>
                  </a:lnTo>
                  <a:lnTo>
                    <a:pt x="891107" y="1475782"/>
                  </a:lnTo>
                  <a:lnTo>
                    <a:pt x="886452" y="1480437"/>
                  </a:lnTo>
                  <a:lnTo>
                    <a:pt x="891107" y="1480437"/>
                  </a:lnTo>
                  <a:lnTo>
                    <a:pt x="892058" y="1481389"/>
                  </a:lnTo>
                  <a:lnTo>
                    <a:pt x="892058" y="1484970"/>
                  </a:lnTo>
                  <a:lnTo>
                    <a:pt x="893256" y="1486167"/>
                  </a:lnTo>
                  <a:lnTo>
                    <a:pt x="892898" y="1486525"/>
                  </a:lnTo>
                  <a:lnTo>
                    <a:pt x="890503" y="1486525"/>
                  </a:lnTo>
                  <a:lnTo>
                    <a:pt x="884896" y="1480918"/>
                  </a:lnTo>
                  <a:lnTo>
                    <a:pt x="884896" y="1487600"/>
                  </a:lnTo>
                  <a:lnTo>
                    <a:pt x="887526" y="1487600"/>
                  </a:lnTo>
                  <a:lnTo>
                    <a:pt x="892058" y="1492132"/>
                  </a:lnTo>
                  <a:lnTo>
                    <a:pt x="892058" y="1494762"/>
                  </a:lnTo>
                  <a:lnTo>
                    <a:pt x="898740" y="1494762"/>
                  </a:lnTo>
                  <a:lnTo>
                    <a:pt x="894923" y="1490946"/>
                  </a:lnTo>
                  <a:lnTo>
                    <a:pt x="895875" y="1489390"/>
                  </a:lnTo>
                  <a:lnTo>
                    <a:pt x="896479" y="1489390"/>
                  </a:lnTo>
                  <a:lnTo>
                    <a:pt x="898269" y="1491181"/>
                  </a:lnTo>
                  <a:lnTo>
                    <a:pt x="905667" y="1491181"/>
                  </a:lnTo>
                  <a:lnTo>
                    <a:pt x="905667" y="1488551"/>
                  </a:lnTo>
                  <a:lnTo>
                    <a:pt x="907457" y="1486761"/>
                  </a:lnTo>
                  <a:lnTo>
                    <a:pt x="907457" y="1483179"/>
                  </a:lnTo>
                  <a:lnTo>
                    <a:pt x="907815" y="1482821"/>
                  </a:lnTo>
                  <a:lnTo>
                    <a:pt x="908174" y="1483179"/>
                  </a:lnTo>
                  <a:lnTo>
                    <a:pt x="908174" y="1488551"/>
                  </a:lnTo>
                  <a:lnTo>
                    <a:pt x="910384" y="1490761"/>
                  </a:lnTo>
                  <a:lnTo>
                    <a:pt x="912409" y="1488735"/>
                  </a:lnTo>
                  <a:lnTo>
                    <a:pt x="911038" y="1487364"/>
                  </a:lnTo>
                  <a:lnTo>
                    <a:pt x="911038" y="1484970"/>
                  </a:lnTo>
                  <a:lnTo>
                    <a:pt x="912829" y="1483179"/>
                  </a:lnTo>
                  <a:lnTo>
                    <a:pt x="912829" y="1479598"/>
                  </a:lnTo>
                  <a:lnTo>
                    <a:pt x="913780" y="1478647"/>
                  </a:lnTo>
                  <a:lnTo>
                    <a:pt x="914978" y="1478647"/>
                  </a:lnTo>
                  <a:lnTo>
                    <a:pt x="914978" y="1475782"/>
                  </a:lnTo>
                  <a:lnTo>
                    <a:pt x="912594" y="1475782"/>
                  </a:lnTo>
                  <a:lnTo>
                    <a:pt x="909013" y="1479363"/>
                  </a:lnTo>
                  <a:lnTo>
                    <a:pt x="908409" y="1479363"/>
                  </a:lnTo>
                  <a:lnTo>
                    <a:pt x="907457" y="1478412"/>
                  </a:lnTo>
                  <a:lnTo>
                    <a:pt x="907457" y="1474831"/>
                  </a:lnTo>
                  <a:lnTo>
                    <a:pt x="904828" y="1472201"/>
                  </a:lnTo>
                  <a:lnTo>
                    <a:pt x="900060" y="1472201"/>
                  </a:lnTo>
                  <a:lnTo>
                    <a:pt x="898863" y="1473398"/>
                  </a:lnTo>
                  <a:lnTo>
                    <a:pt x="897850" y="1469039"/>
                  </a:lnTo>
                  <a:close/>
                  <a:moveTo>
                    <a:pt x="1070399" y="1471966"/>
                  </a:moveTo>
                  <a:lnTo>
                    <a:pt x="1070399" y="1470410"/>
                  </a:lnTo>
                  <a:lnTo>
                    <a:pt x="1066582" y="1470410"/>
                  </a:lnTo>
                  <a:lnTo>
                    <a:pt x="1064792" y="1472201"/>
                  </a:lnTo>
                  <a:lnTo>
                    <a:pt x="1062162" y="1472201"/>
                  </a:lnTo>
                  <a:lnTo>
                    <a:pt x="1062162" y="1474831"/>
                  </a:lnTo>
                  <a:lnTo>
                    <a:pt x="1058581" y="1478412"/>
                  </a:lnTo>
                  <a:lnTo>
                    <a:pt x="1058581" y="1489155"/>
                  </a:lnTo>
                  <a:lnTo>
                    <a:pt x="1056790" y="1490946"/>
                  </a:lnTo>
                  <a:lnTo>
                    <a:pt x="1056790" y="1494527"/>
                  </a:lnTo>
                  <a:lnTo>
                    <a:pt x="1055000" y="1496317"/>
                  </a:lnTo>
                  <a:lnTo>
                    <a:pt x="1055000" y="1498108"/>
                  </a:lnTo>
                  <a:lnTo>
                    <a:pt x="1051183" y="1501924"/>
                  </a:lnTo>
                  <a:lnTo>
                    <a:pt x="1057025" y="1501924"/>
                  </a:lnTo>
                  <a:lnTo>
                    <a:pt x="1058816" y="1500134"/>
                  </a:lnTo>
                  <a:lnTo>
                    <a:pt x="1061446" y="1500134"/>
                  </a:lnTo>
                  <a:lnTo>
                    <a:pt x="1061446" y="1497504"/>
                  </a:lnTo>
                  <a:lnTo>
                    <a:pt x="1063236" y="1495713"/>
                  </a:lnTo>
                  <a:lnTo>
                    <a:pt x="1063236" y="1492736"/>
                  </a:lnTo>
                  <a:lnTo>
                    <a:pt x="1062039" y="1491539"/>
                  </a:lnTo>
                  <a:lnTo>
                    <a:pt x="1065027" y="1488551"/>
                  </a:lnTo>
                  <a:lnTo>
                    <a:pt x="1065027" y="1483783"/>
                  </a:lnTo>
                  <a:lnTo>
                    <a:pt x="1063236" y="1481993"/>
                  </a:lnTo>
                  <a:lnTo>
                    <a:pt x="1063236" y="1479598"/>
                  </a:lnTo>
                  <a:lnTo>
                    <a:pt x="1064188" y="1478647"/>
                  </a:lnTo>
                  <a:lnTo>
                    <a:pt x="1064792" y="1478647"/>
                  </a:lnTo>
                  <a:lnTo>
                    <a:pt x="1066582" y="1480437"/>
                  </a:lnTo>
                  <a:lnTo>
                    <a:pt x="1068373" y="1480437"/>
                  </a:lnTo>
                  <a:lnTo>
                    <a:pt x="1071115" y="1483179"/>
                  </a:lnTo>
                  <a:lnTo>
                    <a:pt x="1071115" y="1484970"/>
                  </a:lnTo>
                  <a:lnTo>
                    <a:pt x="1072905" y="1486761"/>
                  </a:lnTo>
                  <a:lnTo>
                    <a:pt x="1072905" y="1490342"/>
                  </a:lnTo>
                  <a:lnTo>
                    <a:pt x="1077326" y="1494762"/>
                  </a:lnTo>
                  <a:lnTo>
                    <a:pt x="1079116" y="1494762"/>
                  </a:lnTo>
                  <a:lnTo>
                    <a:pt x="1080907" y="1496553"/>
                  </a:lnTo>
                  <a:lnTo>
                    <a:pt x="1084723" y="1496553"/>
                  </a:lnTo>
                  <a:lnTo>
                    <a:pt x="1084723" y="1492132"/>
                  </a:lnTo>
                  <a:lnTo>
                    <a:pt x="1087107" y="1489748"/>
                  </a:lnTo>
                  <a:lnTo>
                    <a:pt x="1084723" y="1487364"/>
                  </a:lnTo>
                  <a:lnTo>
                    <a:pt x="1084723" y="1481993"/>
                  </a:lnTo>
                  <a:lnTo>
                    <a:pt x="1082093" y="1479363"/>
                  </a:lnTo>
                  <a:lnTo>
                    <a:pt x="1079116" y="1479363"/>
                  </a:lnTo>
                  <a:lnTo>
                    <a:pt x="1074338" y="1484141"/>
                  </a:lnTo>
                  <a:lnTo>
                    <a:pt x="1073980" y="1483783"/>
                  </a:lnTo>
                  <a:lnTo>
                    <a:pt x="1073980" y="1483179"/>
                  </a:lnTo>
                  <a:lnTo>
                    <a:pt x="1079351" y="1477808"/>
                  </a:lnTo>
                  <a:lnTo>
                    <a:pt x="1079351" y="1474831"/>
                  </a:lnTo>
                  <a:lnTo>
                    <a:pt x="1077561" y="1473040"/>
                  </a:lnTo>
                  <a:lnTo>
                    <a:pt x="1077561" y="1466829"/>
                  </a:lnTo>
                  <a:lnTo>
                    <a:pt x="1072905" y="1466829"/>
                  </a:lnTo>
                  <a:lnTo>
                    <a:pt x="1072905" y="1469459"/>
                  </a:lnTo>
                  <a:lnTo>
                    <a:pt x="1070399" y="1471966"/>
                  </a:lnTo>
                  <a:close/>
                  <a:moveTo>
                    <a:pt x="1070399" y="1473275"/>
                  </a:moveTo>
                  <a:lnTo>
                    <a:pt x="1073744" y="1473275"/>
                  </a:lnTo>
                  <a:lnTo>
                    <a:pt x="1076486" y="1476017"/>
                  </a:lnTo>
                  <a:lnTo>
                    <a:pt x="1076486" y="1476621"/>
                  </a:lnTo>
                  <a:lnTo>
                    <a:pt x="1073744" y="1479363"/>
                  </a:lnTo>
                  <a:lnTo>
                    <a:pt x="1071350" y="1479363"/>
                  </a:lnTo>
                  <a:lnTo>
                    <a:pt x="1070399" y="1478412"/>
                  </a:lnTo>
                  <a:lnTo>
                    <a:pt x="1070399" y="1473275"/>
                  </a:lnTo>
                  <a:close/>
                  <a:moveTo>
                    <a:pt x="1062162" y="1466471"/>
                  </a:moveTo>
                  <a:lnTo>
                    <a:pt x="1065027" y="1466471"/>
                  </a:lnTo>
                  <a:lnTo>
                    <a:pt x="1065027" y="1462890"/>
                  </a:lnTo>
                  <a:lnTo>
                    <a:pt x="1062162" y="1462890"/>
                  </a:lnTo>
                  <a:lnTo>
                    <a:pt x="1062162" y="1466471"/>
                  </a:lnTo>
                  <a:close/>
                  <a:moveTo>
                    <a:pt x="1008865" y="1467249"/>
                  </a:moveTo>
                  <a:lnTo>
                    <a:pt x="1010890" y="1469275"/>
                  </a:lnTo>
                  <a:lnTo>
                    <a:pt x="1013101" y="1467064"/>
                  </a:lnTo>
                  <a:lnTo>
                    <a:pt x="1013101" y="1461099"/>
                  </a:lnTo>
                  <a:lnTo>
                    <a:pt x="1010236" y="1461099"/>
                  </a:lnTo>
                  <a:lnTo>
                    <a:pt x="1010236" y="1465878"/>
                  </a:lnTo>
                  <a:lnTo>
                    <a:pt x="1008865" y="1467249"/>
                  </a:lnTo>
                  <a:close/>
                  <a:moveTo>
                    <a:pt x="1164224" y="1454295"/>
                  </a:moveTo>
                  <a:lnTo>
                    <a:pt x="1164224" y="1458112"/>
                  </a:lnTo>
                  <a:lnTo>
                    <a:pt x="1166854" y="1460741"/>
                  </a:lnTo>
                  <a:lnTo>
                    <a:pt x="1171622" y="1460741"/>
                  </a:lnTo>
                  <a:lnTo>
                    <a:pt x="1175622" y="1456741"/>
                  </a:lnTo>
                  <a:lnTo>
                    <a:pt x="1173596" y="1454715"/>
                  </a:lnTo>
                  <a:lnTo>
                    <a:pt x="1172819" y="1455492"/>
                  </a:lnTo>
                  <a:lnTo>
                    <a:pt x="1171622" y="1454295"/>
                  </a:lnTo>
                  <a:lnTo>
                    <a:pt x="1164224" y="1454295"/>
                  </a:lnTo>
                  <a:close/>
                  <a:moveTo>
                    <a:pt x="669793" y="1450714"/>
                  </a:moveTo>
                  <a:lnTo>
                    <a:pt x="673610" y="1454530"/>
                  </a:lnTo>
                  <a:lnTo>
                    <a:pt x="673610" y="1456321"/>
                  </a:lnTo>
                  <a:lnTo>
                    <a:pt x="679821" y="1462532"/>
                  </a:lnTo>
                  <a:lnTo>
                    <a:pt x="681611" y="1462532"/>
                  </a:lnTo>
                  <a:lnTo>
                    <a:pt x="685428" y="1466348"/>
                  </a:lnTo>
                  <a:lnTo>
                    <a:pt x="685428" y="1452505"/>
                  </a:lnTo>
                  <a:lnTo>
                    <a:pt x="682798" y="1452505"/>
                  </a:lnTo>
                  <a:lnTo>
                    <a:pt x="681007" y="1450714"/>
                  </a:lnTo>
                  <a:lnTo>
                    <a:pt x="669793" y="1450714"/>
                  </a:lnTo>
                  <a:close/>
                  <a:moveTo>
                    <a:pt x="1097615" y="1451788"/>
                  </a:moveTo>
                  <a:lnTo>
                    <a:pt x="1097615" y="1448924"/>
                  </a:lnTo>
                  <a:lnTo>
                    <a:pt x="1095825" y="1448924"/>
                  </a:lnTo>
                  <a:lnTo>
                    <a:pt x="1095825" y="1451788"/>
                  </a:lnTo>
                  <a:lnTo>
                    <a:pt x="1097615" y="1451788"/>
                  </a:lnTo>
                  <a:close/>
                  <a:moveTo>
                    <a:pt x="1004864" y="1452147"/>
                  </a:moveTo>
                  <a:lnTo>
                    <a:pt x="1007729" y="1452147"/>
                  </a:lnTo>
                  <a:lnTo>
                    <a:pt x="1007729" y="1450356"/>
                  </a:lnTo>
                  <a:lnTo>
                    <a:pt x="1004864" y="1450356"/>
                  </a:lnTo>
                  <a:lnTo>
                    <a:pt x="1004864" y="1452147"/>
                  </a:lnTo>
                  <a:close/>
                  <a:moveTo>
                    <a:pt x="1120892" y="1449998"/>
                  </a:moveTo>
                  <a:lnTo>
                    <a:pt x="1120892" y="1447133"/>
                  </a:lnTo>
                  <a:lnTo>
                    <a:pt x="1119102" y="1447133"/>
                  </a:lnTo>
                  <a:lnTo>
                    <a:pt x="1119102" y="1449998"/>
                  </a:lnTo>
                  <a:lnTo>
                    <a:pt x="1120892" y="1449998"/>
                  </a:lnTo>
                  <a:close/>
                  <a:moveTo>
                    <a:pt x="1109556" y="1447133"/>
                  </a:moveTo>
                  <a:lnTo>
                    <a:pt x="1107765" y="1448924"/>
                  </a:lnTo>
                  <a:lnTo>
                    <a:pt x="1101196" y="1448924"/>
                  </a:lnTo>
                  <a:lnTo>
                    <a:pt x="1101196" y="1451788"/>
                  </a:lnTo>
                  <a:lnTo>
                    <a:pt x="1115163" y="1451788"/>
                  </a:lnTo>
                  <a:lnTo>
                    <a:pt x="1115163" y="1447133"/>
                  </a:lnTo>
                  <a:lnTo>
                    <a:pt x="1109556" y="1447133"/>
                  </a:lnTo>
                  <a:close/>
                  <a:moveTo>
                    <a:pt x="1178549" y="1441526"/>
                  </a:moveTo>
                  <a:lnTo>
                    <a:pt x="1178549" y="1451553"/>
                  </a:lnTo>
                  <a:lnTo>
                    <a:pt x="1174732" y="1455370"/>
                  </a:lnTo>
                  <a:lnTo>
                    <a:pt x="1180574" y="1455370"/>
                  </a:lnTo>
                  <a:lnTo>
                    <a:pt x="1182365" y="1453579"/>
                  </a:lnTo>
                  <a:lnTo>
                    <a:pt x="1184995" y="1453579"/>
                  </a:lnTo>
                  <a:lnTo>
                    <a:pt x="1184995" y="1447972"/>
                  </a:lnTo>
                  <a:lnTo>
                    <a:pt x="1178549" y="1441526"/>
                  </a:lnTo>
                  <a:close/>
                  <a:moveTo>
                    <a:pt x="1200035" y="1441403"/>
                  </a:moveTo>
                  <a:lnTo>
                    <a:pt x="1200035" y="1442600"/>
                  </a:lnTo>
                  <a:lnTo>
                    <a:pt x="1198245" y="1444391"/>
                  </a:lnTo>
                  <a:lnTo>
                    <a:pt x="1198245" y="1450949"/>
                  </a:lnTo>
                  <a:lnTo>
                    <a:pt x="1202900" y="1455605"/>
                  </a:lnTo>
                  <a:lnTo>
                    <a:pt x="1202900" y="1450949"/>
                  </a:lnTo>
                  <a:lnTo>
                    <a:pt x="1205284" y="1448565"/>
                  </a:lnTo>
                  <a:lnTo>
                    <a:pt x="1202900" y="1446182"/>
                  </a:lnTo>
                  <a:lnTo>
                    <a:pt x="1200035" y="1441403"/>
                  </a:lnTo>
                  <a:close/>
                  <a:moveTo>
                    <a:pt x="1152110" y="1442416"/>
                  </a:moveTo>
                  <a:lnTo>
                    <a:pt x="1157062" y="1447368"/>
                  </a:lnTo>
                  <a:lnTo>
                    <a:pt x="1157062" y="1449159"/>
                  </a:lnTo>
                  <a:lnTo>
                    <a:pt x="1159691" y="1451788"/>
                  </a:lnTo>
                  <a:lnTo>
                    <a:pt x="1163508" y="1451788"/>
                  </a:lnTo>
                  <a:lnTo>
                    <a:pt x="1163508" y="1445342"/>
                  </a:lnTo>
                  <a:lnTo>
                    <a:pt x="1160878" y="1445342"/>
                  </a:lnTo>
                  <a:lnTo>
                    <a:pt x="1159088" y="1443552"/>
                  </a:lnTo>
                  <a:lnTo>
                    <a:pt x="1152110" y="1442416"/>
                  </a:lnTo>
                  <a:close/>
                  <a:moveTo>
                    <a:pt x="1178190" y="1441045"/>
                  </a:moveTo>
                  <a:lnTo>
                    <a:pt x="1178190" y="1438180"/>
                  </a:lnTo>
                  <a:lnTo>
                    <a:pt x="1176400" y="1438180"/>
                  </a:lnTo>
                  <a:lnTo>
                    <a:pt x="1176400" y="1441045"/>
                  </a:lnTo>
                  <a:lnTo>
                    <a:pt x="1178190" y="1441045"/>
                  </a:lnTo>
                  <a:close/>
                  <a:moveTo>
                    <a:pt x="1076906" y="1438600"/>
                  </a:moveTo>
                  <a:lnTo>
                    <a:pt x="1073744" y="1441761"/>
                  </a:lnTo>
                  <a:lnTo>
                    <a:pt x="1069089" y="1441761"/>
                  </a:lnTo>
                  <a:lnTo>
                    <a:pt x="1072312" y="1444984"/>
                  </a:lnTo>
                  <a:lnTo>
                    <a:pt x="1069324" y="1445342"/>
                  </a:lnTo>
                  <a:lnTo>
                    <a:pt x="1069324" y="1451553"/>
                  </a:lnTo>
                  <a:lnTo>
                    <a:pt x="1067176" y="1453702"/>
                  </a:lnTo>
                  <a:lnTo>
                    <a:pt x="1063953" y="1450479"/>
                  </a:lnTo>
                  <a:lnTo>
                    <a:pt x="1063953" y="1462767"/>
                  </a:lnTo>
                  <a:lnTo>
                    <a:pt x="1068608" y="1458112"/>
                  </a:lnTo>
                  <a:lnTo>
                    <a:pt x="1068608" y="1456321"/>
                  </a:lnTo>
                  <a:lnTo>
                    <a:pt x="1071350" y="1453579"/>
                  </a:lnTo>
                  <a:lnTo>
                    <a:pt x="1074931" y="1453579"/>
                  </a:lnTo>
                  <a:lnTo>
                    <a:pt x="1083168" y="1445342"/>
                  </a:lnTo>
                  <a:lnTo>
                    <a:pt x="1076722" y="1445342"/>
                  </a:lnTo>
                  <a:lnTo>
                    <a:pt x="1075770" y="1444391"/>
                  </a:lnTo>
                  <a:lnTo>
                    <a:pt x="1076906" y="1438600"/>
                  </a:lnTo>
                  <a:close/>
                  <a:moveTo>
                    <a:pt x="920349" y="1441045"/>
                  </a:moveTo>
                  <a:lnTo>
                    <a:pt x="920349" y="1438180"/>
                  </a:lnTo>
                  <a:lnTo>
                    <a:pt x="914978" y="1438180"/>
                  </a:lnTo>
                  <a:lnTo>
                    <a:pt x="914978" y="1441045"/>
                  </a:lnTo>
                  <a:lnTo>
                    <a:pt x="920349" y="1441045"/>
                  </a:lnTo>
                  <a:close/>
                  <a:moveTo>
                    <a:pt x="911397" y="1441045"/>
                  </a:moveTo>
                  <a:lnTo>
                    <a:pt x="911397" y="1438180"/>
                  </a:lnTo>
                  <a:lnTo>
                    <a:pt x="909606" y="1438180"/>
                  </a:lnTo>
                  <a:lnTo>
                    <a:pt x="909606" y="1441045"/>
                  </a:lnTo>
                  <a:lnTo>
                    <a:pt x="911397" y="1441045"/>
                  </a:lnTo>
                  <a:close/>
                  <a:moveTo>
                    <a:pt x="1003073" y="1443194"/>
                  </a:moveTo>
                  <a:lnTo>
                    <a:pt x="1005938" y="1443194"/>
                  </a:lnTo>
                  <a:lnTo>
                    <a:pt x="1005938" y="1437822"/>
                  </a:lnTo>
                  <a:lnTo>
                    <a:pt x="1003073" y="1437822"/>
                  </a:lnTo>
                  <a:lnTo>
                    <a:pt x="1003073" y="1443194"/>
                  </a:lnTo>
                  <a:close/>
                  <a:moveTo>
                    <a:pt x="1083291" y="1435673"/>
                  </a:moveTo>
                  <a:lnTo>
                    <a:pt x="1083291" y="1432808"/>
                  </a:lnTo>
                  <a:lnTo>
                    <a:pt x="1081500" y="1432808"/>
                  </a:lnTo>
                  <a:lnTo>
                    <a:pt x="1081500" y="1435673"/>
                  </a:lnTo>
                  <a:lnTo>
                    <a:pt x="1083291" y="1435673"/>
                  </a:lnTo>
                  <a:close/>
                  <a:moveTo>
                    <a:pt x="1001702" y="1433228"/>
                  </a:moveTo>
                  <a:lnTo>
                    <a:pt x="1003728" y="1435254"/>
                  </a:lnTo>
                  <a:lnTo>
                    <a:pt x="1005519" y="1433463"/>
                  </a:lnTo>
                  <a:lnTo>
                    <a:pt x="1003493" y="1431437"/>
                  </a:lnTo>
                  <a:lnTo>
                    <a:pt x="1001702" y="1433228"/>
                  </a:lnTo>
                  <a:close/>
                  <a:moveTo>
                    <a:pt x="1189292" y="1427202"/>
                  </a:moveTo>
                  <a:lnTo>
                    <a:pt x="1189292" y="1441045"/>
                  </a:lnTo>
                  <a:lnTo>
                    <a:pt x="1193947" y="1441045"/>
                  </a:lnTo>
                  <a:lnTo>
                    <a:pt x="1193947" y="1431857"/>
                  </a:lnTo>
                  <a:lnTo>
                    <a:pt x="1189292" y="1427202"/>
                  </a:lnTo>
                  <a:close/>
                  <a:moveTo>
                    <a:pt x="947985" y="1429882"/>
                  </a:moveTo>
                  <a:lnTo>
                    <a:pt x="948763" y="1430660"/>
                  </a:lnTo>
                  <a:lnTo>
                    <a:pt x="947566" y="1431857"/>
                  </a:lnTo>
                  <a:lnTo>
                    <a:pt x="947566" y="1433648"/>
                  </a:lnTo>
                  <a:lnTo>
                    <a:pt x="941243" y="1439971"/>
                  </a:lnTo>
                  <a:lnTo>
                    <a:pt x="940046" y="1439971"/>
                  </a:lnTo>
                  <a:lnTo>
                    <a:pt x="940046" y="1442836"/>
                  </a:lnTo>
                  <a:lnTo>
                    <a:pt x="942429" y="1442836"/>
                  </a:lnTo>
                  <a:lnTo>
                    <a:pt x="946011" y="1439255"/>
                  </a:lnTo>
                  <a:lnTo>
                    <a:pt x="948640" y="1439255"/>
                  </a:lnTo>
                  <a:lnTo>
                    <a:pt x="948640" y="1436625"/>
                  </a:lnTo>
                  <a:lnTo>
                    <a:pt x="952221" y="1433044"/>
                  </a:lnTo>
                  <a:lnTo>
                    <a:pt x="952221" y="1430066"/>
                  </a:lnTo>
                  <a:lnTo>
                    <a:pt x="947985" y="1429882"/>
                  </a:lnTo>
                  <a:close/>
                  <a:moveTo>
                    <a:pt x="869201" y="1429882"/>
                  </a:moveTo>
                  <a:lnTo>
                    <a:pt x="870572" y="1431253"/>
                  </a:lnTo>
                  <a:lnTo>
                    <a:pt x="870572" y="1434834"/>
                  </a:lnTo>
                  <a:lnTo>
                    <a:pt x="875227" y="1439490"/>
                  </a:lnTo>
                  <a:lnTo>
                    <a:pt x="875227" y="1433648"/>
                  </a:lnTo>
                  <a:lnTo>
                    <a:pt x="873437" y="1431857"/>
                  </a:lnTo>
                  <a:lnTo>
                    <a:pt x="873437" y="1430066"/>
                  </a:lnTo>
                  <a:lnTo>
                    <a:pt x="869201" y="1429882"/>
                  </a:lnTo>
                  <a:close/>
                  <a:moveTo>
                    <a:pt x="1156110" y="1423856"/>
                  </a:moveTo>
                  <a:lnTo>
                    <a:pt x="1153481" y="1426485"/>
                  </a:lnTo>
                  <a:lnTo>
                    <a:pt x="1153481" y="1439255"/>
                  </a:lnTo>
                  <a:lnTo>
                    <a:pt x="1157297" y="1439255"/>
                  </a:lnTo>
                  <a:lnTo>
                    <a:pt x="1159088" y="1437464"/>
                  </a:lnTo>
                  <a:lnTo>
                    <a:pt x="1168040" y="1437464"/>
                  </a:lnTo>
                  <a:lnTo>
                    <a:pt x="1173412" y="1432092"/>
                  </a:lnTo>
                  <a:lnTo>
                    <a:pt x="1174016" y="1432092"/>
                  </a:lnTo>
                  <a:lnTo>
                    <a:pt x="1179623" y="1437699"/>
                  </a:lnTo>
                  <a:lnTo>
                    <a:pt x="1179623" y="1433044"/>
                  </a:lnTo>
                  <a:lnTo>
                    <a:pt x="1183439" y="1429227"/>
                  </a:lnTo>
                  <a:lnTo>
                    <a:pt x="1173412" y="1429227"/>
                  </a:lnTo>
                  <a:lnTo>
                    <a:pt x="1169831" y="1425646"/>
                  </a:lnTo>
                  <a:lnTo>
                    <a:pt x="1166250" y="1425646"/>
                  </a:lnTo>
                  <a:lnTo>
                    <a:pt x="1164459" y="1423856"/>
                  </a:lnTo>
                  <a:lnTo>
                    <a:pt x="1156110" y="1423856"/>
                  </a:lnTo>
                  <a:close/>
                  <a:moveTo>
                    <a:pt x="949356" y="1425288"/>
                  </a:moveTo>
                  <a:lnTo>
                    <a:pt x="952221" y="1425288"/>
                  </a:lnTo>
                  <a:lnTo>
                    <a:pt x="952221" y="1419916"/>
                  </a:lnTo>
                  <a:lnTo>
                    <a:pt x="949356" y="1419916"/>
                  </a:lnTo>
                  <a:lnTo>
                    <a:pt x="949356" y="1425288"/>
                  </a:lnTo>
                  <a:close/>
                  <a:moveTo>
                    <a:pt x="1131994" y="1414903"/>
                  </a:moveTo>
                  <a:lnTo>
                    <a:pt x="1131994" y="1422300"/>
                  </a:lnTo>
                  <a:lnTo>
                    <a:pt x="1134624" y="1424930"/>
                  </a:lnTo>
                  <a:lnTo>
                    <a:pt x="1140231" y="1424930"/>
                  </a:lnTo>
                  <a:lnTo>
                    <a:pt x="1140231" y="1419323"/>
                  </a:lnTo>
                  <a:lnTo>
                    <a:pt x="1135810" y="1414903"/>
                  </a:lnTo>
                  <a:lnTo>
                    <a:pt x="1131994" y="1414903"/>
                  </a:lnTo>
                  <a:close/>
                  <a:moveTo>
                    <a:pt x="1117669" y="1409531"/>
                  </a:moveTo>
                  <a:lnTo>
                    <a:pt x="1117669" y="1412161"/>
                  </a:lnTo>
                  <a:lnTo>
                    <a:pt x="1116718" y="1413112"/>
                  </a:lnTo>
                  <a:lnTo>
                    <a:pt x="1113730" y="1413112"/>
                  </a:lnTo>
                  <a:lnTo>
                    <a:pt x="1113730" y="1415977"/>
                  </a:lnTo>
                  <a:lnTo>
                    <a:pt x="1114927" y="1415977"/>
                  </a:lnTo>
                  <a:lnTo>
                    <a:pt x="1116718" y="1417768"/>
                  </a:lnTo>
                  <a:lnTo>
                    <a:pt x="1118509" y="1417768"/>
                  </a:lnTo>
                  <a:lnTo>
                    <a:pt x="1123041" y="1422300"/>
                  </a:lnTo>
                  <a:lnTo>
                    <a:pt x="1123041" y="1424091"/>
                  </a:lnTo>
                  <a:lnTo>
                    <a:pt x="1124832" y="1425881"/>
                  </a:lnTo>
                  <a:lnTo>
                    <a:pt x="1124832" y="1434118"/>
                  </a:lnTo>
                  <a:lnTo>
                    <a:pt x="1131278" y="1427672"/>
                  </a:lnTo>
                  <a:lnTo>
                    <a:pt x="1131278" y="1422065"/>
                  </a:lnTo>
                  <a:lnTo>
                    <a:pt x="1128648" y="1422065"/>
                  </a:lnTo>
                  <a:lnTo>
                    <a:pt x="1126857" y="1420275"/>
                  </a:lnTo>
                  <a:lnTo>
                    <a:pt x="1125067" y="1420275"/>
                  </a:lnTo>
                  <a:lnTo>
                    <a:pt x="1120534" y="1415742"/>
                  </a:lnTo>
                  <a:lnTo>
                    <a:pt x="1120534" y="1415138"/>
                  </a:lnTo>
                  <a:lnTo>
                    <a:pt x="1123276" y="1412396"/>
                  </a:lnTo>
                  <a:lnTo>
                    <a:pt x="1125671" y="1412396"/>
                  </a:lnTo>
                  <a:lnTo>
                    <a:pt x="1127461" y="1414187"/>
                  </a:lnTo>
                  <a:lnTo>
                    <a:pt x="1133303" y="1414187"/>
                  </a:lnTo>
                  <a:lnTo>
                    <a:pt x="1128648" y="1409531"/>
                  </a:lnTo>
                  <a:lnTo>
                    <a:pt x="1117669" y="1409531"/>
                  </a:lnTo>
                  <a:close/>
                  <a:moveTo>
                    <a:pt x="1012026" y="1410964"/>
                  </a:moveTo>
                  <a:lnTo>
                    <a:pt x="1012026" y="1412161"/>
                  </a:lnTo>
                  <a:lnTo>
                    <a:pt x="1006655" y="1417533"/>
                  </a:lnTo>
                  <a:lnTo>
                    <a:pt x="1006655" y="1419323"/>
                  </a:lnTo>
                  <a:lnTo>
                    <a:pt x="1004864" y="1421114"/>
                  </a:lnTo>
                  <a:lnTo>
                    <a:pt x="1004864" y="1430537"/>
                  </a:lnTo>
                  <a:lnTo>
                    <a:pt x="1008680" y="1426721"/>
                  </a:lnTo>
                  <a:lnTo>
                    <a:pt x="1010471" y="1426721"/>
                  </a:lnTo>
                  <a:lnTo>
                    <a:pt x="1013101" y="1424091"/>
                  </a:lnTo>
                  <a:lnTo>
                    <a:pt x="1013101" y="1415138"/>
                  </a:lnTo>
                  <a:lnTo>
                    <a:pt x="1014891" y="1413348"/>
                  </a:lnTo>
                  <a:lnTo>
                    <a:pt x="1012026" y="1410964"/>
                  </a:lnTo>
                  <a:close/>
                  <a:moveTo>
                    <a:pt x="936823" y="1409531"/>
                  </a:moveTo>
                  <a:lnTo>
                    <a:pt x="936823" y="1413348"/>
                  </a:lnTo>
                  <a:lnTo>
                    <a:pt x="938613" y="1415138"/>
                  </a:lnTo>
                  <a:lnTo>
                    <a:pt x="938613" y="1416929"/>
                  </a:lnTo>
                  <a:lnTo>
                    <a:pt x="940404" y="1418719"/>
                  </a:lnTo>
                  <a:lnTo>
                    <a:pt x="940404" y="1423375"/>
                  </a:lnTo>
                  <a:lnTo>
                    <a:pt x="944220" y="1419558"/>
                  </a:lnTo>
                  <a:lnTo>
                    <a:pt x="950666" y="1419558"/>
                  </a:lnTo>
                  <a:lnTo>
                    <a:pt x="945059" y="1413951"/>
                  </a:lnTo>
                  <a:lnTo>
                    <a:pt x="945059" y="1411322"/>
                  </a:lnTo>
                  <a:lnTo>
                    <a:pt x="942429" y="1411322"/>
                  </a:lnTo>
                  <a:lnTo>
                    <a:pt x="940639" y="1409531"/>
                  </a:lnTo>
                  <a:lnTo>
                    <a:pt x="936823" y="1409531"/>
                  </a:lnTo>
                  <a:close/>
                  <a:moveTo>
                    <a:pt x="878573" y="1407741"/>
                  </a:moveTo>
                  <a:lnTo>
                    <a:pt x="875350" y="1410964"/>
                  </a:lnTo>
                  <a:lnTo>
                    <a:pt x="877141" y="1412754"/>
                  </a:lnTo>
                  <a:lnTo>
                    <a:pt x="876783" y="1413112"/>
                  </a:lnTo>
                  <a:lnTo>
                    <a:pt x="873201" y="1413112"/>
                  </a:lnTo>
                  <a:lnTo>
                    <a:pt x="870572" y="1415742"/>
                  </a:lnTo>
                  <a:lnTo>
                    <a:pt x="870572" y="1421584"/>
                  </a:lnTo>
                  <a:lnTo>
                    <a:pt x="874388" y="1417768"/>
                  </a:lnTo>
                  <a:lnTo>
                    <a:pt x="876179" y="1417768"/>
                  </a:lnTo>
                  <a:lnTo>
                    <a:pt x="879760" y="1414187"/>
                  </a:lnTo>
                  <a:lnTo>
                    <a:pt x="882389" y="1414187"/>
                  </a:lnTo>
                  <a:lnTo>
                    <a:pt x="882389" y="1411557"/>
                  </a:lnTo>
                  <a:lnTo>
                    <a:pt x="886206" y="1407741"/>
                  </a:lnTo>
                  <a:lnTo>
                    <a:pt x="878573" y="1407741"/>
                  </a:lnTo>
                  <a:close/>
                  <a:moveTo>
                    <a:pt x="1152529" y="1405950"/>
                  </a:moveTo>
                  <a:lnTo>
                    <a:pt x="1150739" y="1407741"/>
                  </a:lnTo>
                  <a:lnTo>
                    <a:pt x="1148948" y="1407741"/>
                  </a:lnTo>
                  <a:lnTo>
                    <a:pt x="1144528" y="1412161"/>
                  </a:lnTo>
                  <a:lnTo>
                    <a:pt x="1144528" y="1415977"/>
                  </a:lnTo>
                  <a:lnTo>
                    <a:pt x="1147158" y="1415977"/>
                  </a:lnTo>
                  <a:lnTo>
                    <a:pt x="1148948" y="1417768"/>
                  </a:lnTo>
                  <a:lnTo>
                    <a:pt x="1151925" y="1417768"/>
                  </a:lnTo>
                  <a:lnTo>
                    <a:pt x="1154555" y="1415138"/>
                  </a:lnTo>
                  <a:lnTo>
                    <a:pt x="1154555" y="1413348"/>
                  </a:lnTo>
                  <a:lnTo>
                    <a:pt x="1156346" y="1411557"/>
                  </a:lnTo>
                  <a:lnTo>
                    <a:pt x="1156346" y="1405950"/>
                  </a:lnTo>
                  <a:lnTo>
                    <a:pt x="1152529" y="1405950"/>
                  </a:lnTo>
                  <a:close/>
                  <a:moveTo>
                    <a:pt x="893491" y="1405357"/>
                  </a:moveTo>
                  <a:lnTo>
                    <a:pt x="886687" y="1412161"/>
                  </a:lnTo>
                  <a:lnTo>
                    <a:pt x="886687" y="1415977"/>
                  </a:lnTo>
                  <a:lnTo>
                    <a:pt x="889316" y="1415977"/>
                  </a:lnTo>
                  <a:lnTo>
                    <a:pt x="890268" y="1416929"/>
                  </a:lnTo>
                  <a:lnTo>
                    <a:pt x="890268" y="1428276"/>
                  </a:lnTo>
                  <a:lnTo>
                    <a:pt x="889910" y="1428634"/>
                  </a:lnTo>
                  <a:lnTo>
                    <a:pt x="889552" y="1428276"/>
                  </a:lnTo>
                  <a:lnTo>
                    <a:pt x="889552" y="1422904"/>
                  </a:lnTo>
                  <a:lnTo>
                    <a:pt x="884896" y="1418249"/>
                  </a:lnTo>
                  <a:lnTo>
                    <a:pt x="884896" y="1424091"/>
                  </a:lnTo>
                  <a:lnTo>
                    <a:pt x="886687" y="1425881"/>
                  </a:lnTo>
                  <a:lnTo>
                    <a:pt x="886687" y="1429463"/>
                  </a:lnTo>
                  <a:lnTo>
                    <a:pt x="889910" y="1432686"/>
                  </a:lnTo>
                  <a:lnTo>
                    <a:pt x="891700" y="1430895"/>
                  </a:lnTo>
                  <a:lnTo>
                    <a:pt x="892058" y="1433044"/>
                  </a:lnTo>
                  <a:lnTo>
                    <a:pt x="896479" y="1437464"/>
                  </a:lnTo>
                  <a:lnTo>
                    <a:pt x="898269" y="1437464"/>
                  </a:lnTo>
                  <a:lnTo>
                    <a:pt x="900060" y="1439255"/>
                  </a:lnTo>
                  <a:lnTo>
                    <a:pt x="904234" y="1439255"/>
                  </a:lnTo>
                  <a:lnTo>
                    <a:pt x="904234" y="1436390"/>
                  </a:lnTo>
                  <a:lnTo>
                    <a:pt x="901247" y="1436390"/>
                  </a:lnTo>
                  <a:lnTo>
                    <a:pt x="898505" y="1433648"/>
                  </a:lnTo>
                  <a:lnTo>
                    <a:pt x="898505" y="1431857"/>
                  </a:lnTo>
                  <a:lnTo>
                    <a:pt x="896714" y="1430066"/>
                  </a:lnTo>
                  <a:lnTo>
                    <a:pt x="896714" y="1428276"/>
                  </a:lnTo>
                  <a:lnTo>
                    <a:pt x="894923" y="1426485"/>
                  </a:lnTo>
                  <a:lnTo>
                    <a:pt x="894923" y="1417533"/>
                  </a:lnTo>
                  <a:lnTo>
                    <a:pt x="893133" y="1415742"/>
                  </a:lnTo>
                  <a:lnTo>
                    <a:pt x="893133" y="1413348"/>
                  </a:lnTo>
                  <a:lnTo>
                    <a:pt x="897307" y="1409173"/>
                  </a:lnTo>
                  <a:lnTo>
                    <a:pt x="893491" y="1405357"/>
                  </a:lnTo>
                  <a:close/>
                  <a:moveTo>
                    <a:pt x="1012446" y="1408395"/>
                  </a:moveTo>
                  <a:lnTo>
                    <a:pt x="1014472" y="1406370"/>
                  </a:lnTo>
                  <a:lnTo>
                    <a:pt x="1012681" y="1404579"/>
                  </a:lnTo>
                  <a:lnTo>
                    <a:pt x="1010655" y="1406605"/>
                  </a:lnTo>
                  <a:lnTo>
                    <a:pt x="1012446" y="1408395"/>
                  </a:lnTo>
                  <a:close/>
                  <a:moveTo>
                    <a:pt x="1092602" y="1403801"/>
                  </a:moveTo>
                  <a:lnTo>
                    <a:pt x="1092602" y="1404999"/>
                  </a:lnTo>
                  <a:lnTo>
                    <a:pt x="1090811" y="1406789"/>
                  </a:lnTo>
                  <a:lnTo>
                    <a:pt x="1090811" y="1410370"/>
                  </a:lnTo>
                  <a:lnTo>
                    <a:pt x="1084488" y="1416693"/>
                  </a:lnTo>
                  <a:lnTo>
                    <a:pt x="1081858" y="1416693"/>
                  </a:lnTo>
                  <a:lnTo>
                    <a:pt x="1081858" y="1422300"/>
                  </a:lnTo>
                  <a:lnTo>
                    <a:pt x="1083055" y="1423498"/>
                  </a:lnTo>
                  <a:lnTo>
                    <a:pt x="1079832" y="1426721"/>
                  </a:lnTo>
                  <a:lnTo>
                    <a:pt x="1084488" y="1426721"/>
                  </a:lnTo>
                  <a:lnTo>
                    <a:pt x="1084846" y="1427079"/>
                  </a:lnTo>
                  <a:lnTo>
                    <a:pt x="1083649" y="1428276"/>
                  </a:lnTo>
                  <a:lnTo>
                    <a:pt x="1083649" y="1432092"/>
                  </a:lnTo>
                  <a:lnTo>
                    <a:pt x="1092121" y="1432092"/>
                  </a:lnTo>
                  <a:lnTo>
                    <a:pt x="1088898" y="1428869"/>
                  </a:lnTo>
                  <a:lnTo>
                    <a:pt x="1089860" y="1428511"/>
                  </a:lnTo>
                  <a:lnTo>
                    <a:pt x="1096183" y="1434834"/>
                  </a:lnTo>
                  <a:lnTo>
                    <a:pt x="1096183" y="1437464"/>
                  </a:lnTo>
                  <a:lnTo>
                    <a:pt x="1100838" y="1437464"/>
                  </a:lnTo>
                  <a:lnTo>
                    <a:pt x="1100838" y="1433648"/>
                  </a:lnTo>
                  <a:lnTo>
                    <a:pt x="1095466" y="1428276"/>
                  </a:lnTo>
                  <a:lnTo>
                    <a:pt x="1095466" y="1426485"/>
                  </a:lnTo>
                  <a:lnTo>
                    <a:pt x="1093676" y="1424695"/>
                  </a:lnTo>
                  <a:lnTo>
                    <a:pt x="1093676" y="1424091"/>
                  </a:lnTo>
                  <a:lnTo>
                    <a:pt x="1094627" y="1423139"/>
                  </a:lnTo>
                  <a:lnTo>
                    <a:pt x="1096418" y="1423139"/>
                  </a:lnTo>
                  <a:lnTo>
                    <a:pt x="1099999" y="1419558"/>
                  </a:lnTo>
                  <a:lnTo>
                    <a:pt x="1105371" y="1419558"/>
                  </a:lnTo>
                  <a:lnTo>
                    <a:pt x="1107161" y="1417768"/>
                  </a:lnTo>
                  <a:lnTo>
                    <a:pt x="1108952" y="1417768"/>
                  </a:lnTo>
                  <a:lnTo>
                    <a:pt x="1113607" y="1413112"/>
                  </a:lnTo>
                  <a:lnTo>
                    <a:pt x="1103580" y="1413112"/>
                  </a:lnTo>
                  <a:lnTo>
                    <a:pt x="1101790" y="1411322"/>
                  </a:lnTo>
                  <a:lnTo>
                    <a:pt x="1098208" y="1411322"/>
                  </a:lnTo>
                  <a:lnTo>
                    <a:pt x="1095825" y="1408938"/>
                  </a:lnTo>
                  <a:lnTo>
                    <a:pt x="1094034" y="1410728"/>
                  </a:lnTo>
                  <a:lnTo>
                    <a:pt x="1093676" y="1409766"/>
                  </a:lnTo>
                  <a:lnTo>
                    <a:pt x="1095466" y="1407976"/>
                  </a:lnTo>
                  <a:lnTo>
                    <a:pt x="1092602" y="1403801"/>
                  </a:lnTo>
                  <a:close/>
                  <a:moveTo>
                    <a:pt x="1091885" y="1415138"/>
                  </a:moveTo>
                  <a:lnTo>
                    <a:pt x="1093441" y="1414187"/>
                  </a:lnTo>
                  <a:lnTo>
                    <a:pt x="1095589" y="1416335"/>
                  </a:lnTo>
                  <a:lnTo>
                    <a:pt x="1094392" y="1417533"/>
                  </a:lnTo>
                  <a:lnTo>
                    <a:pt x="1094034" y="1419681"/>
                  </a:lnTo>
                  <a:lnTo>
                    <a:pt x="1093676" y="1417533"/>
                  </a:lnTo>
                  <a:lnTo>
                    <a:pt x="1091885" y="1415742"/>
                  </a:lnTo>
                  <a:lnTo>
                    <a:pt x="1091885" y="1415138"/>
                  </a:lnTo>
                  <a:close/>
                  <a:moveTo>
                    <a:pt x="924289" y="1406185"/>
                  </a:moveTo>
                  <a:lnTo>
                    <a:pt x="926918" y="1408815"/>
                  </a:lnTo>
                  <a:lnTo>
                    <a:pt x="931093" y="1408815"/>
                  </a:lnTo>
                  <a:lnTo>
                    <a:pt x="931093" y="1405950"/>
                  </a:lnTo>
                  <a:lnTo>
                    <a:pt x="928105" y="1405950"/>
                  </a:lnTo>
                  <a:lnTo>
                    <a:pt x="927154" y="1404999"/>
                  </a:lnTo>
                  <a:lnTo>
                    <a:pt x="927154" y="1403801"/>
                  </a:lnTo>
                  <a:lnTo>
                    <a:pt x="924289" y="1403801"/>
                  </a:lnTo>
                  <a:lnTo>
                    <a:pt x="924289" y="1406185"/>
                  </a:lnTo>
                  <a:close/>
                  <a:moveTo>
                    <a:pt x="1109791" y="1396762"/>
                  </a:moveTo>
                  <a:lnTo>
                    <a:pt x="1105975" y="1400578"/>
                  </a:lnTo>
                  <a:lnTo>
                    <a:pt x="1104184" y="1400578"/>
                  </a:lnTo>
                  <a:lnTo>
                    <a:pt x="1102393" y="1402369"/>
                  </a:lnTo>
                  <a:lnTo>
                    <a:pt x="1100603" y="1402369"/>
                  </a:lnTo>
                  <a:lnTo>
                    <a:pt x="1095947" y="1407024"/>
                  </a:lnTo>
                  <a:lnTo>
                    <a:pt x="1103580" y="1407024"/>
                  </a:lnTo>
                  <a:lnTo>
                    <a:pt x="1107161" y="1403443"/>
                  </a:lnTo>
                  <a:lnTo>
                    <a:pt x="1109791" y="1403443"/>
                  </a:lnTo>
                  <a:lnTo>
                    <a:pt x="1109791" y="1396762"/>
                  </a:lnTo>
                  <a:close/>
                  <a:moveTo>
                    <a:pt x="931451" y="1398788"/>
                  </a:moveTo>
                  <a:lnTo>
                    <a:pt x="931451" y="1403443"/>
                  </a:lnTo>
                  <a:lnTo>
                    <a:pt x="936106" y="1403443"/>
                  </a:lnTo>
                  <a:lnTo>
                    <a:pt x="936106" y="1398788"/>
                  </a:lnTo>
                  <a:lnTo>
                    <a:pt x="931451" y="1398788"/>
                  </a:lnTo>
                  <a:close/>
                  <a:moveTo>
                    <a:pt x="1010236" y="1393058"/>
                  </a:moveTo>
                  <a:lnTo>
                    <a:pt x="1010236" y="1403443"/>
                  </a:lnTo>
                  <a:lnTo>
                    <a:pt x="1016917" y="1403443"/>
                  </a:lnTo>
                  <a:lnTo>
                    <a:pt x="1013101" y="1399627"/>
                  </a:lnTo>
                  <a:lnTo>
                    <a:pt x="1010236" y="1393058"/>
                  </a:lnTo>
                  <a:close/>
                  <a:moveTo>
                    <a:pt x="927154" y="1389600"/>
                  </a:moveTo>
                  <a:lnTo>
                    <a:pt x="922498" y="1394255"/>
                  </a:lnTo>
                  <a:lnTo>
                    <a:pt x="922498" y="1396046"/>
                  </a:lnTo>
                  <a:lnTo>
                    <a:pt x="921547" y="1396997"/>
                  </a:lnTo>
                  <a:lnTo>
                    <a:pt x="919756" y="1396997"/>
                  </a:lnTo>
                  <a:lnTo>
                    <a:pt x="916768" y="1399985"/>
                  </a:lnTo>
                  <a:lnTo>
                    <a:pt x="915571" y="1398788"/>
                  </a:lnTo>
                  <a:lnTo>
                    <a:pt x="909013" y="1398788"/>
                  </a:lnTo>
                  <a:lnTo>
                    <a:pt x="907222" y="1400578"/>
                  </a:lnTo>
                  <a:lnTo>
                    <a:pt x="904828" y="1400578"/>
                  </a:lnTo>
                  <a:lnTo>
                    <a:pt x="903876" y="1399627"/>
                  </a:lnTo>
                  <a:lnTo>
                    <a:pt x="903876" y="1396997"/>
                  </a:lnTo>
                  <a:lnTo>
                    <a:pt x="901247" y="1396997"/>
                  </a:lnTo>
                  <a:lnTo>
                    <a:pt x="898085" y="1393836"/>
                  </a:lnTo>
                  <a:lnTo>
                    <a:pt x="896059" y="1395861"/>
                  </a:lnTo>
                  <a:lnTo>
                    <a:pt x="901011" y="1400814"/>
                  </a:lnTo>
                  <a:lnTo>
                    <a:pt x="901011" y="1407260"/>
                  </a:lnTo>
                  <a:lnTo>
                    <a:pt x="904828" y="1403443"/>
                  </a:lnTo>
                  <a:lnTo>
                    <a:pt x="909013" y="1403443"/>
                  </a:lnTo>
                  <a:lnTo>
                    <a:pt x="910803" y="1405234"/>
                  </a:lnTo>
                  <a:lnTo>
                    <a:pt x="912594" y="1405234"/>
                  </a:lnTo>
                  <a:lnTo>
                    <a:pt x="914384" y="1407024"/>
                  </a:lnTo>
                  <a:lnTo>
                    <a:pt x="922140" y="1407024"/>
                  </a:lnTo>
                  <a:lnTo>
                    <a:pt x="922140" y="1404159"/>
                  </a:lnTo>
                  <a:lnTo>
                    <a:pt x="919152" y="1404159"/>
                  </a:lnTo>
                  <a:lnTo>
                    <a:pt x="918201" y="1402604"/>
                  </a:lnTo>
                  <a:lnTo>
                    <a:pt x="918559" y="1402246"/>
                  </a:lnTo>
                  <a:lnTo>
                    <a:pt x="920349" y="1404037"/>
                  </a:lnTo>
                  <a:lnTo>
                    <a:pt x="925363" y="1399023"/>
                  </a:lnTo>
                  <a:lnTo>
                    <a:pt x="925363" y="1397232"/>
                  </a:lnTo>
                  <a:lnTo>
                    <a:pt x="927154" y="1395442"/>
                  </a:lnTo>
                  <a:lnTo>
                    <a:pt x="927154" y="1389600"/>
                  </a:lnTo>
                  <a:close/>
                  <a:moveTo>
                    <a:pt x="877734" y="1389600"/>
                  </a:moveTo>
                  <a:lnTo>
                    <a:pt x="877734" y="1396281"/>
                  </a:lnTo>
                  <a:lnTo>
                    <a:pt x="884415" y="1396281"/>
                  </a:lnTo>
                  <a:lnTo>
                    <a:pt x="877734" y="1389600"/>
                  </a:lnTo>
                  <a:close/>
                  <a:moveTo>
                    <a:pt x="1086278" y="1389835"/>
                  </a:moveTo>
                  <a:lnTo>
                    <a:pt x="1081623" y="1394490"/>
                  </a:lnTo>
                  <a:lnTo>
                    <a:pt x="1086278" y="1394490"/>
                  </a:lnTo>
                  <a:lnTo>
                    <a:pt x="1091231" y="1399443"/>
                  </a:lnTo>
                  <a:lnTo>
                    <a:pt x="1093256" y="1397417"/>
                  </a:lnTo>
                  <a:lnTo>
                    <a:pt x="1091885" y="1396046"/>
                  </a:lnTo>
                  <a:lnTo>
                    <a:pt x="1091885" y="1392465"/>
                  </a:lnTo>
                  <a:lnTo>
                    <a:pt x="1089256" y="1389835"/>
                  </a:lnTo>
                  <a:lnTo>
                    <a:pt x="1086278" y="1389835"/>
                  </a:lnTo>
                  <a:close/>
                  <a:moveTo>
                    <a:pt x="849085" y="1389835"/>
                  </a:moveTo>
                  <a:lnTo>
                    <a:pt x="849085" y="1392465"/>
                  </a:lnTo>
                  <a:lnTo>
                    <a:pt x="847294" y="1394255"/>
                  </a:lnTo>
                  <a:lnTo>
                    <a:pt x="847294" y="1403443"/>
                  </a:lnTo>
                  <a:lnTo>
                    <a:pt x="851950" y="1403443"/>
                  </a:lnTo>
                  <a:lnTo>
                    <a:pt x="851950" y="1400814"/>
                  </a:lnTo>
                  <a:lnTo>
                    <a:pt x="853740" y="1399023"/>
                  </a:lnTo>
                  <a:lnTo>
                    <a:pt x="853740" y="1389835"/>
                  </a:lnTo>
                  <a:lnTo>
                    <a:pt x="849085" y="1389835"/>
                  </a:lnTo>
                  <a:close/>
                  <a:moveTo>
                    <a:pt x="1138205" y="1384463"/>
                  </a:moveTo>
                  <a:lnTo>
                    <a:pt x="1135575" y="1387093"/>
                  </a:lnTo>
                  <a:lnTo>
                    <a:pt x="1135575" y="1394726"/>
                  </a:lnTo>
                  <a:lnTo>
                    <a:pt x="1141182" y="1389119"/>
                  </a:lnTo>
                  <a:lnTo>
                    <a:pt x="1143812" y="1389119"/>
                  </a:lnTo>
                  <a:lnTo>
                    <a:pt x="1143812" y="1384463"/>
                  </a:lnTo>
                  <a:lnTo>
                    <a:pt x="1138205" y="1384463"/>
                  </a:lnTo>
                  <a:close/>
                  <a:moveTo>
                    <a:pt x="856247" y="1380647"/>
                  </a:moveTo>
                  <a:lnTo>
                    <a:pt x="856247" y="1386489"/>
                  </a:lnTo>
                  <a:lnTo>
                    <a:pt x="864249" y="1394490"/>
                  </a:lnTo>
                  <a:lnTo>
                    <a:pt x="866039" y="1394490"/>
                  </a:lnTo>
                  <a:lnTo>
                    <a:pt x="867830" y="1396281"/>
                  </a:lnTo>
                  <a:lnTo>
                    <a:pt x="869620" y="1396281"/>
                  </a:lnTo>
                  <a:lnTo>
                    <a:pt x="870572" y="1397232"/>
                  </a:lnTo>
                  <a:lnTo>
                    <a:pt x="870572" y="1401653"/>
                  </a:lnTo>
                  <a:lnTo>
                    <a:pt x="875227" y="1401653"/>
                  </a:lnTo>
                  <a:lnTo>
                    <a:pt x="875227" y="1399023"/>
                  </a:lnTo>
                  <a:lnTo>
                    <a:pt x="876598" y="1397652"/>
                  </a:lnTo>
                  <a:lnTo>
                    <a:pt x="874572" y="1395626"/>
                  </a:lnTo>
                  <a:lnTo>
                    <a:pt x="873795" y="1396404"/>
                  </a:lnTo>
                  <a:lnTo>
                    <a:pt x="871646" y="1394255"/>
                  </a:lnTo>
                  <a:lnTo>
                    <a:pt x="871646" y="1391861"/>
                  </a:lnTo>
                  <a:lnTo>
                    <a:pt x="873437" y="1390070"/>
                  </a:lnTo>
                  <a:lnTo>
                    <a:pt x="873437" y="1387093"/>
                  </a:lnTo>
                  <a:lnTo>
                    <a:pt x="869016" y="1382673"/>
                  </a:lnTo>
                  <a:lnTo>
                    <a:pt x="862458" y="1382673"/>
                  </a:lnTo>
                  <a:lnTo>
                    <a:pt x="860667" y="1384463"/>
                  </a:lnTo>
                  <a:lnTo>
                    <a:pt x="860064" y="1384463"/>
                  </a:lnTo>
                  <a:lnTo>
                    <a:pt x="856247" y="1380647"/>
                  </a:lnTo>
                  <a:close/>
                  <a:moveTo>
                    <a:pt x="1086278" y="1379092"/>
                  </a:moveTo>
                  <a:lnTo>
                    <a:pt x="1084488" y="1380882"/>
                  </a:lnTo>
                  <a:lnTo>
                    <a:pt x="1081858" y="1380882"/>
                  </a:lnTo>
                  <a:lnTo>
                    <a:pt x="1081858" y="1384699"/>
                  </a:lnTo>
                  <a:lnTo>
                    <a:pt x="1084488" y="1387328"/>
                  </a:lnTo>
                  <a:lnTo>
                    <a:pt x="1088304" y="1387328"/>
                  </a:lnTo>
                  <a:lnTo>
                    <a:pt x="1088304" y="1384699"/>
                  </a:lnTo>
                  <a:lnTo>
                    <a:pt x="1090095" y="1382908"/>
                  </a:lnTo>
                  <a:lnTo>
                    <a:pt x="1090095" y="1379092"/>
                  </a:lnTo>
                  <a:lnTo>
                    <a:pt x="1086278" y="1379092"/>
                  </a:lnTo>
                  <a:close/>
                  <a:moveTo>
                    <a:pt x="1017817" y="1383092"/>
                  </a:moveTo>
                  <a:lnTo>
                    <a:pt x="1019843" y="1385118"/>
                  </a:lnTo>
                  <a:lnTo>
                    <a:pt x="1022053" y="1382908"/>
                  </a:lnTo>
                  <a:lnTo>
                    <a:pt x="1022053" y="1380524"/>
                  </a:lnTo>
                  <a:lnTo>
                    <a:pt x="1019188" y="1380524"/>
                  </a:lnTo>
                  <a:lnTo>
                    <a:pt x="1019188" y="1381721"/>
                  </a:lnTo>
                  <a:lnTo>
                    <a:pt x="1017817" y="1383092"/>
                  </a:lnTo>
                  <a:close/>
                  <a:moveTo>
                    <a:pt x="874153" y="1376943"/>
                  </a:moveTo>
                  <a:lnTo>
                    <a:pt x="874153" y="1378140"/>
                  </a:lnTo>
                  <a:lnTo>
                    <a:pt x="873201" y="1379092"/>
                  </a:lnTo>
                  <a:lnTo>
                    <a:pt x="872004" y="1379092"/>
                  </a:lnTo>
                  <a:lnTo>
                    <a:pt x="872004" y="1381957"/>
                  </a:lnTo>
                  <a:lnTo>
                    <a:pt x="873201" y="1381957"/>
                  </a:lnTo>
                  <a:lnTo>
                    <a:pt x="874992" y="1383747"/>
                  </a:lnTo>
                  <a:lnTo>
                    <a:pt x="876783" y="1383747"/>
                  </a:lnTo>
                  <a:lnTo>
                    <a:pt x="881315" y="1388280"/>
                  </a:lnTo>
                  <a:lnTo>
                    <a:pt x="881315" y="1390070"/>
                  </a:lnTo>
                  <a:lnTo>
                    <a:pt x="883106" y="1391861"/>
                  </a:lnTo>
                  <a:lnTo>
                    <a:pt x="883106" y="1396516"/>
                  </a:lnTo>
                  <a:lnTo>
                    <a:pt x="890503" y="1389119"/>
                  </a:lnTo>
                  <a:lnTo>
                    <a:pt x="895159" y="1389119"/>
                  </a:lnTo>
                  <a:lnTo>
                    <a:pt x="891342" y="1385302"/>
                  </a:lnTo>
                  <a:lnTo>
                    <a:pt x="891342" y="1381721"/>
                  </a:lnTo>
                  <a:lnTo>
                    <a:pt x="890145" y="1380524"/>
                  </a:lnTo>
                  <a:lnTo>
                    <a:pt x="891342" y="1379327"/>
                  </a:lnTo>
                  <a:lnTo>
                    <a:pt x="891342" y="1376943"/>
                  </a:lnTo>
                  <a:lnTo>
                    <a:pt x="888477" y="1376943"/>
                  </a:lnTo>
                  <a:lnTo>
                    <a:pt x="888477" y="1378140"/>
                  </a:lnTo>
                  <a:lnTo>
                    <a:pt x="887526" y="1379092"/>
                  </a:lnTo>
                  <a:lnTo>
                    <a:pt x="882154" y="1379092"/>
                  </a:lnTo>
                  <a:lnTo>
                    <a:pt x="879166" y="1382079"/>
                  </a:lnTo>
                  <a:lnTo>
                    <a:pt x="874153" y="1376943"/>
                  </a:lnTo>
                  <a:close/>
                  <a:moveTo>
                    <a:pt x="1022770" y="1375152"/>
                  </a:moveTo>
                  <a:lnTo>
                    <a:pt x="1025634" y="1375152"/>
                  </a:lnTo>
                  <a:lnTo>
                    <a:pt x="1025634" y="1371571"/>
                  </a:lnTo>
                  <a:lnTo>
                    <a:pt x="1022770" y="1371571"/>
                  </a:lnTo>
                  <a:lnTo>
                    <a:pt x="1022770" y="1375152"/>
                  </a:lnTo>
                  <a:close/>
                  <a:moveTo>
                    <a:pt x="902567" y="1364767"/>
                  </a:moveTo>
                  <a:lnTo>
                    <a:pt x="907222" y="1369423"/>
                  </a:lnTo>
                  <a:lnTo>
                    <a:pt x="915571" y="1369423"/>
                  </a:lnTo>
                  <a:lnTo>
                    <a:pt x="920226" y="1364767"/>
                  </a:lnTo>
                  <a:lnTo>
                    <a:pt x="902567" y="1364767"/>
                  </a:lnTo>
                  <a:close/>
                  <a:moveTo>
                    <a:pt x="900060" y="1362977"/>
                  </a:moveTo>
                  <a:lnTo>
                    <a:pt x="898269" y="1364767"/>
                  </a:lnTo>
                  <a:lnTo>
                    <a:pt x="896479" y="1364767"/>
                  </a:lnTo>
                  <a:lnTo>
                    <a:pt x="893849" y="1367397"/>
                  </a:lnTo>
                  <a:lnTo>
                    <a:pt x="893849" y="1369187"/>
                  </a:lnTo>
                  <a:lnTo>
                    <a:pt x="892898" y="1370139"/>
                  </a:lnTo>
                  <a:lnTo>
                    <a:pt x="891700" y="1370139"/>
                  </a:lnTo>
                  <a:lnTo>
                    <a:pt x="891700" y="1373004"/>
                  </a:lnTo>
                  <a:lnTo>
                    <a:pt x="894084" y="1373004"/>
                  </a:lnTo>
                  <a:lnTo>
                    <a:pt x="899456" y="1367632"/>
                  </a:lnTo>
                  <a:lnTo>
                    <a:pt x="901247" y="1367632"/>
                  </a:lnTo>
                  <a:lnTo>
                    <a:pt x="905902" y="1362977"/>
                  </a:lnTo>
                  <a:lnTo>
                    <a:pt x="900060" y="1362977"/>
                  </a:lnTo>
                  <a:close/>
                  <a:moveTo>
                    <a:pt x="1017398" y="1359037"/>
                  </a:moveTo>
                  <a:lnTo>
                    <a:pt x="1020263" y="1359037"/>
                  </a:lnTo>
                  <a:lnTo>
                    <a:pt x="1020263" y="1350084"/>
                  </a:lnTo>
                  <a:lnTo>
                    <a:pt x="1017398" y="1350084"/>
                  </a:lnTo>
                  <a:lnTo>
                    <a:pt x="1017398" y="1359037"/>
                  </a:lnTo>
                  <a:close/>
                  <a:moveTo>
                    <a:pt x="1020621" y="1335402"/>
                  </a:moveTo>
                  <a:lnTo>
                    <a:pt x="1021818" y="1335402"/>
                  </a:lnTo>
                  <a:lnTo>
                    <a:pt x="1024560" y="1338144"/>
                  </a:lnTo>
                  <a:lnTo>
                    <a:pt x="1024560" y="1338748"/>
                  </a:lnTo>
                  <a:lnTo>
                    <a:pt x="1018953" y="1344355"/>
                  </a:lnTo>
                  <a:lnTo>
                    <a:pt x="1024795" y="1344355"/>
                  </a:lnTo>
                  <a:lnTo>
                    <a:pt x="1027425" y="1341725"/>
                  </a:lnTo>
                  <a:lnTo>
                    <a:pt x="1027425" y="1339934"/>
                  </a:lnTo>
                  <a:lnTo>
                    <a:pt x="1029809" y="1337551"/>
                  </a:lnTo>
                  <a:lnTo>
                    <a:pt x="1027425" y="1335167"/>
                  </a:lnTo>
                  <a:lnTo>
                    <a:pt x="1027425" y="1332537"/>
                  </a:lnTo>
                  <a:lnTo>
                    <a:pt x="1020621" y="1335402"/>
                  </a:lnTo>
                  <a:close/>
                  <a:moveTo>
                    <a:pt x="1028980" y="1303888"/>
                  </a:moveTo>
                  <a:lnTo>
                    <a:pt x="1027190" y="1305679"/>
                  </a:lnTo>
                  <a:lnTo>
                    <a:pt x="1025399" y="1305679"/>
                  </a:lnTo>
                  <a:lnTo>
                    <a:pt x="1020979" y="1310099"/>
                  </a:lnTo>
                  <a:lnTo>
                    <a:pt x="1020979" y="1325017"/>
                  </a:lnTo>
                  <a:lnTo>
                    <a:pt x="1023844" y="1325017"/>
                  </a:lnTo>
                  <a:lnTo>
                    <a:pt x="1023844" y="1322029"/>
                  </a:lnTo>
                  <a:lnTo>
                    <a:pt x="1025634" y="1320238"/>
                  </a:lnTo>
                  <a:lnTo>
                    <a:pt x="1025634" y="1316657"/>
                  </a:lnTo>
                  <a:lnTo>
                    <a:pt x="1034587" y="1307704"/>
                  </a:lnTo>
                  <a:lnTo>
                    <a:pt x="1034587" y="1303888"/>
                  </a:lnTo>
                  <a:lnTo>
                    <a:pt x="1028980" y="1303888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141" name="Vector layer B9B8BC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63001" y="1593959"/>
                  </a:moveTo>
                  <a:lnTo>
                    <a:pt x="1060371" y="1596589"/>
                  </a:lnTo>
                  <a:lnTo>
                    <a:pt x="1060371" y="1599566"/>
                  </a:lnTo>
                  <a:lnTo>
                    <a:pt x="1065027" y="1604222"/>
                  </a:lnTo>
                  <a:lnTo>
                    <a:pt x="1065027" y="1599566"/>
                  </a:lnTo>
                  <a:lnTo>
                    <a:pt x="1066817" y="1597776"/>
                  </a:lnTo>
                  <a:lnTo>
                    <a:pt x="1066817" y="1593959"/>
                  </a:lnTo>
                  <a:lnTo>
                    <a:pt x="1063001" y="1593959"/>
                  </a:lnTo>
                  <a:close/>
                  <a:moveTo>
                    <a:pt x="1056432" y="1584290"/>
                  </a:moveTo>
                  <a:lnTo>
                    <a:pt x="1057629" y="1584290"/>
                  </a:lnTo>
                  <a:lnTo>
                    <a:pt x="1058581" y="1585242"/>
                  </a:lnTo>
                  <a:lnTo>
                    <a:pt x="1058581" y="1587032"/>
                  </a:lnTo>
                  <a:lnTo>
                    <a:pt x="1061211" y="1589662"/>
                  </a:lnTo>
                  <a:lnTo>
                    <a:pt x="1065027" y="1589662"/>
                  </a:lnTo>
                  <a:lnTo>
                    <a:pt x="1065027" y="1585845"/>
                  </a:lnTo>
                  <a:lnTo>
                    <a:pt x="1060607" y="1581425"/>
                  </a:lnTo>
                  <a:lnTo>
                    <a:pt x="1056432" y="1584290"/>
                  </a:lnTo>
                  <a:close/>
                  <a:moveTo>
                    <a:pt x="1169596" y="1536426"/>
                  </a:moveTo>
                  <a:lnTo>
                    <a:pt x="1169596" y="1541081"/>
                  </a:lnTo>
                  <a:lnTo>
                    <a:pt x="1168644" y="1542033"/>
                  </a:lnTo>
                  <a:lnTo>
                    <a:pt x="1163273" y="1542033"/>
                  </a:lnTo>
                  <a:lnTo>
                    <a:pt x="1160643" y="1544663"/>
                  </a:lnTo>
                  <a:lnTo>
                    <a:pt x="1160643" y="1547640"/>
                  </a:lnTo>
                  <a:lnTo>
                    <a:pt x="1163273" y="1550269"/>
                  </a:lnTo>
                  <a:lnTo>
                    <a:pt x="1165063" y="1550269"/>
                  </a:lnTo>
                  <a:lnTo>
                    <a:pt x="1166854" y="1552060"/>
                  </a:lnTo>
                  <a:lnTo>
                    <a:pt x="1169831" y="1552060"/>
                  </a:lnTo>
                  <a:lnTo>
                    <a:pt x="1175203" y="1546688"/>
                  </a:lnTo>
                  <a:lnTo>
                    <a:pt x="1179981" y="1546688"/>
                  </a:lnTo>
                  <a:lnTo>
                    <a:pt x="1179981" y="1543823"/>
                  </a:lnTo>
                  <a:lnTo>
                    <a:pt x="1178784" y="1543823"/>
                  </a:lnTo>
                  <a:lnTo>
                    <a:pt x="1177832" y="1542872"/>
                  </a:lnTo>
                  <a:lnTo>
                    <a:pt x="1177832" y="1540242"/>
                  </a:lnTo>
                  <a:lnTo>
                    <a:pt x="1173412" y="1540242"/>
                  </a:lnTo>
                  <a:lnTo>
                    <a:pt x="1169596" y="1536426"/>
                  </a:lnTo>
                  <a:close/>
                  <a:moveTo>
                    <a:pt x="828018" y="1542688"/>
                  </a:moveTo>
                  <a:lnTo>
                    <a:pt x="830044" y="1540662"/>
                  </a:lnTo>
                  <a:lnTo>
                    <a:pt x="828253" y="1538871"/>
                  </a:lnTo>
                  <a:lnTo>
                    <a:pt x="826227" y="1540897"/>
                  </a:lnTo>
                  <a:lnTo>
                    <a:pt x="828018" y="1542688"/>
                  </a:lnTo>
                  <a:close/>
                  <a:moveTo>
                    <a:pt x="866632" y="1532364"/>
                  </a:moveTo>
                  <a:lnTo>
                    <a:pt x="866632" y="1529499"/>
                  </a:lnTo>
                  <a:lnTo>
                    <a:pt x="864842" y="1529499"/>
                  </a:lnTo>
                  <a:lnTo>
                    <a:pt x="864842" y="1532364"/>
                  </a:lnTo>
                  <a:lnTo>
                    <a:pt x="866632" y="1532364"/>
                  </a:lnTo>
                  <a:close/>
                  <a:moveTo>
                    <a:pt x="854457" y="1529499"/>
                  </a:moveTo>
                  <a:lnTo>
                    <a:pt x="854457" y="1533315"/>
                  </a:lnTo>
                  <a:lnTo>
                    <a:pt x="859112" y="1537971"/>
                  </a:lnTo>
                  <a:lnTo>
                    <a:pt x="859112" y="1529499"/>
                  </a:lnTo>
                  <a:lnTo>
                    <a:pt x="854457" y="1529499"/>
                  </a:lnTo>
                  <a:close/>
                  <a:moveTo>
                    <a:pt x="1095231" y="1520546"/>
                  </a:moveTo>
                  <a:lnTo>
                    <a:pt x="1092602" y="1523176"/>
                  </a:lnTo>
                  <a:lnTo>
                    <a:pt x="1092602" y="1524966"/>
                  </a:lnTo>
                  <a:lnTo>
                    <a:pt x="1090811" y="1526757"/>
                  </a:lnTo>
                  <a:lnTo>
                    <a:pt x="1090811" y="1530338"/>
                  </a:lnTo>
                  <a:lnTo>
                    <a:pt x="1089020" y="1532129"/>
                  </a:lnTo>
                  <a:lnTo>
                    <a:pt x="1089020" y="1535106"/>
                  </a:lnTo>
                  <a:lnTo>
                    <a:pt x="1090811" y="1536896"/>
                  </a:lnTo>
                  <a:lnTo>
                    <a:pt x="1090811" y="1543107"/>
                  </a:lnTo>
                  <a:lnTo>
                    <a:pt x="1094627" y="1543107"/>
                  </a:lnTo>
                  <a:lnTo>
                    <a:pt x="1095825" y="1541910"/>
                  </a:lnTo>
                  <a:lnTo>
                    <a:pt x="1097973" y="1544059"/>
                  </a:lnTo>
                  <a:lnTo>
                    <a:pt x="1097973" y="1544663"/>
                  </a:lnTo>
                  <a:lnTo>
                    <a:pt x="1096183" y="1546453"/>
                  </a:lnTo>
                  <a:lnTo>
                    <a:pt x="1096183" y="1552295"/>
                  </a:lnTo>
                  <a:lnTo>
                    <a:pt x="1099406" y="1549072"/>
                  </a:lnTo>
                  <a:lnTo>
                    <a:pt x="1100603" y="1550269"/>
                  </a:lnTo>
                  <a:lnTo>
                    <a:pt x="1102393" y="1550269"/>
                  </a:lnTo>
                  <a:lnTo>
                    <a:pt x="1104184" y="1552060"/>
                  </a:lnTo>
                  <a:lnTo>
                    <a:pt x="1109791" y="1552060"/>
                  </a:lnTo>
                  <a:lnTo>
                    <a:pt x="1109791" y="1549430"/>
                  </a:lnTo>
                  <a:lnTo>
                    <a:pt x="1111581" y="1547640"/>
                  </a:lnTo>
                  <a:lnTo>
                    <a:pt x="1111581" y="1544059"/>
                  </a:lnTo>
                  <a:lnTo>
                    <a:pt x="1115398" y="1540242"/>
                  </a:lnTo>
                  <a:lnTo>
                    <a:pt x="1108952" y="1540242"/>
                  </a:lnTo>
                  <a:lnTo>
                    <a:pt x="1108000" y="1539291"/>
                  </a:lnTo>
                  <a:lnTo>
                    <a:pt x="1108000" y="1538687"/>
                  </a:lnTo>
                  <a:lnTo>
                    <a:pt x="1109791" y="1536896"/>
                  </a:lnTo>
                  <a:lnTo>
                    <a:pt x="1109791" y="1530338"/>
                  </a:lnTo>
                  <a:lnTo>
                    <a:pt x="1108000" y="1528547"/>
                  </a:lnTo>
                  <a:lnTo>
                    <a:pt x="1108000" y="1526757"/>
                  </a:lnTo>
                  <a:lnTo>
                    <a:pt x="1103580" y="1522337"/>
                  </a:lnTo>
                  <a:lnTo>
                    <a:pt x="1099999" y="1522337"/>
                  </a:lnTo>
                  <a:lnTo>
                    <a:pt x="1098208" y="1520546"/>
                  </a:lnTo>
                  <a:lnTo>
                    <a:pt x="1095231" y="1520546"/>
                  </a:lnTo>
                  <a:close/>
                  <a:moveTo>
                    <a:pt x="854457" y="1518756"/>
                  </a:moveTo>
                  <a:lnTo>
                    <a:pt x="854457" y="1526153"/>
                  </a:lnTo>
                  <a:lnTo>
                    <a:pt x="859112" y="1530808"/>
                  </a:lnTo>
                  <a:lnTo>
                    <a:pt x="859112" y="1518756"/>
                  </a:lnTo>
                  <a:lnTo>
                    <a:pt x="854457" y="1518756"/>
                  </a:lnTo>
                  <a:close/>
                  <a:moveTo>
                    <a:pt x="1106691" y="1515174"/>
                  </a:moveTo>
                  <a:lnTo>
                    <a:pt x="1110507" y="1518991"/>
                  </a:lnTo>
                  <a:lnTo>
                    <a:pt x="1110507" y="1521620"/>
                  </a:lnTo>
                  <a:lnTo>
                    <a:pt x="1113137" y="1521620"/>
                  </a:lnTo>
                  <a:lnTo>
                    <a:pt x="1114927" y="1523411"/>
                  </a:lnTo>
                  <a:lnTo>
                    <a:pt x="1117905" y="1523411"/>
                  </a:lnTo>
                  <a:lnTo>
                    <a:pt x="1122560" y="1518756"/>
                  </a:lnTo>
                  <a:lnTo>
                    <a:pt x="1116114" y="1518756"/>
                  </a:lnTo>
                  <a:lnTo>
                    <a:pt x="1112533" y="1515174"/>
                  </a:lnTo>
                  <a:lnTo>
                    <a:pt x="1106691" y="1515174"/>
                  </a:lnTo>
                  <a:close/>
                  <a:moveTo>
                    <a:pt x="1105135" y="1502282"/>
                  </a:moveTo>
                  <a:lnTo>
                    <a:pt x="1108000" y="1502282"/>
                  </a:lnTo>
                  <a:lnTo>
                    <a:pt x="1108000" y="1500492"/>
                  </a:lnTo>
                  <a:lnTo>
                    <a:pt x="1105135" y="1500492"/>
                  </a:lnTo>
                  <a:lnTo>
                    <a:pt x="1105135" y="1502282"/>
                  </a:lnTo>
                  <a:close/>
                  <a:moveTo>
                    <a:pt x="893849" y="1473991"/>
                  </a:moveTo>
                  <a:lnTo>
                    <a:pt x="893849" y="1480673"/>
                  </a:lnTo>
                  <a:lnTo>
                    <a:pt x="900530" y="1473991"/>
                  </a:lnTo>
                  <a:lnTo>
                    <a:pt x="893849" y="1473991"/>
                  </a:lnTo>
                  <a:close/>
                  <a:moveTo>
                    <a:pt x="1069324" y="1472201"/>
                  </a:moveTo>
                  <a:lnTo>
                    <a:pt x="1069324" y="1480437"/>
                  </a:lnTo>
                  <a:lnTo>
                    <a:pt x="1074931" y="1480437"/>
                  </a:lnTo>
                  <a:lnTo>
                    <a:pt x="1077561" y="1477808"/>
                  </a:lnTo>
                  <a:lnTo>
                    <a:pt x="1077561" y="1474831"/>
                  </a:lnTo>
                  <a:lnTo>
                    <a:pt x="1074931" y="1472201"/>
                  </a:lnTo>
                  <a:lnTo>
                    <a:pt x="1069324" y="1472201"/>
                  </a:lnTo>
                  <a:close/>
                  <a:moveTo>
                    <a:pt x="1172225" y="1431018"/>
                  </a:moveTo>
                  <a:lnTo>
                    <a:pt x="1166854" y="1436390"/>
                  </a:lnTo>
                  <a:lnTo>
                    <a:pt x="1157901" y="1436390"/>
                  </a:lnTo>
                  <a:lnTo>
                    <a:pt x="1156110" y="1438180"/>
                  </a:lnTo>
                  <a:lnTo>
                    <a:pt x="1153481" y="1438180"/>
                  </a:lnTo>
                  <a:lnTo>
                    <a:pt x="1153481" y="1441997"/>
                  </a:lnTo>
                  <a:lnTo>
                    <a:pt x="1156110" y="1444626"/>
                  </a:lnTo>
                  <a:lnTo>
                    <a:pt x="1157901" y="1444626"/>
                  </a:lnTo>
                  <a:lnTo>
                    <a:pt x="1159691" y="1446417"/>
                  </a:lnTo>
                  <a:lnTo>
                    <a:pt x="1161482" y="1446417"/>
                  </a:lnTo>
                  <a:lnTo>
                    <a:pt x="1162433" y="1447368"/>
                  </a:lnTo>
                  <a:lnTo>
                    <a:pt x="1162433" y="1452740"/>
                  </a:lnTo>
                  <a:lnTo>
                    <a:pt x="1165063" y="1455370"/>
                  </a:lnTo>
                  <a:lnTo>
                    <a:pt x="1170435" y="1455370"/>
                  </a:lnTo>
                  <a:lnTo>
                    <a:pt x="1172819" y="1457753"/>
                  </a:lnTo>
                  <a:lnTo>
                    <a:pt x="1175203" y="1455370"/>
                  </a:lnTo>
                  <a:lnTo>
                    <a:pt x="1176993" y="1455370"/>
                  </a:lnTo>
                  <a:lnTo>
                    <a:pt x="1179623" y="1452740"/>
                  </a:lnTo>
                  <a:lnTo>
                    <a:pt x="1179623" y="1445578"/>
                  </a:lnTo>
                  <a:lnTo>
                    <a:pt x="1182007" y="1443194"/>
                  </a:lnTo>
                  <a:lnTo>
                    <a:pt x="1178784" y="1439971"/>
                  </a:lnTo>
                  <a:lnTo>
                    <a:pt x="1176635" y="1439613"/>
                  </a:lnTo>
                  <a:lnTo>
                    <a:pt x="1177832" y="1438415"/>
                  </a:lnTo>
                  <a:lnTo>
                    <a:pt x="1177832" y="1433648"/>
                  </a:lnTo>
                  <a:lnTo>
                    <a:pt x="1175203" y="1431018"/>
                  </a:lnTo>
                  <a:lnTo>
                    <a:pt x="1172225" y="1431018"/>
                  </a:lnTo>
                  <a:close/>
                  <a:moveTo>
                    <a:pt x="1122090" y="1411322"/>
                  </a:moveTo>
                  <a:lnTo>
                    <a:pt x="1119460" y="1413951"/>
                  </a:lnTo>
                  <a:lnTo>
                    <a:pt x="1119460" y="1415742"/>
                  </a:lnTo>
                  <a:lnTo>
                    <a:pt x="1118509" y="1416693"/>
                  </a:lnTo>
                  <a:lnTo>
                    <a:pt x="1117905" y="1416693"/>
                  </a:lnTo>
                  <a:lnTo>
                    <a:pt x="1116114" y="1414903"/>
                  </a:lnTo>
                  <a:lnTo>
                    <a:pt x="1109556" y="1414903"/>
                  </a:lnTo>
                  <a:lnTo>
                    <a:pt x="1107765" y="1416693"/>
                  </a:lnTo>
                  <a:lnTo>
                    <a:pt x="1105975" y="1416693"/>
                  </a:lnTo>
                  <a:lnTo>
                    <a:pt x="1104184" y="1418484"/>
                  </a:lnTo>
                  <a:lnTo>
                    <a:pt x="1098812" y="1418484"/>
                  </a:lnTo>
                  <a:lnTo>
                    <a:pt x="1095231" y="1422065"/>
                  </a:lnTo>
                  <a:lnTo>
                    <a:pt x="1094269" y="1421707"/>
                  </a:lnTo>
                  <a:lnTo>
                    <a:pt x="1095466" y="1420510"/>
                  </a:lnTo>
                  <a:lnTo>
                    <a:pt x="1095466" y="1413112"/>
                  </a:lnTo>
                  <a:lnTo>
                    <a:pt x="1090811" y="1413112"/>
                  </a:lnTo>
                  <a:lnTo>
                    <a:pt x="1090811" y="1416929"/>
                  </a:lnTo>
                  <a:lnTo>
                    <a:pt x="1092602" y="1418719"/>
                  </a:lnTo>
                  <a:lnTo>
                    <a:pt x="1092602" y="1419323"/>
                  </a:lnTo>
                  <a:lnTo>
                    <a:pt x="1089440" y="1422485"/>
                  </a:lnTo>
                  <a:lnTo>
                    <a:pt x="1091466" y="1424510"/>
                  </a:lnTo>
                  <a:lnTo>
                    <a:pt x="1092243" y="1423733"/>
                  </a:lnTo>
                  <a:lnTo>
                    <a:pt x="1092602" y="1424091"/>
                  </a:lnTo>
                  <a:lnTo>
                    <a:pt x="1092602" y="1425881"/>
                  </a:lnTo>
                  <a:lnTo>
                    <a:pt x="1094392" y="1427672"/>
                  </a:lnTo>
                  <a:lnTo>
                    <a:pt x="1094392" y="1429463"/>
                  </a:lnTo>
                  <a:lnTo>
                    <a:pt x="1099764" y="1434834"/>
                  </a:lnTo>
                  <a:lnTo>
                    <a:pt x="1098812" y="1436390"/>
                  </a:lnTo>
                  <a:lnTo>
                    <a:pt x="1098208" y="1436390"/>
                  </a:lnTo>
                  <a:lnTo>
                    <a:pt x="1097257" y="1435438"/>
                  </a:lnTo>
                  <a:lnTo>
                    <a:pt x="1097257" y="1433648"/>
                  </a:lnTo>
                  <a:lnTo>
                    <a:pt x="1091046" y="1427437"/>
                  </a:lnTo>
                  <a:lnTo>
                    <a:pt x="1085204" y="1427437"/>
                  </a:lnTo>
                  <a:lnTo>
                    <a:pt x="1088427" y="1430660"/>
                  </a:lnTo>
                  <a:lnTo>
                    <a:pt x="1087230" y="1431857"/>
                  </a:lnTo>
                  <a:lnTo>
                    <a:pt x="1087230" y="1436625"/>
                  </a:lnTo>
                  <a:lnTo>
                    <a:pt x="1089020" y="1438415"/>
                  </a:lnTo>
                  <a:lnTo>
                    <a:pt x="1089020" y="1443787"/>
                  </a:lnTo>
                  <a:lnTo>
                    <a:pt x="1090811" y="1445578"/>
                  </a:lnTo>
                  <a:lnTo>
                    <a:pt x="1090811" y="1447368"/>
                  </a:lnTo>
                  <a:lnTo>
                    <a:pt x="1093441" y="1449998"/>
                  </a:lnTo>
                  <a:lnTo>
                    <a:pt x="1108952" y="1449998"/>
                  </a:lnTo>
                  <a:lnTo>
                    <a:pt x="1110742" y="1448207"/>
                  </a:lnTo>
                  <a:lnTo>
                    <a:pt x="1113137" y="1448207"/>
                  </a:lnTo>
                  <a:lnTo>
                    <a:pt x="1114927" y="1449998"/>
                  </a:lnTo>
                  <a:lnTo>
                    <a:pt x="1117905" y="1449998"/>
                  </a:lnTo>
                  <a:lnTo>
                    <a:pt x="1119695" y="1448207"/>
                  </a:lnTo>
                  <a:lnTo>
                    <a:pt x="1123276" y="1448207"/>
                  </a:lnTo>
                  <a:lnTo>
                    <a:pt x="1126499" y="1444984"/>
                  </a:lnTo>
                  <a:lnTo>
                    <a:pt x="1124709" y="1443194"/>
                  </a:lnTo>
                  <a:lnTo>
                    <a:pt x="1125906" y="1441997"/>
                  </a:lnTo>
                  <a:lnTo>
                    <a:pt x="1125906" y="1434834"/>
                  </a:lnTo>
                  <a:lnTo>
                    <a:pt x="1128290" y="1432450"/>
                  </a:lnTo>
                  <a:lnTo>
                    <a:pt x="1125906" y="1430066"/>
                  </a:lnTo>
                  <a:lnTo>
                    <a:pt x="1125906" y="1424695"/>
                  </a:lnTo>
                  <a:lnTo>
                    <a:pt x="1124115" y="1422904"/>
                  </a:lnTo>
                  <a:lnTo>
                    <a:pt x="1124115" y="1422300"/>
                  </a:lnTo>
                  <a:lnTo>
                    <a:pt x="1125671" y="1421349"/>
                  </a:lnTo>
                  <a:lnTo>
                    <a:pt x="1127461" y="1423139"/>
                  </a:lnTo>
                  <a:lnTo>
                    <a:pt x="1133068" y="1423139"/>
                  </a:lnTo>
                  <a:lnTo>
                    <a:pt x="1133068" y="1413112"/>
                  </a:lnTo>
                  <a:lnTo>
                    <a:pt x="1128648" y="1413112"/>
                  </a:lnTo>
                  <a:lnTo>
                    <a:pt x="1126857" y="1411322"/>
                  </a:lnTo>
                  <a:lnTo>
                    <a:pt x="1122090" y="1411322"/>
                  </a:lnTo>
                  <a:close/>
                  <a:moveTo>
                    <a:pt x="903641" y="1402369"/>
                  </a:moveTo>
                  <a:lnTo>
                    <a:pt x="898269" y="1407741"/>
                  </a:lnTo>
                  <a:lnTo>
                    <a:pt x="896479" y="1407741"/>
                  </a:lnTo>
                  <a:lnTo>
                    <a:pt x="892058" y="1412161"/>
                  </a:lnTo>
                  <a:lnTo>
                    <a:pt x="892058" y="1416929"/>
                  </a:lnTo>
                  <a:lnTo>
                    <a:pt x="893849" y="1418719"/>
                  </a:lnTo>
                  <a:lnTo>
                    <a:pt x="893849" y="1427672"/>
                  </a:lnTo>
                  <a:lnTo>
                    <a:pt x="895640" y="1429463"/>
                  </a:lnTo>
                  <a:lnTo>
                    <a:pt x="895640" y="1431253"/>
                  </a:lnTo>
                  <a:lnTo>
                    <a:pt x="897430" y="1433044"/>
                  </a:lnTo>
                  <a:lnTo>
                    <a:pt x="897430" y="1434834"/>
                  </a:lnTo>
                  <a:lnTo>
                    <a:pt x="900060" y="1437464"/>
                  </a:lnTo>
                  <a:lnTo>
                    <a:pt x="903641" y="1437464"/>
                  </a:lnTo>
                  <a:lnTo>
                    <a:pt x="905432" y="1439255"/>
                  </a:lnTo>
                  <a:lnTo>
                    <a:pt x="910803" y="1439255"/>
                  </a:lnTo>
                  <a:lnTo>
                    <a:pt x="913187" y="1441638"/>
                  </a:lnTo>
                  <a:lnTo>
                    <a:pt x="915571" y="1439255"/>
                  </a:lnTo>
                  <a:lnTo>
                    <a:pt x="919756" y="1439255"/>
                  </a:lnTo>
                  <a:lnTo>
                    <a:pt x="921547" y="1441045"/>
                  </a:lnTo>
                  <a:lnTo>
                    <a:pt x="925128" y="1441045"/>
                  </a:lnTo>
                  <a:lnTo>
                    <a:pt x="926918" y="1442836"/>
                  </a:lnTo>
                  <a:lnTo>
                    <a:pt x="938848" y="1442836"/>
                  </a:lnTo>
                  <a:lnTo>
                    <a:pt x="940639" y="1441045"/>
                  </a:lnTo>
                  <a:lnTo>
                    <a:pt x="942429" y="1441045"/>
                  </a:lnTo>
                  <a:lnTo>
                    <a:pt x="948640" y="1434834"/>
                  </a:lnTo>
                  <a:lnTo>
                    <a:pt x="948640" y="1433044"/>
                  </a:lnTo>
                  <a:lnTo>
                    <a:pt x="951024" y="1430660"/>
                  </a:lnTo>
                  <a:lnTo>
                    <a:pt x="949234" y="1428869"/>
                  </a:lnTo>
                  <a:lnTo>
                    <a:pt x="950431" y="1427672"/>
                  </a:lnTo>
                  <a:lnTo>
                    <a:pt x="950431" y="1418484"/>
                  </a:lnTo>
                  <a:lnTo>
                    <a:pt x="943033" y="1418484"/>
                  </a:lnTo>
                  <a:lnTo>
                    <a:pt x="941836" y="1419681"/>
                  </a:lnTo>
                  <a:lnTo>
                    <a:pt x="941478" y="1417533"/>
                  </a:lnTo>
                  <a:lnTo>
                    <a:pt x="939687" y="1415742"/>
                  </a:lnTo>
                  <a:lnTo>
                    <a:pt x="939687" y="1413951"/>
                  </a:lnTo>
                  <a:lnTo>
                    <a:pt x="937897" y="1412161"/>
                  </a:lnTo>
                  <a:lnTo>
                    <a:pt x="937897" y="1407741"/>
                  </a:lnTo>
                  <a:lnTo>
                    <a:pt x="928105" y="1407741"/>
                  </a:lnTo>
                  <a:lnTo>
                    <a:pt x="923930" y="1403566"/>
                  </a:lnTo>
                  <a:lnTo>
                    <a:pt x="921547" y="1405950"/>
                  </a:lnTo>
                  <a:lnTo>
                    <a:pt x="915571" y="1405950"/>
                  </a:lnTo>
                  <a:lnTo>
                    <a:pt x="913780" y="1404159"/>
                  </a:lnTo>
                  <a:lnTo>
                    <a:pt x="911990" y="1404159"/>
                  </a:lnTo>
                  <a:lnTo>
                    <a:pt x="910199" y="1402369"/>
                  </a:lnTo>
                  <a:lnTo>
                    <a:pt x="903641" y="1402369"/>
                  </a:lnTo>
                  <a:close/>
                  <a:moveTo>
                    <a:pt x="927154" y="1416929"/>
                  </a:moveTo>
                  <a:lnTo>
                    <a:pt x="928105" y="1415977"/>
                  </a:lnTo>
                  <a:lnTo>
                    <a:pt x="930499" y="1415977"/>
                  </a:lnTo>
                  <a:lnTo>
                    <a:pt x="931451" y="1416929"/>
                  </a:lnTo>
                  <a:lnTo>
                    <a:pt x="931451" y="1419323"/>
                  </a:lnTo>
                  <a:lnTo>
                    <a:pt x="930499" y="1420275"/>
                  </a:lnTo>
                  <a:lnTo>
                    <a:pt x="928105" y="1420275"/>
                  </a:lnTo>
                  <a:lnTo>
                    <a:pt x="927154" y="1419323"/>
                  </a:lnTo>
                  <a:lnTo>
                    <a:pt x="927154" y="1416929"/>
                  </a:lnTo>
                  <a:close/>
                  <a:moveTo>
                    <a:pt x="927154" y="1431253"/>
                  </a:moveTo>
                  <a:lnTo>
                    <a:pt x="928105" y="1430302"/>
                  </a:lnTo>
                  <a:lnTo>
                    <a:pt x="930499" y="1430302"/>
                  </a:lnTo>
                  <a:lnTo>
                    <a:pt x="931451" y="1431253"/>
                  </a:lnTo>
                  <a:lnTo>
                    <a:pt x="931451" y="1433648"/>
                  </a:lnTo>
                  <a:lnTo>
                    <a:pt x="930499" y="1434599"/>
                  </a:lnTo>
                  <a:lnTo>
                    <a:pt x="928105" y="1434599"/>
                  </a:lnTo>
                  <a:lnTo>
                    <a:pt x="927154" y="1433648"/>
                  </a:lnTo>
                  <a:lnTo>
                    <a:pt x="927154" y="1431253"/>
                  </a:lnTo>
                  <a:close/>
                  <a:moveTo>
                    <a:pt x="902444" y="1367632"/>
                  </a:moveTo>
                  <a:lnTo>
                    <a:pt x="903641" y="1367632"/>
                  </a:lnTo>
                  <a:lnTo>
                    <a:pt x="904592" y="1368583"/>
                  </a:lnTo>
                  <a:lnTo>
                    <a:pt x="903641" y="1370139"/>
                  </a:lnTo>
                  <a:lnTo>
                    <a:pt x="901247" y="1370139"/>
                  </a:lnTo>
                  <a:lnTo>
                    <a:pt x="900295" y="1369187"/>
                  </a:lnTo>
                  <a:lnTo>
                    <a:pt x="900295" y="1364532"/>
                  </a:lnTo>
                  <a:lnTo>
                    <a:pt x="892898" y="1371929"/>
                  </a:lnTo>
                  <a:lnTo>
                    <a:pt x="890268" y="1371929"/>
                  </a:lnTo>
                  <a:lnTo>
                    <a:pt x="890268" y="1378140"/>
                  </a:lnTo>
                  <a:lnTo>
                    <a:pt x="887884" y="1380524"/>
                  </a:lnTo>
                  <a:lnTo>
                    <a:pt x="890268" y="1382908"/>
                  </a:lnTo>
                  <a:lnTo>
                    <a:pt x="890268" y="1386489"/>
                  </a:lnTo>
                  <a:lnTo>
                    <a:pt x="892058" y="1388280"/>
                  </a:lnTo>
                  <a:lnTo>
                    <a:pt x="892058" y="1391861"/>
                  </a:lnTo>
                  <a:lnTo>
                    <a:pt x="894688" y="1394490"/>
                  </a:lnTo>
                  <a:lnTo>
                    <a:pt x="896479" y="1394490"/>
                  </a:lnTo>
                  <a:lnTo>
                    <a:pt x="900060" y="1398072"/>
                  </a:lnTo>
                  <a:lnTo>
                    <a:pt x="901850" y="1398072"/>
                  </a:lnTo>
                  <a:lnTo>
                    <a:pt x="902802" y="1399023"/>
                  </a:lnTo>
                  <a:lnTo>
                    <a:pt x="902802" y="1401653"/>
                  </a:lnTo>
                  <a:lnTo>
                    <a:pt x="908409" y="1401653"/>
                  </a:lnTo>
                  <a:lnTo>
                    <a:pt x="910199" y="1399862"/>
                  </a:lnTo>
                  <a:lnTo>
                    <a:pt x="914384" y="1399862"/>
                  </a:lnTo>
                  <a:lnTo>
                    <a:pt x="917546" y="1403024"/>
                  </a:lnTo>
                  <a:lnTo>
                    <a:pt x="919572" y="1400998"/>
                  </a:lnTo>
                  <a:lnTo>
                    <a:pt x="918794" y="1400220"/>
                  </a:lnTo>
                  <a:lnTo>
                    <a:pt x="920943" y="1398072"/>
                  </a:lnTo>
                  <a:lnTo>
                    <a:pt x="923572" y="1398072"/>
                  </a:lnTo>
                  <a:lnTo>
                    <a:pt x="923572" y="1395442"/>
                  </a:lnTo>
                  <a:lnTo>
                    <a:pt x="927747" y="1391267"/>
                  </a:lnTo>
                  <a:lnTo>
                    <a:pt x="925956" y="1389477"/>
                  </a:lnTo>
                  <a:lnTo>
                    <a:pt x="927154" y="1388280"/>
                  </a:lnTo>
                  <a:lnTo>
                    <a:pt x="927154" y="1376350"/>
                  </a:lnTo>
                  <a:lnTo>
                    <a:pt x="925363" y="1374559"/>
                  </a:lnTo>
                  <a:lnTo>
                    <a:pt x="925363" y="1370139"/>
                  </a:lnTo>
                  <a:lnTo>
                    <a:pt x="917362" y="1370139"/>
                  </a:lnTo>
                  <a:lnTo>
                    <a:pt x="915571" y="1368348"/>
                  </a:lnTo>
                  <a:lnTo>
                    <a:pt x="908409" y="1368348"/>
                  </a:lnTo>
                  <a:lnTo>
                    <a:pt x="904828" y="1364767"/>
                  </a:lnTo>
                  <a:lnTo>
                    <a:pt x="902444" y="1367632"/>
                  </a:lnTo>
                  <a:close/>
                  <a:moveTo>
                    <a:pt x="889910" y="1364051"/>
                  </a:moveTo>
                  <a:lnTo>
                    <a:pt x="889910" y="1361186"/>
                  </a:lnTo>
                  <a:lnTo>
                    <a:pt x="888119" y="1361186"/>
                  </a:lnTo>
                  <a:lnTo>
                    <a:pt x="888119" y="1364051"/>
                  </a:lnTo>
                  <a:lnTo>
                    <a:pt x="889910" y="1364051"/>
                  </a:lnTo>
                  <a:close/>
                  <a:moveTo>
                    <a:pt x="876783" y="1359395"/>
                  </a:moveTo>
                  <a:lnTo>
                    <a:pt x="874992" y="1361186"/>
                  </a:lnTo>
                  <a:lnTo>
                    <a:pt x="872362" y="1361186"/>
                  </a:lnTo>
                  <a:lnTo>
                    <a:pt x="872362" y="1363816"/>
                  </a:lnTo>
                  <a:lnTo>
                    <a:pt x="868546" y="1367632"/>
                  </a:lnTo>
                  <a:lnTo>
                    <a:pt x="874992" y="1367632"/>
                  </a:lnTo>
                  <a:lnTo>
                    <a:pt x="875943" y="1368583"/>
                  </a:lnTo>
                  <a:lnTo>
                    <a:pt x="874992" y="1370139"/>
                  </a:lnTo>
                  <a:lnTo>
                    <a:pt x="872598" y="1370139"/>
                  </a:lnTo>
                  <a:lnTo>
                    <a:pt x="870214" y="1367755"/>
                  </a:lnTo>
                  <a:lnTo>
                    <a:pt x="867830" y="1370139"/>
                  </a:lnTo>
                  <a:lnTo>
                    <a:pt x="865435" y="1370139"/>
                  </a:lnTo>
                  <a:lnTo>
                    <a:pt x="863051" y="1367755"/>
                  </a:lnTo>
                  <a:lnTo>
                    <a:pt x="860667" y="1370139"/>
                  </a:lnTo>
                  <a:lnTo>
                    <a:pt x="856247" y="1370139"/>
                  </a:lnTo>
                  <a:lnTo>
                    <a:pt x="856247" y="1382908"/>
                  </a:lnTo>
                  <a:lnTo>
                    <a:pt x="858877" y="1385538"/>
                  </a:lnTo>
                  <a:lnTo>
                    <a:pt x="861854" y="1385538"/>
                  </a:lnTo>
                  <a:lnTo>
                    <a:pt x="863645" y="1383747"/>
                  </a:lnTo>
                  <a:lnTo>
                    <a:pt x="867830" y="1383747"/>
                  </a:lnTo>
                  <a:lnTo>
                    <a:pt x="872362" y="1388280"/>
                  </a:lnTo>
                  <a:lnTo>
                    <a:pt x="872362" y="1388884"/>
                  </a:lnTo>
                  <a:lnTo>
                    <a:pt x="870572" y="1390674"/>
                  </a:lnTo>
                  <a:lnTo>
                    <a:pt x="870572" y="1395442"/>
                  </a:lnTo>
                  <a:lnTo>
                    <a:pt x="873795" y="1398665"/>
                  </a:lnTo>
                  <a:lnTo>
                    <a:pt x="876179" y="1396281"/>
                  </a:lnTo>
                  <a:lnTo>
                    <a:pt x="878808" y="1396281"/>
                  </a:lnTo>
                  <a:lnTo>
                    <a:pt x="879166" y="1393293"/>
                  </a:lnTo>
                  <a:lnTo>
                    <a:pt x="880364" y="1394490"/>
                  </a:lnTo>
                  <a:lnTo>
                    <a:pt x="884180" y="1394490"/>
                  </a:lnTo>
                  <a:lnTo>
                    <a:pt x="884180" y="1390674"/>
                  </a:lnTo>
                  <a:lnTo>
                    <a:pt x="882389" y="1388884"/>
                  </a:lnTo>
                  <a:lnTo>
                    <a:pt x="882389" y="1387093"/>
                  </a:lnTo>
                  <a:lnTo>
                    <a:pt x="877969" y="1382673"/>
                  </a:lnTo>
                  <a:lnTo>
                    <a:pt x="876179" y="1382673"/>
                  </a:lnTo>
                  <a:lnTo>
                    <a:pt x="874388" y="1380882"/>
                  </a:lnTo>
                  <a:lnTo>
                    <a:pt x="872239" y="1380524"/>
                  </a:lnTo>
                  <a:lnTo>
                    <a:pt x="875227" y="1380166"/>
                  </a:lnTo>
                  <a:lnTo>
                    <a:pt x="875227" y="1375746"/>
                  </a:lnTo>
                  <a:lnTo>
                    <a:pt x="876179" y="1374794"/>
                  </a:lnTo>
                  <a:lnTo>
                    <a:pt x="878808" y="1374794"/>
                  </a:lnTo>
                  <a:lnTo>
                    <a:pt x="878808" y="1370374"/>
                  </a:lnTo>
                  <a:lnTo>
                    <a:pt x="880599" y="1368583"/>
                  </a:lnTo>
                  <a:lnTo>
                    <a:pt x="880599" y="1363212"/>
                  </a:lnTo>
                  <a:lnTo>
                    <a:pt x="881550" y="1362260"/>
                  </a:lnTo>
                  <a:lnTo>
                    <a:pt x="882748" y="1362260"/>
                  </a:lnTo>
                  <a:lnTo>
                    <a:pt x="882748" y="1359395"/>
                  </a:lnTo>
                  <a:lnTo>
                    <a:pt x="876783" y="1359395"/>
                  </a:lnTo>
                  <a:close/>
                  <a:moveTo>
                    <a:pt x="868065" y="1379327"/>
                  </a:moveTo>
                  <a:lnTo>
                    <a:pt x="868423" y="1378969"/>
                  </a:lnTo>
                  <a:lnTo>
                    <a:pt x="868781" y="1379327"/>
                  </a:lnTo>
                  <a:lnTo>
                    <a:pt x="868423" y="1380289"/>
                  </a:lnTo>
                  <a:lnTo>
                    <a:pt x="868065" y="1379327"/>
                  </a:lnTo>
                  <a:close/>
                  <a:moveTo>
                    <a:pt x="1045689" y="1357012"/>
                  </a:moveTo>
                  <a:lnTo>
                    <a:pt x="1043305" y="1359395"/>
                  </a:lnTo>
                  <a:lnTo>
                    <a:pt x="1041514" y="1359395"/>
                  </a:lnTo>
                  <a:lnTo>
                    <a:pt x="1039724" y="1361186"/>
                  </a:lnTo>
                  <a:lnTo>
                    <a:pt x="1037933" y="1361186"/>
                  </a:lnTo>
                  <a:lnTo>
                    <a:pt x="1035304" y="1363816"/>
                  </a:lnTo>
                  <a:lnTo>
                    <a:pt x="1035304" y="1366793"/>
                  </a:lnTo>
                  <a:lnTo>
                    <a:pt x="1037094" y="1368583"/>
                  </a:lnTo>
                  <a:lnTo>
                    <a:pt x="1037094" y="1371213"/>
                  </a:lnTo>
                  <a:lnTo>
                    <a:pt x="1039724" y="1371213"/>
                  </a:lnTo>
                  <a:lnTo>
                    <a:pt x="1040675" y="1372165"/>
                  </a:lnTo>
                  <a:lnTo>
                    <a:pt x="1040675" y="1374559"/>
                  </a:lnTo>
                  <a:lnTo>
                    <a:pt x="1039724" y="1375510"/>
                  </a:lnTo>
                  <a:lnTo>
                    <a:pt x="1037329" y="1375510"/>
                  </a:lnTo>
                  <a:lnTo>
                    <a:pt x="1036378" y="1374559"/>
                  </a:lnTo>
                  <a:lnTo>
                    <a:pt x="1036378" y="1370139"/>
                  </a:lnTo>
                  <a:lnTo>
                    <a:pt x="1032561" y="1370139"/>
                  </a:lnTo>
                  <a:lnTo>
                    <a:pt x="1030771" y="1371929"/>
                  </a:lnTo>
                  <a:lnTo>
                    <a:pt x="1028980" y="1371929"/>
                  </a:lnTo>
                  <a:lnTo>
                    <a:pt x="1027190" y="1373720"/>
                  </a:lnTo>
                  <a:lnTo>
                    <a:pt x="1024560" y="1373720"/>
                  </a:lnTo>
                  <a:lnTo>
                    <a:pt x="1024560" y="1376350"/>
                  </a:lnTo>
                  <a:lnTo>
                    <a:pt x="1020979" y="1379931"/>
                  </a:lnTo>
                  <a:lnTo>
                    <a:pt x="1020979" y="1381721"/>
                  </a:lnTo>
                  <a:lnTo>
                    <a:pt x="1018237" y="1384463"/>
                  </a:lnTo>
                  <a:lnTo>
                    <a:pt x="1016446" y="1384463"/>
                  </a:lnTo>
                  <a:lnTo>
                    <a:pt x="1013817" y="1387093"/>
                  </a:lnTo>
                  <a:lnTo>
                    <a:pt x="1013817" y="1388884"/>
                  </a:lnTo>
                  <a:lnTo>
                    <a:pt x="1012026" y="1390674"/>
                  </a:lnTo>
                  <a:lnTo>
                    <a:pt x="1012026" y="1400814"/>
                  </a:lnTo>
                  <a:lnTo>
                    <a:pt x="1013223" y="1402011"/>
                  </a:lnTo>
                  <a:lnTo>
                    <a:pt x="1012026" y="1403208"/>
                  </a:lnTo>
                  <a:lnTo>
                    <a:pt x="1012026" y="1406185"/>
                  </a:lnTo>
                  <a:lnTo>
                    <a:pt x="1013817" y="1407976"/>
                  </a:lnTo>
                  <a:lnTo>
                    <a:pt x="1013817" y="1412161"/>
                  </a:lnTo>
                  <a:lnTo>
                    <a:pt x="1012026" y="1413951"/>
                  </a:lnTo>
                  <a:lnTo>
                    <a:pt x="1012026" y="1422904"/>
                  </a:lnTo>
                  <a:lnTo>
                    <a:pt x="1009284" y="1425646"/>
                  </a:lnTo>
                  <a:lnTo>
                    <a:pt x="1007494" y="1425646"/>
                  </a:lnTo>
                  <a:lnTo>
                    <a:pt x="1004864" y="1428276"/>
                  </a:lnTo>
                  <a:lnTo>
                    <a:pt x="1004864" y="1431857"/>
                  </a:lnTo>
                  <a:lnTo>
                    <a:pt x="1003073" y="1433648"/>
                  </a:lnTo>
                  <a:lnTo>
                    <a:pt x="1003073" y="1436625"/>
                  </a:lnTo>
                  <a:lnTo>
                    <a:pt x="1004864" y="1438415"/>
                  </a:lnTo>
                  <a:lnTo>
                    <a:pt x="1004864" y="1449159"/>
                  </a:lnTo>
                  <a:lnTo>
                    <a:pt x="1006655" y="1450949"/>
                  </a:lnTo>
                  <a:lnTo>
                    <a:pt x="1006655" y="1454530"/>
                  </a:lnTo>
                  <a:lnTo>
                    <a:pt x="1008445" y="1456321"/>
                  </a:lnTo>
                  <a:lnTo>
                    <a:pt x="1008445" y="1458112"/>
                  </a:lnTo>
                  <a:lnTo>
                    <a:pt x="1012026" y="1461693"/>
                  </a:lnTo>
                  <a:lnTo>
                    <a:pt x="1012026" y="1465878"/>
                  </a:lnTo>
                  <a:lnTo>
                    <a:pt x="1008445" y="1469459"/>
                  </a:lnTo>
                  <a:lnTo>
                    <a:pt x="1008445" y="1471249"/>
                  </a:lnTo>
                  <a:lnTo>
                    <a:pt x="1006655" y="1473040"/>
                  </a:lnTo>
                  <a:lnTo>
                    <a:pt x="1006655" y="1477808"/>
                  </a:lnTo>
                  <a:lnTo>
                    <a:pt x="1008445" y="1479598"/>
                  </a:lnTo>
                  <a:lnTo>
                    <a:pt x="1008445" y="1480202"/>
                  </a:lnTo>
                  <a:lnTo>
                    <a:pt x="1007494" y="1481154"/>
                  </a:lnTo>
                  <a:lnTo>
                    <a:pt x="1005703" y="1481154"/>
                  </a:lnTo>
                  <a:lnTo>
                    <a:pt x="1003073" y="1483783"/>
                  </a:lnTo>
                  <a:lnTo>
                    <a:pt x="1003073" y="1486761"/>
                  </a:lnTo>
                  <a:lnTo>
                    <a:pt x="1004271" y="1487958"/>
                  </a:lnTo>
                  <a:lnTo>
                    <a:pt x="1001283" y="1490946"/>
                  </a:lnTo>
                  <a:lnTo>
                    <a:pt x="1001283" y="1492736"/>
                  </a:lnTo>
                  <a:lnTo>
                    <a:pt x="999492" y="1494527"/>
                  </a:lnTo>
                  <a:lnTo>
                    <a:pt x="999492" y="1515410"/>
                  </a:lnTo>
                  <a:lnTo>
                    <a:pt x="1001283" y="1517200"/>
                  </a:lnTo>
                  <a:lnTo>
                    <a:pt x="1001283" y="1521385"/>
                  </a:lnTo>
                  <a:lnTo>
                    <a:pt x="997702" y="1524966"/>
                  </a:lnTo>
                  <a:lnTo>
                    <a:pt x="997702" y="1528547"/>
                  </a:lnTo>
                  <a:lnTo>
                    <a:pt x="995911" y="1530338"/>
                  </a:lnTo>
                  <a:lnTo>
                    <a:pt x="995911" y="1542268"/>
                  </a:lnTo>
                  <a:lnTo>
                    <a:pt x="997108" y="1543465"/>
                  </a:lnTo>
                  <a:lnTo>
                    <a:pt x="994960" y="1543823"/>
                  </a:lnTo>
                  <a:lnTo>
                    <a:pt x="990539" y="1548244"/>
                  </a:lnTo>
                  <a:lnTo>
                    <a:pt x="990539" y="1551825"/>
                  </a:lnTo>
                  <a:lnTo>
                    <a:pt x="988749" y="1553615"/>
                  </a:lnTo>
                  <a:lnTo>
                    <a:pt x="988749" y="1555406"/>
                  </a:lnTo>
                  <a:lnTo>
                    <a:pt x="986365" y="1557790"/>
                  </a:lnTo>
                  <a:lnTo>
                    <a:pt x="988749" y="1560174"/>
                  </a:lnTo>
                  <a:lnTo>
                    <a:pt x="988749" y="1562568"/>
                  </a:lnTo>
                  <a:lnTo>
                    <a:pt x="986365" y="1564952"/>
                  </a:lnTo>
                  <a:lnTo>
                    <a:pt x="988749" y="1567336"/>
                  </a:lnTo>
                  <a:lnTo>
                    <a:pt x="988749" y="1575102"/>
                  </a:lnTo>
                  <a:lnTo>
                    <a:pt x="986958" y="1576893"/>
                  </a:lnTo>
                  <a:lnTo>
                    <a:pt x="986958" y="1578683"/>
                  </a:lnTo>
                  <a:lnTo>
                    <a:pt x="985168" y="1580474"/>
                  </a:lnTo>
                  <a:lnTo>
                    <a:pt x="985168" y="1585845"/>
                  </a:lnTo>
                  <a:lnTo>
                    <a:pt x="983019" y="1587994"/>
                  </a:lnTo>
                  <a:lnTo>
                    <a:pt x="979080" y="1584055"/>
                  </a:lnTo>
                  <a:lnTo>
                    <a:pt x="979080" y="1582264"/>
                  </a:lnTo>
                  <a:lnTo>
                    <a:pt x="975499" y="1578683"/>
                  </a:lnTo>
                  <a:lnTo>
                    <a:pt x="975499" y="1576893"/>
                  </a:lnTo>
                  <a:lnTo>
                    <a:pt x="973708" y="1575102"/>
                  </a:lnTo>
                  <a:lnTo>
                    <a:pt x="973708" y="1569730"/>
                  </a:lnTo>
                  <a:lnTo>
                    <a:pt x="971918" y="1567940"/>
                  </a:lnTo>
                  <a:lnTo>
                    <a:pt x="972869" y="1566384"/>
                  </a:lnTo>
                  <a:lnTo>
                    <a:pt x="975499" y="1566384"/>
                  </a:lnTo>
                  <a:lnTo>
                    <a:pt x="975499" y="1560174"/>
                  </a:lnTo>
                  <a:lnTo>
                    <a:pt x="977883" y="1557790"/>
                  </a:lnTo>
                  <a:lnTo>
                    <a:pt x="975499" y="1555406"/>
                  </a:lnTo>
                  <a:lnTo>
                    <a:pt x="975499" y="1551825"/>
                  </a:lnTo>
                  <a:lnTo>
                    <a:pt x="973708" y="1550034"/>
                  </a:lnTo>
                  <a:lnTo>
                    <a:pt x="973708" y="1546453"/>
                  </a:lnTo>
                  <a:lnTo>
                    <a:pt x="972511" y="1545256"/>
                  </a:lnTo>
                  <a:lnTo>
                    <a:pt x="974301" y="1543465"/>
                  </a:lnTo>
                  <a:lnTo>
                    <a:pt x="972511" y="1541675"/>
                  </a:lnTo>
                  <a:lnTo>
                    <a:pt x="973708" y="1540477"/>
                  </a:lnTo>
                  <a:lnTo>
                    <a:pt x="973708" y="1533919"/>
                  </a:lnTo>
                  <a:lnTo>
                    <a:pt x="971918" y="1532129"/>
                  </a:lnTo>
                  <a:lnTo>
                    <a:pt x="971918" y="1524966"/>
                  </a:lnTo>
                  <a:lnTo>
                    <a:pt x="970127" y="1523176"/>
                  </a:lnTo>
                  <a:lnTo>
                    <a:pt x="970127" y="1517804"/>
                  </a:lnTo>
                  <a:lnTo>
                    <a:pt x="966546" y="1514223"/>
                  </a:lnTo>
                  <a:lnTo>
                    <a:pt x="966546" y="1508012"/>
                  </a:lnTo>
                  <a:lnTo>
                    <a:pt x="963916" y="1508012"/>
                  </a:lnTo>
                  <a:lnTo>
                    <a:pt x="959384" y="1503480"/>
                  </a:lnTo>
                  <a:lnTo>
                    <a:pt x="959384" y="1500850"/>
                  </a:lnTo>
                  <a:lnTo>
                    <a:pt x="953173" y="1500850"/>
                  </a:lnTo>
                  <a:lnTo>
                    <a:pt x="950789" y="1498466"/>
                  </a:lnTo>
                  <a:lnTo>
                    <a:pt x="948405" y="1500850"/>
                  </a:lnTo>
                  <a:lnTo>
                    <a:pt x="946614" y="1500850"/>
                  </a:lnTo>
                  <a:lnTo>
                    <a:pt x="944824" y="1502640"/>
                  </a:lnTo>
                  <a:lnTo>
                    <a:pt x="943269" y="1501689"/>
                  </a:lnTo>
                  <a:lnTo>
                    <a:pt x="944220" y="1500134"/>
                  </a:lnTo>
                  <a:lnTo>
                    <a:pt x="946011" y="1500134"/>
                  </a:lnTo>
                  <a:lnTo>
                    <a:pt x="950431" y="1495713"/>
                  </a:lnTo>
                  <a:lnTo>
                    <a:pt x="950431" y="1492736"/>
                  </a:lnTo>
                  <a:lnTo>
                    <a:pt x="948640" y="1490946"/>
                  </a:lnTo>
                  <a:lnTo>
                    <a:pt x="948640" y="1476621"/>
                  </a:lnTo>
                  <a:lnTo>
                    <a:pt x="945059" y="1473040"/>
                  </a:lnTo>
                  <a:lnTo>
                    <a:pt x="945059" y="1470410"/>
                  </a:lnTo>
                  <a:lnTo>
                    <a:pt x="942429" y="1470410"/>
                  </a:lnTo>
                  <a:lnTo>
                    <a:pt x="940639" y="1468620"/>
                  </a:lnTo>
                  <a:lnTo>
                    <a:pt x="928709" y="1468620"/>
                  </a:lnTo>
                  <a:lnTo>
                    <a:pt x="925128" y="1472201"/>
                  </a:lnTo>
                  <a:lnTo>
                    <a:pt x="919756" y="1472201"/>
                  </a:lnTo>
                  <a:lnTo>
                    <a:pt x="917965" y="1473991"/>
                  </a:lnTo>
                  <a:lnTo>
                    <a:pt x="915336" y="1473991"/>
                  </a:lnTo>
                  <a:lnTo>
                    <a:pt x="915336" y="1476621"/>
                  </a:lnTo>
                  <a:lnTo>
                    <a:pt x="914384" y="1477573"/>
                  </a:lnTo>
                  <a:lnTo>
                    <a:pt x="911755" y="1477573"/>
                  </a:lnTo>
                  <a:lnTo>
                    <a:pt x="911755" y="1481993"/>
                  </a:lnTo>
                  <a:lnTo>
                    <a:pt x="909964" y="1483783"/>
                  </a:lnTo>
                  <a:lnTo>
                    <a:pt x="909964" y="1487364"/>
                  </a:lnTo>
                  <a:lnTo>
                    <a:pt x="909606" y="1487723"/>
                  </a:lnTo>
                  <a:lnTo>
                    <a:pt x="909248" y="1487364"/>
                  </a:lnTo>
                  <a:lnTo>
                    <a:pt x="909248" y="1482586"/>
                  </a:lnTo>
                  <a:lnTo>
                    <a:pt x="906383" y="1482586"/>
                  </a:lnTo>
                  <a:lnTo>
                    <a:pt x="906383" y="1485574"/>
                  </a:lnTo>
                  <a:lnTo>
                    <a:pt x="904592" y="1487364"/>
                  </a:lnTo>
                  <a:lnTo>
                    <a:pt x="904592" y="1489155"/>
                  </a:lnTo>
                  <a:lnTo>
                    <a:pt x="903641" y="1490107"/>
                  </a:lnTo>
                  <a:lnTo>
                    <a:pt x="899456" y="1490107"/>
                  </a:lnTo>
                  <a:lnTo>
                    <a:pt x="897665" y="1488316"/>
                  </a:lnTo>
                  <a:lnTo>
                    <a:pt x="893849" y="1488316"/>
                  </a:lnTo>
                  <a:lnTo>
                    <a:pt x="893849" y="1492132"/>
                  </a:lnTo>
                  <a:lnTo>
                    <a:pt x="895046" y="1493330"/>
                  </a:lnTo>
                  <a:lnTo>
                    <a:pt x="894688" y="1493688"/>
                  </a:lnTo>
                  <a:lnTo>
                    <a:pt x="893133" y="1492736"/>
                  </a:lnTo>
                  <a:lnTo>
                    <a:pt x="893133" y="1490946"/>
                  </a:lnTo>
                  <a:lnTo>
                    <a:pt x="888713" y="1486525"/>
                  </a:lnTo>
                  <a:lnTo>
                    <a:pt x="886922" y="1486525"/>
                  </a:lnTo>
                  <a:lnTo>
                    <a:pt x="883106" y="1482709"/>
                  </a:lnTo>
                  <a:lnTo>
                    <a:pt x="883106" y="1487364"/>
                  </a:lnTo>
                  <a:lnTo>
                    <a:pt x="878573" y="1491897"/>
                  </a:lnTo>
                  <a:lnTo>
                    <a:pt x="875943" y="1491897"/>
                  </a:lnTo>
                  <a:lnTo>
                    <a:pt x="875943" y="1494527"/>
                  </a:lnTo>
                  <a:lnTo>
                    <a:pt x="872362" y="1498108"/>
                  </a:lnTo>
                  <a:lnTo>
                    <a:pt x="872362" y="1501689"/>
                  </a:lnTo>
                  <a:lnTo>
                    <a:pt x="870572" y="1503480"/>
                  </a:lnTo>
                  <a:lnTo>
                    <a:pt x="870572" y="1508851"/>
                  </a:lnTo>
                  <a:lnTo>
                    <a:pt x="869620" y="1509803"/>
                  </a:lnTo>
                  <a:lnTo>
                    <a:pt x="864249" y="1509803"/>
                  </a:lnTo>
                  <a:lnTo>
                    <a:pt x="861026" y="1513026"/>
                  </a:lnTo>
                  <a:lnTo>
                    <a:pt x="866039" y="1518039"/>
                  </a:lnTo>
                  <a:lnTo>
                    <a:pt x="867830" y="1518039"/>
                  </a:lnTo>
                  <a:lnTo>
                    <a:pt x="869620" y="1519830"/>
                  </a:lnTo>
                  <a:lnTo>
                    <a:pt x="876783" y="1519830"/>
                  </a:lnTo>
                  <a:lnTo>
                    <a:pt x="877141" y="1520188"/>
                  </a:lnTo>
                  <a:lnTo>
                    <a:pt x="875943" y="1521385"/>
                  </a:lnTo>
                  <a:lnTo>
                    <a:pt x="875943" y="1523176"/>
                  </a:lnTo>
                  <a:lnTo>
                    <a:pt x="874153" y="1524966"/>
                  </a:lnTo>
                  <a:lnTo>
                    <a:pt x="874153" y="1526757"/>
                  </a:lnTo>
                  <a:lnTo>
                    <a:pt x="870336" y="1530573"/>
                  </a:lnTo>
                  <a:lnTo>
                    <a:pt x="874992" y="1530573"/>
                  </a:lnTo>
                  <a:lnTo>
                    <a:pt x="875350" y="1530931"/>
                  </a:lnTo>
                  <a:lnTo>
                    <a:pt x="873201" y="1531289"/>
                  </a:lnTo>
                  <a:lnTo>
                    <a:pt x="872004" y="1532487"/>
                  </a:lnTo>
                  <a:lnTo>
                    <a:pt x="870214" y="1530696"/>
                  </a:lnTo>
                  <a:lnTo>
                    <a:pt x="866039" y="1534871"/>
                  </a:lnTo>
                  <a:lnTo>
                    <a:pt x="863409" y="1534871"/>
                  </a:lnTo>
                  <a:lnTo>
                    <a:pt x="863409" y="1537500"/>
                  </a:lnTo>
                  <a:lnTo>
                    <a:pt x="861619" y="1539291"/>
                  </a:lnTo>
                  <a:lnTo>
                    <a:pt x="861619" y="1546688"/>
                  </a:lnTo>
                  <a:lnTo>
                    <a:pt x="876179" y="1546688"/>
                  </a:lnTo>
                  <a:lnTo>
                    <a:pt x="877969" y="1544898"/>
                  </a:lnTo>
                  <a:lnTo>
                    <a:pt x="879760" y="1544898"/>
                  </a:lnTo>
                  <a:lnTo>
                    <a:pt x="881550" y="1543107"/>
                  </a:lnTo>
                  <a:lnTo>
                    <a:pt x="882154" y="1543107"/>
                  </a:lnTo>
                  <a:lnTo>
                    <a:pt x="882512" y="1543465"/>
                  </a:lnTo>
                  <a:lnTo>
                    <a:pt x="881315" y="1544663"/>
                  </a:lnTo>
                  <a:lnTo>
                    <a:pt x="881315" y="1547640"/>
                  </a:lnTo>
                  <a:lnTo>
                    <a:pt x="884896" y="1551221"/>
                  </a:lnTo>
                  <a:lnTo>
                    <a:pt x="884896" y="1551825"/>
                  </a:lnTo>
                  <a:lnTo>
                    <a:pt x="883106" y="1553615"/>
                  </a:lnTo>
                  <a:lnTo>
                    <a:pt x="883106" y="1558383"/>
                  </a:lnTo>
                  <a:lnTo>
                    <a:pt x="884303" y="1559580"/>
                  </a:lnTo>
                  <a:lnTo>
                    <a:pt x="883106" y="1560778"/>
                  </a:lnTo>
                  <a:lnTo>
                    <a:pt x="883106" y="1565545"/>
                  </a:lnTo>
                  <a:lnTo>
                    <a:pt x="884896" y="1567336"/>
                  </a:lnTo>
                  <a:lnTo>
                    <a:pt x="884538" y="1568298"/>
                  </a:lnTo>
                  <a:lnTo>
                    <a:pt x="881550" y="1565310"/>
                  </a:lnTo>
                  <a:lnTo>
                    <a:pt x="879760" y="1565310"/>
                  </a:lnTo>
                  <a:lnTo>
                    <a:pt x="877969" y="1563520"/>
                  </a:lnTo>
                  <a:lnTo>
                    <a:pt x="876179" y="1563520"/>
                  </a:lnTo>
                  <a:lnTo>
                    <a:pt x="874388" y="1561729"/>
                  </a:lnTo>
                  <a:lnTo>
                    <a:pt x="872598" y="1561729"/>
                  </a:lnTo>
                  <a:lnTo>
                    <a:pt x="872239" y="1561371"/>
                  </a:lnTo>
                  <a:lnTo>
                    <a:pt x="872598" y="1561013"/>
                  </a:lnTo>
                  <a:lnTo>
                    <a:pt x="873795" y="1561013"/>
                  </a:lnTo>
                  <a:lnTo>
                    <a:pt x="873795" y="1558148"/>
                  </a:lnTo>
                  <a:lnTo>
                    <a:pt x="871411" y="1558148"/>
                  </a:lnTo>
                  <a:lnTo>
                    <a:pt x="869620" y="1559938"/>
                  </a:lnTo>
                  <a:lnTo>
                    <a:pt x="865435" y="1559938"/>
                  </a:lnTo>
                  <a:lnTo>
                    <a:pt x="862693" y="1557196"/>
                  </a:lnTo>
                  <a:lnTo>
                    <a:pt x="862693" y="1552418"/>
                  </a:lnTo>
                  <a:lnTo>
                    <a:pt x="859828" y="1552418"/>
                  </a:lnTo>
                  <a:lnTo>
                    <a:pt x="859828" y="1558383"/>
                  </a:lnTo>
                  <a:lnTo>
                    <a:pt x="861026" y="1559580"/>
                  </a:lnTo>
                  <a:lnTo>
                    <a:pt x="860667" y="1559938"/>
                  </a:lnTo>
                  <a:lnTo>
                    <a:pt x="856482" y="1559938"/>
                  </a:lnTo>
                  <a:lnTo>
                    <a:pt x="850753" y="1554209"/>
                  </a:lnTo>
                  <a:lnTo>
                    <a:pt x="851950" y="1553011"/>
                  </a:lnTo>
                  <a:lnTo>
                    <a:pt x="851950" y="1551221"/>
                  </a:lnTo>
                  <a:lnTo>
                    <a:pt x="853740" y="1549430"/>
                  </a:lnTo>
                  <a:lnTo>
                    <a:pt x="853740" y="1544663"/>
                  </a:lnTo>
                  <a:lnTo>
                    <a:pt x="851950" y="1542872"/>
                  </a:lnTo>
                  <a:lnTo>
                    <a:pt x="851950" y="1541081"/>
                  </a:lnTo>
                  <a:lnTo>
                    <a:pt x="850159" y="1539291"/>
                  </a:lnTo>
                  <a:lnTo>
                    <a:pt x="850159" y="1537500"/>
                  </a:lnTo>
                  <a:lnTo>
                    <a:pt x="846936" y="1534277"/>
                  </a:lnTo>
                  <a:lnTo>
                    <a:pt x="841923" y="1539291"/>
                  </a:lnTo>
                  <a:lnTo>
                    <a:pt x="841923" y="1541081"/>
                  </a:lnTo>
                  <a:lnTo>
                    <a:pt x="840971" y="1542033"/>
                  </a:lnTo>
                  <a:lnTo>
                    <a:pt x="837390" y="1542033"/>
                  </a:lnTo>
                  <a:lnTo>
                    <a:pt x="833809" y="1545614"/>
                  </a:lnTo>
                  <a:lnTo>
                    <a:pt x="832018" y="1545614"/>
                  </a:lnTo>
                  <a:lnTo>
                    <a:pt x="826647" y="1550986"/>
                  </a:lnTo>
                  <a:lnTo>
                    <a:pt x="826043" y="1550986"/>
                  </a:lnTo>
                  <a:lnTo>
                    <a:pt x="824252" y="1549195"/>
                  </a:lnTo>
                  <a:lnTo>
                    <a:pt x="822462" y="1549195"/>
                  </a:lnTo>
                  <a:lnTo>
                    <a:pt x="820671" y="1547405"/>
                  </a:lnTo>
                  <a:lnTo>
                    <a:pt x="813038" y="1547405"/>
                  </a:lnTo>
                  <a:lnTo>
                    <a:pt x="816855" y="1551221"/>
                  </a:lnTo>
                  <a:lnTo>
                    <a:pt x="816855" y="1554802"/>
                  </a:lnTo>
                  <a:lnTo>
                    <a:pt x="823066" y="1561013"/>
                  </a:lnTo>
                  <a:lnTo>
                    <a:pt x="824856" y="1561013"/>
                  </a:lnTo>
                  <a:lnTo>
                    <a:pt x="825808" y="1561964"/>
                  </a:lnTo>
                  <a:lnTo>
                    <a:pt x="825808" y="1567336"/>
                  </a:lnTo>
                  <a:lnTo>
                    <a:pt x="827598" y="1569127"/>
                  </a:lnTo>
                  <a:lnTo>
                    <a:pt x="827598" y="1571521"/>
                  </a:lnTo>
                  <a:lnTo>
                    <a:pt x="825808" y="1573312"/>
                  </a:lnTo>
                  <a:lnTo>
                    <a:pt x="825808" y="1585242"/>
                  </a:lnTo>
                  <a:lnTo>
                    <a:pt x="827598" y="1587032"/>
                  </a:lnTo>
                  <a:lnTo>
                    <a:pt x="827598" y="1590613"/>
                  </a:lnTo>
                  <a:lnTo>
                    <a:pt x="829389" y="1592404"/>
                  </a:lnTo>
                  <a:lnTo>
                    <a:pt x="829389" y="1594194"/>
                  </a:lnTo>
                  <a:lnTo>
                    <a:pt x="832018" y="1596824"/>
                  </a:lnTo>
                  <a:lnTo>
                    <a:pt x="833809" y="1596824"/>
                  </a:lnTo>
                  <a:lnTo>
                    <a:pt x="835600" y="1598615"/>
                  </a:lnTo>
                  <a:lnTo>
                    <a:pt x="839181" y="1598615"/>
                  </a:lnTo>
                  <a:lnTo>
                    <a:pt x="840971" y="1600405"/>
                  </a:lnTo>
                  <a:lnTo>
                    <a:pt x="849320" y="1600405"/>
                  </a:lnTo>
                  <a:lnTo>
                    <a:pt x="850517" y="1599208"/>
                  </a:lnTo>
                  <a:lnTo>
                    <a:pt x="852308" y="1600999"/>
                  </a:lnTo>
                  <a:lnTo>
                    <a:pt x="854692" y="1598615"/>
                  </a:lnTo>
                  <a:lnTo>
                    <a:pt x="856482" y="1598615"/>
                  </a:lnTo>
                  <a:lnTo>
                    <a:pt x="858273" y="1596824"/>
                  </a:lnTo>
                  <a:lnTo>
                    <a:pt x="858877" y="1596824"/>
                  </a:lnTo>
                  <a:lnTo>
                    <a:pt x="859828" y="1597776"/>
                  </a:lnTo>
                  <a:lnTo>
                    <a:pt x="859828" y="1600405"/>
                  </a:lnTo>
                  <a:lnTo>
                    <a:pt x="867830" y="1600405"/>
                  </a:lnTo>
                  <a:lnTo>
                    <a:pt x="868781" y="1601357"/>
                  </a:lnTo>
                  <a:lnTo>
                    <a:pt x="868781" y="1601961"/>
                  </a:lnTo>
                  <a:lnTo>
                    <a:pt x="866991" y="1603751"/>
                  </a:lnTo>
                  <a:lnTo>
                    <a:pt x="866991" y="1606728"/>
                  </a:lnTo>
                  <a:lnTo>
                    <a:pt x="868781" y="1608519"/>
                  </a:lnTo>
                  <a:lnTo>
                    <a:pt x="868781" y="1611149"/>
                  </a:lnTo>
                  <a:lnTo>
                    <a:pt x="876783" y="1611149"/>
                  </a:lnTo>
                  <a:lnTo>
                    <a:pt x="880364" y="1614730"/>
                  </a:lnTo>
                  <a:lnTo>
                    <a:pt x="888713" y="1614730"/>
                  </a:lnTo>
                  <a:lnTo>
                    <a:pt x="889910" y="1613532"/>
                  </a:lnTo>
                  <a:lnTo>
                    <a:pt x="896479" y="1620101"/>
                  </a:lnTo>
                  <a:lnTo>
                    <a:pt x="900060" y="1620101"/>
                  </a:lnTo>
                  <a:lnTo>
                    <a:pt x="901850" y="1621892"/>
                  </a:lnTo>
                  <a:lnTo>
                    <a:pt x="903641" y="1621892"/>
                  </a:lnTo>
                  <a:lnTo>
                    <a:pt x="914384" y="1632635"/>
                  </a:lnTo>
                  <a:lnTo>
                    <a:pt x="916175" y="1632635"/>
                  </a:lnTo>
                  <a:lnTo>
                    <a:pt x="917965" y="1634426"/>
                  </a:lnTo>
                  <a:lnTo>
                    <a:pt x="930499" y="1634426"/>
                  </a:lnTo>
                  <a:lnTo>
                    <a:pt x="932290" y="1636216"/>
                  </a:lnTo>
                  <a:lnTo>
                    <a:pt x="937662" y="1636216"/>
                  </a:lnTo>
                  <a:lnTo>
                    <a:pt x="939452" y="1638007"/>
                  </a:lnTo>
                  <a:lnTo>
                    <a:pt x="948405" y="1638007"/>
                  </a:lnTo>
                  <a:lnTo>
                    <a:pt x="952580" y="1642181"/>
                  </a:lnTo>
                  <a:lnTo>
                    <a:pt x="954963" y="1639798"/>
                  </a:lnTo>
                  <a:lnTo>
                    <a:pt x="957358" y="1639798"/>
                  </a:lnTo>
                  <a:lnTo>
                    <a:pt x="959148" y="1641588"/>
                  </a:lnTo>
                  <a:lnTo>
                    <a:pt x="960939" y="1641588"/>
                  </a:lnTo>
                  <a:lnTo>
                    <a:pt x="962730" y="1643379"/>
                  </a:lnTo>
                  <a:lnTo>
                    <a:pt x="966311" y="1643379"/>
                  </a:lnTo>
                  <a:lnTo>
                    <a:pt x="973473" y="1650541"/>
                  </a:lnTo>
                  <a:lnTo>
                    <a:pt x="975263" y="1650541"/>
                  </a:lnTo>
                  <a:lnTo>
                    <a:pt x="977054" y="1652332"/>
                  </a:lnTo>
                  <a:lnTo>
                    <a:pt x="987194" y="1652332"/>
                  </a:lnTo>
                  <a:lnTo>
                    <a:pt x="988984" y="1650541"/>
                  </a:lnTo>
                  <a:lnTo>
                    <a:pt x="994356" y="1650541"/>
                  </a:lnTo>
                  <a:lnTo>
                    <a:pt x="996146" y="1648750"/>
                  </a:lnTo>
                  <a:lnTo>
                    <a:pt x="999727" y="1648750"/>
                  </a:lnTo>
                  <a:lnTo>
                    <a:pt x="1001518" y="1646960"/>
                  </a:lnTo>
                  <a:lnTo>
                    <a:pt x="1003309" y="1646960"/>
                  </a:lnTo>
                  <a:lnTo>
                    <a:pt x="1005938" y="1644330"/>
                  </a:lnTo>
                  <a:lnTo>
                    <a:pt x="1005938" y="1642540"/>
                  </a:lnTo>
                  <a:lnTo>
                    <a:pt x="1006890" y="1641588"/>
                  </a:lnTo>
                  <a:lnTo>
                    <a:pt x="1008680" y="1641588"/>
                  </a:lnTo>
                  <a:lnTo>
                    <a:pt x="1012261" y="1638007"/>
                  </a:lnTo>
                  <a:lnTo>
                    <a:pt x="1015843" y="1638007"/>
                  </a:lnTo>
                  <a:lnTo>
                    <a:pt x="1017633" y="1636216"/>
                  </a:lnTo>
                  <a:lnTo>
                    <a:pt x="1019424" y="1636216"/>
                  </a:lnTo>
                  <a:lnTo>
                    <a:pt x="1020621" y="1635019"/>
                  </a:lnTo>
                  <a:lnTo>
                    <a:pt x="1022411" y="1636810"/>
                  </a:lnTo>
                  <a:lnTo>
                    <a:pt x="1028376" y="1630845"/>
                  </a:lnTo>
                  <a:lnTo>
                    <a:pt x="1031958" y="1630845"/>
                  </a:lnTo>
                  <a:lnTo>
                    <a:pt x="1036378" y="1626425"/>
                  </a:lnTo>
                  <a:lnTo>
                    <a:pt x="1036378" y="1621053"/>
                  </a:lnTo>
                  <a:lnTo>
                    <a:pt x="1037329" y="1620101"/>
                  </a:lnTo>
                  <a:lnTo>
                    <a:pt x="1039724" y="1620101"/>
                  </a:lnTo>
                  <a:lnTo>
                    <a:pt x="1040675" y="1621053"/>
                  </a:lnTo>
                  <a:lnTo>
                    <a:pt x="1040675" y="1623447"/>
                  </a:lnTo>
                  <a:lnTo>
                    <a:pt x="1039724" y="1624399"/>
                  </a:lnTo>
                  <a:lnTo>
                    <a:pt x="1038527" y="1624399"/>
                  </a:lnTo>
                  <a:lnTo>
                    <a:pt x="1038527" y="1627264"/>
                  </a:lnTo>
                  <a:lnTo>
                    <a:pt x="1039724" y="1627264"/>
                  </a:lnTo>
                  <a:lnTo>
                    <a:pt x="1041514" y="1629054"/>
                  </a:lnTo>
                  <a:lnTo>
                    <a:pt x="1047121" y="1629054"/>
                  </a:lnTo>
                  <a:lnTo>
                    <a:pt x="1047121" y="1616285"/>
                  </a:lnTo>
                  <a:lnTo>
                    <a:pt x="1045331" y="1614494"/>
                  </a:lnTo>
                  <a:lnTo>
                    <a:pt x="1045331" y="1612704"/>
                  </a:lnTo>
                  <a:lnTo>
                    <a:pt x="1042701" y="1610074"/>
                  </a:lnTo>
                  <a:lnTo>
                    <a:pt x="1037329" y="1610074"/>
                  </a:lnTo>
                  <a:lnTo>
                    <a:pt x="1036378" y="1609123"/>
                  </a:lnTo>
                  <a:lnTo>
                    <a:pt x="1036378" y="1606728"/>
                  </a:lnTo>
                  <a:lnTo>
                    <a:pt x="1037329" y="1605777"/>
                  </a:lnTo>
                  <a:lnTo>
                    <a:pt x="1039724" y="1605777"/>
                  </a:lnTo>
                  <a:lnTo>
                    <a:pt x="1041514" y="1607567"/>
                  </a:lnTo>
                  <a:lnTo>
                    <a:pt x="1045095" y="1607567"/>
                  </a:lnTo>
                  <a:lnTo>
                    <a:pt x="1048677" y="1611149"/>
                  </a:lnTo>
                  <a:lnTo>
                    <a:pt x="1051654" y="1611149"/>
                  </a:lnTo>
                  <a:lnTo>
                    <a:pt x="1053444" y="1609358"/>
                  </a:lnTo>
                  <a:lnTo>
                    <a:pt x="1055839" y="1609358"/>
                  </a:lnTo>
                  <a:lnTo>
                    <a:pt x="1058581" y="1612100"/>
                  </a:lnTo>
                  <a:lnTo>
                    <a:pt x="1058581" y="1614730"/>
                  </a:lnTo>
                  <a:lnTo>
                    <a:pt x="1062397" y="1614730"/>
                  </a:lnTo>
                  <a:lnTo>
                    <a:pt x="1065027" y="1612100"/>
                  </a:lnTo>
                  <a:lnTo>
                    <a:pt x="1065027" y="1607332"/>
                  </a:lnTo>
                  <a:lnTo>
                    <a:pt x="1063236" y="1605542"/>
                  </a:lnTo>
                  <a:lnTo>
                    <a:pt x="1063236" y="1603751"/>
                  </a:lnTo>
                  <a:lnTo>
                    <a:pt x="1060607" y="1601121"/>
                  </a:lnTo>
                  <a:lnTo>
                    <a:pt x="1057025" y="1601121"/>
                  </a:lnTo>
                  <a:lnTo>
                    <a:pt x="1055235" y="1599331"/>
                  </a:lnTo>
                  <a:lnTo>
                    <a:pt x="1053444" y="1599331"/>
                  </a:lnTo>
                  <a:lnTo>
                    <a:pt x="1051296" y="1597182"/>
                  </a:lnTo>
                  <a:lnTo>
                    <a:pt x="1052493" y="1595985"/>
                  </a:lnTo>
                  <a:lnTo>
                    <a:pt x="1052493" y="1582264"/>
                  </a:lnTo>
                  <a:lnTo>
                    <a:pt x="1050702" y="1580474"/>
                  </a:lnTo>
                  <a:lnTo>
                    <a:pt x="1050702" y="1579870"/>
                  </a:lnTo>
                  <a:lnTo>
                    <a:pt x="1052851" y="1577721"/>
                  </a:lnTo>
                  <a:lnTo>
                    <a:pt x="1054642" y="1579512"/>
                  </a:lnTo>
                  <a:lnTo>
                    <a:pt x="1057025" y="1577128"/>
                  </a:lnTo>
                  <a:lnTo>
                    <a:pt x="1058816" y="1577128"/>
                  </a:lnTo>
                  <a:lnTo>
                    <a:pt x="1063236" y="1572708"/>
                  </a:lnTo>
                  <a:lnTo>
                    <a:pt x="1063236" y="1570917"/>
                  </a:lnTo>
                  <a:lnTo>
                    <a:pt x="1065978" y="1568175"/>
                  </a:lnTo>
                  <a:lnTo>
                    <a:pt x="1066582" y="1568175"/>
                  </a:lnTo>
                  <a:lnTo>
                    <a:pt x="1068373" y="1569966"/>
                  </a:lnTo>
                  <a:lnTo>
                    <a:pt x="1073141" y="1569966"/>
                  </a:lnTo>
                  <a:lnTo>
                    <a:pt x="1075770" y="1567336"/>
                  </a:lnTo>
                  <a:lnTo>
                    <a:pt x="1075770" y="1565545"/>
                  </a:lnTo>
                  <a:lnTo>
                    <a:pt x="1076722" y="1564594"/>
                  </a:lnTo>
                  <a:lnTo>
                    <a:pt x="1081142" y="1564594"/>
                  </a:lnTo>
                  <a:lnTo>
                    <a:pt x="1081142" y="1561964"/>
                  </a:lnTo>
                  <a:lnTo>
                    <a:pt x="1082093" y="1561013"/>
                  </a:lnTo>
                  <a:lnTo>
                    <a:pt x="1083884" y="1561013"/>
                  </a:lnTo>
                  <a:lnTo>
                    <a:pt x="1088304" y="1556593"/>
                  </a:lnTo>
                  <a:lnTo>
                    <a:pt x="1088304" y="1554802"/>
                  </a:lnTo>
                  <a:lnTo>
                    <a:pt x="1090095" y="1553011"/>
                  </a:lnTo>
                  <a:lnTo>
                    <a:pt x="1090095" y="1549430"/>
                  </a:lnTo>
                  <a:lnTo>
                    <a:pt x="1091885" y="1547640"/>
                  </a:lnTo>
                  <a:lnTo>
                    <a:pt x="1091885" y="1544663"/>
                  </a:lnTo>
                  <a:lnTo>
                    <a:pt x="1090095" y="1542872"/>
                  </a:lnTo>
                  <a:lnTo>
                    <a:pt x="1090095" y="1537500"/>
                  </a:lnTo>
                  <a:lnTo>
                    <a:pt x="1082932" y="1530338"/>
                  </a:lnTo>
                  <a:lnTo>
                    <a:pt x="1082932" y="1526757"/>
                  </a:lnTo>
                  <a:lnTo>
                    <a:pt x="1081142" y="1524966"/>
                  </a:lnTo>
                  <a:lnTo>
                    <a:pt x="1081142" y="1524362"/>
                  </a:lnTo>
                  <a:lnTo>
                    <a:pt x="1082932" y="1522572"/>
                  </a:lnTo>
                  <a:lnTo>
                    <a:pt x="1082932" y="1514939"/>
                  </a:lnTo>
                  <a:lnTo>
                    <a:pt x="1076128" y="1521743"/>
                  </a:lnTo>
                  <a:lnTo>
                    <a:pt x="1074931" y="1520546"/>
                  </a:lnTo>
                  <a:lnTo>
                    <a:pt x="1067534" y="1520546"/>
                  </a:lnTo>
                  <a:lnTo>
                    <a:pt x="1067534" y="1526757"/>
                  </a:lnTo>
                  <a:lnTo>
                    <a:pt x="1067176" y="1527115"/>
                  </a:lnTo>
                  <a:lnTo>
                    <a:pt x="1065027" y="1524966"/>
                  </a:lnTo>
                  <a:lnTo>
                    <a:pt x="1065027" y="1523176"/>
                  </a:lnTo>
                  <a:lnTo>
                    <a:pt x="1062397" y="1520546"/>
                  </a:lnTo>
                  <a:lnTo>
                    <a:pt x="1057629" y="1520546"/>
                  </a:lnTo>
                  <a:lnTo>
                    <a:pt x="1055839" y="1522337"/>
                  </a:lnTo>
                  <a:lnTo>
                    <a:pt x="1054283" y="1521385"/>
                  </a:lnTo>
                  <a:lnTo>
                    <a:pt x="1054283" y="1517200"/>
                  </a:lnTo>
                  <a:lnTo>
                    <a:pt x="1056074" y="1515410"/>
                  </a:lnTo>
                  <a:lnTo>
                    <a:pt x="1056074" y="1513619"/>
                  </a:lnTo>
                  <a:lnTo>
                    <a:pt x="1058458" y="1511235"/>
                  </a:lnTo>
                  <a:lnTo>
                    <a:pt x="1056074" y="1508851"/>
                  </a:lnTo>
                  <a:lnTo>
                    <a:pt x="1056074" y="1506222"/>
                  </a:lnTo>
                  <a:lnTo>
                    <a:pt x="1053086" y="1505863"/>
                  </a:lnTo>
                  <a:lnTo>
                    <a:pt x="1054283" y="1504666"/>
                  </a:lnTo>
                  <a:lnTo>
                    <a:pt x="1054283" y="1501085"/>
                  </a:lnTo>
                  <a:lnTo>
                    <a:pt x="1056074" y="1499295"/>
                  </a:lnTo>
                  <a:lnTo>
                    <a:pt x="1056074" y="1497504"/>
                  </a:lnTo>
                  <a:lnTo>
                    <a:pt x="1057865" y="1495713"/>
                  </a:lnTo>
                  <a:lnTo>
                    <a:pt x="1057865" y="1492132"/>
                  </a:lnTo>
                  <a:lnTo>
                    <a:pt x="1059655" y="1490342"/>
                  </a:lnTo>
                  <a:lnTo>
                    <a:pt x="1059655" y="1479598"/>
                  </a:lnTo>
                  <a:lnTo>
                    <a:pt x="1063236" y="1476017"/>
                  </a:lnTo>
                  <a:lnTo>
                    <a:pt x="1063236" y="1463483"/>
                  </a:lnTo>
                  <a:lnTo>
                    <a:pt x="1065027" y="1461693"/>
                  </a:lnTo>
                  <a:lnTo>
                    <a:pt x="1065027" y="1454530"/>
                  </a:lnTo>
                  <a:lnTo>
                    <a:pt x="1065385" y="1454172"/>
                  </a:lnTo>
                  <a:lnTo>
                    <a:pt x="1067176" y="1455963"/>
                  </a:lnTo>
                  <a:lnTo>
                    <a:pt x="1070399" y="1452740"/>
                  </a:lnTo>
                  <a:lnTo>
                    <a:pt x="1070399" y="1447368"/>
                  </a:lnTo>
                  <a:lnTo>
                    <a:pt x="1071350" y="1446417"/>
                  </a:lnTo>
                  <a:lnTo>
                    <a:pt x="1076005" y="1446417"/>
                  </a:lnTo>
                  <a:lnTo>
                    <a:pt x="1072782" y="1443194"/>
                  </a:lnTo>
                  <a:lnTo>
                    <a:pt x="1074931" y="1442836"/>
                  </a:lnTo>
                  <a:lnTo>
                    <a:pt x="1081142" y="1436625"/>
                  </a:lnTo>
                  <a:lnTo>
                    <a:pt x="1081142" y="1434834"/>
                  </a:lnTo>
                  <a:lnTo>
                    <a:pt x="1082093" y="1433883"/>
                  </a:lnTo>
                  <a:lnTo>
                    <a:pt x="1084723" y="1433883"/>
                  </a:lnTo>
                  <a:lnTo>
                    <a:pt x="1084723" y="1429463"/>
                  </a:lnTo>
                  <a:lnTo>
                    <a:pt x="1088539" y="1425646"/>
                  </a:lnTo>
                  <a:lnTo>
                    <a:pt x="1083884" y="1425646"/>
                  </a:lnTo>
                  <a:lnTo>
                    <a:pt x="1083526" y="1425288"/>
                  </a:lnTo>
                  <a:lnTo>
                    <a:pt x="1085316" y="1423498"/>
                  </a:lnTo>
                  <a:lnTo>
                    <a:pt x="1082932" y="1421114"/>
                  </a:lnTo>
                  <a:lnTo>
                    <a:pt x="1082932" y="1418719"/>
                  </a:lnTo>
                  <a:lnTo>
                    <a:pt x="1083884" y="1417768"/>
                  </a:lnTo>
                  <a:lnTo>
                    <a:pt x="1085675" y="1417768"/>
                  </a:lnTo>
                  <a:lnTo>
                    <a:pt x="1091885" y="1411557"/>
                  </a:lnTo>
                  <a:lnTo>
                    <a:pt x="1091885" y="1407976"/>
                  </a:lnTo>
                  <a:lnTo>
                    <a:pt x="1093676" y="1406185"/>
                  </a:lnTo>
                  <a:lnTo>
                    <a:pt x="1093676" y="1399627"/>
                  </a:lnTo>
                  <a:lnTo>
                    <a:pt x="1087465" y="1393416"/>
                  </a:lnTo>
                  <a:lnTo>
                    <a:pt x="1085316" y="1393058"/>
                  </a:lnTo>
                  <a:lnTo>
                    <a:pt x="1088304" y="1390070"/>
                  </a:lnTo>
                  <a:lnTo>
                    <a:pt x="1088304" y="1386254"/>
                  </a:lnTo>
                  <a:lnTo>
                    <a:pt x="1085675" y="1386254"/>
                  </a:lnTo>
                  <a:lnTo>
                    <a:pt x="1082932" y="1383512"/>
                  </a:lnTo>
                  <a:lnTo>
                    <a:pt x="1082932" y="1380882"/>
                  </a:lnTo>
                  <a:lnTo>
                    <a:pt x="1076722" y="1380882"/>
                  </a:lnTo>
                  <a:lnTo>
                    <a:pt x="1075770" y="1379931"/>
                  </a:lnTo>
                  <a:lnTo>
                    <a:pt x="1075770" y="1376350"/>
                  </a:lnTo>
                  <a:lnTo>
                    <a:pt x="1073141" y="1373720"/>
                  </a:lnTo>
                  <a:lnTo>
                    <a:pt x="1071350" y="1373720"/>
                  </a:lnTo>
                  <a:lnTo>
                    <a:pt x="1069559" y="1371929"/>
                  </a:lnTo>
                  <a:lnTo>
                    <a:pt x="1067769" y="1371929"/>
                  </a:lnTo>
                  <a:lnTo>
                    <a:pt x="1065978" y="1370139"/>
                  </a:lnTo>
                  <a:lnTo>
                    <a:pt x="1062397" y="1370139"/>
                  </a:lnTo>
                  <a:lnTo>
                    <a:pt x="1061446" y="1369187"/>
                  </a:lnTo>
                  <a:lnTo>
                    <a:pt x="1061446" y="1364767"/>
                  </a:lnTo>
                  <a:lnTo>
                    <a:pt x="1058816" y="1364767"/>
                  </a:lnTo>
                  <a:lnTo>
                    <a:pt x="1057025" y="1362977"/>
                  </a:lnTo>
                  <a:lnTo>
                    <a:pt x="1055235" y="1362977"/>
                  </a:lnTo>
                  <a:lnTo>
                    <a:pt x="1053444" y="1361186"/>
                  </a:lnTo>
                  <a:lnTo>
                    <a:pt x="1051654" y="1361186"/>
                  </a:lnTo>
                  <a:lnTo>
                    <a:pt x="1049863" y="1359395"/>
                  </a:lnTo>
                  <a:lnTo>
                    <a:pt x="1048073" y="1359395"/>
                  </a:lnTo>
                  <a:lnTo>
                    <a:pt x="1045689" y="1357012"/>
                  </a:lnTo>
                  <a:close/>
                  <a:moveTo>
                    <a:pt x="1047121" y="1368583"/>
                  </a:moveTo>
                  <a:lnTo>
                    <a:pt x="1048073" y="1367632"/>
                  </a:lnTo>
                  <a:lnTo>
                    <a:pt x="1050467" y="1367632"/>
                  </a:lnTo>
                  <a:lnTo>
                    <a:pt x="1051419" y="1369187"/>
                  </a:lnTo>
                  <a:lnTo>
                    <a:pt x="1050467" y="1370139"/>
                  </a:lnTo>
                  <a:lnTo>
                    <a:pt x="1048073" y="1370139"/>
                  </a:lnTo>
                  <a:lnTo>
                    <a:pt x="1047121" y="1368583"/>
                  </a:lnTo>
                  <a:close/>
                  <a:moveTo>
                    <a:pt x="1036378" y="1490342"/>
                  </a:moveTo>
                  <a:lnTo>
                    <a:pt x="1037329" y="1489390"/>
                  </a:lnTo>
                  <a:lnTo>
                    <a:pt x="1039724" y="1489390"/>
                  </a:lnTo>
                  <a:lnTo>
                    <a:pt x="1040675" y="1490342"/>
                  </a:lnTo>
                  <a:lnTo>
                    <a:pt x="1040675" y="1492736"/>
                  </a:lnTo>
                  <a:lnTo>
                    <a:pt x="1039724" y="1493688"/>
                  </a:lnTo>
                  <a:lnTo>
                    <a:pt x="1037329" y="1493688"/>
                  </a:lnTo>
                  <a:lnTo>
                    <a:pt x="1036378" y="1492736"/>
                  </a:lnTo>
                  <a:lnTo>
                    <a:pt x="1036378" y="1490342"/>
                  </a:lnTo>
                  <a:close/>
                  <a:moveTo>
                    <a:pt x="1036378" y="1386489"/>
                  </a:moveTo>
                  <a:lnTo>
                    <a:pt x="1037329" y="1385538"/>
                  </a:lnTo>
                  <a:lnTo>
                    <a:pt x="1039724" y="1385538"/>
                  </a:lnTo>
                  <a:lnTo>
                    <a:pt x="1040675" y="1386489"/>
                  </a:lnTo>
                  <a:lnTo>
                    <a:pt x="1040675" y="1388884"/>
                  </a:lnTo>
                  <a:lnTo>
                    <a:pt x="1039724" y="1389835"/>
                  </a:lnTo>
                  <a:lnTo>
                    <a:pt x="1037329" y="1389835"/>
                  </a:lnTo>
                  <a:lnTo>
                    <a:pt x="1036378" y="1388884"/>
                  </a:lnTo>
                  <a:lnTo>
                    <a:pt x="1036378" y="1386489"/>
                  </a:lnTo>
                  <a:close/>
                  <a:moveTo>
                    <a:pt x="1036378" y="1400814"/>
                  </a:moveTo>
                  <a:lnTo>
                    <a:pt x="1037329" y="1399862"/>
                  </a:lnTo>
                  <a:lnTo>
                    <a:pt x="1039724" y="1399862"/>
                  </a:lnTo>
                  <a:lnTo>
                    <a:pt x="1040675" y="1400814"/>
                  </a:lnTo>
                  <a:lnTo>
                    <a:pt x="1040675" y="1404999"/>
                  </a:lnTo>
                  <a:lnTo>
                    <a:pt x="1039724" y="1405950"/>
                  </a:lnTo>
                  <a:lnTo>
                    <a:pt x="1037329" y="1405950"/>
                  </a:lnTo>
                  <a:lnTo>
                    <a:pt x="1036378" y="1404999"/>
                  </a:lnTo>
                  <a:lnTo>
                    <a:pt x="1036378" y="1400814"/>
                  </a:lnTo>
                  <a:close/>
                  <a:moveTo>
                    <a:pt x="1036378" y="1416929"/>
                  </a:moveTo>
                  <a:lnTo>
                    <a:pt x="1037329" y="1415977"/>
                  </a:lnTo>
                  <a:lnTo>
                    <a:pt x="1039724" y="1415977"/>
                  </a:lnTo>
                  <a:lnTo>
                    <a:pt x="1040675" y="1416929"/>
                  </a:lnTo>
                  <a:lnTo>
                    <a:pt x="1040675" y="1419323"/>
                  </a:lnTo>
                  <a:lnTo>
                    <a:pt x="1039724" y="1420275"/>
                  </a:lnTo>
                  <a:lnTo>
                    <a:pt x="1037329" y="1420275"/>
                  </a:lnTo>
                  <a:lnTo>
                    <a:pt x="1036378" y="1419323"/>
                  </a:lnTo>
                  <a:lnTo>
                    <a:pt x="1036378" y="1416929"/>
                  </a:lnTo>
                  <a:close/>
                  <a:moveTo>
                    <a:pt x="1036378" y="1431253"/>
                  </a:moveTo>
                  <a:lnTo>
                    <a:pt x="1037329" y="1430302"/>
                  </a:lnTo>
                  <a:lnTo>
                    <a:pt x="1039724" y="1430302"/>
                  </a:lnTo>
                  <a:lnTo>
                    <a:pt x="1040675" y="1431253"/>
                  </a:lnTo>
                  <a:lnTo>
                    <a:pt x="1040675" y="1433648"/>
                  </a:lnTo>
                  <a:lnTo>
                    <a:pt x="1039724" y="1434599"/>
                  </a:lnTo>
                  <a:lnTo>
                    <a:pt x="1037329" y="1434599"/>
                  </a:lnTo>
                  <a:lnTo>
                    <a:pt x="1036378" y="1433648"/>
                  </a:lnTo>
                  <a:lnTo>
                    <a:pt x="1036378" y="1431253"/>
                  </a:lnTo>
                  <a:close/>
                  <a:moveTo>
                    <a:pt x="1036378" y="1445578"/>
                  </a:moveTo>
                  <a:lnTo>
                    <a:pt x="1037329" y="1444626"/>
                  </a:lnTo>
                  <a:lnTo>
                    <a:pt x="1039724" y="1444626"/>
                  </a:lnTo>
                  <a:lnTo>
                    <a:pt x="1040675" y="1445578"/>
                  </a:lnTo>
                  <a:lnTo>
                    <a:pt x="1040675" y="1447972"/>
                  </a:lnTo>
                  <a:lnTo>
                    <a:pt x="1039724" y="1448924"/>
                  </a:lnTo>
                  <a:lnTo>
                    <a:pt x="1037329" y="1448924"/>
                  </a:lnTo>
                  <a:lnTo>
                    <a:pt x="1036378" y="1447972"/>
                  </a:lnTo>
                  <a:lnTo>
                    <a:pt x="1036378" y="1445578"/>
                  </a:lnTo>
                  <a:close/>
                  <a:moveTo>
                    <a:pt x="1036378" y="1459902"/>
                  </a:moveTo>
                  <a:lnTo>
                    <a:pt x="1037329" y="1458951"/>
                  </a:lnTo>
                  <a:lnTo>
                    <a:pt x="1039724" y="1458951"/>
                  </a:lnTo>
                  <a:lnTo>
                    <a:pt x="1040675" y="1459902"/>
                  </a:lnTo>
                  <a:lnTo>
                    <a:pt x="1040675" y="1462297"/>
                  </a:lnTo>
                  <a:lnTo>
                    <a:pt x="1039724" y="1463248"/>
                  </a:lnTo>
                  <a:lnTo>
                    <a:pt x="1037329" y="1463248"/>
                  </a:lnTo>
                  <a:lnTo>
                    <a:pt x="1036378" y="1462297"/>
                  </a:lnTo>
                  <a:lnTo>
                    <a:pt x="1036378" y="1459902"/>
                  </a:lnTo>
                  <a:close/>
                  <a:moveTo>
                    <a:pt x="1036378" y="1474227"/>
                  </a:moveTo>
                  <a:lnTo>
                    <a:pt x="1037329" y="1473275"/>
                  </a:lnTo>
                  <a:lnTo>
                    <a:pt x="1039724" y="1473275"/>
                  </a:lnTo>
                  <a:lnTo>
                    <a:pt x="1040675" y="1474227"/>
                  </a:lnTo>
                  <a:lnTo>
                    <a:pt x="1040675" y="1476621"/>
                  </a:lnTo>
                  <a:lnTo>
                    <a:pt x="1039724" y="1477573"/>
                  </a:lnTo>
                  <a:lnTo>
                    <a:pt x="1037329" y="1477573"/>
                  </a:lnTo>
                  <a:lnTo>
                    <a:pt x="1036378" y="1476621"/>
                  </a:lnTo>
                  <a:lnTo>
                    <a:pt x="1036378" y="1474227"/>
                  </a:lnTo>
                  <a:close/>
                  <a:moveTo>
                    <a:pt x="1036378" y="1504666"/>
                  </a:moveTo>
                  <a:lnTo>
                    <a:pt x="1037329" y="1503715"/>
                  </a:lnTo>
                  <a:lnTo>
                    <a:pt x="1039724" y="1503715"/>
                  </a:lnTo>
                  <a:lnTo>
                    <a:pt x="1040675" y="1504666"/>
                  </a:lnTo>
                  <a:lnTo>
                    <a:pt x="1040675" y="1507061"/>
                  </a:lnTo>
                  <a:lnTo>
                    <a:pt x="1039724" y="1508012"/>
                  </a:lnTo>
                  <a:lnTo>
                    <a:pt x="1037329" y="1508012"/>
                  </a:lnTo>
                  <a:lnTo>
                    <a:pt x="1036378" y="1507061"/>
                  </a:lnTo>
                  <a:lnTo>
                    <a:pt x="1036378" y="1504666"/>
                  </a:lnTo>
                  <a:close/>
                  <a:moveTo>
                    <a:pt x="1036378" y="1518991"/>
                  </a:moveTo>
                  <a:lnTo>
                    <a:pt x="1037329" y="1518039"/>
                  </a:lnTo>
                  <a:lnTo>
                    <a:pt x="1039724" y="1518039"/>
                  </a:lnTo>
                  <a:lnTo>
                    <a:pt x="1040675" y="1518991"/>
                  </a:lnTo>
                  <a:lnTo>
                    <a:pt x="1040675" y="1521385"/>
                  </a:lnTo>
                  <a:lnTo>
                    <a:pt x="1039724" y="1522337"/>
                  </a:lnTo>
                  <a:lnTo>
                    <a:pt x="1037329" y="1522337"/>
                  </a:lnTo>
                  <a:lnTo>
                    <a:pt x="1036378" y="1521385"/>
                  </a:lnTo>
                  <a:lnTo>
                    <a:pt x="1036378" y="1518991"/>
                  </a:lnTo>
                  <a:close/>
                  <a:moveTo>
                    <a:pt x="1036378" y="1533315"/>
                  </a:moveTo>
                  <a:lnTo>
                    <a:pt x="1037329" y="1532364"/>
                  </a:lnTo>
                  <a:lnTo>
                    <a:pt x="1039724" y="1532364"/>
                  </a:lnTo>
                  <a:lnTo>
                    <a:pt x="1040675" y="1533315"/>
                  </a:lnTo>
                  <a:lnTo>
                    <a:pt x="1040675" y="1535710"/>
                  </a:lnTo>
                  <a:lnTo>
                    <a:pt x="1039724" y="1536661"/>
                  </a:lnTo>
                  <a:lnTo>
                    <a:pt x="1037329" y="1536661"/>
                  </a:lnTo>
                  <a:lnTo>
                    <a:pt x="1036378" y="1535710"/>
                  </a:lnTo>
                  <a:lnTo>
                    <a:pt x="1036378" y="1533315"/>
                  </a:lnTo>
                  <a:close/>
                  <a:moveTo>
                    <a:pt x="1036378" y="1547640"/>
                  </a:moveTo>
                  <a:lnTo>
                    <a:pt x="1037329" y="1546688"/>
                  </a:lnTo>
                  <a:lnTo>
                    <a:pt x="1039724" y="1546688"/>
                  </a:lnTo>
                  <a:lnTo>
                    <a:pt x="1040675" y="1547640"/>
                  </a:lnTo>
                  <a:lnTo>
                    <a:pt x="1040675" y="1550034"/>
                  </a:lnTo>
                  <a:lnTo>
                    <a:pt x="1039724" y="1550986"/>
                  </a:lnTo>
                  <a:lnTo>
                    <a:pt x="1037329" y="1550986"/>
                  </a:lnTo>
                  <a:lnTo>
                    <a:pt x="1036378" y="1550034"/>
                  </a:lnTo>
                  <a:lnTo>
                    <a:pt x="1036378" y="1547640"/>
                  </a:lnTo>
                  <a:close/>
                  <a:moveTo>
                    <a:pt x="1036378" y="1561964"/>
                  </a:moveTo>
                  <a:lnTo>
                    <a:pt x="1037329" y="1561013"/>
                  </a:lnTo>
                  <a:lnTo>
                    <a:pt x="1039724" y="1561013"/>
                  </a:lnTo>
                  <a:lnTo>
                    <a:pt x="1040675" y="1561964"/>
                  </a:lnTo>
                  <a:lnTo>
                    <a:pt x="1040675" y="1564359"/>
                  </a:lnTo>
                  <a:lnTo>
                    <a:pt x="1039724" y="1565310"/>
                  </a:lnTo>
                  <a:lnTo>
                    <a:pt x="1037329" y="1565310"/>
                  </a:lnTo>
                  <a:lnTo>
                    <a:pt x="1036378" y="1564359"/>
                  </a:lnTo>
                  <a:lnTo>
                    <a:pt x="1036378" y="1561964"/>
                  </a:lnTo>
                  <a:close/>
                  <a:moveTo>
                    <a:pt x="1036378" y="1578079"/>
                  </a:moveTo>
                  <a:lnTo>
                    <a:pt x="1037329" y="1577128"/>
                  </a:lnTo>
                  <a:lnTo>
                    <a:pt x="1039724" y="1577128"/>
                  </a:lnTo>
                  <a:lnTo>
                    <a:pt x="1040675" y="1578079"/>
                  </a:lnTo>
                  <a:lnTo>
                    <a:pt x="1040675" y="1580474"/>
                  </a:lnTo>
                  <a:lnTo>
                    <a:pt x="1039724" y="1581425"/>
                  </a:lnTo>
                  <a:lnTo>
                    <a:pt x="1037329" y="1581425"/>
                  </a:lnTo>
                  <a:lnTo>
                    <a:pt x="1036378" y="1580474"/>
                  </a:lnTo>
                  <a:lnTo>
                    <a:pt x="1036378" y="1578079"/>
                  </a:lnTo>
                  <a:close/>
                  <a:moveTo>
                    <a:pt x="1036378" y="1592404"/>
                  </a:moveTo>
                  <a:lnTo>
                    <a:pt x="1037329" y="1591452"/>
                  </a:lnTo>
                  <a:lnTo>
                    <a:pt x="1039724" y="1591452"/>
                  </a:lnTo>
                  <a:lnTo>
                    <a:pt x="1040675" y="1592404"/>
                  </a:lnTo>
                  <a:lnTo>
                    <a:pt x="1040675" y="1594798"/>
                  </a:lnTo>
                  <a:lnTo>
                    <a:pt x="1039724" y="1595750"/>
                  </a:lnTo>
                  <a:lnTo>
                    <a:pt x="1037329" y="1595750"/>
                  </a:lnTo>
                  <a:lnTo>
                    <a:pt x="1036378" y="1594798"/>
                  </a:lnTo>
                  <a:lnTo>
                    <a:pt x="1036378" y="1592404"/>
                  </a:lnTo>
                  <a:close/>
                  <a:moveTo>
                    <a:pt x="934316" y="1505270"/>
                  </a:moveTo>
                  <a:lnTo>
                    <a:pt x="935267" y="1503715"/>
                  </a:lnTo>
                  <a:lnTo>
                    <a:pt x="938020" y="1504073"/>
                  </a:lnTo>
                  <a:lnTo>
                    <a:pt x="936823" y="1505270"/>
                  </a:lnTo>
                  <a:lnTo>
                    <a:pt x="936464" y="1507419"/>
                  </a:lnTo>
                  <a:lnTo>
                    <a:pt x="934316" y="1505270"/>
                  </a:lnTo>
                  <a:close/>
                  <a:moveTo>
                    <a:pt x="927154" y="1606728"/>
                  </a:moveTo>
                  <a:lnTo>
                    <a:pt x="928105" y="1605777"/>
                  </a:lnTo>
                  <a:lnTo>
                    <a:pt x="930499" y="1605777"/>
                  </a:lnTo>
                  <a:lnTo>
                    <a:pt x="931451" y="1606728"/>
                  </a:lnTo>
                  <a:lnTo>
                    <a:pt x="931451" y="1609123"/>
                  </a:lnTo>
                  <a:lnTo>
                    <a:pt x="930499" y="1610074"/>
                  </a:lnTo>
                  <a:lnTo>
                    <a:pt x="928105" y="1610074"/>
                  </a:lnTo>
                  <a:lnTo>
                    <a:pt x="927154" y="1609123"/>
                  </a:lnTo>
                  <a:lnTo>
                    <a:pt x="927154" y="1606728"/>
                  </a:lnTo>
                  <a:close/>
                  <a:moveTo>
                    <a:pt x="927154" y="1621053"/>
                  </a:moveTo>
                  <a:lnTo>
                    <a:pt x="928105" y="1620101"/>
                  </a:lnTo>
                  <a:lnTo>
                    <a:pt x="930499" y="1620101"/>
                  </a:lnTo>
                  <a:lnTo>
                    <a:pt x="931451" y="1621053"/>
                  </a:lnTo>
                  <a:lnTo>
                    <a:pt x="931451" y="1623447"/>
                  </a:lnTo>
                  <a:lnTo>
                    <a:pt x="930499" y="1624399"/>
                  </a:lnTo>
                  <a:lnTo>
                    <a:pt x="928105" y="1624399"/>
                  </a:lnTo>
                  <a:lnTo>
                    <a:pt x="927154" y="1623447"/>
                  </a:lnTo>
                  <a:lnTo>
                    <a:pt x="927154" y="1621053"/>
                  </a:lnTo>
                  <a:close/>
                  <a:moveTo>
                    <a:pt x="927154" y="1592404"/>
                  </a:moveTo>
                  <a:lnTo>
                    <a:pt x="928105" y="1591452"/>
                  </a:lnTo>
                  <a:lnTo>
                    <a:pt x="930499" y="1591452"/>
                  </a:lnTo>
                  <a:lnTo>
                    <a:pt x="931451" y="1592404"/>
                  </a:lnTo>
                  <a:lnTo>
                    <a:pt x="931451" y="1594798"/>
                  </a:lnTo>
                  <a:lnTo>
                    <a:pt x="930499" y="1595750"/>
                  </a:lnTo>
                  <a:lnTo>
                    <a:pt x="928105" y="1595750"/>
                  </a:lnTo>
                  <a:lnTo>
                    <a:pt x="927154" y="1594798"/>
                  </a:lnTo>
                  <a:lnTo>
                    <a:pt x="927154" y="1592404"/>
                  </a:lnTo>
                  <a:close/>
                  <a:moveTo>
                    <a:pt x="925956" y="1504073"/>
                  </a:moveTo>
                  <a:lnTo>
                    <a:pt x="926314" y="1503715"/>
                  </a:lnTo>
                  <a:lnTo>
                    <a:pt x="930499" y="1503715"/>
                  </a:lnTo>
                  <a:lnTo>
                    <a:pt x="931451" y="1504666"/>
                  </a:lnTo>
                  <a:lnTo>
                    <a:pt x="931451" y="1507061"/>
                  </a:lnTo>
                  <a:lnTo>
                    <a:pt x="930499" y="1508012"/>
                  </a:lnTo>
                  <a:lnTo>
                    <a:pt x="928105" y="1508012"/>
                  </a:lnTo>
                  <a:lnTo>
                    <a:pt x="927154" y="1507061"/>
                  </a:lnTo>
                  <a:lnTo>
                    <a:pt x="927154" y="1505270"/>
                  </a:lnTo>
                  <a:lnTo>
                    <a:pt x="925956" y="1504073"/>
                  </a:lnTo>
                  <a:close/>
                  <a:moveTo>
                    <a:pt x="927154" y="1474227"/>
                  </a:moveTo>
                  <a:lnTo>
                    <a:pt x="928105" y="1473275"/>
                  </a:lnTo>
                  <a:lnTo>
                    <a:pt x="930499" y="1473275"/>
                  </a:lnTo>
                  <a:lnTo>
                    <a:pt x="931451" y="1474227"/>
                  </a:lnTo>
                  <a:lnTo>
                    <a:pt x="931451" y="1476621"/>
                  </a:lnTo>
                  <a:lnTo>
                    <a:pt x="930499" y="1477573"/>
                  </a:lnTo>
                  <a:lnTo>
                    <a:pt x="928105" y="1477573"/>
                  </a:lnTo>
                  <a:lnTo>
                    <a:pt x="927154" y="1476621"/>
                  </a:lnTo>
                  <a:lnTo>
                    <a:pt x="927154" y="1474227"/>
                  </a:lnTo>
                  <a:close/>
                  <a:moveTo>
                    <a:pt x="927154" y="1490342"/>
                  </a:moveTo>
                  <a:lnTo>
                    <a:pt x="928105" y="1489390"/>
                  </a:lnTo>
                  <a:lnTo>
                    <a:pt x="930499" y="1489390"/>
                  </a:lnTo>
                  <a:lnTo>
                    <a:pt x="931451" y="1490342"/>
                  </a:lnTo>
                  <a:lnTo>
                    <a:pt x="931451" y="1492736"/>
                  </a:lnTo>
                  <a:lnTo>
                    <a:pt x="930499" y="1493688"/>
                  </a:lnTo>
                  <a:lnTo>
                    <a:pt x="928105" y="1493688"/>
                  </a:lnTo>
                  <a:lnTo>
                    <a:pt x="927154" y="1492736"/>
                  </a:lnTo>
                  <a:lnTo>
                    <a:pt x="927154" y="1490342"/>
                  </a:lnTo>
                  <a:close/>
                  <a:moveTo>
                    <a:pt x="927154" y="1518991"/>
                  </a:moveTo>
                  <a:lnTo>
                    <a:pt x="928105" y="1518039"/>
                  </a:lnTo>
                  <a:lnTo>
                    <a:pt x="930499" y="1518039"/>
                  </a:lnTo>
                  <a:lnTo>
                    <a:pt x="931451" y="1518991"/>
                  </a:lnTo>
                  <a:lnTo>
                    <a:pt x="931451" y="1521385"/>
                  </a:lnTo>
                  <a:lnTo>
                    <a:pt x="930499" y="1522337"/>
                  </a:lnTo>
                  <a:lnTo>
                    <a:pt x="928105" y="1522337"/>
                  </a:lnTo>
                  <a:lnTo>
                    <a:pt x="927154" y="1521385"/>
                  </a:lnTo>
                  <a:lnTo>
                    <a:pt x="927154" y="1518991"/>
                  </a:lnTo>
                  <a:close/>
                  <a:moveTo>
                    <a:pt x="927154" y="1533315"/>
                  </a:moveTo>
                  <a:lnTo>
                    <a:pt x="928105" y="1532364"/>
                  </a:lnTo>
                  <a:lnTo>
                    <a:pt x="930499" y="1532364"/>
                  </a:lnTo>
                  <a:lnTo>
                    <a:pt x="931451" y="1533315"/>
                  </a:lnTo>
                  <a:lnTo>
                    <a:pt x="931451" y="1535710"/>
                  </a:lnTo>
                  <a:lnTo>
                    <a:pt x="930499" y="1536661"/>
                  </a:lnTo>
                  <a:lnTo>
                    <a:pt x="928105" y="1536661"/>
                  </a:lnTo>
                  <a:lnTo>
                    <a:pt x="927154" y="1535710"/>
                  </a:lnTo>
                  <a:lnTo>
                    <a:pt x="927154" y="1533315"/>
                  </a:lnTo>
                  <a:close/>
                  <a:moveTo>
                    <a:pt x="927154" y="1547640"/>
                  </a:moveTo>
                  <a:lnTo>
                    <a:pt x="928105" y="1546688"/>
                  </a:lnTo>
                  <a:lnTo>
                    <a:pt x="930499" y="1546688"/>
                  </a:lnTo>
                  <a:lnTo>
                    <a:pt x="931451" y="1547640"/>
                  </a:lnTo>
                  <a:lnTo>
                    <a:pt x="931451" y="1550034"/>
                  </a:lnTo>
                  <a:lnTo>
                    <a:pt x="930499" y="1550986"/>
                  </a:lnTo>
                  <a:lnTo>
                    <a:pt x="928105" y="1550986"/>
                  </a:lnTo>
                  <a:lnTo>
                    <a:pt x="927154" y="1550034"/>
                  </a:lnTo>
                  <a:lnTo>
                    <a:pt x="927154" y="1547640"/>
                  </a:lnTo>
                  <a:close/>
                  <a:moveTo>
                    <a:pt x="927154" y="1561964"/>
                  </a:moveTo>
                  <a:lnTo>
                    <a:pt x="928105" y="1561013"/>
                  </a:lnTo>
                  <a:lnTo>
                    <a:pt x="930499" y="1561013"/>
                  </a:lnTo>
                  <a:lnTo>
                    <a:pt x="931451" y="1561964"/>
                  </a:lnTo>
                  <a:lnTo>
                    <a:pt x="931451" y="1564359"/>
                  </a:lnTo>
                  <a:lnTo>
                    <a:pt x="930499" y="1565310"/>
                  </a:lnTo>
                  <a:lnTo>
                    <a:pt x="928105" y="1565310"/>
                  </a:lnTo>
                  <a:lnTo>
                    <a:pt x="927154" y="1564359"/>
                  </a:lnTo>
                  <a:lnTo>
                    <a:pt x="927154" y="1561964"/>
                  </a:lnTo>
                  <a:close/>
                  <a:moveTo>
                    <a:pt x="927154" y="1578079"/>
                  </a:moveTo>
                  <a:lnTo>
                    <a:pt x="928105" y="1577128"/>
                  </a:lnTo>
                  <a:lnTo>
                    <a:pt x="930499" y="1577128"/>
                  </a:lnTo>
                  <a:lnTo>
                    <a:pt x="931451" y="1578079"/>
                  </a:lnTo>
                  <a:lnTo>
                    <a:pt x="931451" y="1580474"/>
                  </a:lnTo>
                  <a:lnTo>
                    <a:pt x="930499" y="1581425"/>
                  </a:lnTo>
                  <a:lnTo>
                    <a:pt x="928105" y="1581425"/>
                  </a:lnTo>
                  <a:lnTo>
                    <a:pt x="927154" y="1580474"/>
                  </a:lnTo>
                  <a:lnTo>
                    <a:pt x="927154" y="1578079"/>
                  </a:lnTo>
                  <a:close/>
                  <a:moveTo>
                    <a:pt x="918794" y="1502282"/>
                  </a:moveTo>
                  <a:lnTo>
                    <a:pt x="919152" y="1501924"/>
                  </a:lnTo>
                  <a:lnTo>
                    <a:pt x="920114" y="1502282"/>
                  </a:lnTo>
                  <a:lnTo>
                    <a:pt x="919756" y="1502640"/>
                  </a:lnTo>
                  <a:lnTo>
                    <a:pt x="918794" y="1502282"/>
                  </a:lnTo>
                  <a:close/>
                  <a:moveTo>
                    <a:pt x="909841" y="1584648"/>
                  </a:moveTo>
                  <a:lnTo>
                    <a:pt x="910803" y="1584290"/>
                  </a:lnTo>
                  <a:lnTo>
                    <a:pt x="911755" y="1585845"/>
                  </a:lnTo>
                  <a:lnTo>
                    <a:pt x="911397" y="1586204"/>
                  </a:lnTo>
                  <a:lnTo>
                    <a:pt x="909841" y="1584648"/>
                  </a:lnTo>
                  <a:close/>
                  <a:moveTo>
                    <a:pt x="907815" y="1498936"/>
                  </a:moveTo>
                  <a:lnTo>
                    <a:pt x="909371" y="1500492"/>
                  </a:lnTo>
                  <a:lnTo>
                    <a:pt x="909013" y="1500850"/>
                  </a:lnTo>
                  <a:lnTo>
                    <a:pt x="906260" y="1500492"/>
                  </a:lnTo>
                  <a:lnTo>
                    <a:pt x="907815" y="1498936"/>
                  </a:lnTo>
                  <a:close/>
                  <a:moveTo>
                    <a:pt x="901247" y="1548479"/>
                  </a:moveTo>
                  <a:lnTo>
                    <a:pt x="902209" y="1548837"/>
                  </a:lnTo>
                  <a:lnTo>
                    <a:pt x="900060" y="1550986"/>
                  </a:lnTo>
                  <a:lnTo>
                    <a:pt x="899456" y="1550986"/>
                  </a:lnTo>
                  <a:lnTo>
                    <a:pt x="899098" y="1550628"/>
                  </a:lnTo>
                  <a:lnTo>
                    <a:pt x="901247" y="1548479"/>
                  </a:lnTo>
                  <a:close/>
                  <a:moveTo>
                    <a:pt x="887761" y="1572708"/>
                  </a:moveTo>
                  <a:lnTo>
                    <a:pt x="888119" y="1572350"/>
                  </a:lnTo>
                  <a:lnTo>
                    <a:pt x="891107" y="1575337"/>
                  </a:lnTo>
                  <a:lnTo>
                    <a:pt x="892898" y="1575337"/>
                  </a:lnTo>
                  <a:lnTo>
                    <a:pt x="895046" y="1577486"/>
                  </a:lnTo>
                  <a:lnTo>
                    <a:pt x="893491" y="1579041"/>
                  </a:lnTo>
                  <a:lnTo>
                    <a:pt x="891700" y="1577251"/>
                  </a:lnTo>
                  <a:lnTo>
                    <a:pt x="889910" y="1579041"/>
                  </a:lnTo>
                  <a:lnTo>
                    <a:pt x="887761" y="1576893"/>
                  </a:lnTo>
                  <a:lnTo>
                    <a:pt x="887761" y="1572708"/>
                  </a:lnTo>
                  <a:close/>
                  <a:moveTo>
                    <a:pt x="882389" y="1501689"/>
                  </a:moveTo>
                  <a:lnTo>
                    <a:pt x="882748" y="1500727"/>
                  </a:lnTo>
                  <a:lnTo>
                    <a:pt x="883945" y="1501924"/>
                  </a:lnTo>
                  <a:lnTo>
                    <a:pt x="885735" y="1501924"/>
                  </a:lnTo>
                  <a:lnTo>
                    <a:pt x="888477" y="1504666"/>
                  </a:lnTo>
                  <a:lnTo>
                    <a:pt x="888477" y="1510877"/>
                  </a:lnTo>
                  <a:lnTo>
                    <a:pt x="892294" y="1510877"/>
                  </a:lnTo>
                  <a:lnTo>
                    <a:pt x="893491" y="1509680"/>
                  </a:lnTo>
                  <a:lnTo>
                    <a:pt x="893849" y="1510642"/>
                  </a:lnTo>
                  <a:lnTo>
                    <a:pt x="892898" y="1511593"/>
                  </a:lnTo>
                  <a:lnTo>
                    <a:pt x="889316" y="1511593"/>
                  </a:lnTo>
                  <a:lnTo>
                    <a:pt x="888119" y="1512790"/>
                  </a:lnTo>
                  <a:lnTo>
                    <a:pt x="887761" y="1510642"/>
                  </a:lnTo>
                  <a:lnTo>
                    <a:pt x="885971" y="1508851"/>
                  </a:lnTo>
                  <a:lnTo>
                    <a:pt x="885971" y="1505270"/>
                  </a:lnTo>
                  <a:lnTo>
                    <a:pt x="882389" y="1501689"/>
                  </a:lnTo>
                  <a:close/>
                  <a:moveTo>
                    <a:pt x="887761" y="1531525"/>
                  </a:moveTo>
                  <a:lnTo>
                    <a:pt x="889316" y="1530573"/>
                  </a:lnTo>
                  <a:lnTo>
                    <a:pt x="891465" y="1532722"/>
                  </a:lnTo>
                  <a:lnTo>
                    <a:pt x="889910" y="1534277"/>
                  </a:lnTo>
                  <a:lnTo>
                    <a:pt x="887761" y="1532129"/>
                  </a:lnTo>
                  <a:lnTo>
                    <a:pt x="887761" y="1531525"/>
                  </a:lnTo>
                  <a:close/>
                  <a:moveTo>
                    <a:pt x="882748" y="1509680"/>
                  </a:moveTo>
                  <a:lnTo>
                    <a:pt x="883106" y="1510642"/>
                  </a:lnTo>
                  <a:lnTo>
                    <a:pt x="881550" y="1511593"/>
                  </a:lnTo>
                  <a:lnTo>
                    <a:pt x="881192" y="1511235"/>
                  </a:lnTo>
                  <a:lnTo>
                    <a:pt x="882748" y="1509680"/>
                  </a:lnTo>
                  <a:close/>
                  <a:moveTo>
                    <a:pt x="850517" y="1563397"/>
                  </a:moveTo>
                  <a:lnTo>
                    <a:pt x="850876" y="1564359"/>
                  </a:lnTo>
                  <a:lnTo>
                    <a:pt x="849320" y="1565310"/>
                  </a:lnTo>
                  <a:lnTo>
                    <a:pt x="848962" y="1564952"/>
                  </a:lnTo>
                  <a:lnTo>
                    <a:pt x="850517" y="1563397"/>
                  </a:lnTo>
                  <a:close/>
                  <a:moveTo>
                    <a:pt x="835835" y="1547640"/>
                  </a:moveTo>
                  <a:lnTo>
                    <a:pt x="836786" y="1546688"/>
                  </a:lnTo>
                  <a:lnTo>
                    <a:pt x="840971" y="1546688"/>
                  </a:lnTo>
                  <a:lnTo>
                    <a:pt x="841923" y="1547640"/>
                  </a:lnTo>
                  <a:lnTo>
                    <a:pt x="841923" y="1553615"/>
                  </a:lnTo>
                  <a:lnTo>
                    <a:pt x="840971" y="1554567"/>
                  </a:lnTo>
                  <a:lnTo>
                    <a:pt x="839181" y="1554567"/>
                  </a:lnTo>
                  <a:lnTo>
                    <a:pt x="837983" y="1555764"/>
                  </a:lnTo>
                  <a:lnTo>
                    <a:pt x="837625" y="1555406"/>
                  </a:lnTo>
                  <a:lnTo>
                    <a:pt x="837625" y="1551825"/>
                  </a:lnTo>
                  <a:lnTo>
                    <a:pt x="835835" y="1550034"/>
                  </a:lnTo>
                  <a:lnTo>
                    <a:pt x="835835" y="1547640"/>
                  </a:lnTo>
                  <a:close/>
                  <a:moveTo>
                    <a:pt x="1026770" y="1336773"/>
                  </a:moveTo>
                  <a:lnTo>
                    <a:pt x="1027548" y="1337551"/>
                  </a:lnTo>
                  <a:lnTo>
                    <a:pt x="1026351" y="1338748"/>
                  </a:lnTo>
                  <a:lnTo>
                    <a:pt x="1026351" y="1340538"/>
                  </a:lnTo>
                  <a:lnTo>
                    <a:pt x="1023609" y="1343280"/>
                  </a:lnTo>
                  <a:lnTo>
                    <a:pt x="1020979" y="1343280"/>
                  </a:lnTo>
                  <a:lnTo>
                    <a:pt x="1020979" y="1345910"/>
                  </a:lnTo>
                  <a:lnTo>
                    <a:pt x="1019188" y="1347701"/>
                  </a:lnTo>
                  <a:lnTo>
                    <a:pt x="1019188" y="1358444"/>
                  </a:lnTo>
                  <a:lnTo>
                    <a:pt x="1017398" y="1360235"/>
                  </a:lnTo>
                  <a:lnTo>
                    <a:pt x="1017398" y="1363212"/>
                  </a:lnTo>
                  <a:lnTo>
                    <a:pt x="1023844" y="1369658"/>
                  </a:lnTo>
                  <a:lnTo>
                    <a:pt x="1023844" y="1356653"/>
                  </a:lnTo>
                  <a:lnTo>
                    <a:pt x="1022053" y="1354863"/>
                  </a:lnTo>
                  <a:lnTo>
                    <a:pt x="1022053" y="1354259"/>
                  </a:lnTo>
                  <a:lnTo>
                    <a:pt x="1023844" y="1352468"/>
                  </a:lnTo>
                  <a:lnTo>
                    <a:pt x="1023844" y="1348887"/>
                  </a:lnTo>
                  <a:lnTo>
                    <a:pt x="1025634" y="1347097"/>
                  </a:lnTo>
                  <a:lnTo>
                    <a:pt x="1025634" y="1345306"/>
                  </a:lnTo>
                  <a:lnTo>
                    <a:pt x="1028376" y="1342564"/>
                  </a:lnTo>
                  <a:lnTo>
                    <a:pt x="1030167" y="1342564"/>
                  </a:lnTo>
                  <a:lnTo>
                    <a:pt x="1031958" y="1340774"/>
                  </a:lnTo>
                  <a:lnTo>
                    <a:pt x="1033155" y="1340774"/>
                  </a:lnTo>
                  <a:lnTo>
                    <a:pt x="1033155" y="1337909"/>
                  </a:lnTo>
                  <a:lnTo>
                    <a:pt x="1026770" y="1336773"/>
                  </a:lnTo>
                  <a:close/>
                  <a:moveTo>
                    <a:pt x="1033513" y="1307111"/>
                  </a:moveTo>
                  <a:lnTo>
                    <a:pt x="1036378" y="1307111"/>
                  </a:lnTo>
                  <a:lnTo>
                    <a:pt x="1036378" y="1305320"/>
                  </a:lnTo>
                  <a:lnTo>
                    <a:pt x="1033513" y="1305320"/>
                  </a:lnTo>
                  <a:lnTo>
                    <a:pt x="1033513" y="1307111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142" name="Vector layer B9B8BB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29660" y="1636575"/>
                  </a:moveTo>
                  <a:lnTo>
                    <a:pt x="932525" y="1636575"/>
                  </a:lnTo>
                  <a:lnTo>
                    <a:pt x="932525" y="1634784"/>
                  </a:lnTo>
                  <a:lnTo>
                    <a:pt x="929660" y="1634784"/>
                  </a:lnTo>
                  <a:lnTo>
                    <a:pt x="929660" y="1636575"/>
                  </a:lnTo>
                  <a:close/>
                  <a:moveTo>
                    <a:pt x="866991" y="1380524"/>
                  </a:moveTo>
                  <a:lnTo>
                    <a:pt x="869855" y="1380524"/>
                  </a:lnTo>
                  <a:lnTo>
                    <a:pt x="869855" y="1378733"/>
                  </a:lnTo>
                  <a:lnTo>
                    <a:pt x="866991" y="1378733"/>
                  </a:lnTo>
                  <a:lnTo>
                    <a:pt x="866991" y="1380524"/>
                  </a:lnTo>
                  <a:close/>
                  <a:moveTo>
                    <a:pt x="854457" y="1382315"/>
                  </a:moveTo>
                  <a:lnTo>
                    <a:pt x="857322" y="1382315"/>
                  </a:lnTo>
                  <a:lnTo>
                    <a:pt x="857322" y="1371571"/>
                  </a:lnTo>
                  <a:lnTo>
                    <a:pt x="854457" y="1371571"/>
                  </a:lnTo>
                  <a:lnTo>
                    <a:pt x="854457" y="1382315"/>
                  </a:lnTo>
                  <a:close/>
                  <a:moveTo>
                    <a:pt x="874992" y="1357605"/>
                  </a:moveTo>
                  <a:lnTo>
                    <a:pt x="870572" y="1362025"/>
                  </a:lnTo>
                  <a:lnTo>
                    <a:pt x="870572" y="1363816"/>
                  </a:lnTo>
                  <a:lnTo>
                    <a:pt x="868781" y="1365606"/>
                  </a:lnTo>
                  <a:lnTo>
                    <a:pt x="868781" y="1367397"/>
                  </a:lnTo>
                  <a:lnTo>
                    <a:pt x="867830" y="1368348"/>
                  </a:lnTo>
                  <a:lnTo>
                    <a:pt x="864842" y="1368348"/>
                  </a:lnTo>
                  <a:lnTo>
                    <a:pt x="864842" y="1371213"/>
                  </a:lnTo>
                  <a:lnTo>
                    <a:pt x="869016" y="1371213"/>
                  </a:lnTo>
                  <a:lnTo>
                    <a:pt x="871646" y="1368583"/>
                  </a:lnTo>
                  <a:lnTo>
                    <a:pt x="871646" y="1366793"/>
                  </a:lnTo>
                  <a:lnTo>
                    <a:pt x="873437" y="1365002"/>
                  </a:lnTo>
                  <a:lnTo>
                    <a:pt x="873437" y="1363212"/>
                  </a:lnTo>
                  <a:lnTo>
                    <a:pt x="874388" y="1362260"/>
                  </a:lnTo>
                  <a:lnTo>
                    <a:pt x="876179" y="1362260"/>
                  </a:lnTo>
                  <a:lnTo>
                    <a:pt x="877969" y="1360470"/>
                  </a:lnTo>
                  <a:lnTo>
                    <a:pt x="882154" y="1360470"/>
                  </a:lnTo>
                  <a:lnTo>
                    <a:pt x="883525" y="1361841"/>
                  </a:lnTo>
                  <a:lnTo>
                    <a:pt x="885551" y="1359815"/>
                  </a:lnTo>
                  <a:lnTo>
                    <a:pt x="883341" y="1357605"/>
                  </a:lnTo>
                  <a:lnTo>
                    <a:pt x="874992" y="1357605"/>
                  </a:lnTo>
                  <a:close/>
                  <a:moveTo>
                    <a:pt x="1123880" y="1354024"/>
                  </a:moveTo>
                  <a:lnTo>
                    <a:pt x="1122090" y="1355814"/>
                  </a:lnTo>
                  <a:lnTo>
                    <a:pt x="1120299" y="1355814"/>
                  </a:lnTo>
                  <a:lnTo>
                    <a:pt x="1118509" y="1357605"/>
                  </a:lnTo>
                  <a:lnTo>
                    <a:pt x="1116718" y="1357605"/>
                  </a:lnTo>
                  <a:lnTo>
                    <a:pt x="1110272" y="1364051"/>
                  </a:lnTo>
                  <a:lnTo>
                    <a:pt x="1114927" y="1364051"/>
                  </a:lnTo>
                  <a:lnTo>
                    <a:pt x="1116718" y="1365841"/>
                  </a:lnTo>
                  <a:lnTo>
                    <a:pt x="1126857" y="1365841"/>
                  </a:lnTo>
                  <a:lnTo>
                    <a:pt x="1128648" y="1364051"/>
                  </a:lnTo>
                  <a:lnTo>
                    <a:pt x="1132229" y="1364051"/>
                  </a:lnTo>
                  <a:lnTo>
                    <a:pt x="1140466" y="1355814"/>
                  </a:lnTo>
                  <a:lnTo>
                    <a:pt x="1135810" y="1355814"/>
                  </a:lnTo>
                  <a:lnTo>
                    <a:pt x="1134020" y="1354024"/>
                  </a:lnTo>
                  <a:lnTo>
                    <a:pt x="1123880" y="1354024"/>
                  </a:lnTo>
                  <a:close/>
                  <a:moveTo>
                    <a:pt x="1040675" y="1339464"/>
                  </a:moveTo>
                  <a:lnTo>
                    <a:pt x="1040675" y="1347936"/>
                  </a:lnTo>
                  <a:lnTo>
                    <a:pt x="1049147" y="1347936"/>
                  </a:lnTo>
                  <a:lnTo>
                    <a:pt x="1040675" y="1339464"/>
                  </a:lnTo>
                  <a:close/>
                  <a:moveTo>
                    <a:pt x="1028980" y="1316422"/>
                  </a:moveTo>
                  <a:lnTo>
                    <a:pt x="1027190" y="1318212"/>
                  </a:lnTo>
                  <a:lnTo>
                    <a:pt x="1024560" y="1318212"/>
                  </a:lnTo>
                  <a:lnTo>
                    <a:pt x="1024560" y="1320842"/>
                  </a:lnTo>
                  <a:lnTo>
                    <a:pt x="1022770" y="1322633"/>
                  </a:lnTo>
                  <a:lnTo>
                    <a:pt x="1022770" y="1327401"/>
                  </a:lnTo>
                  <a:lnTo>
                    <a:pt x="1024560" y="1329191"/>
                  </a:lnTo>
                  <a:lnTo>
                    <a:pt x="1024560" y="1332772"/>
                  </a:lnTo>
                  <a:lnTo>
                    <a:pt x="1030771" y="1338983"/>
                  </a:lnTo>
                  <a:lnTo>
                    <a:pt x="1032920" y="1339341"/>
                  </a:lnTo>
                  <a:lnTo>
                    <a:pt x="1030771" y="1339699"/>
                  </a:lnTo>
                  <a:lnTo>
                    <a:pt x="1028980" y="1341490"/>
                  </a:lnTo>
                  <a:lnTo>
                    <a:pt x="1027190" y="1341490"/>
                  </a:lnTo>
                  <a:lnTo>
                    <a:pt x="1024560" y="1344119"/>
                  </a:lnTo>
                  <a:lnTo>
                    <a:pt x="1024560" y="1345910"/>
                  </a:lnTo>
                  <a:lnTo>
                    <a:pt x="1022770" y="1347701"/>
                  </a:lnTo>
                  <a:lnTo>
                    <a:pt x="1022770" y="1351282"/>
                  </a:lnTo>
                  <a:lnTo>
                    <a:pt x="1020979" y="1353072"/>
                  </a:lnTo>
                  <a:lnTo>
                    <a:pt x="1020979" y="1356050"/>
                  </a:lnTo>
                  <a:lnTo>
                    <a:pt x="1022770" y="1357840"/>
                  </a:lnTo>
                  <a:lnTo>
                    <a:pt x="1022770" y="1370374"/>
                  </a:lnTo>
                  <a:lnTo>
                    <a:pt x="1024560" y="1372165"/>
                  </a:lnTo>
                  <a:lnTo>
                    <a:pt x="1024560" y="1374794"/>
                  </a:lnTo>
                  <a:lnTo>
                    <a:pt x="1028376" y="1374794"/>
                  </a:lnTo>
                  <a:lnTo>
                    <a:pt x="1030167" y="1373004"/>
                  </a:lnTo>
                  <a:lnTo>
                    <a:pt x="1032797" y="1373004"/>
                  </a:lnTo>
                  <a:lnTo>
                    <a:pt x="1032797" y="1368583"/>
                  </a:lnTo>
                  <a:lnTo>
                    <a:pt x="1033748" y="1367632"/>
                  </a:lnTo>
                  <a:lnTo>
                    <a:pt x="1036378" y="1367632"/>
                  </a:lnTo>
                  <a:lnTo>
                    <a:pt x="1036378" y="1365002"/>
                  </a:lnTo>
                  <a:lnTo>
                    <a:pt x="1038762" y="1362618"/>
                  </a:lnTo>
                  <a:lnTo>
                    <a:pt x="1036378" y="1360235"/>
                  </a:lnTo>
                  <a:lnTo>
                    <a:pt x="1036378" y="1357840"/>
                  </a:lnTo>
                  <a:lnTo>
                    <a:pt x="1037329" y="1356889"/>
                  </a:lnTo>
                  <a:lnTo>
                    <a:pt x="1039724" y="1356889"/>
                  </a:lnTo>
                  <a:lnTo>
                    <a:pt x="1040675" y="1357840"/>
                  </a:lnTo>
                  <a:lnTo>
                    <a:pt x="1040675" y="1360470"/>
                  </a:lnTo>
                  <a:lnTo>
                    <a:pt x="1044492" y="1360470"/>
                  </a:lnTo>
                  <a:lnTo>
                    <a:pt x="1045689" y="1359273"/>
                  </a:lnTo>
                  <a:lnTo>
                    <a:pt x="1046886" y="1360470"/>
                  </a:lnTo>
                  <a:lnTo>
                    <a:pt x="1048677" y="1360470"/>
                  </a:lnTo>
                  <a:lnTo>
                    <a:pt x="1050467" y="1362260"/>
                  </a:lnTo>
                  <a:lnTo>
                    <a:pt x="1052258" y="1362260"/>
                  </a:lnTo>
                  <a:lnTo>
                    <a:pt x="1054048" y="1364051"/>
                  </a:lnTo>
                  <a:lnTo>
                    <a:pt x="1055839" y="1364051"/>
                  </a:lnTo>
                  <a:lnTo>
                    <a:pt x="1057629" y="1365841"/>
                  </a:lnTo>
                  <a:lnTo>
                    <a:pt x="1059420" y="1365841"/>
                  </a:lnTo>
                  <a:lnTo>
                    <a:pt x="1061211" y="1367632"/>
                  </a:lnTo>
                  <a:lnTo>
                    <a:pt x="1064792" y="1367632"/>
                  </a:lnTo>
                  <a:lnTo>
                    <a:pt x="1065743" y="1368583"/>
                  </a:lnTo>
                  <a:lnTo>
                    <a:pt x="1065743" y="1373004"/>
                  </a:lnTo>
                  <a:lnTo>
                    <a:pt x="1068373" y="1373004"/>
                  </a:lnTo>
                  <a:lnTo>
                    <a:pt x="1070163" y="1374794"/>
                  </a:lnTo>
                  <a:lnTo>
                    <a:pt x="1071954" y="1374794"/>
                  </a:lnTo>
                  <a:lnTo>
                    <a:pt x="1074696" y="1377536"/>
                  </a:lnTo>
                  <a:lnTo>
                    <a:pt x="1074696" y="1381957"/>
                  </a:lnTo>
                  <a:lnTo>
                    <a:pt x="1083884" y="1381957"/>
                  </a:lnTo>
                  <a:lnTo>
                    <a:pt x="1088304" y="1377536"/>
                  </a:lnTo>
                  <a:lnTo>
                    <a:pt x="1088304" y="1375746"/>
                  </a:lnTo>
                  <a:lnTo>
                    <a:pt x="1093911" y="1370139"/>
                  </a:lnTo>
                  <a:lnTo>
                    <a:pt x="1087465" y="1370139"/>
                  </a:lnTo>
                  <a:lnTo>
                    <a:pt x="1082093" y="1364767"/>
                  </a:lnTo>
                  <a:lnTo>
                    <a:pt x="1080303" y="1364767"/>
                  </a:lnTo>
                  <a:lnTo>
                    <a:pt x="1067769" y="1352233"/>
                  </a:lnTo>
                  <a:lnTo>
                    <a:pt x="1064188" y="1352233"/>
                  </a:lnTo>
                  <a:lnTo>
                    <a:pt x="1062397" y="1350443"/>
                  </a:lnTo>
                  <a:lnTo>
                    <a:pt x="1055839" y="1350443"/>
                  </a:lnTo>
                  <a:lnTo>
                    <a:pt x="1054048" y="1352233"/>
                  </a:lnTo>
                  <a:lnTo>
                    <a:pt x="1050467" y="1352233"/>
                  </a:lnTo>
                  <a:lnTo>
                    <a:pt x="1046886" y="1355814"/>
                  </a:lnTo>
                  <a:lnTo>
                    <a:pt x="1042701" y="1355814"/>
                  </a:lnTo>
                  <a:lnTo>
                    <a:pt x="1040910" y="1354024"/>
                  </a:lnTo>
                  <a:lnTo>
                    <a:pt x="1037329" y="1354024"/>
                  </a:lnTo>
                  <a:lnTo>
                    <a:pt x="1035539" y="1352233"/>
                  </a:lnTo>
                  <a:lnTo>
                    <a:pt x="1033390" y="1351875"/>
                  </a:lnTo>
                  <a:lnTo>
                    <a:pt x="1035539" y="1349726"/>
                  </a:lnTo>
                  <a:lnTo>
                    <a:pt x="1040194" y="1349726"/>
                  </a:lnTo>
                  <a:lnTo>
                    <a:pt x="1036378" y="1345910"/>
                  </a:lnTo>
                  <a:lnTo>
                    <a:pt x="1036378" y="1343516"/>
                  </a:lnTo>
                  <a:lnTo>
                    <a:pt x="1038762" y="1341132"/>
                  </a:lnTo>
                  <a:lnTo>
                    <a:pt x="1036971" y="1339341"/>
                  </a:lnTo>
                  <a:lnTo>
                    <a:pt x="1037329" y="1338983"/>
                  </a:lnTo>
                  <a:lnTo>
                    <a:pt x="1041985" y="1338983"/>
                  </a:lnTo>
                  <a:lnTo>
                    <a:pt x="1038168" y="1335167"/>
                  </a:lnTo>
                  <a:lnTo>
                    <a:pt x="1038168" y="1333376"/>
                  </a:lnTo>
                  <a:lnTo>
                    <a:pt x="1036378" y="1331586"/>
                  </a:lnTo>
                  <a:lnTo>
                    <a:pt x="1036378" y="1329191"/>
                  </a:lnTo>
                  <a:lnTo>
                    <a:pt x="1037329" y="1328240"/>
                  </a:lnTo>
                  <a:lnTo>
                    <a:pt x="1039120" y="1328240"/>
                  </a:lnTo>
                  <a:lnTo>
                    <a:pt x="1045331" y="1322029"/>
                  </a:lnTo>
                  <a:lnTo>
                    <a:pt x="1045331" y="1318212"/>
                  </a:lnTo>
                  <a:lnTo>
                    <a:pt x="1042701" y="1318212"/>
                  </a:lnTo>
                  <a:lnTo>
                    <a:pt x="1040910" y="1316422"/>
                  </a:lnTo>
                  <a:lnTo>
                    <a:pt x="1028980" y="1316422"/>
                  </a:lnTo>
                  <a:close/>
                  <a:moveTo>
                    <a:pt x="1075770" y="1368583"/>
                  </a:moveTo>
                  <a:lnTo>
                    <a:pt x="1076722" y="1367632"/>
                  </a:lnTo>
                  <a:lnTo>
                    <a:pt x="1080907" y="1367632"/>
                  </a:lnTo>
                  <a:lnTo>
                    <a:pt x="1081858" y="1369187"/>
                  </a:lnTo>
                  <a:lnTo>
                    <a:pt x="1080907" y="1370139"/>
                  </a:lnTo>
                  <a:lnTo>
                    <a:pt x="1076722" y="1370139"/>
                  </a:lnTo>
                  <a:lnTo>
                    <a:pt x="1075770" y="1368583"/>
                  </a:lnTo>
                  <a:close/>
                  <a:moveTo>
                    <a:pt x="1033513" y="1294935"/>
                  </a:moveTo>
                  <a:lnTo>
                    <a:pt x="1033513" y="1304123"/>
                  </a:lnTo>
                  <a:lnTo>
                    <a:pt x="1035304" y="1305914"/>
                  </a:lnTo>
                  <a:lnTo>
                    <a:pt x="1035304" y="1308543"/>
                  </a:lnTo>
                  <a:lnTo>
                    <a:pt x="1039120" y="1308543"/>
                  </a:lnTo>
                  <a:lnTo>
                    <a:pt x="1040910" y="1306753"/>
                  </a:lnTo>
                  <a:lnTo>
                    <a:pt x="1043305" y="1306753"/>
                  </a:lnTo>
                  <a:lnTo>
                    <a:pt x="1045095" y="1308543"/>
                  </a:lnTo>
                  <a:lnTo>
                    <a:pt x="1052493" y="1308543"/>
                  </a:lnTo>
                  <a:lnTo>
                    <a:pt x="1052493" y="1302937"/>
                  </a:lnTo>
                  <a:lnTo>
                    <a:pt x="1046282" y="1296726"/>
                  </a:lnTo>
                  <a:lnTo>
                    <a:pt x="1042701" y="1296726"/>
                  </a:lnTo>
                  <a:lnTo>
                    <a:pt x="1040910" y="1294935"/>
                  </a:lnTo>
                  <a:lnTo>
                    <a:pt x="1033513" y="1294935"/>
                  </a:lnTo>
                  <a:close/>
                  <a:moveTo>
                    <a:pt x="1036378" y="1298751"/>
                  </a:moveTo>
                  <a:lnTo>
                    <a:pt x="1037329" y="1297800"/>
                  </a:lnTo>
                  <a:lnTo>
                    <a:pt x="1039724" y="1297800"/>
                  </a:lnTo>
                  <a:lnTo>
                    <a:pt x="1040675" y="1298751"/>
                  </a:lnTo>
                  <a:lnTo>
                    <a:pt x="1040675" y="1301146"/>
                  </a:lnTo>
                  <a:lnTo>
                    <a:pt x="1039724" y="1302097"/>
                  </a:lnTo>
                  <a:lnTo>
                    <a:pt x="1037329" y="1302097"/>
                  </a:lnTo>
                  <a:lnTo>
                    <a:pt x="1036378" y="1301146"/>
                  </a:lnTo>
                  <a:lnTo>
                    <a:pt x="1036378" y="1298751"/>
                  </a:lnTo>
                  <a:close/>
                  <a:moveTo>
                    <a:pt x="1032561" y="1148109"/>
                  </a:moveTo>
                  <a:lnTo>
                    <a:pt x="1029338" y="1151332"/>
                  </a:lnTo>
                  <a:lnTo>
                    <a:pt x="1031722" y="1153716"/>
                  </a:lnTo>
                  <a:lnTo>
                    <a:pt x="1031722" y="1159088"/>
                  </a:lnTo>
                  <a:lnTo>
                    <a:pt x="1035304" y="1162669"/>
                  </a:lnTo>
                  <a:lnTo>
                    <a:pt x="1035304" y="1167089"/>
                  </a:lnTo>
                  <a:lnTo>
                    <a:pt x="1039120" y="1167089"/>
                  </a:lnTo>
                  <a:lnTo>
                    <a:pt x="1041750" y="1164459"/>
                  </a:lnTo>
                  <a:lnTo>
                    <a:pt x="1041750" y="1162669"/>
                  </a:lnTo>
                  <a:lnTo>
                    <a:pt x="1048912" y="1155506"/>
                  </a:lnTo>
                  <a:lnTo>
                    <a:pt x="1048912" y="1152529"/>
                  </a:lnTo>
                  <a:lnTo>
                    <a:pt x="1046282" y="1149900"/>
                  </a:lnTo>
                  <a:lnTo>
                    <a:pt x="1042701" y="1149900"/>
                  </a:lnTo>
                  <a:lnTo>
                    <a:pt x="1040910" y="1148109"/>
                  </a:lnTo>
                  <a:lnTo>
                    <a:pt x="1032561" y="1148109"/>
                  </a:lnTo>
                  <a:close/>
                  <a:moveTo>
                    <a:pt x="1036378" y="1151925"/>
                  </a:moveTo>
                  <a:lnTo>
                    <a:pt x="1037329" y="1150974"/>
                  </a:lnTo>
                  <a:lnTo>
                    <a:pt x="1039724" y="1150974"/>
                  </a:lnTo>
                  <a:lnTo>
                    <a:pt x="1040675" y="1151925"/>
                  </a:lnTo>
                  <a:lnTo>
                    <a:pt x="1040675" y="1156110"/>
                  </a:lnTo>
                  <a:lnTo>
                    <a:pt x="1039724" y="1157062"/>
                  </a:lnTo>
                  <a:lnTo>
                    <a:pt x="1037329" y="1157062"/>
                  </a:lnTo>
                  <a:lnTo>
                    <a:pt x="1036378" y="1156110"/>
                  </a:lnTo>
                  <a:lnTo>
                    <a:pt x="1036378" y="1151925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143" name="Vector layer A0B9D1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851715" y="1370139"/>
                  </a:moveTo>
                  <a:lnTo>
                    <a:pt x="849924" y="1371929"/>
                  </a:lnTo>
                  <a:lnTo>
                    <a:pt x="848134" y="1371929"/>
                  </a:lnTo>
                  <a:lnTo>
                    <a:pt x="845504" y="1374559"/>
                  </a:lnTo>
                  <a:lnTo>
                    <a:pt x="845504" y="1378375"/>
                  </a:lnTo>
                  <a:lnTo>
                    <a:pt x="848134" y="1378375"/>
                  </a:lnTo>
                  <a:lnTo>
                    <a:pt x="851715" y="1381957"/>
                  </a:lnTo>
                  <a:lnTo>
                    <a:pt x="855531" y="1381957"/>
                  </a:lnTo>
                  <a:lnTo>
                    <a:pt x="855531" y="1370139"/>
                  </a:lnTo>
                  <a:lnTo>
                    <a:pt x="851715" y="1370139"/>
                  </a:lnTo>
                  <a:close/>
                  <a:moveTo>
                    <a:pt x="872782" y="1358024"/>
                  </a:moveTo>
                  <a:lnTo>
                    <a:pt x="871411" y="1359395"/>
                  </a:lnTo>
                  <a:lnTo>
                    <a:pt x="866039" y="1359395"/>
                  </a:lnTo>
                  <a:lnTo>
                    <a:pt x="862458" y="1362977"/>
                  </a:lnTo>
                  <a:lnTo>
                    <a:pt x="859828" y="1362977"/>
                  </a:lnTo>
                  <a:lnTo>
                    <a:pt x="859828" y="1366793"/>
                  </a:lnTo>
                  <a:lnTo>
                    <a:pt x="862458" y="1369423"/>
                  </a:lnTo>
                  <a:lnTo>
                    <a:pt x="869855" y="1369423"/>
                  </a:lnTo>
                  <a:lnTo>
                    <a:pt x="869855" y="1366793"/>
                  </a:lnTo>
                  <a:lnTo>
                    <a:pt x="871646" y="1365002"/>
                  </a:lnTo>
                  <a:lnTo>
                    <a:pt x="872782" y="1358024"/>
                  </a:lnTo>
                  <a:close/>
                  <a:moveTo>
                    <a:pt x="883106" y="1355814"/>
                  </a:moveTo>
                  <a:lnTo>
                    <a:pt x="883106" y="1359631"/>
                  </a:lnTo>
                  <a:lnTo>
                    <a:pt x="885735" y="1362260"/>
                  </a:lnTo>
                  <a:lnTo>
                    <a:pt x="895281" y="1362260"/>
                  </a:lnTo>
                  <a:lnTo>
                    <a:pt x="895281" y="1359395"/>
                  </a:lnTo>
                  <a:lnTo>
                    <a:pt x="892294" y="1359395"/>
                  </a:lnTo>
                  <a:lnTo>
                    <a:pt x="890503" y="1357605"/>
                  </a:lnTo>
                  <a:lnTo>
                    <a:pt x="888713" y="1357605"/>
                  </a:lnTo>
                  <a:lnTo>
                    <a:pt x="886922" y="1355814"/>
                  </a:lnTo>
                  <a:lnTo>
                    <a:pt x="883106" y="1355814"/>
                  </a:lnTo>
                  <a:close/>
                  <a:moveTo>
                    <a:pt x="423351" y="1349072"/>
                  </a:moveTo>
                  <a:lnTo>
                    <a:pt x="425376" y="1351097"/>
                  </a:lnTo>
                  <a:lnTo>
                    <a:pt x="427167" y="1349307"/>
                  </a:lnTo>
                  <a:lnTo>
                    <a:pt x="425141" y="1347281"/>
                  </a:lnTo>
                  <a:lnTo>
                    <a:pt x="423351" y="1349072"/>
                  </a:lnTo>
                  <a:close/>
                  <a:moveTo>
                    <a:pt x="861261" y="1322868"/>
                  </a:moveTo>
                  <a:lnTo>
                    <a:pt x="861261" y="1320003"/>
                  </a:lnTo>
                  <a:lnTo>
                    <a:pt x="857680" y="1320003"/>
                  </a:lnTo>
                  <a:lnTo>
                    <a:pt x="857680" y="1322868"/>
                  </a:lnTo>
                  <a:lnTo>
                    <a:pt x="861261" y="1322868"/>
                  </a:lnTo>
                  <a:close/>
                  <a:moveTo>
                    <a:pt x="389330" y="1315051"/>
                  </a:moveTo>
                  <a:lnTo>
                    <a:pt x="391356" y="1317077"/>
                  </a:lnTo>
                  <a:lnTo>
                    <a:pt x="393146" y="1315286"/>
                  </a:lnTo>
                  <a:lnTo>
                    <a:pt x="391120" y="1313260"/>
                  </a:lnTo>
                  <a:lnTo>
                    <a:pt x="389330" y="1315051"/>
                  </a:lnTo>
                  <a:close/>
                  <a:moveTo>
                    <a:pt x="2061296" y="1287415"/>
                  </a:moveTo>
                  <a:lnTo>
                    <a:pt x="2064161" y="1287415"/>
                  </a:lnTo>
                  <a:lnTo>
                    <a:pt x="2064161" y="1285624"/>
                  </a:lnTo>
                  <a:lnTo>
                    <a:pt x="2061296" y="1285624"/>
                  </a:lnTo>
                  <a:lnTo>
                    <a:pt x="2061296" y="1287415"/>
                  </a:lnTo>
                  <a:close/>
                  <a:moveTo>
                    <a:pt x="906803" y="1275659"/>
                  </a:moveTo>
                  <a:lnTo>
                    <a:pt x="908828" y="1277684"/>
                  </a:lnTo>
                  <a:lnTo>
                    <a:pt x="910619" y="1275894"/>
                  </a:lnTo>
                  <a:lnTo>
                    <a:pt x="908593" y="1273868"/>
                  </a:lnTo>
                  <a:lnTo>
                    <a:pt x="906803" y="1275659"/>
                  </a:lnTo>
                  <a:close/>
                  <a:moveTo>
                    <a:pt x="720164" y="1219373"/>
                  </a:moveTo>
                  <a:lnTo>
                    <a:pt x="723029" y="1219373"/>
                  </a:lnTo>
                  <a:lnTo>
                    <a:pt x="723029" y="1217583"/>
                  </a:lnTo>
                  <a:lnTo>
                    <a:pt x="720164" y="1217583"/>
                  </a:lnTo>
                  <a:lnTo>
                    <a:pt x="720164" y="1219373"/>
                  </a:lnTo>
                  <a:close/>
                  <a:moveTo>
                    <a:pt x="700468" y="1212211"/>
                  </a:moveTo>
                  <a:lnTo>
                    <a:pt x="703333" y="1212211"/>
                  </a:lnTo>
                  <a:lnTo>
                    <a:pt x="703333" y="1210421"/>
                  </a:lnTo>
                  <a:lnTo>
                    <a:pt x="700468" y="1210421"/>
                  </a:lnTo>
                  <a:lnTo>
                    <a:pt x="700468" y="1212211"/>
                  </a:lnTo>
                  <a:close/>
                  <a:moveTo>
                    <a:pt x="593454" y="1144947"/>
                  </a:moveTo>
                  <a:lnTo>
                    <a:pt x="595480" y="1146973"/>
                  </a:lnTo>
                  <a:lnTo>
                    <a:pt x="597270" y="1145183"/>
                  </a:lnTo>
                  <a:lnTo>
                    <a:pt x="595245" y="1143157"/>
                  </a:lnTo>
                  <a:lnTo>
                    <a:pt x="593454" y="1144947"/>
                  </a:lnTo>
                  <a:close/>
                  <a:moveTo>
                    <a:pt x="736699" y="1101974"/>
                  </a:moveTo>
                  <a:lnTo>
                    <a:pt x="738725" y="1104000"/>
                  </a:lnTo>
                  <a:lnTo>
                    <a:pt x="740515" y="1102209"/>
                  </a:lnTo>
                  <a:lnTo>
                    <a:pt x="738490" y="1100183"/>
                  </a:lnTo>
                  <a:lnTo>
                    <a:pt x="736699" y="1101974"/>
                  </a:lnTo>
                  <a:close/>
                  <a:moveTo>
                    <a:pt x="640009" y="1075351"/>
                  </a:moveTo>
                  <a:lnTo>
                    <a:pt x="642034" y="1073325"/>
                  </a:lnTo>
                  <a:lnTo>
                    <a:pt x="640244" y="1071534"/>
                  </a:lnTo>
                  <a:lnTo>
                    <a:pt x="638218" y="1073560"/>
                  </a:lnTo>
                  <a:lnTo>
                    <a:pt x="640009" y="1075351"/>
                  </a:lnTo>
                  <a:close/>
                  <a:moveTo>
                    <a:pt x="801159" y="1046466"/>
                  </a:moveTo>
                  <a:lnTo>
                    <a:pt x="803185" y="1048492"/>
                  </a:lnTo>
                  <a:lnTo>
                    <a:pt x="804976" y="1046702"/>
                  </a:lnTo>
                  <a:lnTo>
                    <a:pt x="802950" y="1044676"/>
                  </a:lnTo>
                  <a:lnTo>
                    <a:pt x="801159" y="1046466"/>
                  </a:lnTo>
                  <a:close/>
                  <a:moveTo>
                    <a:pt x="745652" y="1028796"/>
                  </a:moveTo>
                  <a:lnTo>
                    <a:pt x="747678" y="1026770"/>
                  </a:lnTo>
                  <a:lnTo>
                    <a:pt x="745887" y="1024980"/>
                  </a:lnTo>
                  <a:lnTo>
                    <a:pt x="743861" y="1027005"/>
                  </a:lnTo>
                  <a:lnTo>
                    <a:pt x="745652" y="1028796"/>
                  </a:lnTo>
                  <a:close/>
                  <a:moveTo>
                    <a:pt x="793997" y="956938"/>
                  </a:moveTo>
                  <a:lnTo>
                    <a:pt x="796023" y="958964"/>
                  </a:lnTo>
                  <a:lnTo>
                    <a:pt x="797813" y="957174"/>
                  </a:lnTo>
                  <a:lnTo>
                    <a:pt x="795788" y="955148"/>
                  </a:lnTo>
                  <a:lnTo>
                    <a:pt x="793997" y="956938"/>
                  </a:lnTo>
                  <a:close/>
                  <a:moveTo>
                    <a:pt x="729537" y="824437"/>
                  </a:moveTo>
                  <a:lnTo>
                    <a:pt x="731563" y="826462"/>
                  </a:lnTo>
                  <a:lnTo>
                    <a:pt x="733353" y="824672"/>
                  </a:lnTo>
                  <a:lnTo>
                    <a:pt x="731327" y="822646"/>
                  </a:lnTo>
                  <a:lnTo>
                    <a:pt x="729537" y="824437"/>
                  </a:lnTo>
                  <a:close/>
                  <a:moveTo>
                    <a:pt x="836551" y="802172"/>
                  </a:moveTo>
                  <a:lnTo>
                    <a:pt x="839416" y="802172"/>
                  </a:lnTo>
                  <a:lnTo>
                    <a:pt x="839416" y="800382"/>
                  </a:lnTo>
                  <a:lnTo>
                    <a:pt x="836551" y="800382"/>
                  </a:lnTo>
                  <a:lnTo>
                    <a:pt x="836551" y="802172"/>
                  </a:lnTo>
                  <a:close/>
                  <a:moveTo>
                    <a:pt x="667880" y="766003"/>
                  </a:moveTo>
                  <a:lnTo>
                    <a:pt x="667880" y="763138"/>
                  </a:lnTo>
                  <a:lnTo>
                    <a:pt x="666089" y="763138"/>
                  </a:lnTo>
                  <a:lnTo>
                    <a:pt x="666089" y="766003"/>
                  </a:lnTo>
                  <a:lnTo>
                    <a:pt x="667880" y="766003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144" name="Vector layer F68E8E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73325" y="1360050"/>
                  </a:moveTo>
                  <a:lnTo>
                    <a:pt x="1075351" y="1358024"/>
                  </a:lnTo>
                  <a:lnTo>
                    <a:pt x="1071770" y="1354443"/>
                  </a:lnTo>
                  <a:lnTo>
                    <a:pt x="1069744" y="1356469"/>
                  </a:lnTo>
                  <a:lnTo>
                    <a:pt x="1073325" y="1360050"/>
                  </a:lnTo>
                  <a:close/>
                  <a:moveTo>
                    <a:pt x="1098393" y="1338328"/>
                  </a:moveTo>
                  <a:lnTo>
                    <a:pt x="1100419" y="1340354"/>
                  </a:lnTo>
                  <a:lnTo>
                    <a:pt x="1102209" y="1338563"/>
                  </a:lnTo>
                  <a:lnTo>
                    <a:pt x="1100183" y="1336538"/>
                  </a:lnTo>
                  <a:lnTo>
                    <a:pt x="1098393" y="1338328"/>
                  </a:lnTo>
                  <a:close/>
                  <a:moveTo>
                    <a:pt x="1037514" y="1336773"/>
                  </a:moveTo>
                  <a:lnTo>
                    <a:pt x="1038291" y="1337551"/>
                  </a:lnTo>
                  <a:lnTo>
                    <a:pt x="1036501" y="1339341"/>
                  </a:lnTo>
                  <a:lnTo>
                    <a:pt x="1040317" y="1343157"/>
                  </a:lnTo>
                  <a:lnTo>
                    <a:pt x="1042701" y="1340774"/>
                  </a:lnTo>
                  <a:lnTo>
                    <a:pt x="1043898" y="1340774"/>
                  </a:lnTo>
                  <a:lnTo>
                    <a:pt x="1043898" y="1337909"/>
                  </a:lnTo>
                  <a:lnTo>
                    <a:pt x="1037514" y="1336773"/>
                  </a:lnTo>
                  <a:close/>
                  <a:moveTo>
                    <a:pt x="1039304" y="1325794"/>
                  </a:moveTo>
                  <a:lnTo>
                    <a:pt x="1041330" y="1327820"/>
                  </a:lnTo>
                  <a:lnTo>
                    <a:pt x="1043121" y="1326029"/>
                  </a:lnTo>
                  <a:lnTo>
                    <a:pt x="1041095" y="1324004"/>
                  </a:lnTo>
                  <a:lnTo>
                    <a:pt x="1039304" y="1325794"/>
                  </a:lnTo>
                  <a:close/>
                  <a:moveTo>
                    <a:pt x="1027783" y="1319287"/>
                  </a:moveTo>
                  <a:lnTo>
                    <a:pt x="1027783" y="1316422"/>
                  </a:lnTo>
                  <a:lnTo>
                    <a:pt x="1025993" y="1316422"/>
                  </a:lnTo>
                  <a:lnTo>
                    <a:pt x="1025993" y="1319287"/>
                  </a:lnTo>
                  <a:lnTo>
                    <a:pt x="1027783" y="1319287"/>
                  </a:lnTo>
                  <a:close/>
                  <a:moveTo>
                    <a:pt x="1043898" y="1308543"/>
                  </a:moveTo>
                  <a:lnTo>
                    <a:pt x="1043898" y="1305679"/>
                  </a:lnTo>
                  <a:lnTo>
                    <a:pt x="1042108" y="1305679"/>
                  </a:lnTo>
                  <a:lnTo>
                    <a:pt x="1042108" y="1308543"/>
                  </a:lnTo>
                  <a:lnTo>
                    <a:pt x="1043898" y="1308543"/>
                  </a:lnTo>
                  <a:close/>
                  <a:moveTo>
                    <a:pt x="1050048" y="1302752"/>
                  </a:moveTo>
                  <a:lnTo>
                    <a:pt x="1052073" y="1300726"/>
                  </a:lnTo>
                  <a:lnTo>
                    <a:pt x="1050283" y="1298936"/>
                  </a:lnTo>
                  <a:lnTo>
                    <a:pt x="1048257" y="1300962"/>
                  </a:lnTo>
                  <a:lnTo>
                    <a:pt x="1050048" y="1302752"/>
                  </a:lnTo>
                  <a:close/>
                  <a:moveTo>
                    <a:pt x="1043898" y="1297800"/>
                  </a:moveTo>
                  <a:lnTo>
                    <a:pt x="1043898" y="1294935"/>
                  </a:lnTo>
                  <a:lnTo>
                    <a:pt x="1042108" y="1294935"/>
                  </a:lnTo>
                  <a:lnTo>
                    <a:pt x="1042108" y="1297800"/>
                  </a:lnTo>
                  <a:lnTo>
                    <a:pt x="1043898" y="1297800"/>
                  </a:lnTo>
                  <a:close/>
                  <a:moveTo>
                    <a:pt x="1132413" y="1266706"/>
                  </a:moveTo>
                  <a:lnTo>
                    <a:pt x="1134439" y="1268731"/>
                  </a:lnTo>
                  <a:lnTo>
                    <a:pt x="1136230" y="1266941"/>
                  </a:lnTo>
                  <a:lnTo>
                    <a:pt x="1134204" y="1264915"/>
                  </a:lnTo>
                  <a:lnTo>
                    <a:pt x="1132413" y="1266706"/>
                  </a:lnTo>
                  <a:close/>
                  <a:moveTo>
                    <a:pt x="1274881" y="1195738"/>
                  </a:moveTo>
                  <a:lnTo>
                    <a:pt x="1274881" y="1192873"/>
                  </a:lnTo>
                  <a:lnTo>
                    <a:pt x="1273090" y="1192873"/>
                  </a:lnTo>
                  <a:lnTo>
                    <a:pt x="1273090" y="1195738"/>
                  </a:lnTo>
                  <a:lnTo>
                    <a:pt x="1274881" y="1195738"/>
                  </a:lnTo>
                  <a:close/>
                  <a:moveTo>
                    <a:pt x="1118089" y="1189947"/>
                  </a:moveTo>
                  <a:lnTo>
                    <a:pt x="1120115" y="1187921"/>
                  </a:lnTo>
                  <a:lnTo>
                    <a:pt x="1118324" y="1186130"/>
                  </a:lnTo>
                  <a:lnTo>
                    <a:pt x="1116298" y="1188156"/>
                  </a:lnTo>
                  <a:lnTo>
                    <a:pt x="1118089" y="1189947"/>
                  </a:lnTo>
                  <a:close/>
                  <a:moveTo>
                    <a:pt x="1047837" y="1154913"/>
                  </a:moveTo>
                  <a:lnTo>
                    <a:pt x="1050702" y="1154913"/>
                  </a:lnTo>
                  <a:lnTo>
                    <a:pt x="1050702" y="1153123"/>
                  </a:lnTo>
                  <a:lnTo>
                    <a:pt x="1047837" y="1153123"/>
                  </a:lnTo>
                  <a:lnTo>
                    <a:pt x="1047837" y="1154913"/>
                  </a:lnTo>
                  <a:close/>
                  <a:moveTo>
                    <a:pt x="2068878" y="1146973"/>
                  </a:moveTo>
                  <a:lnTo>
                    <a:pt x="2070904" y="1144947"/>
                  </a:lnTo>
                  <a:lnTo>
                    <a:pt x="2069113" y="1143157"/>
                  </a:lnTo>
                  <a:lnTo>
                    <a:pt x="2067087" y="1145183"/>
                  </a:lnTo>
                  <a:lnTo>
                    <a:pt x="2068878" y="1146973"/>
                  </a:lnTo>
                  <a:close/>
                  <a:moveTo>
                    <a:pt x="1097615" y="1041750"/>
                  </a:moveTo>
                  <a:lnTo>
                    <a:pt x="1097615" y="1038885"/>
                  </a:lnTo>
                  <a:lnTo>
                    <a:pt x="1095825" y="1038885"/>
                  </a:lnTo>
                  <a:lnTo>
                    <a:pt x="1095825" y="1041750"/>
                  </a:lnTo>
                  <a:lnTo>
                    <a:pt x="1097615" y="1041750"/>
                  </a:lnTo>
                  <a:close/>
                  <a:moveTo>
                    <a:pt x="1341909" y="1012446"/>
                  </a:moveTo>
                  <a:lnTo>
                    <a:pt x="1343935" y="1014472"/>
                  </a:lnTo>
                  <a:lnTo>
                    <a:pt x="1345726" y="1012681"/>
                  </a:lnTo>
                  <a:lnTo>
                    <a:pt x="1343700" y="1010655"/>
                  </a:lnTo>
                  <a:lnTo>
                    <a:pt x="1341909" y="1012446"/>
                  </a:lnTo>
                  <a:close/>
                  <a:moveTo>
                    <a:pt x="1311470" y="1014472"/>
                  </a:moveTo>
                  <a:lnTo>
                    <a:pt x="1313496" y="1012446"/>
                  </a:lnTo>
                  <a:lnTo>
                    <a:pt x="1311705" y="1010655"/>
                  </a:lnTo>
                  <a:lnTo>
                    <a:pt x="1309679" y="1012681"/>
                  </a:lnTo>
                  <a:lnTo>
                    <a:pt x="1311470" y="1014472"/>
                  </a:lnTo>
                  <a:close/>
                  <a:moveTo>
                    <a:pt x="1128832" y="989404"/>
                  </a:moveTo>
                  <a:lnTo>
                    <a:pt x="1130858" y="987378"/>
                  </a:lnTo>
                  <a:lnTo>
                    <a:pt x="1129068" y="985587"/>
                  </a:lnTo>
                  <a:lnTo>
                    <a:pt x="1127042" y="987613"/>
                  </a:lnTo>
                  <a:lnTo>
                    <a:pt x="1128832" y="989404"/>
                  </a:lnTo>
                  <a:close/>
                  <a:moveTo>
                    <a:pt x="1096602" y="946430"/>
                  </a:moveTo>
                  <a:lnTo>
                    <a:pt x="1098628" y="944404"/>
                  </a:lnTo>
                  <a:lnTo>
                    <a:pt x="1096837" y="942614"/>
                  </a:lnTo>
                  <a:lnTo>
                    <a:pt x="1094812" y="944640"/>
                  </a:lnTo>
                  <a:lnTo>
                    <a:pt x="1096602" y="946430"/>
                  </a:lnTo>
                  <a:close/>
                  <a:moveTo>
                    <a:pt x="1162853" y="933661"/>
                  </a:moveTo>
                  <a:lnTo>
                    <a:pt x="1164879" y="935687"/>
                  </a:lnTo>
                  <a:lnTo>
                    <a:pt x="1166669" y="933896"/>
                  </a:lnTo>
                  <a:lnTo>
                    <a:pt x="1164644" y="931870"/>
                  </a:lnTo>
                  <a:lnTo>
                    <a:pt x="1162853" y="933661"/>
                  </a:lnTo>
                  <a:close/>
                  <a:moveTo>
                    <a:pt x="1094812" y="935687"/>
                  </a:moveTo>
                  <a:lnTo>
                    <a:pt x="1096837" y="933661"/>
                  </a:lnTo>
                  <a:lnTo>
                    <a:pt x="1095047" y="931870"/>
                  </a:lnTo>
                  <a:lnTo>
                    <a:pt x="1093021" y="933896"/>
                  </a:lnTo>
                  <a:lnTo>
                    <a:pt x="1094812" y="935687"/>
                  </a:lnTo>
                  <a:close/>
                  <a:moveTo>
                    <a:pt x="1257333" y="927512"/>
                  </a:moveTo>
                  <a:lnTo>
                    <a:pt x="1260198" y="927512"/>
                  </a:lnTo>
                  <a:lnTo>
                    <a:pt x="1260198" y="925721"/>
                  </a:lnTo>
                  <a:lnTo>
                    <a:pt x="1257333" y="925721"/>
                  </a:lnTo>
                  <a:lnTo>
                    <a:pt x="1257333" y="927512"/>
                  </a:lnTo>
                  <a:close/>
                  <a:moveTo>
                    <a:pt x="1067534" y="882154"/>
                  </a:moveTo>
                  <a:lnTo>
                    <a:pt x="1067534" y="884538"/>
                  </a:lnTo>
                  <a:lnTo>
                    <a:pt x="1070399" y="884538"/>
                  </a:lnTo>
                  <a:lnTo>
                    <a:pt x="1070399" y="883341"/>
                  </a:lnTo>
                  <a:lnTo>
                    <a:pt x="1071770" y="881970"/>
                  </a:lnTo>
                  <a:lnTo>
                    <a:pt x="1069744" y="879944"/>
                  </a:lnTo>
                  <a:lnTo>
                    <a:pt x="1067534" y="882154"/>
                  </a:lnTo>
                  <a:close/>
                  <a:moveTo>
                    <a:pt x="1078277" y="880957"/>
                  </a:moveTo>
                  <a:lnTo>
                    <a:pt x="1081142" y="880957"/>
                  </a:lnTo>
                  <a:lnTo>
                    <a:pt x="1081142" y="879166"/>
                  </a:lnTo>
                  <a:lnTo>
                    <a:pt x="1078277" y="879166"/>
                  </a:lnTo>
                  <a:lnTo>
                    <a:pt x="1078277" y="880957"/>
                  </a:lnTo>
                  <a:close/>
                  <a:moveTo>
                    <a:pt x="1085859" y="670448"/>
                  </a:moveTo>
                  <a:lnTo>
                    <a:pt x="1087885" y="672474"/>
                  </a:lnTo>
                  <a:lnTo>
                    <a:pt x="1089675" y="670683"/>
                  </a:lnTo>
                  <a:lnTo>
                    <a:pt x="1087649" y="668658"/>
                  </a:lnTo>
                  <a:lnTo>
                    <a:pt x="1085859" y="670448"/>
                  </a:lnTo>
                  <a:close/>
                  <a:moveTo>
                    <a:pt x="1145960" y="162583"/>
                  </a:moveTo>
                  <a:lnTo>
                    <a:pt x="1145960" y="159718"/>
                  </a:lnTo>
                  <a:lnTo>
                    <a:pt x="1144170" y="159718"/>
                  </a:lnTo>
                  <a:lnTo>
                    <a:pt x="1144170" y="162583"/>
                  </a:lnTo>
                  <a:lnTo>
                    <a:pt x="1145960" y="162583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145" name="Vector layer FA8585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237279" y="1364051"/>
                  </a:moveTo>
                  <a:lnTo>
                    <a:pt x="1237279" y="1361186"/>
                  </a:lnTo>
                  <a:lnTo>
                    <a:pt x="1235488" y="1361186"/>
                  </a:lnTo>
                  <a:lnTo>
                    <a:pt x="1235488" y="1364051"/>
                  </a:lnTo>
                  <a:lnTo>
                    <a:pt x="1237279" y="1364051"/>
                  </a:lnTo>
                  <a:close/>
                  <a:moveTo>
                    <a:pt x="1139995" y="1352233"/>
                  </a:moveTo>
                  <a:lnTo>
                    <a:pt x="1136772" y="1355456"/>
                  </a:lnTo>
                  <a:lnTo>
                    <a:pt x="1139995" y="1358679"/>
                  </a:lnTo>
                  <a:lnTo>
                    <a:pt x="1143812" y="1358679"/>
                  </a:lnTo>
                  <a:lnTo>
                    <a:pt x="1143812" y="1352233"/>
                  </a:lnTo>
                  <a:lnTo>
                    <a:pt x="1139995" y="1352233"/>
                  </a:lnTo>
                  <a:close/>
                  <a:moveTo>
                    <a:pt x="1106926" y="1332179"/>
                  </a:moveTo>
                  <a:lnTo>
                    <a:pt x="1106926" y="1333376"/>
                  </a:lnTo>
                  <a:lnTo>
                    <a:pt x="1103345" y="1336957"/>
                  </a:lnTo>
                  <a:lnTo>
                    <a:pt x="1103345" y="1342329"/>
                  </a:lnTo>
                  <a:lnTo>
                    <a:pt x="1102393" y="1343280"/>
                  </a:lnTo>
                  <a:lnTo>
                    <a:pt x="1101790" y="1343280"/>
                  </a:lnTo>
                  <a:lnTo>
                    <a:pt x="1099999" y="1341490"/>
                  </a:lnTo>
                  <a:lnTo>
                    <a:pt x="1095231" y="1341490"/>
                  </a:lnTo>
                  <a:lnTo>
                    <a:pt x="1093441" y="1343280"/>
                  </a:lnTo>
                  <a:lnTo>
                    <a:pt x="1090811" y="1343280"/>
                  </a:lnTo>
                  <a:lnTo>
                    <a:pt x="1090811" y="1353072"/>
                  </a:lnTo>
                  <a:lnTo>
                    <a:pt x="1089020" y="1354863"/>
                  </a:lnTo>
                  <a:lnTo>
                    <a:pt x="1089020" y="1361421"/>
                  </a:lnTo>
                  <a:lnTo>
                    <a:pt x="1090811" y="1363212"/>
                  </a:lnTo>
                  <a:lnTo>
                    <a:pt x="1090811" y="1367632"/>
                  </a:lnTo>
                  <a:lnTo>
                    <a:pt x="1095231" y="1367632"/>
                  </a:lnTo>
                  <a:lnTo>
                    <a:pt x="1097022" y="1369423"/>
                  </a:lnTo>
                  <a:lnTo>
                    <a:pt x="1099999" y="1369423"/>
                  </a:lnTo>
                  <a:lnTo>
                    <a:pt x="1102629" y="1366793"/>
                  </a:lnTo>
                  <a:lnTo>
                    <a:pt x="1102629" y="1365002"/>
                  </a:lnTo>
                  <a:lnTo>
                    <a:pt x="1104419" y="1363212"/>
                  </a:lnTo>
                  <a:lnTo>
                    <a:pt x="1104419" y="1359631"/>
                  </a:lnTo>
                  <a:lnTo>
                    <a:pt x="1104777" y="1359273"/>
                  </a:lnTo>
                  <a:lnTo>
                    <a:pt x="1105135" y="1359631"/>
                  </a:lnTo>
                  <a:lnTo>
                    <a:pt x="1105135" y="1365002"/>
                  </a:lnTo>
                  <a:lnTo>
                    <a:pt x="1108358" y="1368225"/>
                  </a:lnTo>
                  <a:lnTo>
                    <a:pt x="1115398" y="1361186"/>
                  </a:lnTo>
                  <a:lnTo>
                    <a:pt x="1110742" y="1361186"/>
                  </a:lnTo>
                  <a:lnTo>
                    <a:pt x="1106210" y="1356653"/>
                  </a:lnTo>
                  <a:lnTo>
                    <a:pt x="1106210" y="1354863"/>
                  </a:lnTo>
                  <a:lnTo>
                    <a:pt x="1104419" y="1353072"/>
                  </a:lnTo>
                  <a:lnTo>
                    <a:pt x="1104419" y="1351282"/>
                  </a:lnTo>
                  <a:lnTo>
                    <a:pt x="1102629" y="1349491"/>
                  </a:lnTo>
                  <a:lnTo>
                    <a:pt x="1102987" y="1346739"/>
                  </a:lnTo>
                  <a:lnTo>
                    <a:pt x="1103345" y="1348887"/>
                  </a:lnTo>
                  <a:lnTo>
                    <a:pt x="1106568" y="1352110"/>
                  </a:lnTo>
                  <a:lnTo>
                    <a:pt x="1109791" y="1348887"/>
                  </a:lnTo>
                  <a:lnTo>
                    <a:pt x="1109791" y="1347097"/>
                  </a:lnTo>
                  <a:lnTo>
                    <a:pt x="1112175" y="1344713"/>
                  </a:lnTo>
                  <a:lnTo>
                    <a:pt x="1109791" y="1342329"/>
                  </a:lnTo>
                  <a:lnTo>
                    <a:pt x="1106926" y="1332179"/>
                  </a:lnTo>
                  <a:close/>
                  <a:moveTo>
                    <a:pt x="1094392" y="1323584"/>
                  </a:moveTo>
                  <a:lnTo>
                    <a:pt x="1094392" y="1326214"/>
                  </a:lnTo>
                  <a:lnTo>
                    <a:pt x="1093441" y="1327165"/>
                  </a:lnTo>
                  <a:lnTo>
                    <a:pt x="1091650" y="1327165"/>
                  </a:lnTo>
                  <a:lnTo>
                    <a:pt x="1088069" y="1330746"/>
                  </a:lnTo>
                  <a:lnTo>
                    <a:pt x="1083413" y="1330746"/>
                  </a:lnTo>
                  <a:lnTo>
                    <a:pt x="1087230" y="1334563"/>
                  </a:lnTo>
                  <a:lnTo>
                    <a:pt x="1087230" y="1337192"/>
                  </a:lnTo>
                  <a:lnTo>
                    <a:pt x="1091650" y="1337192"/>
                  </a:lnTo>
                  <a:lnTo>
                    <a:pt x="1093441" y="1338983"/>
                  </a:lnTo>
                  <a:lnTo>
                    <a:pt x="1095231" y="1338983"/>
                  </a:lnTo>
                  <a:lnTo>
                    <a:pt x="1097615" y="1341367"/>
                  </a:lnTo>
                  <a:lnTo>
                    <a:pt x="1104419" y="1334563"/>
                  </a:lnTo>
                  <a:lnTo>
                    <a:pt x="1104419" y="1332772"/>
                  </a:lnTo>
                  <a:lnTo>
                    <a:pt x="1106210" y="1330982"/>
                  </a:lnTo>
                  <a:lnTo>
                    <a:pt x="1106210" y="1327165"/>
                  </a:lnTo>
                  <a:lnTo>
                    <a:pt x="1103580" y="1327165"/>
                  </a:lnTo>
                  <a:lnTo>
                    <a:pt x="1101790" y="1325375"/>
                  </a:lnTo>
                  <a:lnTo>
                    <a:pt x="1099999" y="1325375"/>
                  </a:lnTo>
                  <a:lnTo>
                    <a:pt x="1098208" y="1323584"/>
                  </a:lnTo>
                  <a:lnTo>
                    <a:pt x="1094392" y="1323584"/>
                  </a:lnTo>
                  <a:close/>
                  <a:moveTo>
                    <a:pt x="1224152" y="1321794"/>
                  </a:moveTo>
                  <a:lnTo>
                    <a:pt x="1220571" y="1325375"/>
                  </a:lnTo>
                  <a:lnTo>
                    <a:pt x="1218780" y="1325375"/>
                  </a:lnTo>
                  <a:lnTo>
                    <a:pt x="1216150" y="1328004"/>
                  </a:lnTo>
                  <a:lnTo>
                    <a:pt x="1216150" y="1329795"/>
                  </a:lnTo>
                  <a:lnTo>
                    <a:pt x="1212569" y="1333376"/>
                  </a:lnTo>
                  <a:lnTo>
                    <a:pt x="1212569" y="1336957"/>
                  </a:lnTo>
                  <a:lnTo>
                    <a:pt x="1210779" y="1338748"/>
                  </a:lnTo>
                  <a:lnTo>
                    <a:pt x="1210779" y="1345306"/>
                  </a:lnTo>
                  <a:lnTo>
                    <a:pt x="1212569" y="1347097"/>
                  </a:lnTo>
                  <a:lnTo>
                    <a:pt x="1212569" y="1350678"/>
                  </a:lnTo>
                  <a:lnTo>
                    <a:pt x="1216150" y="1354259"/>
                  </a:lnTo>
                  <a:lnTo>
                    <a:pt x="1216150" y="1356050"/>
                  </a:lnTo>
                  <a:lnTo>
                    <a:pt x="1218780" y="1358679"/>
                  </a:lnTo>
                  <a:lnTo>
                    <a:pt x="1220571" y="1358679"/>
                  </a:lnTo>
                  <a:lnTo>
                    <a:pt x="1224152" y="1362260"/>
                  </a:lnTo>
                  <a:lnTo>
                    <a:pt x="1231784" y="1362260"/>
                  </a:lnTo>
                  <a:lnTo>
                    <a:pt x="1227129" y="1357605"/>
                  </a:lnTo>
                  <a:lnTo>
                    <a:pt x="1225338" y="1357605"/>
                  </a:lnTo>
                  <a:lnTo>
                    <a:pt x="1222596" y="1354863"/>
                  </a:lnTo>
                  <a:lnTo>
                    <a:pt x="1222596" y="1353072"/>
                  </a:lnTo>
                  <a:lnTo>
                    <a:pt x="1219015" y="1349491"/>
                  </a:lnTo>
                  <a:lnTo>
                    <a:pt x="1219015" y="1334563"/>
                  </a:lnTo>
                  <a:lnTo>
                    <a:pt x="1220806" y="1332772"/>
                  </a:lnTo>
                  <a:lnTo>
                    <a:pt x="1220806" y="1330982"/>
                  </a:lnTo>
                  <a:lnTo>
                    <a:pt x="1229994" y="1321794"/>
                  </a:lnTo>
                  <a:lnTo>
                    <a:pt x="1224152" y="1321794"/>
                  </a:lnTo>
                  <a:close/>
                  <a:moveTo>
                    <a:pt x="1105135" y="1318212"/>
                  </a:moveTo>
                  <a:lnTo>
                    <a:pt x="1105135" y="1323819"/>
                  </a:lnTo>
                  <a:lnTo>
                    <a:pt x="1106926" y="1325610"/>
                  </a:lnTo>
                  <a:lnTo>
                    <a:pt x="1106926" y="1328240"/>
                  </a:lnTo>
                  <a:lnTo>
                    <a:pt x="1111581" y="1328240"/>
                  </a:lnTo>
                  <a:lnTo>
                    <a:pt x="1111581" y="1325610"/>
                  </a:lnTo>
                  <a:lnTo>
                    <a:pt x="1115163" y="1322029"/>
                  </a:lnTo>
                  <a:lnTo>
                    <a:pt x="1115163" y="1318212"/>
                  </a:lnTo>
                  <a:lnTo>
                    <a:pt x="1105135" y="1318212"/>
                  </a:lnTo>
                  <a:close/>
                  <a:moveTo>
                    <a:pt x="1128413" y="1312606"/>
                  </a:moveTo>
                  <a:lnTo>
                    <a:pt x="1128413" y="1319052"/>
                  </a:lnTo>
                  <a:lnTo>
                    <a:pt x="1124832" y="1322633"/>
                  </a:lnTo>
                  <a:lnTo>
                    <a:pt x="1124832" y="1326449"/>
                  </a:lnTo>
                  <a:lnTo>
                    <a:pt x="1129252" y="1326449"/>
                  </a:lnTo>
                  <a:lnTo>
                    <a:pt x="1132833" y="1330030"/>
                  </a:lnTo>
                  <a:lnTo>
                    <a:pt x="1134624" y="1330030"/>
                  </a:lnTo>
                  <a:lnTo>
                    <a:pt x="1137366" y="1332772"/>
                  </a:lnTo>
                  <a:lnTo>
                    <a:pt x="1137366" y="1334563"/>
                  </a:lnTo>
                  <a:lnTo>
                    <a:pt x="1139156" y="1336353"/>
                  </a:lnTo>
                  <a:lnTo>
                    <a:pt x="1139156" y="1338144"/>
                  </a:lnTo>
                  <a:lnTo>
                    <a:pt x="1140947" y="1339934"/>
                  </a:lnTo>
                  <a:lnTo>
                    <a:pt x="1140947" y="1348294"/>
                  </a:lnTo>
                  <a:lnTo>
                    <a:pt x="1143812" y="1348294"/>
                  </a:lnTo>
                  <a:lnTo>
                    <a:pt x="1143812" y="1347097"/>
                  </a:lnTo>
                  <a:lnTo>
                    <a:pt x="1147393" y="1343516"/>
                  </a:lnTo>
                  <a:lnTo>
                    <a:pt x="1147393" y="1338748"/>
                  </a:lnTo>
                  <a:lnTo>
                    <a:pt x="1145602" y="1336957"/>
                  </a:lnTo>
                  <a:lnTo>
                    <a:pt x="1145602" y="1329191"/>
                  </a:lnTo>
                  <a:lnTo>
                    <a:pt x="1146554" y="1328240"/>
                  </a:lnTo>
                  <a:lnTo>
                    <a:pt x="1148109" y="1329191"/>
                  </a:lnTo>
                  <a:lnTo>
                    <a:pt x="1148109" y="1345306"/>
                  </a:lnTo>
                  <a:lnTo>
                    <a:pt x="1154320" y="1351517"/>
                  </a:lnTo>
                  <a:lnTo>
                    <a:pt x="1156110" y="1351517"/>
                  </a:lnTo>
                  <a:lnTo>
                    <a:pt x="1157901" y="1353307"/>
                  </a:lnTo>
                  <a:lnTo>
                    <a:pt x="1161482" y="1353307"/>
                  </a:lnTo>
                  <a:lnTo>
                    <a:pt x="1163273" y="1355098"/>
                  </a:lnTo>
                  <a:lnTo>
                    <a:pt x="1169831" y="1355098"/>
                  </a:lnTo>
                  <a:lnTo>
                    <a:pt x="1171622" y="1353307"/>
                  </a:lnTo>
                  <a:lnTo>
                    <a:pt x="1175203" y="1353307"/>
                  </a:lnTo>
                  <a:lnTo>
                    <a:pt x="1178784" y="1349726"/>
                  </a:lnTo>
                  <a:lnTo>
                    <a:pt x="1181413" y="1349726"/>
                  </a:lnTo>
                  <a:lnTo>
                    <a:pt x="1181413" y="1347097"/>
                  </a:lnTo>
                  <a:lnTo>
                    <a:pt x="1187020" y="1341490"/>
                  </a:lnTo>
                  <a:lnTo>
                    <a:pt x="1180574" y="1341490"/>
                  </a:lnTo>
                  <a:lnTo>
                    <a:pt x="1178784" y="1339699"/>
                  </a:lnTo>
                  <a:lnTo>
                    <a:pt x="1176993" y="1339699"/>
                  </a:lnTo>
                  <a:lnTo>
                    <a:pt x="1170670" y="1333376"/>
                  </a:lnTo>
                  <a:lnTo>
                    <a:pt x="1170670" y="1331586"/>
                  </a:lnTo>
                  <a:lnTo>
                    <a:pt x="1168880" y="1329795"/>
                  </a:lnTo>
                  <a:lnTo>
                    <a:pt x="1168880" y="1328004"/>
                  </a:lnTo>
                  <a:lnTo>
                    <a:pt x="1167089" y="1326214"/>
                  </a:lnTo>
                  <a:lnTo>
                    <a:pt x="1167089" y="1318448"/>
                  </a:lnTo>
                  <a:lnTo>
                    <a:pt x="1170905" y="1314631"/>
                  </a:lnTo>
                  <a:lnTo>
                    <a:pt x="1157901" y="1314631"/>
                  </a:lnTo>
                  <a:lnTo>
                    <a:pt x="1154320" y="1318212"/>
                  </a:lnTo>
                  <a:lnTo>
                    <a:pt x="1152529" y="1318212"/>
                  </a:lnTo>
                  <a:lnTo>
                    <a:pt x="1149900" y="1320842"/>
                  </a:lnTo>
                  <a:lnTo>
                    <a:pt x="1149900" y="1322633"/>
                  </a:lnTo>
                  <a:lnTo>
                    <a:pt x="1147158" y="1325375"/>
                  </a:lnTo>
                  <a:lnTo>
                    <a:pt x="1146554" y="1325375"/>
                  </a:lnTo>
                  <a:lnTo>
                    <a:pt x="1139391" y="1318212"/>
                  </a:lnTo>
                  <a:lnTo>
                    <a:pt x="1137601" y="1318212"/>
                  </a:lnTo>
                  <a:lnTo>
                    <a:pt x="1135810" y="1316422"/>
                  </a:lnTo>
                  <a:lnTo>
                    <a:pt x="1132229" y="1316422"/>
                  </a:lnTo>
                  <a:lnTo>
                    <a:pt x="1128413" y="1312606"/>
                  </a:lnTo>
                  <a:close/>
                  <a:moveTo>
                    <a:pt x="1274287" y="1302097"/>
                  </a:moveTo>
                  <a:lnTo>
                    <a:pt x="1272497" y="1303888"/>
                  </a:lnTo>
                  <a:lnTo>
                    <a:pt x="1268916" y="1303888"/>
                  </a:lnTo>
                  <a:lnTo>
                    <a:pt x="1265335" y="1307469"/>
                  </a:lnTo>
                  <a:lnTo>
                    <a:pt x="1263544" y="1307469"/>
                  </a:lnTo>
                  <a:lnTo>
                    <a:pt x="1260914" y="1310099"/>
                  </a:lnTo>
                  <a:lnTo>
                    <a:pt x="1260914" y="1311889"/>
                  </a:lnTo>
                  <a:lnTo>
                    <a:pt x="1259124" y="1313680"/>
                  </a:lnTo>
                  <a:lnTo>
                    <a:pt x="1259124" y="1315470"/>
                  </a:lnTo>
                  <a:lnTo>
                    <a:pt x="1257333" y="1317261"/>
                  </a:lnTo>
                  <a:lnTo>
                    <a:pt x="1257333" y="1329795"/>
                  </a:lnTo>
                  <a:lnTo>
                    <a:pt x="1256975" y="1330153"/>
                  </a:lnTo>
                  <a:lnTo>
                    <a:pt x="1256617" y="1328004"/>
                  </a:lnTo>
                  <a:lnTo>
                    <a:pt x="1253987" y="1325375"/>
                  </a:lnTo>
                  <a:lnTo>
                    <a:pt x="1252197" y="1325375"/>
                  </a:lnTo>
                  <a:lnTo>
                    <a:pt x="1248616" y="1321794"/>
                  </a:lnTo>
                  <a:lnTo>
                    <a:pt x="1245035" y="1321794"/>
                  </a:lnTo>
                  <a:lnTo>
                    <a:pt x="1243244" y="1320003"/>
                  </a:lnTo>
                  <a:lnTo>
                    <a:pt x="1240860" y="1320003"/>
                  </a:lnTo>
                  <a:lnTo>
                    <a:pt x="1240860" y="1322868"/>
                  </a:lnTo>
                  <a:lnTo>
                    <a:pt x="1242057" y="1322868"/>
                  </a:lnTo>
                  <a:lnTo>
                    <a:pt x="1245638" y="1326449"/>
                  </a:lnTo>
                  <a:lnTo>
                    <a:pt x="1247429" y="1326449"/>
                  </a:lnTo>
                  <a:lnTo>
                    <a:pt x="1248381" y="1327401"/>
                  </a:lnTo>
                  <a:lnTo>
                    <a:pt x="1248381" y="1329191"/>
                  </a:lnTo>
                  <a:lnTo>
                    <a:pt x="1251962" y="1332772"/>
                  </a:lnTo>
                  <a:lnTo>
                    <a:pt x="1251962" y="1334563"/>
                  </a:lnTo>
                  <a:lnTo>
                    <a:pt x="1253752" y="1336353"/>
                  </a:lnTo>
                  <a:lnTo>
                    <a:pt x="1253752" y="1347701"/>
                  </a:lnTo>
                  <a:lnTo>
                    <a:pt x="1251962" y="1349491"/>
                  </a:lnTo>
                  <a:lnTo>
                    <a:pt x="1251962" y="1351282"/>
                  </a:lnTo>
                  <a:lnTo>
                    <a:pt x="1248381" y="1354863"/>
                  </a:lnTo>
                  <a:lnTo>
                    <a:pt x="1248381" y="1356653"/>
                  </a:lnTo>
                  <a:lnTo>
                    <a:pt x="1247429" y="1357605"/>
                  </a:lnTo>
                  <a:lnTo>
                    <a:pt x="1245638" y="1357605"/>
                  </a:lnTo>
                  <a:lnTo>
                    <a:pt x="1240983" y="1362260"/>
                  </a:lnTo>
                  <a:lnTo>
                    <a:pt x="1246825" y="1362260"/>
                  </a:lnTo>
                  <a:lnTo>
                    <a:pt x="1248616" y="1360470"/>
                  </a:lnTo>
                  <a:lnTo>
                    <a:pt x="1250406" y="1360470"/>
                  </a:lnTo>
                  <a:lnTo>
                    <a:pt x="1258408" y="1352468"/>
                  </a:lnTo>
                  <a:lnTo>
                    <a:pt x="1258408" y="1350678"/>
                  </a:lnTo>
                  <a:lnTo>
                    <a:pt x="1260198" y="1348887"/>
                  </a:lnTo>
                  <a:lnTo>
                    <a:pt x="1260198" y="1336353"/>
                  </a:lnTo>
                  <a:lnTo>
                    <a:pt x="1260556" y="1335995"/>
                  </a:lnTo>
                  <a:lnTo>
                    <a:pt x="1260914" y="1338144"/>
                  </a:lnTo>
                  <a:lnTo>
                    <a:pt x="1265335" y="1342564"/>
                  </a:lnTo>
                  <a:lnTo>
                    <a:pt x="1267125" y="1342564"/>
                  </a:lnTo>
                  <a:lnTo>
                    <a:pt x="1268916" y="1344355"/>
                  </a:lnTo>
                  <a:lnTo>
                    <a:pt x="1270706" y="1344355"/>
                  </a:lnTo>
                  <a:lnTo>
                    <a:pt x="1272497" y="1346145"/>
                  </a:lnTo>
                  <a:lnTo>
                    <a:pt x="1284427" y="1346145"/>
                  </a:lnTo>
                  <a:lnTo>
                    <a:pt x="1286218" y="1344355"/>
                  </a:lnTo>
                  <a:lnTo>
                    <a:pt x="1288008" y="1344355"/>
                  </a:lnTo>
                  <a:lnTo>
                    <a:pt x="1289799" y="1342564"/>
                  </a:lnTo>
                  <a:lnTo>
                    <a:pt x="1291589" y="1342564"/>
                  </a:lnTo>
                  <a:lnTo>
                    <a:pt x="1296009" y="1338144"/>
                  </a:lnTo>
                  <a:lnTo>
                    <a:pt x="1296009" y="1336353"/>
                  </a:lnTo>
                  <a:lnTo>
                    <a:pt x="1299591" y="1332772"/>
                  </a:lnTo>
                  <a:lnTo>
                    <a:pt x="1299591" y="1317261"/>
                  </a:lnTo>
                  <a:lnTo>
                    <a:pt x="1297800" y="1315470"/>
                  </a:lnTo>
                  <a:lnTo>
                    <a:pt x="1297800" y="1313680"/>
                  </a:lnTo>
                  <a:lnTo>
                    <a:pt x="1294219" y="1310099"/>
                  </a:lnTo>
                  <a:lnTo>
                    <a:pt x="1294219" y="1307469"/>
                  </a:lnTo>
                  <a:lnTo>
                    <a:pt x="1291589" y="1307469"/>
                  </a:lnTo>
                  <a:lnTo>
                    <a:pt x="1288008" y="1303888"/>
                  </a:lnTo>
                  <a:lnTo>
                    <a:pt x="1284427" y="1303888"/>
                  </a:lnTo>
                  <a:lnTo>
                    <a:pt x="1282636" y="1302097"/>
                  </a:lnTo>
                  <a:lnTo>
                    <a:pt x="1274287" y="1302097"/>
                  </a:lnTo>
                  <a:close/>
                  <a:moveTo>
                    <a:pt x="1186550" y="1300307"/>
                  </a:moveTo>
                  <a:lnTo>
                    <a:pt x="1184759" y="1302097"/>
                  </a:lnTo>
                  <a:lnTo>
                    <a:pt x="1179388" y="1302097"/>
                  </a:lnTo>
                  <a:lnTo>
                    <a:pt x="1175807" y="1305679"/>
                  </a:lnTo>
                  <a:lnTo>
                    <a:pt x="1174016" y="1305679"/>
                  </a:lnTo>
                  <a:lnTo>
                    <a:pt x="1171386" y="1308308"/>
                  </a:lnTo>
                  <a:lnTo>
                    <a:pt x="1171386" y="1310099"/>
                  </a:lnTo>
                  <a:lnTo>
                    <a:pt x="1169002" y="1312483"/>
                  </a:lnTo>
                  <a:lnTo>
                    <a:pt x="1172225" y="1315706"/>
                  </a:lnTo>
                  <a:lnTo>
                    <a:pt x="1174016" y="1315706"/>
                  </a:lnTo>
                  <a:lnTo>
                    <a:pt x="1175807" y="1317496"/>
                  </a:lnTo>
                  <a:lnTo>
                    <a:pt x="1177597" y="1317496"/>
                  </a:lnTo>
                  <a:lnTo>
                    <a:pt x="1182130" y="1322029"/>
                  </a:lnTo>
                  <a:lnTo>
                    <a:pt x="1182130" y="1323819"/>
                  </a:lnTo>
                  <a:lnTo>
                    <a:pt x="1185711" y="1327401"/>
                  </a:lnTo>
                  <a:lnTo>
                    <a:pt x="1185711" y="1342564"/>
                  </a:lnTo>
                  <a:lnTo>
                    <a:pt x="1194899" y="1342564"/>
                  </a:lnTo>
                  <a:lnTo>
                    <a:pt x="1196689" y="1340774"/>
                  </a:lnTo>
                  <a:lnTo>
                    <a:pt x="1198480" y="1340774"/>
                  </a:lnTo>
                  <a:lnTo>
                    <a:pt x="1206481" y="1332772"/>
                  </a:lnTo>
                  <a:lnTo>
                    <a:pt x="1206481" y="1330982"/>
                  </a:lnTo>
                  <a:lnTo>
                    <a:pt x="1208272" y="1329191"/>
                  </a:lnTo>
                  <a:lnTo>
                    <a:pt x="1208272" y="1313680"/>
                  </a:lnTo>
                  <a:lnTo>
                    <a:pt x="1204691" y="1310099"/>
                  </a:lnTo>
                  <a:lnTo>
                    <a:pt x="1204691" y="1308308"/>
                  </a:lnTo>
                  <a:lnTo>
                    <a:pt x="1202061" y="1305679"/>
                  </a:lnTo>
                  <a:lnTo>
                    <a:pt x="1200271" y="1305679"/>
                  </a:lnTo>
                  <a:lnTo>
                    <a:pt x="1196689" y="1302097"/>
                  </a:lnTo>
                  <a:lnTo>
                    <a:pt x="1191318" y="1302097"/>
                  </a:lnTo>
                  <a:lnTo>
                    <a:pt x="1189527" y="1300307"/>
                  </a:lnTo>
                  <a:lnTo>
                    <a:pt x="1186550" y="1300307"/>
                  </a:lnTo>
                  <a:close/>
                  <a:moveTo>
                    <a:pt x="1113137" y="1278820"/>
                  </a:moveTo>
                  <a:lnTo>
                    <a:pt x="1111346" y="1280611"/>
                  </a:lnTo>
                  <a:lnTo>
                    <a:pt x="1103110" y="1280611"/>
                  </a:lnTo>
                  <a:lnTo>
                    <a:pt x="1106926" y="1284427"/>
                  </a:lnTo>
                  <a:lnTo>
                    <a:pt x="1106926" y="1286218"/>
                  </a:lnTo>
                  <a:lnTo>
                    <a:pt x="1111346" y="1290638"/>
                  </a:lnTo>
                  <a:lnTo>
                    <a:pt x="1116718" y="1290638"/>
                  </a:lnTo>
                  <a:lnTo>
                    <a:pt x="1118509" y="1292428"/>
                  </a:lnTo>
                  <a:lnTo>
                    <a:pt x="1120299" y="1292428"/>
                  </a:lnTo>
                  <a:lnTo>
                    <a:pt x="1122090" y="1294219"/>
                  </a:lnTo>
                  <a:lnTo>
                    <a:pt x="1123880" y="1294219"/>
                  </a:lnTo>
                  <a:lnTo>
                    <a:pt x="1126622" y="1296961"/>
                  </a:lnTo>
                  <a:lnTo>
                    <a:pt x="1126622" y="1298751"/>
                  </a:lnTo>
                  <a:lnTo>
                    <a:pt x="1130203" y="1302333"/>
                  </a:lnTo>
                  <a:lnTo>
                    <a:pt x="1130203" y="1307111"/>
                  </a:lnTo>
                  <a:lnTo>
                    <a:pt x="1133068" y="1307111"/>
                  </a:lnTo>
                  <a:lnTo>
                    <a:pt x="1133068" y="1304123"/>
                  </a:lnTo>
                  <a:lnTo>
                    <a:pt x="1134859" y="1302333"/>
                  </a:lnTo>
                  <a:lnTo>
                    <a:pt x="1134859" y="1297565"/>
                  </a:lnTo>
                  <a:lnTo>
                    <a:pt x="1133068" y="1295774"/>
                  </a:lnTo>
                  <a:lnTo>
                    <a:pt x="1133068" y="1290403"/>
                  </a:lnTo>
                  <a:lnTo>
                    <a:pt x="1129487" y="1286821"/>
                  </a:lnTo>
                  <a:lnTo>
                    <a:pt x="1129487" y="1284192"/>
                  </a:lnTo>
                  <a:lnTo>
                    <a:pt x="1126857" y="1284192"/>
                  </a:lnTo>
                  <a:lnTo>
                    <a:pt x="1123276" y="1280611"/>
                  </a:lnTo>
                  <a:lnTo>
                    <a:pt x="1117905" y="1280611"/>
                  </a:lnTo>
                  <a:lnTo>
                    <a:pt x="1116114" y="1278820"/>
                  </a:lnTo>
                  <a:lnTo>
                    <a:pt x="1113137" y="1278820"/>
                  </a:lnTo>
                  <a:close/>
                  <a:moveTo>
                    <a:pt x="1096183" y="1276794"/>
                  </a:moveTo>
                  <a:lnTo>
                    <a:pt x="1096183" y="1283240"/>
                  </a:lnTo>
                  <a:lnTo>
                    <a:pt x="1092602" y="1286821"/>
                  </a:lnTo>
                  <a:lnTo>
                    <a:pt x="1092602" y="1288612"/>
                  </a:lnTo>
                  <a:lnTo>
                    <a:pt x="1091650" y="1289563"/>
                  </a:lnTo>
                  <a:lnTo>
                    <a:pt x="1089860" y="1289563"/>
                  </a:lnTo>
                  <a:lnTo>
                    <a:pt x="1087230" y="1292193"/>
                  </a:lnTo>
                  <a:lnTo>
                    <a:pt x="1087230" y="1296009"/>
                  </a:lnTo>
                  <a:lnTo>
                    <a:pt x="1089860" y="1296009"/>
                  </a:lnTo>
                  <a:lnTo>
                    <a:pt x="1095466" y="1301616"/>
                  </a:lnTo>
                  <a:lnTo>
                    <a:pt x="1095466" y="1293380"/>
                  </a:lnTo>
                  <a:lnTo>
                    <a:pt x="1097257" y="1291589"/>
                  </a:lnTo>
                  <a:lnTo>
                    <a:pt x="1097257" y="1289799"/>
                  </a:lnTo>
                  <a:lnTo>
                    <a:pt x="1102629" y="1284427"/>
                  </a:lnTo>
                  <a:lnTo>
                    <a:pt x="1102629" y="1280611"/>
                  </a:lnTo>
                  <a:lnTo>
                    <a:pt x="1099999" y="1280611"/>
                  </a:lnTo>
                  <a:lnTo>
                    <a:pt x="1096183" y="1276794"/>
                  </a:lnTo>
                  <a:close/>
                  <a:moveTo>
                    <a:pt x="1034945" y="1260321"/>
                  </a:moveTo>
                  <a:lnTo>
                    <a:pt x="1032561" y="1262705"/>
                  </a:lnTo>
                  <a:lnTo>
                    <a:pt x="1030771" y="1262705"/>
                  </a:lnTo>
                  <a:lnTo>
                    <a:pt x="1028141" y="1265335"/>
                  </a:lnTo>
                  <a:lnTo>
                    <a:pt x="1028141" y="1267125"/>
                  </a:lnTo>
                  <a:lnTo>
                    <a:pt x="1026351" y="1268916"/>
                  </a:lnTo>
                  <a:lnTo>
                    <a:pt x="1026351" y="1270706"/>
                  </a:lnTo>
                  <a:lnTo>
                    <a:pt x="1024560" y="1272497"/>
                  </a:lnTo>
                  <a:lnTo>
                    <a:pt x="1024560" y="1282636"/>
                  </a:lnTo>
                  <a:lnTo>
                    <a:pt x="1026351" y="1284427"/>
                  </a:lnTo>
                  <a:lnTo>
                    <a:pt x="1026351" y="1286218"/>
                  </a:lnTo>
                  <a:lnTo>
                    <a:pt x="1034587" y="1294454"/>
                  </a:lnTo>
                  <a:lnTo>
                    <a:pt x="1034587" y="1286218"/>
                  </a:lnTo>
                  <a:lnTo>
                    <a:pt x="1036378" y="1284427"/>
                  </a:lnTo>
                  <a:lnTo>
                    <a:pt x="1036378" y="1282636"/>
                  </a:lnTo>
                  <a:lnTo>
                    <a:pt x="1042701" y="1276313"/>
                  </a:lnTo>
                  <a:lnTo>
                    <a:pt x="1044492" y="1276313"/>
                  </a:lnTo>
                  <a:lnTo>
                    <a:pt x="1049147" y="1271658"/>
                  </a:lnTo>
                  <a:lnTo>
                    <a:pt x="1044492" y="1271658"/>
                  </a:lnTo>
                  <a:lnTo>
                    <a:pt x="1038168" y="1265335"/>
                  </a:lnTo>
                  <a:lnTo>
                    <a:pt x="1038168" y="1263544"/>
                  </a:lnTo>
                  <a:lnTo>
                    <a:pt x="1034945" y="1260321"/>
                  </a:lnTo>
                  <a:close/>
                  <a:moveTo>
                    <a:pt x="1040675" y="1269151"/>
                  </a:moveTo>
                  <a:lnTo>
                    <a:pt x="1040675" y="1272497"/>
                  </a:lnTo>
                  <a:lnTo>
                    <a:pt x="1039724" y="1273448"/>
                  </a:lnTo>
                  <a:lnTo>
                    <a:pt x="1037329" y="1273448"/>
                  </a:lnTo>
                  <a:lnTo>
                    <a:pt x="1036378" y="1272497"/>
                  </a:lnTo>
                  <a:lnTo>
                    <a:pt x="1036378" y="1270102"/>
                  </a:lnTo>
                  <a:lnTo>
                    <a:pt x="1037329" y="1269151"/>
                  </a:lnTo>
                  <a:lnTo>
                    <a:pt x="1040675" y="1269151"/>
                  </a:lnTo>
                  <a:close/>
                  <a:moveTo>
                    <a:pt x="1099406" y="1256740"/>
                  </a:moveTo>
                  <a:lnTo>
                    <a:pt x="1097022" y="1259124"/>
                  </a:lnTo>
                  <a:lnTo>
                    <a:pt x="1095231" y="1259124"/>
                  </a:lnTo>
                  <a:lnTo>
                    <a:pt x="1092008" y="1262347"/>
                  </a:lnTo>
                  <a:lnTo>
                    <a:pt x="1097022" y="1267360"/>
                  </a:lnTo>
                  <a:lnTo>
                    <a:pt x="1100603" y="1267360"/>
                  </a:lnTo>
                  <a:lnTo>
                    <a:pt x="1102393" y="1269151"/>
                  </a:lnTo>
                  <a:lnTo>
                    <a:pt x="1106210" y="1269151"/>
                  </a:lnTo>
                  <a:lnTo>
                    <a:pt x="1106210" y="1265335"/>
                  </a:lnTo>
                  <a:lnTo>
                    <a:pt x="1102629" y="1261754"/>
                  </a:lnTo>
                  <a:lnTo>
                    <a:pt x="1102629" y="1259963"/>
                  </a:lnTo>
                  <a:lnTo>
                    <a:pt x="1099406" y="1256740"/>
                  </a:lnTo>
                  <a:close/>
                  <a:moveTo>
                    <a:pt x="1140231" y="1248145"/>
                  </a:moveTo>
                  <a:lnTo>
                    <a:pt x="1132833" y="1255543"/>
                  </a:lnTo>
                  <a:lnTo>
                    <a:pt x="1131042" y="1255543"/>
                  </a:lnTo>
                  <a:lnTo>
                    <a:pt x="1129252" y="1257333"/>
                  </a:lnTo>
                  <a:lnTo>
                    <a:pt x="1125671" y="1257333"/>
                  </a:lnTo>
                  <a:lnTo>
                    <a:pt x="1123880" y="1259124"/>
                  </a:lnTo>
                  <a:lnTo>
                    <a:pt x="1121251" y="1259124"/>
                  </a:lnTo>
                  <a:lnTo>
                    <a:pt x="1121251" y="1261754"/>
                  </a:lnTo>
                  <a:lnTo>
                    <a:pt x="1118509" y="1264496"/>
                  </a:lnTo>
                  <a:lnTo>
                    <a:pt x="1116718" y="1264496"/>
                  </a:lnTo>
                  <a:lnTo>
                    <a:pt x="1113137" y="1268077"/>
                  </a:lnTo>
                  <a:lnTo>
                    <a:pt x="1111940" y="1268077"/>
                  </a:lnTo>
                  <a:lnTo>
                    <a:pt x="1111940" y="1270942"/>
                  </a:lnTo>
                  <a:lnTo>
                    <a:pt x="1113137" y="1270942"/>
                  </a:lnTo>
                  <a:lnTo>
                    <a:pt x="1114927" y="1272732"/>
                  </a:lnTo>
                  <a:lnTo>
                    <a:pt x="1126857" y="1272732"/>
                  </a:lnTo>
                  <a:lnTo>
                    <a:pt x="1128648" y="1270942"/>
                  </a:lnTo>
                  <a:lnTo>
                    <a:pt x="1130439" y="1270942"/>
                  </a:lnTo>
                  <a:lnTo>
                    <a:pt x="1138440" y="1262940"/>
                  </a:lnTo>
                  <a:lnTo>
                    <a:pt x="1138440" y="1261150"/>
                  </a:lnTo>
                  <a:lnTo>
                    <a:pt x="1140231" y="1259359"/>
                  </a:lnTo>
                  <a:lnTo>
                    <a:pt x="1140231" y="1248145"/>
                  </a:lnTo>
                  <a:close/>
                  <a:moveTo>
                    <a:pt x="1043540" y="1248145"/>
                  </a:moveTo>
                  <a:lnTo>
                    <a:pt x="1038291" y="1253394"/>
                  </a:lnTo>
                  <a:lnTo>
                    <a:pt x="1040675" y="1255778"/>
                  </a:lnTo>
                  <a:lnTo>
                    <a:pt x="1040675" y="1258408"/>
                  </a:lnTo>
                  <a:lnTo>
                    <a:pt x="1043305" y="1258408"/>
                  </a:lnTo>
                  <a:lnTo>
                    <a:pt x="1044676" y="1259779"/>
                  </a:lnTo>
                  <a:lnTo>
                    <a:pt x="1046702" y="1257753"/>
                  </a:lnTo>
                  <a:lnTo>
                    <a:pt x="1045331" y="1256382"/>
                  </a:lnTo>
                  <a:lnTo>
                    <a:pt x="1045331" y="1254591"/>
                  </a:lnTo>
                  <a:lnTo>
                    <a:pt x="1043540" y="1252801"/>
                  </a:lnTo>
                  <a:lnTo>
                    <a:pt x="1043540" y="1248145"/>
                  </a:lnTo>
                  <a:close/>
                  <a:moveTo>
                    <a:pt x="1132833" y="1223313"/>
                  </a:moveTo>
                  <a:lnTo>
                    <a:pt x="1124238" y="1231907"/>
                  </a:lnTo>
                  <a:lnTo>
                    <a:pt x="1127461" y="1235130"/>
                  </a:lnTo>
                  <a:lnTo>
                    <a:pt x="1129252" y="1235130"/>
                  </a:lnTo>
                  <a:lnTo>
                    <a:pt x="1132833" y="1238711"/>
                  </a:lnTo>
                  <a:lnTo>
                    <a:pt x="1134624" y="1238711"/>
                  </a:lnTo>
                  <a:lnTo>
                    <a:pt x="1135575" y="1239663"/>
                  </a:lnTo>
                  <a:lnTo>
                    <a:pt x="1135575" y="1241453"/>
                  </a:lnTo>
                  <a:lnTo>
                    <a:pt x="1138798" y="1244676"/>
                  </a:lnTo>
                  <a:lnTo>
                    <a:pt x="1142021" y="1241453"/>
                  </a:lnTo>
                  <a:lnTo>
                    <a:pt x="1142021" y="1234895"/>
                  </a:lnTo>
                  <a:lnTo>
                    <a:pt x="1140231" y="1233105"/>
                  </a:lnTo>
                  <a:lnTo>
                    <a:pt x="1140231" y="1229523"/>
                  </a:lnTo>
                  <a:lnTo>
                    <a:pt x="1136649" y="1225942"/>
                  </a:lnTo>
                  <a:lnTo>
                    <a:pt x="1136649" y="1223313"/>
                  </a:lnTo>
                  <a:lnTo>
                    <a:pt x="1132833" y="1223313"/>
                  </a:lnTo>
                  <a:close/>
                  <a:moveTo>
                    <a:pt x="1046047" y="1221287"/>
                  </a:moveTo>
                  <a:lnTo>
                    <a:pt x="1046047" y="1232501"/>
                  </a:lnTo>
                  <a:lnTo>
                    <a:pt x="1049270" y="1235724"/>
                  </a:lnTo>
                  <a:lnTo>
                    <a:pt x="1054877" y="1230117"/>
                  </a:lnTo>
                  <a:lnTo>
                    <a:pt x="1046047" y="1221287"/>
                  </a:lnTo>
                  <a:close/>
                  <a:moveTo>
                    <a:pt x="1040675" y="1210779"/>
                  </a:moveTo>
                  <a:lnTo>
                    <a:pt x="1040675" y="1214595"/>
                  </a:lnTo>
                  <a:lnTo>
                    <a:pt x="1044676" y="1218596"/>
                  </a:lnTo>
                  <a:lnTo>
                    <a:pt x="1046702" y="1216570"/>
                  </a:lnTo>
                  <a:lnTo>
                    <a:pt x="1045331" y="1215199"/>
                  </a:lnTo>
                  <a:lnTo>
                    <a:pt x="1045331" y="1210779"/>
                  </a:lnTo>
                  <a:lnTo>
                    <a:pt x="1040675" y="1210779"/>
                  </a:lnTo>
                  <a:close/>
                  <a:moveTo>
                    <a:pt x="1117669" y="1189292"/>
                  </a:moveTo>
                  <a:lnTo>
                    <a:pt x="1117669" y="1193947"/>
                  </a:lnTo>
                  <a:lnTo>
                    <a:pt x="1120299" y="1193947"/>
                  </a:lnTo>
                  <a:lnTo>
                    <a:pt x="1122090" y="1195738"/>
                  </a:lnTo>
                  <a:lnTo>
                    <a:pt x="1123880" y="1195738"/>
                  </a:lnTo>
                  <a:lnTo>
                    <a:pt x="1125671" y="1197529"/>
                  </a:lnTo>
                  <a:lnTo>
                    <a:pt x="1127461" y="1197529"/>
                  </a:lnTo>
                  <a:lnTo>
                    <a:pt x="1131994" y="1202061"/>
                  </a:lnTo>
                  <a:lnTo>
                    <a:pt x="1131994" y="1203852"/>
                  </a:lnTo>
                  <a:lnTo>
                    <a:pt x="1133784" y="1205642"/>
                  </a:lnTo>
                  <a:lnTo>
                    <a:pt x="1133784" y="1209223"/>
                  </a:lnTo>
                  <a:lnTo>
                    <a:pt x="1138440" y="1213879"/>
                  </a:lnTo>
                  <a:lnTo>
                    <a:pt x="1138440" y="1204456"/>
                  </a:lnTo>
                  <a:lnTo>
                    <a:pt x="1136649" y="1202665"/>
                  </a:lnTo>
                  <a:lnTo>
                    <a:pt x="1136649" y="1199084"/>
                  </a:lnTo>
                  <a:lnTo>
                    <a:pt x="1133068" y="1195503"/>
                  </a:lnTo>
                  <a:lnTo>
                    <a:pt x="1133068" y="1192873"/>
                  </a:lnTo>
                  <a:lnTo>
                    <a:pt x="1130439" y="1192873"/>
                  </a:lnTo>
                  <a:lnTo>
                    <a:pt x="1126857" y="1189292"/>
                  </a:lnTo>
                  <a:lnTo>
                    <a:pt x="1117669" y="1189292"/>
                  </a:lnTo>
                  <a:close/>
                  <a:moveTo>
                    <a:pt x="1029574" y="1181536"/>
                  </a:moveTo>
                  <a:lnTo>
                    <a:pt x="1026351" y="1184759"/>
                  </a:lnTo>
                  <a:lnTo>
                    <a:pt x="1026351" y="1188340"/>
                  </a:lnTo>
                  <a:lnTo>
                    <a:pt x="1024560" y="1190131"/>
                  </a:lnTo>
                  <a:lnTo>
                    <a:pt x="1024560" y="1196689"/>
                  </a:lnTo>
                  <a:lnTo>
                    <a:pt x="1026351" y="1198480"/>
                  </a:lnTo>
                  <a:lnTo>
                    <a:pt x="1026351" y="1202061"/>
                  </a:lnTo>
                  <a:lnTo>
                    <a:pt x="1034352" y="1210062"/>
                  </a:lnTo>
                  <a:lnTo>
                    <a:pt x="1038168" y="1210062"/>
                  </a:lnTo>
                  <a:lnTo>
                    <a:pt x="1038168" y="1204456"/>
                  </a:lnTo>
                  <a:lnTo>
                    <a:pt x="1036378" y="1202665"/>
                  </a:lnTo>
                  <a:lnTo>
                    <a:pt x="1036378" y="1196689"/>
                  </a:lnTo>
                  <a:lnTo>
                    <a:pt x="1041750" y="1191318"/>
                  </a:lnTo>
                  <a:lnTo>
                    <a:pt x="1041750" y="1189527"/>
                  </a:lnTo>
                  <a:lnTo>
                    <a:pt x="1042701" y="1188576"/>
                  </a:lnTo>
                  <a:lnTo>
                    <a:pt x="1045331" y="1188576"/>
                  </a:lnTo>
                  <a:lnTo>
                    <a:pt x="1045331" y="1183920"/>
                  </a:lnTo>
                  <a:lnTo>
                    <a:pt x="1041514" y="1183920"/>
                  </a:lnTo>
                  <a:lnTo>
                    <a:pt x="1039724" y="1185711"/>
                  </a:lnTo>
                  <a:lnTo>
                    <a:pt x="1037329" y="1185711"/>
                  </a:lnTo>
                  <a:lnTo>
                    <a:pt x="1035539" y="1183920"/>
                  </a:lnTo>
                  <a:lnTo>
                    <a:pt x="1031958" y="1183920"/>
                  </a:lnTo>
                  <a:lnTo>
                    <a:pt x="1029574" y="1181536"/>
                  </a:lnTo>
                  <a:close/>
                  <a:moveTo>
                    <a:pt x="1897403" y="1169596"/>
                  </a:moveTo>
                  <a:lnTo>
                    <a:pt x="1895613" y="1171386"/>
                  </a:lnTo>
                  <a:lnTo>
                    <a:pt x="1893822" y="1171386"/>
                  </a:lnTo>
                  <a:lnTo>
                    <a:pt x="1892032" y="1173177"/>
                  </a:lnTo>
                  <a:lnTo>
                    <a:pt x="1890241" y="1173177"/>
                  </a:lnTo>
                  <a:lnTo>
                    <a:pt x="1885821" y="1177597"/>
                  </a:lnTo>
                  <a:lnTo>
                    <a:pt x="1885821" y="1179388"/>
                  </a:lnTo>
                  <a:lnTo>
                    <a:pt x="1882240" y="1182969"/>
                  </a:lnTo>
                  <a:lnTo>
                    <a:pt x="1882240" y="1184759"/>
                  </a:lnTo>
                  <a:lnTo>
                    <a:pt x="1880449" y="1186550"/>
                  </a:lnTo>
                  <a:lnTo>
                    <a:pt x="1880449" y="1203852"/>
                  </a:lnTo>
                  <a:lnTo>
                    <a:pt x="1882240" y="1205642"/>
                  </a:lnTo>
                  <a:lnTo>
                    <a:pt x="1882240" y="1207433"/>
                  </a:lnTo>
                  <a:lnTo>
                    <a:pt x="1884030" y="1209223"/>
                  </a:lnTo>
                  <a:lnTo>
                    <a:pt x="1884030" y="1211014"/>
                  </a:lnTo>
                  <a:lnTo>
                    <a:pt x="1892032" y="1219015"/>
                  </a:lnTo>
                  <a:lnTo>
                    <a:pt x="1893822" y="1219015"/>
                  </a:lnTo>
                  <a:lnTo>
                    <a:pt x="1895613" y="1220806"/>
                  </a:lnTo>
                  <a:lnTo>
                    <a:pt x="1899194" y="1220806"/>
                  </a:lnTo>
                  <a:lnTo>
                    <a:pt x="1900985" y="1222596"/>
                  </a:lnTo>
                  <a:lnTo>
                    <a:pt x="1911124" y="1222596"/>
                  </a:lnTo>
                  <a:lnTo>
                    <a:pt x="1912915" y="1220806"/>
                  </a:lnTo>
                  <a:lnTo>
                    <a:pt x="1916496" y="1220806"/>
                  </a:lnTo>
                  <a:lnTo>
                    <a:pt x="1918286" y="1219015"/>
                  </a:lnTo>
                  <a:lnTo>
                    <a:pt x="1920077" y="1219015"/>
                  </a:lnTo>
                  <a:lnTo>
                    <a:pt x="1921867" y="1217225"/>
                  </a:lnTo>
                  <a:lnTo>
                    <a:pt x="1923658" y="1217225"/>
                  </a:lnTo>
                  <a:lnTo>
                    <a:pt x="1928078" y="1212804"/>
                  </a:lnTo>
                  <a:lnTo>
                    <a:pt x="1928078" y="1211014"/>
                  </a:lnTo>
                  <a:lnTo>
                    <a:pt x="1929869" y="1209223"/>
                  </a:lnTo>
                  <a:lnTo>
                    <a:pt x="1929869" y="1207433"/>
                  </a:lnTo>
                  <a:lnTo>
                    <a:pt x="1931659" y="1205642"/>
                  </a:lnTo>
                  <a:lnTo>
                    <a:pt x="1931659" y="1203852"/>
                  </a:lnTo>
                  <a:lnTo>
                    <a:pt x="1933450" y="1202061"/>
                  </a:lnTo>
                  <a:lnTo>
                    <a:pt x="1933450" y="1190131"/>
                  </a:lnTo>
                  <a:lnTo>
                    <a:pt x="1931659" y="1188340"/>
                  </a:lnTo>
                  <a:lnTo>
                    <a:pt x="1931659" y="1184759"/>
                  </a:lnTo>
                  <a:lnTo>
                    <a:pt x="1929869" y="1182969"/>
                  </a:lnTo>
                  <a:lnTo>
                    <a:pt x="1929869" y="1181178"/>
                  </a:lnTo>
                  <a:lnTo>
                    <a:pt x="1920077" y="1171386"/>
                  </a:lnTo>
                  <a:lnTo>
                    <a:pt x="1916496" y="1171386"/>
                  </a:lnTo>
                  <a:lnTo>
                    <a:pt x="1914705" y="1169596"/>
                  </a:lnTo>
                  <a:lnTo>
                    <a:pt x="1897403" y="1169596"/>
                  </a:lnTo>
                  <a:close/>
                  <a:moveTo>
                    <a:pt x="1201591" y="1169596"/>
                  </a:moveTo>
                  <a:lnTo>
                    <a:pt x="1205407" y="1173412"/>
                  </a:lnTo>
                  <a:lnTo>
                    <a:pt x="1205407" y="1178784"/>
                  </a:lnTo>
                  <a:lnTo>
                    <a:pt x="1206604" y="1179981"/>
                  </a:lnTo>
                  <a:lnTo>
                    <a:pt x="1205407" y="1181178"/>
                  </a:lnTo>
                  <a:lnTo>
                    <a:pt x="1205407" y="1188340"/>
                  </a:lnTo>
                  <a:lnTo>
                    <a:pt x="1200035" y="1193712"/>
                  </a:lnTo>
                  <a:lnTo>
                    <a:pt x="1200035" y="1195503"/>
                  </a:lnTo>
                  <a:lnTo>
                    <a:pt x="1199084" y="1196454"/>
                  </a:lnTo>
                  <a:lnTo>
                    <a:pt x="1197293" y="1196454"/>
                  </a:lnTo>
                  <a:lnTo>
                    <a:pt x="1193712" y="1200035"/>
                  </a:lnTo>
                  <a:lnTo>
                    <a:pt x="1190131" y="1200035"/>
                  </a:lnTo>
                  <a:lnTo>
                    <a:pt x="1188340" y="1201826"/>
                  </a:lnTo>
                  <a:lnTo>
                    <a:pt x="1185711" y="1201826"/>
                  </a:lnTo>
                  <a:lnTo>
                    <a:pt x="1185711" y="1205642"/>
                  </a:lnTo>
                  <a:lnTo>
                    <a:pt x="1189292" y="1209223"/>
                  </a:lnTo>
                  <a:lnTo>
                    <a:pt x="1189292" y="1211618"/>
                  </a:lnTo>
                  <a:lnTo>
                    <a:pt x="1187501" y="1213408"/>
                  </a:lnTo>
                  <a:lnTo>
                    <a:pt x="1187501" y="1225338"/>
                  </a:lnTo>
                  <a:lnTo>
                    <a:pt x="1189292" y="1227129"/>
                  </a:lnTo>
                  <a:lnTo>
                    <a:pt x="1189292" y="1228920"/>
                  </a:lnTo>
                  <a:lnTo>
                    <a:pt x="1191082" y="1230710"/>
                  </a:lnTo>
                  <a:lnTo>
                    <a:pt x="1191082" y="1232501"/>
                  </a:lnTo>
                  <a:lnTo>
                    <a:pt x="1197293" y="1238711"/>
                  </a:lnTo>
                  <a:lnTo>
                    <a:pt x="1199084" y="1238711"/>
                  </a:lnTo>
                  <a:lnTo>
                    <a:pt x="1200874" y="1240502"/>
                  </a:lnTo>
                  <a:lnTo>
                    <a:pt x="1206246" y="1240502"/>
                  </a:lnTo>
                  <a:lnTo>
                    <a:pt x="1208630" y="1242886"/>
                  </a:lnTo>
                  <a:lnTo>
                    <a:pt x="1211014" y="1240502"/>
                  </a:lnTo>
                  <a:lnTo>
                    <a:pt x="1218176" y="1240502"/>
                  </a:lnTo>
                  <a:lnTo>
                    <a:pt x="1221757" y="1236921"/>
                  </a:lnTo>
                  <a:lnTo>
                    <a:pt x="1224387" y="1236921"/>
                  </a:lnTo>
                  <a:lnTo>
                    <a:pt x="1224387" y="1234291"/>
                  </a:lnTo>
                  <a:lnTo>
                    <a:pt x="1227968" y="1230710"/>
                  </a:lnTo>
                  <a:lnTo>
                    <a:pt x="1227968" y="1228920"/>
                  </a:lnTo>
                  <a:lnTo>
                    <a:pt x="1229759" y="1227129"/>
                  </a:lnTo>
                  <a:lnTo>
                    <a:pt x="1229759" y="1211618"/>
                  </a:lnTo>
                  <a:lnTo>
                    <a:pt x="1226178" y="1208037"/>
                  </a:lnTo>
                  <a:lnTo>
                    <a:pt x="1226178" y="1206246"/>
                  </a:lnTo>
                  <a:lnTo>
                    <a:pt x="1223548" y="1203616"/>
                  </a:lnTo>
                  <a:lnTo>
                    <a:pt x="1222596" y="1203616"/>
                  </a:lnTo>
                  <a:lnTo>
                    <a:pt x="1222596" y="1200271"/>
                  </a:lnTo>
                  <a:lnTo>
                    <a:pt x="1224387" y="1198480"/>
                  </a:lnTo>
                  <a:lnTo>
                    <a:pt x="1224387" y="1184759"/>
                  </a:lnTo>
                  <a:lnTo>
                    <a:pt x="1222596" y="1182969"/>
                  </a:lnTo>
                  <a:lnTo>
                    <a:pt x="1222596" y="1181178"/>
                  </a:lnTo>
                  <a:lnTo>
                    <a:pt x="1219015" y="1177597"/>
                  </a:lnTo>
                  <a:lnTo>
                    <a:pt x="1219015" y="1174967"/>
                  </a:lnTo>
                  <a:lnTo>
                    <a:pt x="1216386" y="1174967"/>
                  </a:lnTo>
                  <a:lnTo>
                    <a:pt x="1212804" y="1171386"/>
                  </a:lnTo>
                  <a:lnTo>
                    <a:pt x="1209223" y="1171386"/>
                  </a:lnTo>
                  <a:lnTo>
                    <a:pt x="1207433" y="1169596"/>
                  </a:lnTo>
                  <a:lnTo>
                    <a:pt x="1201591" y="1169596"/>
                  </a:lnTo>
                  <a:close/>
                  <a:moveTo>
                    <a:pt x="1221287" y="1203616"/>
                  </a:moveTo>
                  <a:lnTo>
                    <a:pt x="1220571" y="1203616"/>
                  </a:lnTo>
                  <a:lnTo>
                    <a:pt x="1213408" y="1210779"/>
                  </a:lnTo>
                  <a:lnTo>
                    <a:pt x="1211618" y="1210779"/>
                  </a:lnTo>
                  <a:lnTo>
                    <a:pt x="1209827" y="1212569"/>
                  </a:lnTo>
                  <a:lnTo>
                    <a:pt x="1196689" y="1212569"/>
                  </a:lnTo>
                  <a:lnTo>
                    <a:pt x="1194899" y="1210779"/>
                  </a:lnTo>
                  <a:lnTo>
                    <a:pt x="1193108" y="1210779"/>
                  </a:lnTo>
                  <a:lnTo>
                    <a:pt x="1192157" y="1209827"/>
                  </a:lnTo>
                  <a:lnTo>
                    <a:pt x="1192157" y="1207433"/>
                  </a:lnTo>
                  <a:lnTo>
                    <a:pt x="1198480" y="1201110"/>
                  </a:lnTo>
                  <a:lnTo>
                    <a:pt x="1200271" y="1201110"/>
                  </a:lnTo>
                  <a:lnTo>
                    <a:pt x="1202061" y="1199319"/>
                  </a:lnTo>
                  <a:lnTo>
                    <a:pt x="1216989" y="1199319"/>
                  </a:lnTo>
                  <a:lnTo>
                    <a:pt x="1221287" y="1203616"/>
                  </a:lnTo>
                  <a:close/>
                  <a:moveTo>
                    <a:pt x="1123041" y="1171028"/>
                  </a:moveTo>
                  <a:lnTo>
                    <a:pt x="1125906" y="1171028"/>
                  </a:lnTo>
                  <a:lnTo>
                    <a:pt x="1125906" y="1169238"/>
                  </a:lnTo>
                  <a:lnTo>
                    <a:pt x="1123041" y="1169238"/>
                  </a:lnTo>
                  <a:lnTo>
                    <a:pt x="1123041" y="1171028"/>
                  </a:lnTo>
                  <a:close/>
                  <a:moveTo>
                    <a:pt x="1179388" y="1158852"/>
                  </a:moveTo>
                  <a:lnTo>
                    <a:pt x="1177597" y="1160643"/>
                  </a:lnTo>
                  <a:lnTo>
                    <a:pt x="1175807" y="1160643"/>
                  </a:lnTo>
                  <a:lnTo>
                    <a:pt x="1174016" y="1162433"/>
                  </a:lnTo>
                  <a:lnTo>
                    <a:pt x="1172225" y="1162433"/>
                  </a:lnTo>
                  <a:lnTo>
                    <a:pt x="1167805" y="1166854"/>
                  </a:lnTo>
                  <a:lnTo>
                    <a:pt x="1167805" y="1168644"/>
                  </a:lnTo>
                  <a:lnTo>
                    <a:pt x="1164224" y="1172225"/>
                  </a:lnTo>
                  <a:lnTo>
                    <a:pt x="1164224" y="1187737"/>
                  </a:lnTo>
                  <a:lnTo>
                    <a:pt x="1167805" y="1191318"/>
                  </a:lnTo>
                  <a:lnTo>
                    <a:pt x="1167805" y="1193108"/>
                  </a:lnTo>
                  <a:lnTo>
                    <a:pt x="1172225" y="1197529"/>
                  </a:lnTo>
                  <a:lnTo>
                    <a:pt x="1174016" y="1197529"/>
                  </a:lnTo>
                  <a:lnTo>
                    <a:pt x="1175807" y="1199319"/>
                  </a:lnTo>
                  <a:lnTo>
                    <a:pt x="1177597" y="1199319"/>
                  </a:lnTo>
                  <a:lnTo>
                    <a:pt x="1179388" y="1201110"/>
                  </a:lnTo>
                  <a:lnTo>
                    <a:pt x="1183204" y="1201110"/>
                  </a:lnTo>
                  <a:lnTo>
                    <a:pt x="1183204" y="1197293"/>
                  </a:lnTo>
                  <a:lnTo>
                    <a:pt x="1181413" y="1195503"/>
                  </a:lnTo>
                  <a:lnTo>
                    <a:pt x="1181413" y="1187737"/>
                  </a:lnTo>
                  <a:lnTo>
                    <a:pt x="1183204" y="1185946"/>
                  </a:lnTo>
                  <a:lnTo>
                    <a:pt x="1183204" y="1182365"/>
                  </a:lnTo>
                  <a:lnTo>
                    <a:pt x="1186785" y="1178784"/>
                  </a:lnTo>
                  <a:lnTo>
                    <a:pt x="1186785" y="1176993"/>
                  </a:lnTo>
                  <a:lnTo>
                    <a:pt x="1187737" y="1176042"/>
                  </a:lnTo>
                  <a:lnTo>
                    <a:pt x="1189527" y="1176042"/>
                  </a:lnTo>
                  <a:lnTo>
                    <a:pt x="1193108" y="1172461"/>
                  </a:lnTo>
                  <a:lnTo>
                    <a:pt x="1194899" y="1172461"/>
                  </a:lnTo>
                  <a:lnTo>
                    <a:pt x="1196689" y="1170670"/>
                  </a:lnTo>
                  <a:lnTo>
                    <a:pt x="1204926" y="1170670"/>
                  </a:lnTo>
                  <a:lnTo>
                    <a:pt x="1201110" y="1166854"/>
                  </a:lnTo>
                  <a:lnTo>
                    <a:pt x="1201110" y="1165063"/>
                  </a:lnTo>
                  <a:lnTo>
                    <a:pt x="1198480" y="1162433"/>
                  </a:lnTo>
                  <a:lnTo>
                    <a:pt x="1196689" y="1162433"/>
                  </a:lnTo>
                  <a:lnTo>
                    <a:pt x="1194899" y="1160643"/>
                  </a:lnTo>
                  <a:lnTo>
                    <a:pt x="1193108" y="1160643"/>
                  </a:lnTo>
                  <a:lnTo>
                    <a:pt x="1191318" y="1158852"/>
                  </a:lnTo>
                  <a:lnTo>
                    <a:pt x="1179388" y="1158852"/>
                  </a:lnTo>
                  <a:close/>
                  <a:moveTo>
                    <a:pt x="1367397" y="1153481"/>
                  </a:moveTo>
                  <a:lnTo>
                    <a:pt x="1365606" y="1155271"/>
                  </a:lnTo>
                  <a:lnTo>
                    <a:pt x="1362025" y="1155271"/>
                  </a:lnTo>
                  <a:lnTo>
                    <a:pt x="1358444" y="1158852"/>
                  </a:lnTo>
                  <a:lnTo>
                    <a:pt x="1355814" y="1158852"/>
                  </a:lnTo>
                  <a:lnTo>
                    <a:pt x="1355814" y="1161482"/>
                  </a:lnTo>
                  <a:lnTo>
                    <a:pt x="1352233" y="1165063"/>
                  </a:lnTo>
                  <a:lnTo>
                    <a:pt x="1352233" y="1166854"/>
                  </a:lnTo>
                  <a:lnTo>
                    <a:pt x="1350443" y="1168644"/>
                  </a:lnTo>
                  <a:lnTo>
                    <a:pt x="1350443" y="1174016"/>
                  </a:lnTo>
                  <a:lnTo>
                    <a:pt x="1348652" y="1175807"/>
                  </a:lnTo>
                  <a:lnTo>
                    <a:pt x="1348652" y="1178784"/>
                  </a:lnTo>
                  <a:lnTo>
                    <a:pt x="1350443" y="1180574"/>
                  </a:lnTo>
                  <a:lnTo>
                    <a:pt x="1350443" y="1185946"/>
                  </a:lnTo>
                  <a:lnTo>
                    <a:pt x="1354024" y="1189527"/>
                  </a:lnTo>
                  <a:lnTo>
                    <a:pt x="1354024" y="1191318"/>
                  </a:lnTo>
                  <a:lnTo>
                    <a:pt x="1358444" y="1195738"/>
                  </a:lnTo>
                  <a:lnTo>
                    <a:pt x="1360235" y="1195738"/>
                  </a:lnTo>
                  <a:lnTo>
                    <a:pt x="1363816" y="1199319"/>
                  </a:lnTo>
                  <a:lnTo>
                    <a:pt x="1370978" y="1199319"/>
                  </a:lnTo>
                  <a:lnTo>
                    <a:pt x="1373362" y="1201703"/>
                  </a:lnTo>
                  <a:lnTo>
                    <a:pt x="1375746" y="1199319"/>
                  </a:lnTo>
                  <a:lnTo>
                    <a:pt x="1381117" y="1199319"/>
                  </a:lnTo>
                  <a:lnTo>
                    <a:pt x="1382908" y="1197529"/>
                  </a:lnTo>
                  <a:lnTo>
                    <a:pt x="1384699" y="1197529"/>
                  </a:lnTo>
                  <a:lnTo>
                    <a:pt x="1388280" y="1193947"/>
                  </a:lnTo>
                  <a:lnTo>
                    <a:pt x="1390909" y="1193947"/>
                  </a:lnTo>
                  <a:lnTo>
                    <a:pt x="1390909" y="1191318"/>
                  </a:lnTo>
                  <a:lnTo>
                    <a:pt x="1394726" y="1187501"/>
                  </a:lnTo>
                  <a:lnTo>
                    <a:pt x="1388280" y="1187501"/>
                  </a:lnTo>
                  <a:lnTo>
                    <a:pt x="1386489" y="1185711"/>
                  </a:lnTo>
                  <a:lnTo>
                    <a:pt x="1384699" y="1185711"/>
                  </a:lnTo>
                  <a:lnTo>
                    <a:pt x="1382908" y="1183920"/>
                  </a:lnTo>
                  <a:lnTo>
                    <a:pt x="1381117" y="1183920"/>
                  </a:lnTo>
                  <a:lnTo>
                    <a:pt x="1377536" y="1180339"/>
                  </a:lnTo>
                  <a:lnTo>
                    <a:pt x="1375746" y="1180339"/>
                  </a:lnTo>
                  <a:lnTo>
                    <a:pt x="1374794" y="1179388"/>
                  </a:lnTo>
                  <a:lnTo>
                    <a:pt x="1374794" y="1177597"/>
                  </a:lnTo>
                  <a:lnTo>
                    <a:pt x="1371213" y="1174016"/>
                  </a:lnTo>
                  <a:lnTo>
                    <a:pt x="1371213" y="1172225"/>
                  </a:lnTo>
                  <a:lnTo>
                    <a:pt x="1369423" y="1170435"/>
                  </a:lnTo>
                  <a:lnTo>
                    <a:pt x="1369423" y="1157297"/>
                  </a:lnTo>
                  <a:lnTo>
                    <a:pt x="1373239" y="1153481"/>
                  </a:lnTo>
                  <a:lnTo>
                    <a:pt x="1367397" y="1153481"/>
                  </a:lnTo>
                  <a:close/>
                  <a:moveTo>
                    <a:pt x="1276078" y="1149900"/>
                  </a:moveTo>
                  <a:lnTo>
                    <a:pt x="1274287" y="1151690"/>
                  </a:lnTo>
                  <a:lnTo>
                    <a:pt x="1272497" y="1151690"/>
                  </a:lnTo>
                  <a:lnTo>
                    <a:pt x="1270706" y="1153481"/>
                  </a:lnTo>
                  <a:lnTo>
                    <a:pt x="1268916" y="1153481"/>
                  </a:lnTo>
                  <a:lnTo>
                    <a:pt x="1260914" y="1161482"/>
                  </a:lnTo>
                  <a:lnTo>
                    <a:pt x="1260914" y="1163273"/>
                  </a:lnTo>
                  <a:lnTo>
                    <a:pt x="1259124" y="1165063"/>
                  </a:lnTo>
                  <a:lnTo>
                    <a:pt x="1259124" y="1180574"/>
                  </a:lnTo>
                  <a:lnTo>
                    <a:pt x="1260914" y="1182365"/>
                  </a:lnTo>
                  <a:lnTo>
                    <a:pt x="1260914" y="1184155"/>
                  </a:lnTo>
                  <a:lnTo>
                    <a:pt x="1264496" y="1187737"/>
                  </a:lnTo>
                  <a:lnTo>
                    <a:pt x="1264496" y="1190366"/>
                  </a:lnTo>
                  <a:lnTo>
                    <a:pt x="1267125" y="1190366"/>
                  </a:lnTo>
                  <a:lnTo>
                    <a:pt x="1269274" y="1192515"/>
                  </a:lnTo>
                  <a:lnTo>
                    <a:pt x="1268916" y="1192873"/>
                  </a:lnTo>
                  <a:lnTo>
                    <a:pt x="1256382" y="1192873"/>
                  </a:lnTo>
                  <a:lnTo>
                    <a:pt x="1252801" y="1196454"/>
                  </a:lnTo>
                  <a:lnTo>
                    <a:pt x="1251010" y="1196454"/>
                  </a:lnTo>
                  <a:lnTo>
                    <a:pt x="1246590" y="1200874"/>
                  </a:lnTo>
                  <a:lnTo>
                    <a:pt x="1246590" y="1202665"/>
                  </a:lnTo>
                  <a:lnTo>
                    <a:pt x="1243009" y="1206246"/>
                  </a:lnTo>
                  <a:lnTo>
                    <a:pt x="1243009" y="1223548"/>
                  </a:lnTo>
                  <a:lnTo>
                    <a:pt x="1246590" y="1227129"/>
                  </a:lnTo>
                  <a:lnTo>
                    <a:pt x="1246590" y="1228920"/>
                  </a:lnTo>
                  <a:lnTo>
                    <a:pt x="1249220" y="1231549"/>
                  </a:lnTo>
                  <a:lnTo>
                    <a:pt x="1251010" y="1231549"/>
                  </a:lnTo>
                  <a:lnTo>
                    <a:pt x="1254591" y="1235130"/>
                  </a:lnTo>
                  <a:lnTo>
                    <a:pt x="1256382" y="1235130"/>
                  </a:lnTo>
                  <a:lnTo>
                    <a:pt x="1258172" y="1236921"/>
                  </a:lnTo>
                  <a:lnTo>
                    <a:pt x="1270102" y="1236921"/>
                  </a:lnTo>
                  <a:lnTo>
                    <a:pt x="1271893" y="1235130"/>
                  </a:lnTo>
                  <a:lnTo>
                    <a:pt x="1273684" y="1235130"/>
                  </a:lnTo>
                  <a:lnTo>
                    <a:pt x="1275474" y="1233340"/>
                  </a:lnTo>
                  <a:lnTo>
                    <a:pt x="1277265" y="1233340"/>
                  </a:lnTo>
                  <a:lnTo>
                    <a:pt x="1283476" y="1227129"/>
                  </a:lnTo>
                  <a:lnTo>
                    <a:pt x="1283476" y="1225338"/>
                  </a:lnTo>
                  <a:lnTo>
                    <a:pt x="1285266" y="1223548"/>
                  </a:lnTo>
                  <a:lnTo>
                    <a:pt x="1285266" y="1221757"/>
                  </a:lnTo>
                  <a:lnTo>
                    <a:pt x="1287057" y="1219967"/>
                  </a:lnTo>
                  <a:lnTo>
                    <a:pt x="1287057" y="1209827"/>
                  </a:lnTo>
                  <a:lnTo>
                    <a:pt x="1285266" y="1208037"/>
                  </a:lnTo>
                  <a:lnTo>
                    <a:pt x="1285266" y="1204456"/>
                  </a:lnTo>
                  <a:lnTo>
                    <a:pt x="1281685" y="1200874"/>
                  </a:lnTo>
                  <a:lnTo>
                    <a:pt x="1281685" y="1198245"/>
                  </a:lnTo>
                  <a:lnTo>
                    <a:pt x="1279055" y="1198245"/>
                  </a:lnTo>
                  <a:lnTo>
                    <a:pt x="1276907" y="1196096"/>
                  </a:lnTo>
                  <a:lnTo>
                    <a:pt x="1277265" y="1195738"/>
                  </a:lnTo>
                  <a:lnTo>
                    <a:pt x="1286218" y="1195738"/>
                  </a:lnTo>
                  <a:lnTo>
                    <a:pt x="1288008" y="1193947"/>
                  </a:lnTo>
                  <a:lnTo>
                    <a:pt x="1289799" y="1193947"/>
                  </a:lnTo>
                  <a:lnTo>
                    <a:pt x="1291589" y="1192157"/>
                  </a:lnTo>
                  <a:lnTo>
                    <a:pt x="1293380" y="1192157"/>
                  </a:lnTo>
                  <a:lnTo>
                    <a:pt x="1298035" y="1187501"/>
                  </a:lnTo>
                  <a:lnTo>
                    <a:pt x="1291589" y="1187501"/>
                  </a:lnTo>
                  <a:lnTo>
                    <a:pt x="1288008" y="1183920"/>
                  </a:lnTo>
                  <a:lnTo>
                    <a:pt x="1286218" y="1183920"/>
                  </a:lnTo>
                  <a:lnTo>
                    <a:pt x="1279894" y="1177597"/>
                  </a:lnTo>
                  <a:lnTo>
                    <a:pt x="1279894" y="1175807"/>
                  </a:lnTo>
                  <a:lnTo>
                    <a:pt x="1278104" y="1174016"/>
                  </a:lnTo>
                  <a:lnTo>
                    <a:pt x="1278104" y="1172225"/>
                  </a:lnTo>
                  <a:lnTo>
                    <a:pt x="1276313" y="1170435"/>
                  </a:lnTo>
                  <a:lnTo>
                    <a:pt x="1276313" y="1160878"/>
                  </a:lnTo>
                  <a:lnTo>
                    <a:pt x="1278104" y="1159088"/>
                  </a:lnTo>
                  <a:lnTo>
                    <a:pt x="1278104" y="1157297"/>
                  </a:lnTo>
                  <a:lnTo>
                    <a:pt x="1279894" y="1155506"/>
                  </a:lnTo>
                  <a:lnTo>
                    <a:pt x="1279894" y="1153716"/>
                  </a:lnTo>
                  <a:lnTo>
                    <a:pt x="1283711" y="1149900"/>
                  </a:lnTo>
                  <a:lnTo>
                    <a:pt x="1276078" y="1149900"/>
                  </a:lnTo>
                  <a:close/>
                  <a:moveTo>
                    <a:pt x="1273326" y="1194306"/>
                  </a:moveTo>
                  <a:lnTo>
                    <a:pt x="1273684" y="1193947"/>
                  </a:lnTo>
                  <a:lnTo>
                    <a:pt x="1274646" y="1194306"/>
                  </a:lnTo>
                  <a:lnTo>
                    <a:pt x="1274287" y="1194664"/>
                  </a:lnTo>
                  <a:lnTo>
                    <a:pt x="1273326" y="1194306"/>
                  </a:lnTo>
                  <a:close/>
                  <a:moveTo>
                    <a:pt x="1293984" y="1142737"/>
                  </a:moveTo>
                  <a:lnTo>
                    <a:pt x="1292193" y="1144528"/>
                  </a:lnTo>
                  <a:lnTo>
                    <a:pt x="1288612" y="1144528"/>
                  </a:lnTo>
                  <a:lnTo>
                    <a:pt x="1285031" y="1148109"/>
                  </a:lnTo>
                  <a:lnTo>
                    <a:pt x="1283834" y="1148109"/>
                  </a:lnTo>
                  <a:lnTo>
                    <a:pt x="1283834" y="1150974"/>
                  </a:lnTo>
                  <a:lnTo>
                    <a:pt x="1288612" y="1150974"/>
                  </a:lnTo>
                  <a:lnTo>
                    <a:pt x="1292193" y="1154555"/>
                  </a:lnTo>
                  <a:lnTo>
                    <a:pt x="1293984" y="1154555"/>
                  </a:lnTo>
                  <a:lnTo>
                    <a:pt x="1300307" y="1160878"/>
                  </a:lnTo>
                  <a:lnTo>
                    <a:pt x="1300307" y="1162669"/>
                  </a:lnTo>
                  <a:lnTo>
                    <a:pt x="1302097" y="1164459"/>
                  </a:lnTo>
                  <a:lnTo>
                    <a:pt x="1302097" y="1166250"/>
                  </a:lnTo>
                  <a:lnTo>
                    <a:pt x="1303888" y="1168040"/>
                  </a:lnTo>
                  <a:lnTo>
                    <a:pt x="1303888" y="1177597"/>
                  </a:lnTo>
                  <a:lnTo>
                    <a:pt x="1302097" y="1179388"/>
                  </a:lnTo>
                  <a:lnTo>
                    <a:pt x="1302097" y="1181178"/>
                  </a:lnTo>
                  <a:lnTo>
                    <a:pt x="1300307" y="1182969"/>
                  </a:lnTo>
                  <a:lnTo>
                    <a:pt x="1300307" y="1184759"/>
                  </a:lnTo>
                  <a:lnTo>
                    <a:pt x="1296490" y="1188576"/>
                  </a:lnTo>
                  <a:lnTo>
                    <a:pt x="1304123" y="1188576"/>
                  </a:lnTo>
                  <a:lnTo>
                    <a:pt x="1305914" y="1186785"/>
                  </a:lnTo>
                  <a:lnTo>
                    <a:pt x="1309495" y="1186785"/>
                  </a:lnTo>
                  <a:lnTo>
                    <a:pt x="1313076" y="1183204"/>
                  </a:lnTo>
                  <a:lnTo>
                    <a:pt x="1315706" y="1183204"/>
                  </a:lnTo>
                  <a:lnTo>
                    <a:pt x="1315706" y="1180574"/>
                  </a:lnTo>
                  <a:lnTo>
                    <a:pt x="1319287" y="1176993"/>
                  </a:lnTo>
                  <a:lnTo>
                    <a:pt x="1319287" y="1175203"/>
                  </a:lnTo>
                  <a:lnTo>
                    <a:pt x="1321077" y="1173412"/>
                  </a:lnTo>
                  <a:lnTo>
                    <a:pt x="1321077" y="1168040"/>
                  </a:lnTo>
                  <a:lnTo>
                    <a:pt x="1323461" y="1165656"/>
                  </a:lnTo>
                  <a:lnTo>
                    <a:pt x="1321077" y="1163273"/>
                  </a:lnTo>
                  <a:lnTo>
                    <a:pt x="1321077" y="1156110"/>
                  </a:lnTo>
                  <a:lnTo>
                    <a:pt x="1317496" y="1152529"/>
                  </a:lnTo>
                  <a:lnTo>
                    <a:pt x="1317496" y="1150739"/>
                  </a:lnTo>
                  <a:lnTo>
                    <a:pt x="1314867" y="1148109"/>
                  </a:lnTo>
                  <a:lnTo>
                    <a:pt x="1313076" y="1148109"/>
                  </a:lnTo>
                  <a:lnTo>
                    <a:pt x="1309495" y="1144528"/>
                  </a:lnTo>
                  <a:lnTo>
                    <a:pt x="1307704" y="1144528"/>
                  </a:lnTo>
                  <a:lnTo>
                    <a:pt x="1305914" y="1142737"/>
                  </a:lnTo>
                  <a:lnTo>
                    <a:pt x="1293984" y="1142737"/>
                  </a:lnTo>
                  <a:close/>
                  <a:moveTo>
                    <a:pt x="1390674" y="1139156"/>
                  </a:moveTo>
                  <a:lnTo>
                    <a:pt x="1388884" y="1140947"/>
                  </a:lnTo>
                  <a:lnTo>
                    <a:pt x="1383512" y="1140947"/>
                  </a:lnTo>
                  <a:lnTo>
                    <a:pt x="1379931" y="1144528"/>
                  </a:lnTo>
                  <a:lnTo>
                    <a:pt x="1378140" y="1144528"/>
                  </a:lnTo>
                  <a:lnTo>
                    <a:pt x="1373720" y="1148948"/>
                  </a:lnTo>
                  <a:lnTo>
                    <a:pt x="1373720" y="1151925"/>
                  </a:lnTo>
                  <a:lnTo>
                    <a:pt x="1376350" y="1154555"/>
                  </a:lnTo>
                  <a:lnTo>
                    <a:pt x="1381721" y="1154555"/>
                  </a:lnTo>
                  <a:lnTo>
                    <a:pt x="1385302" y="1158136"/>
                  </a:lnTo>
                  <a:lnTo>
                    <a:pt x="1387093" y="1158136"/>
                  </a:lnTo>
                  <a:lnTo>
                    <a:pt x="1391626" y="1162669"/>
                  </a:lnTo>
                  <a:lnTo>
                    <a:pt x="1391626" y="1164459"/>
                  </a:lnTo>
                  <a:lnTo>
                    <a:pt x="1395207" y="1168040"/>
                  </a:lnTo>
                  <a:lnTo>
                    <a:pt x="1395207" y="1175203"/>
                  </a:lnTo>
                  <a:lnTo>
                    <a:pt x="1396997" y="1176993"/>
                  </a:lnTo>
                  <a:lnTo>
                    <a:pt x="1396997" y="1177597"/>
                  </a:lnTo>
                  <a:lnTo>
                    <a:pt x="1395207" y="1179388"/>
                  </a:lnTo>
                  <a:lnTo>
                    <a:pt x="1395207" y="1186785"/>
                  </a:lnTo>
                  <a:lnTo>
                    <a:pt x="1400814" y="1186785"/>
                  </a:lnTo>
                  <a:lnTo>
                    <a:pt x="1402604" y="1184995"/>
                  </a:lnTo>
                  <a:lnTo>
                    <a:pt x="1404395" y="1184995"/>
                  </a:lnTo>
                  <a:lnTo>
                    <a:pt x="1407976" y="1181413"/>
                  </a:lnTo>
                  <a:lnTo>
                    <a:pt x="1410606" y="1181413"/>
                  </a:lnTo>
                  <a:lnTo>
                    <a:pt x="1410606" y="1178784"/>
                  </a:lnTo>
                  <a:lnTo>
                    <a:pt x="1414187" y="1175203"/>
                  </a:lnTo>
                  <a:lnTo>
                    <a:pt x="1414187" y="1173412"/>
                  </a:lnTo>
                  <a:lnTo>
                    <a:pt x="1415977" y="1171622"/>
                  </a:lnTo>
                  <a:lnTo>
                    <a:pt x="1415977" y="1156110"/>
                  </a:lnTo>
                  <a:lnTo>
                    <a:pt x="1414187" y="1154320"/>
                  </a:lnTo>
                  <a:lnTo>
                    <a:pt x="1414187" y="1152529"/>
                  </a:lnTo>
                  <a:lnTo>
                    <a:pt x="1412396" y="1150739"/>
                  </a:lnTo>
                  <a:lnTo>
                    <a:pt x="1412396" y="1148948"/>
                  </a:lnTo>
                  <a:lnTo>
                    <a:pt x="1407976" y="1144528"/>
                  </a:lnTo>
                  <a:lnTo>
                    <a:pt x="1406185" y="1144528"/>
                  </a:lnTo>
                  <a:lnTo>
                    <a:pt x="1402604" y="1140947"/>
                  </a:lnTo>
                  <a:lnTo>
                    <a:pt x="1397232" y="1140947"/>
                  </a:lnTo>
                  <a:lnTo>
                    <a:pt x="1395442" y="1139156"/>
                  </a:lnTo>
                  <a:lnTo>
                    <a:pt x="1390674" y="1139156"/>
                  </a:lnTo>
                  <a:close/>
                  <a:moveTo>
                    <a:pt x="1095231" y="1130203"/>
                  </a:moveTo>
                  <a:lnTo>
                    <a:pt x="1090218" y="1135217"/>
                  </a:lnTo>
                  <a:lnTo>
                    <a:pt x="1092602" y="1137601"/>
                  </a:lnTo>
                  <a:lnTo>
                    <a:pt x="1092602" y="1142256"/>
                  </a:lnTo>
                  <a:lnTo>
                    <a:pt x="1096418" y="1138440"/>
                  </a:lnTo>
                  <a:lnTo>
                    <a:pt x="1098208" y="1138440"/>
                  </a:lnTo>
                  <a:lnTo>
                    <a:pt x="1100838" y="1135810"/>
                  </a:lnTo>
                  <a:lnTo>
                    <a:pt x="1100838" y="1132833"/>
                  </a:lnTo>
                  <a:lnTo>
                    <a:pt x="1098208" y="1130203"/>
                  </a:lnTo>
                  <a:lnTo>
                    <a:pt x="1095231" y="1130203"/>
                  </a:lnTo>
                  <a:close/>
                  <a:moveTo>
                    <a:pt x="1036143" y="1126622"/>
                  </a:moveTo>
                  <a:lnTo>
                    <a:pt x="1033513" y="1129252"/>
                  </a:lnTo>
                  <a:lnTo>
                    <a:pt x="1033513" y="1132833"/>
                  </a:lnTo>
                  <a:lnTo>
                    <a:pt x="1031722" y="1134624"/>
                  </a:lnTo>
                  <a:lnTo>
                    <a:pt x="1031722" y="1144047"/>
                  </a:lnTo>
                  <a:lnTo>
                    <a:pt x="1036378" y="1139391"/>
                  </a:lnTo>
                  <a:lnTo>
                    <a:pt x="1036378" y="1137601"/>
                  </a:lnTo>
                  <a:lnTo>
                    <a:pt x="1037329" y="1136649"/>
                  </a:lnTo>
                  <a:lnTo>
                    <a:pt x="1039120" y="1136649"/>
                  </a:lnTo>
                  <a:lnTo>
                    <a:pt x="1044133" y="1131636"/>
                  </a:lnTo>
                  <a:lnTo>
                    <a:pt x="1041750" y="1129252"/>
                  </a:lnTo>
                  <a:lnTo>
                    <a:pt x="1041750" y="1126622"/>
                  </a:lnTo>
                  <a:lnTo>
                    <a:pt x="1036143" y="1126622"/>
                  </a:lnTo>
                  <a:close/>
                  <a:moveTo>
                    <a:pt x="1040675" y="1124474"/>
                  </a:moveTo>
                  <a:lnTo>
                    <a:pt x="1043540" y="1124474"/>
                  </a:lnTo>
                  <a:lnTo>
                    <a:pt x="1043540" y="1122683"/>
                  </a:lnTo>
                  <a:lnTo>
                    <a:pt x="1040675" y="1122683"/>
                  </a:lnTo>
                  <a:lnTo>
                    <a:pt x="1040675" y="1124474"/>
                  </a:lnTo>
                  <a:close/>
                  <a:moveTo>
                    <a:pt x="1175807" y="1115879"/>
                  </a:moveTo>
                  <a:lnTo>
                    <a:pt x="1174016" y="1117669"/>
                  </a:lnTo>
                  <a:lnTo>
                    <a:pt x="1172225" y="1117669"/>
                  </a:lnTo>
                  <a:lnTo>
                    <a:pt x="1170435" y="1119460"/>
                  </a:lnTo>
                  <a:lnTo>
                    <a:pt x="1168644" y="1119460"/>
                  </a:lnTo>
                  <a:lnTo>
                    <a:pt x="1166015" y="1122090"/>
                  </a:lnTo>
                  <a:lnTo>
                    <a:pt x="1166015" y="1123880"/>
                  </a:lnTo>
                  <a:lnTo>
                    <a:pt x="1162433" y="1127461"/>
                  </a:lnTo>
                  <a:lnTo>
                    <a:pt x="1162433" y="1129252"/>
                  </a:lnTo>
                  <a:lnTo>
                    <a:pt x="1160643" y="1131042"/>
                  </a:lnTo>
                  <a:lnTo>
                    <a:pt x="1160643" y="1141182"/>
                  </a:lnTo>
                  <a:lnTo>
                    <a:pt x="1162433" y="1142973"/>
                  </a:lnTo>
                  <a:lnTo>
                    <a:pt x="1162433" y="1146554"/>
                  </a:lnTo>
                  <a:lnTo>
                    <a:pt x="1166015" y="1150135"/>
                  </a:lnTo>
                  <a:lnTo>
                    <a:pt x="1166015" y="1152764"/>
                  </a:lnTo>
                  <a:lnTo>
                    <a:pt x="1168644" y="1152764"/>
                  </a:lnTo>
                  <a:lnTo>
                    <a:pt x="1172225" y="1156346"/>
                  </a:lnTo>
                  <a:lnTo>
                    <a:pt x="1174016" y="1156346"/>
                  </a:lnTo>
                  <a:lnTo>
                    <a:pt x="1175807" y="1158136"/>
                  </a:lnTo>
                  <a:lnTo>
                    <a:pt x="1187737" y="1158136"/>
                  </a:lnTo>
                  <a:lnTo>
                    <a:pt x="1189527" y="1156346"/>
                  </a:lnTo>
                  <a:lnTo>
                    <a:pt x="1192157" y="1156346"/>
                  </a:lnTo>
                  <a:lnTo>
                    <a:pt x="1192157" y="1152529"/>
                  </a:lnTo>
                  <a:lnTo>
                    <a:pt x="1190366" y="1150739"/>
                  </a:lnTo>
                  <a:lnTo>
                    <a:pt x="1190366" y="1148948"/>
                  </a:lnTo>
                  <a:lnTo>
                    <a:pt x="1186785" y="1145367"/>
                  </a:lnTo>
                  <a:lnTo>
                    <a:pt x="1186785" y="1130439"/>
                  </a:lnTo>
                  <a:lnTo>
                    <a:pt x="1190366" y="1126857"/>
                  </a:lnTo>
                  <a:lnTo>
                    <a:pt x="1190366" y="1125067"/>
                  </a:lnTo>
                  <a:lnTo>
                    <a:pt x="1193947" y="1121486"/>
                  </a:lnTo>
                  <a:lnTo>
                    <a:pt x="1193947" y="1117669"/>
                  </a:lnTo>
                  <a:lnTo>
                    <a:pt x="1191318" y="1117669"/>
                  </a:lnTo>
                  <a:lnTo>
                    <a:pt x="1189527" y="1115879"/>
                  </a:lnTo>
                  <a:lnTo>
                    <a:pt x="1175807" y="1115879"/>
                  </a:lnTo>
                  <a:close/>
                  <a:moveTo>
                    <a:pt x="2078250" y="1110507"/>
                  </a:moveTo>
                  <a:lnTo>
                    <a:pt x="2076460" y="1112298"/>
                  </a:lnTo>
                  <a:lnTo>
                    <a:pt x="2072879" y="1112298"/>
                  </a:lnTo>
                  <a:lnTo>
                    <a:pt x="2064877" y="1120299"/>
                  </a:lnTo>
                  <a:lnTo>
                    <a:pt x="2064877" y="1122090"/>
                  </a:lnTo>
                  <a:lnTo>
                    <a:pt x="2063087" y="1123880"/>
                  </a:lnTo>
                  <a:lnTo>
                    <a:pt x="2063087" y="1137601"/>
                  </a:lnTo>
                  <a:lnTo>
                    <a:pt x="2064877" y="1139391"/>
                  </a:lnTo>
                  <a:lnTo>
                    <a:pt x="2064877" y="1141182"/>
                  </a:lnTo>
                  <a:lnTo>
                    <a:pt x="2072879" y="1149183"/>
                  </a:lnTo>
                  <a:lnTo>
                    <a:pt x="2074669" y="1149183"/>
                  </a:lnTo>
                  <a:lnTo>
                    <a:pt x="2076460" y="1150974"/>
                  </a:lnTo>
                  <a:lnTo>
                    <a:pt x="2090180" y="1150974"/>
                  </a:lnTo>
                  <a:lnTo>
                    <a:pt x="2091971" y="1149183"/>
                  </a:lnTo>
                  <a:lnTo>
                    <a:pt x="2093761" y="1149183"/>
                  </a:lnTo>
                  <a:lnTo>
                    <a:pt x="2101763" y="1141182"/>
                  </a:lnTo>
                  <a:lnTo>
                    <a:pt x="2101763" y="1139391"/>
                  </a:lnTo>
                  <a:lnTo>
                    <a:pt x="2103553" y="1137601"/>
                  </a:lnTo>
                  <a:lnTo>
                    <a:pt x="2103553" y="1125671"/>
                  </a:lnTo>
                  <a:lnTo>
                    <a:pt x="2101763" y="1123880"/>
                  </a:lnTo>
                  <a:lnTo>
                    <a:pt x="2101763" y="1122090"/>
                  </a:lnTo>
                  <a:lnTo>
                    <a:pt x="2099972" y="1120299"/>
                  </a:lnTo>
                  <a:lnTo>
                    <a:pt x="2099972" y="1118509"/>
                  </a:lnTo>
                  <a:lnTo>
                    <a:pt x="2095552" y="1114088"/>
                  </a:lnTo>
                  <a:lnTo>
                    <a:pt x="2093761" y="1114088"/>
                  </a:lnTo>
                  <a:lnTo>
                    <a:pt x="2091971" y="1112298"/>
                  </a:lnTo>
                  <a:lnTo>
                    <a:pt x="2090180" y="1112298"/>
                  </a:lnTo>
                  <a:lnTo>
                    <a:pt x="2088390" y="1110507"/>
                  </a:lnTo>
                  <a:lnTo>
                    <a:pt x="2078250" y="1110507"/>
                  </a:lnTo>
                  <a:close/>
                  <a:moveTo>
                    <a:pt x="1040675" y="1108717"/>
                  </a:moveTo>
                  <a:lnTo>
                    <a:pt x="1040675" y="1111346"/>
                  </a:lnTo>
                  <a:lnTo>
                    <a:pt x="1038291" y="1113730"/>
                  </a:lnTo>
                  <a:lnTo>
                    <a:pt x="1043898" y="1119337"/>
                  </a:lnTo>
                  <a:lnTo>
                    <a:pt x="1047121" y="1116114"/>
                  </a:lnTo>
                  <a:lnTo>
                    <a:pt x="1047121" y="1111346"/>
                  </a:lnTo>
                  <a:lnTo>
                    <a:pt x="1044492" y="1108717"/>
                  </a:lnTo>
                  <a:lnTo>
                    <a:pt x="1040675" y="1108717"/>
                  </a:lnTo>
                  <a:close/>
                  <a:moveTo>
                    <a:pt x="1131636" y="1102752"/>
                  </a:moveTo>
                  <a:lnTo>
                    <a:pt x="1128413" y="1105975"/>
                  </a:lnTo>
                  <a:lnTo>
                    <a:pt x="1128413" y="1107765"/>
                  </a:lnTo>
                  <a:lnTo>
                    <a:pt x="1122090" y="1114088"/>
                  </a:lnTo>
                  <a:lnTo>
                    <a:pt x="1120299" y="1114088"/>
                  </a:lnTo>
                  <a:lnTo>
                    <a:pt x="1118509" y="1115879"/>
                  </a:lnTo>
                  <a:lnTo>
                    <a:pt x="1114927" y="1115879"/>
                  </a:lnTo>
                  <a:lnTo>
                    <a:pt x="1113137" y="1117669"/>
                  </a:lnTo>
                  <a:lnTo>
                    <a:pt x="1101554" y="1117669"/>
                  </a:lnTo>
                  <a:lnTo>
                    <a:pt x="1101196" y="1120657"/>
                  </a:lnTo>
                  <a:lnTo>
                    <a:pt x="1097973" y="1117434"/>
                  </a:lnTo>
                  <a:lnTo>
                    <a:pt x="1097973" y="1122090"/>
                  </a:lnTo>
                  <a:lnTo>
                    <a:pt x="1096183" y="1123880"/>
                  </a:lnTo>
                  <a:lnTo>
                    <a:pt x="1096183" y="1129722"/>
                  </a:lnTo>
                  <a:lnTo>
                    <a:pt x="1101196" y="1124709"/>
                  </a:lnTo>
                  <a:lnTo>
                    <a:pt x="1101554" y="1125067"/>
                  </a:lnTo>
                  <a:lnTo>
                    <a:pt x="1101554" y="1128648"/>
                  </a:lnTo>
                  <a:lnTo>
                    <a:pt x="1103345" y="1130439"/>
                  </a:lnTo>
                  <a:lnTo>
                    <a:pt x="1103345" y="1132229"/>
                  </a:lnTo>
                  <a:lnTo>
                    <a:pt x="1104542" y="1133426"/>
                  </a:lnTo>
                  <a:lnTo>
                    <a:pt x="1101554" y="1136414"/>
                  </a:lnTo>
                  <a:lnTo>
                    <a:pt x="1101554" y="1139995"/>
                  </a:lnTo>
                  <a:lnTo>
                    <a:pt x="1099764" y="1141786"/>
                  </a:lnTo>
                  <a:lnTo>
                    <a:pt x="1099764" y="1149183"/>
                  </a:lnTo>
                  <a:lnTo>
                    <a:pt x="1113137" y="1149183"/>
                  </a:lnTo>
                  <a:lnTo>
                    <a:pt x="1116718" y="1152764"/>
                  </a:lnTo>
                  <a:lnTo>
                    <a:pt x="1118509" y="1152764"/>
                  </a:lnTo>
                  <a:lnTo>
                    <a:pt x="1121251" y="1155506"/>
                  </a:lnTo>
                  <a:lnTo>
                    <a:pt x="1121251" y="1157297"/>
                  </a:lnTo>
                  <a:lnTo>
                    <a:pt x="1124832" y="1160878"/>
                  </a:lnTo>
                  <a:lnTo>
                    <a:pt x="1124832" y="1162075"/>
                  </a:lnTo>
                  <a:lnTo>
                    <a:pt x="1127697" y="1162075"/>
                  </a:lnTo>
                  <a:lnTo>
                    <a:pt x="1127697" y="1159088"/>
                  </a:lnTo>
                  <a:lnTo>
                    <a:pt x="1129487" y="1157297"/>
                  </a:lnTo>
                  <a:lnTo>
                    <a:pt x="1129487" y="1150739"/>
                  </a:lnTo>
                  <a:lnTo>
                    <a:pt x="1127697" y="1148948"/>
                  </a:lnTo>
                  <a:lnTo>
                    <a:pt x="1127697" y="1145367"/>
                  </a:lnTo>
                  <a:lnTo>
                    <a:pt x="1125067" y="1142737"/>
                  </a:lnTo>
                  <a:lnTo>
                    <a:pt x="1119695" y="1142737"/>
                  </a:lnTo>
                  <a:lnTo>
                    <a:pt x="1117905" y="1140947"/>
                  </a:lnTo>
                  <a:lnTo>
                    <a:pt x="1114324" y="1140947"/>
                  </a:lnTo>
                  <a:lnTo>
                    <a:pt x="1112533" y="1139156"/>
                  </a:lnTo>
                  <a:lnTo>
                    <a:pt x="1110742" y="1139156"/>
                  </a:lnTo>
                  <a:lnTo>
                    <a:pt x="1106803" y="1135217"/>
                  </a:lnTo>
                  <a:lnTo>
                    <a:pt x="1108952" y="1133068"/>
                  </a:lnTo>
                  <a:lnTo>
                    <a:pt x="1109556" y="1133068"/>
                  </a:lnTo>
                  <a:lnTo>
                    <a:pt x="1111346" y="1134859"/>
                  </a:lnTo>
                  <a:lnTo>
                    <a:pt x="1116718" y="1134859"/>
                  </a:lnTo>
                  <a:lnTo>
                    <a:pt x="1120299" y="1138440"/>
                  </a:lnTo>
                  <a:lnTo>
                    <a:pt x="1122090" y="1138440"/>
                  </a:lnTo>
                  <a:lnTo>
                    <a:pt x="1125671" y="1142021"/>
                  </a:lnTo>
                  <a:lnTo>
                    <a:pt x="1128648" y="1142021"/>
                  </a:lnTo>
                  <a:lnTo>
                    <a:pt x="1132229" y="1138440"/>
                  </a:lnTo>
                  <a:lnTo>
                    <a:pt x="1134020" y="1138440"/>
                  </a:lnTo>
                  <a:lnTo>
                    <a:pt x="1138440" y="1134020"/>
                  </a:lnTo>
                  <a:lnTo>
                    <a:pt x="1138440" y="1132229"/>
                  </a:lnTo>
                  <a:lnTo>
                    <a:pt x="1140231" y="1130439"/>
                  </a:lnTo>
                  <a:lnTo>
                    <a:pt x="1140231" y="1128648"/>
                  </a:lnTo>
                  <a:lnTo>
                    <a:pt x="1142021" y="1126857"/>
                  </a:lnTo>
                  <a:lnTo>
                    <a:pt x="1142021" y="1116718"/>
                  </a:lnTo>
                  <a:lnTo>
                    <a:pt x="1140231" y="1114927"/>
                  </a:lnTo>
                  <a:lnTo>
                    <a:pt x="1140231" y="1113137"/>
                  </a:lnTo>
                  <a:lnTo>
                    <a:pt x="1138440" y="1111346"/>
                  </a:lnTo>
                  <a:lnTo>
                    <a:pt x="1138440" y="1109556"/>
                  </a:lnTo>
                  <a:lnTo>
                    <a:pt x="1131636" y="1102752"/>
                  </a:lnTo>
                  <a:close/>
                  <a:moveTo>
                    <a:pt x="1037094" y="1101196"/>
                  </a:moveTo>
                  <a:lnTo>
                    <a:pt x="1039959" y="1101196"/>
                  </a:lnTo>
                  <a:lnTo>
                    <a:pt x="1039959" y="1099406"/>
                  </a:lnTo>
                  <a:lnTo>
                    <a:pt x="1037094" y="1099406"/>
                  </a:lnTo>
                  <a:lnTo>
                    <a:pt x="1037094" y="1101196"/>
                  </a:lnTo>
                  <a:close/>
                  <a:moveTo>
                    <a:pt x="1240267" y="1096183"/>
                  </a:moveTo>
                  <a:lnTo>
                    <a:pt x="1238476" y="1097973"/>
                  </a:lnTo>
                  <a:lnTo>
                    <a:pt x="1233105" y="1097973"/>
                  </a:lnTo>
                  <a:lnTo>
                    <a:pt x="1231314" y="1099764"/>
                  </a:lnTo>
                  <a:lnTo>
                    <a:pt x="1229523" y="1099764"/>
                  </a:lnTo>
                  <a:lnTo>
                    <a:pt x="1221522" y="1107765"/>
                  </a:lnTo>
                  <a:lnTo>
                    <a:pt x="1221522" y="1109556"/>
                  </a:lnTo>
                  <a:lnTo>
                    <a:pt x="1219731" y="1111346"/>
                  </a:lnTo>
                  <a:lnTo>
                    <a:pt x="1219731" y="1116718"/>
                  </a:lnTo>
                  <a:lnTo>
                    <a:pt x="1218780" y="1117669"/>
                  </a:lnTo>
                  <a:lnTo>
                    <a:pt x="1214595" y="1117669"/>
                  </a:lnTo>
                  <a:lnTo>
                    <a:pt x="1212804" y="1115879"/>
                  </a:lnTo>
                  <a:lnTo>
                    <a:pt x="1202665" y="1115879"/>
                  </a:lnTo>
                  <a:lnTo>
                    <a:pt x="1200874" y="1117669"/>
                  </a:lnTo>
                  <a:lnTo>
                    <a:pt x="1199084" y="1117669"/>
                  </a:lnTo>
                  <a:lnTo>
                    <a:pt x="1195861" y="1120892"/>
                  </a:lnTo>
                  <a:lnTo>
                    <a:pt x="1200035" y="1125067"/>
                  </a:lnTo>
                  <a:lnTo>
                    <a:pt x="1200035" y="1126857"/>
                  </a:lnTo>
                  <a:lnTo>
                    <a:pt x="1201826" y="1128648"/>
                  </a:lnTo>
                  <a:lnTo>
                    <a:pt x="1201826" y="1130439"/>
                  </a:lnTo>
                  <a:lnTo>
                    <a:pt x="1203616" y="1132229"/>
                  </a:lnTo>
                  <a:lnTo>
                    <a:pt x="1203616" y="1141786"/>
                  </a:lnTo>
                  <a:lnTo>
                    <a:pt x="1201826" y="1143576"/>
                  </a:lnTo>
                  <a:lnTo>
                    <a:pt x="1201826" y="1145367"/>
                  </a:lnTo>
                  <a:lnTo>
                    <a:pt x="1200035" y="1147158"/>
                  </a:lnTo>
                  <a:lnTo>
                    <a:pt x="1200035" y="1148948"/>
                  </a:lnTo>
                  <a:lnTo>
                    <a:pt x="1192638" y="1156346"/>
                  </a:lnTo>
                  <a:lnTo>
                    <a:pt x="1197293" y="1156346"/>
                  </a:lnTo>
                  <a:lnTo>
                    <a:pt x="1199084" y="1158136"/>
                  </a:lnTo>
                  <a:lnTo>
                    <a:pt x="1200874" y="1158136"/>
                  </a:lnTo>
                  <a:lnTo>
                    <a:pt x="1202665" y="1159927"/>
                  </a:lnTo>
                  <a:lnTo>
                    <a:pt x="1212804" y="1159927"/>
                  </a:lnTo>
                  <a:lnTo>
                    <a:pt x="1214595" y="1158136"/>
                  </a:lnTo>
                  <a:lnTo>
                    <a:pt x="1218176" y="1158136"/>
                  </a:lnTo>
                  <a:lnTo>
                    <a:pt x="1221757" y="1154555"/>
                  </a:lnTo>
                  <a:lnTo>
                    <a:pt x="1224387" y="1154555"/>
                  </a:lnTo>
                  <a:lnTo>
                    <a:pt x="1224387" y="1151925"/>
                  </a:lnTo>
                  <a:lnTo>
                    <a:pt x="1227968" y="1148344"/>
                  </a:lnTo>
                  <a:lnTo>
                    <a:pt x="1227968" y="1146554"/>
                  </a:lnTo>
                  <a:lnTo>
                    <a:pt x="1229759" y="1144763"/>
                  </a:lnTo>
                  <a:lnTo>
                    <a:pt x="1229759" y="1138205"/>
                  </a:lnTo>
                  <a:lnTo>
                    <a:pt x="1222596" y="1131042"/>
                  </a:lnTo>
                  <a:lnTo>
                    <a:pt x="1222596" y="1129252"/>
                  </a:lnTo>
                  <a:lnTo>
                    <a:pt x="1220806" y="1127461"/>
                  </a:lnTo>
                  <a:lnTo>
                    <a:pt x="1220806" y="1125671"/>
                  </a:lnTo>
                  <a:lnTo>
                    <a:pt x="1219015" y="1123880"/>
                  </a:lnTo>
                  <a:lnTo>
                    <a:pt x="1219015" y="1121486"/>
                  </a:lnTo>
                  <a:lnTo>
                    <a:pt x="1219967" y="1120534"/>
                  </a:lnTo>
                  <a:lnTo>
                    <a:pt x="1220571" y="1120534"/>
                  </a:lnTo>
                  <a:lnTo>
                    <a:pt x="1226894" y="1126857"/>
                  </a:lnTo>
                  <a:lnTo>
                    <a:pt x="1226894" y="1128648"/>
                  </a:lnTo>
                  <a:lnTo>
                    <a:pt x="1228684" y="1130439"/>
                  </a:lnTo>
                  <a:lnTo>
                    <a:pt x="1228684" y="1134020"/>
                  </a:lnTo>
                  <a:lnTo>
                    <a:pt x="1230475" y="1135810"/>
                  </a:lnTo>
                  <a:lnTo>
                    <a:pt x="1230475" y="1140231"/>
                  </a:lnTo>
                  <a:lnTo>
                    <a:pt x="1234895" y="1140231"/>
                  </a:lnTo>
                  <a:lnTo>
                    <a:pt x="1236686" y="1142021"/>
                  </a:lnTo>
                  <a:lnTo>
                    <a:pt x="1246825" y="1142021"/>
                  </a:lnTo>
                  <a:lnTo>
                    <a:pt x="1248616" y="1140231"/>
                  </a:lnTo>
                  <a:lnTo>
                    <a:pt x="1250406" y="1140231"/>
                  </a:lnTo>
                  <a:lnTo>
                    <a:pt x="1252197" y="1138440"/>
                  </a:lnTo>
                  <a:lnTo>
                    <a:pt x="1253987" y="1138440"/>
                  </a:lnTo>
                  <a:lnTo>
                    <a:pt x="1260198" y="1132229"/>
                  </a:lnTo>
                  <a:lnTo>
                    <a:pt x="1260198" y="1130439"/>
                  </a:lnTo>
                  <a:lnTo>
                    <a:pt x="1261989" y="1128648"/>
                  </a:lnTo>
                  <a:lnTo>
                    <a:pt x="1261989" y="1126857"/>
                  </a:lnTo>
                  <a:lnTo>
                    <a:pt x="1263779" y="1125067"/>
                  </a:lnTo>
                  <a:lnTo>
                    <a:pt x="1263779" y="1113137"/>
                  </a:lnTo>
                  <a:lnTo>
                    <a:pt x="1261989" y="1111346"/>
                  </a:lnTo>
                  <a:lnTo>
                    <a:pt x="1261989" y="1109556"/>
                  </a:lnTo>
                  <a:lnTo>
                    <a:pt x="1258408" y="1105975"/>
                  </a:lnTo>
                  <a:lnTo>
                    <a:pt x="1258408" y="1104184"/>
                  </a:lnTo>
                  <a:lnTo>
                    <a:pt x="1255778" y="1101554"/>
                  </a:lnTo>
                  <a:lnTo>
                    <a:pt x="1253987" y="1101554"/>
                  </a:lnTo>
                  <a:lnTo>
                    <a:pt x="1250406" y="1097973"/>
                  </a:lnTo>
                  <a:lnTo>
                    <a:pt x="1245035" y="1097973"/>
                  </a:lnTo>
                  <a:lnTo>
                    <a:pt x="1243244" y="1096183"/>
                  </a:lnTo>
                  <a:lnTo>
                    <a:pt x="1240267" y="1096183"/>
                  </a:lnTo>
                  <a:close/>
                  <a:moveTo>
                    <a:pt x="1071115" y="1067298"/>
                  </a:moveTo>
                  <a:lnTo>
                    <a:pt x="1071115" y="1076722"/>
                  </a:lnTo>
                  <a:lnTo>
                    <a:pt x="1072905" y="1078512"/>
                  </a:lnTo>
                  <a:lnTo>
                    <a:pt x="1072905" y="1082932"/>
                  </a:lnTo>
                  <a:lnTo>
                    <a:pt x="1076722" y="1082932"/>
                  </a:lnTo>
                  <a:lnTo>
                    <a:pt x="1078512" y="1081142"/>
                  </a:lnTo>
                  <a:lnTo>
                    <a:pt x="1080303" y="1081142"/>
                  </a:lnTo>
                  <a:lnTo>
                    <a:pt x="1084958" y="1076486"/>
                  </a:lnTo>
                  <a:lnTo>
                    <a:pt x="1080303" y="1076486"/>
                  </a:lnTo>
                  <a:lnTo>
                    <a:pt x="1071115" y="1067298"/>
                  </a:lnTo>
                  <a:close/>
                  <a:moveTo>
                    <a:pt x="1060371" y="1065508"/>
                  </a:moveTo>
                  <a:lnTo>
                    <a:pt x="1060371" y="1070163"/>
                  </a:lnTo>
                  <a:lnTo>
                    <a:pt x="1059420" y="1071115"/>
                  </a:lnTo>
                  <a:lnTo>
                    <a:pt x="1057629" y="1071115"/>
                  </a:lnTo>
                  <a:lnTo>
                    <a:pt x="1052974" y="1075770"/>
                  </a:lnTo>
                  <a:lnTo>
                    <a:pt x="1059420" y="1075770"/>
                  </a:lnTo>
                  <a:lnTo>
                    <a:pt x="1059778" y="1076128"/>
                  </a:lnTo>
                  <a:lnTo>
                    <a:pt x="1057629" y="1076486"/>
                  </a:lnTo>
                  <a:lnTo>
                    <a:pt x="1055839" y="1078277"/>
                  </a:lnTo>
                  <a:lnTo>
                    <a:pt x="1055235" y="1078277"/>
                  </a:lnTo>
                  <a:lnTo>
                    <a:pt x="1053444" y="1076486"/>
                  </a:lnTo>
                  <a:lnTo>
                    <a:pt x="1049863" y="1076486"/>
                  </a:lnTo>
                  <a:lnTo>
                    <a:pt x="1047479" y="1074103"/>
                  </a:lnTo>
                  <a:lnTo>
                    <a:pt x="1040675" y="1080907"/>
                  </a:lnTo>
                  <a:lnTo>
                    <a:pt x="1040675" y="1082697"/>
                  </a:lnTo>
                  <a:lnTo>
                    <a:pt x="1039724" y="1083649"/>
                  </a:lnTo>
                  <a:lnTo>
                    <a:pt x="1037094" y="1083649"/>
                  </a:lnTo>
                  <a:lnTo>
                    <a:pt x="1037094" y="1088069"/>
                  </a:lnTo>
                  <a:lnTo>
                    <a:pt x="1035304" y="1089860"/>
                  </a:lnTo>
                  <a:lnTo>
                    <a:pt x="1035304" y="1093676"/>
                  </a:lnTo>
                  <a:lnTo>
                    <a:pt x="1039724" y="1093676"/>
                  </a:lnTo>
                  <a:lnTo>
                    <a:pt x="1042108" y="1096060"/>
                  </a:lnTo>
                  <a:lnTo>
                    <a:pt x="1049863" y="1088304"/>
                  </a:lnTo>
                  <a:lnTo>
                    <a:pt x="1051654" y="1088304"/>
                  </a:lnTo>
                  <a:lnTo>
                    <a:pt x="1055235" y="1084723"/>
                  </a:lnTo>
                  <a:lnTo>
                    <a:pt x="1058816" y="1084723"/>
                  </a:lnTo>
                  <a:lnTo>
                    <a:pt x="1060607" y="1082932"/>
                  </a:lnTo>
                  <a:lnTo>
                    <a:pt x="1064792" y="1082932"/>
                  </a:lnTo>
                  <a:lnTo>
                    <a:pt x="1066582" y="1084723"/>
                  </a:lnTo>
                  <a:lnTo>
                    <a:pt x="1072424" y="1084723"/>
                  </a:lnTo>
                  <a:lnTo>
                    <a:pt x="1065978" y="1078277"/>
                  </a:lnTo>
                  <a:lnTo>
                    <a:pt x="1064188" y="1078277"/>
                  </a:lnTo>
                  <a:lnTo>
                    <a:pt x="1063236" y="1077326"/>
                  </a:lnTo>
                  <a:lnTo>
                    <a:pt x="1063236" y="1076722"/>
                  </a:lnTo>
                  <a:lnTo>
                    <a:pt x="1065978" y="1073980"/>
                  </a:lnTo>
                  <a:lnTo>
                    <a:pt x="1067769" y="1073980"/>
                  </a:lnTo>
                  <a:lnTo>
                    <a:pt x="1072424" y="1069324"/>
                  </a:lnTo>
                  <a:lnTo>
                    <a:pt x="1064188" y="1069324"/>
                  </a:lnTo>
                  <a:lnTo>
                    <a:pt x="1060371" y="1065508"/>
                  </a:lnTo>
                  <a:close/>
                  <a:moveTo>
                    <a:pt x="1110507" y="1065743"/>
                  </a:moveTo>
                  <a:lnTo>
                    <a:pt x="1110507" y="1075770"/>
                  </a:lnTo>
                  <a:lnTo>
                    <a:pt x="1113137" y="1075770"/>
                  </a:lnTo>
                  <a:lnTo>
                    <a:pt x="1114927" y="1077561"/>
                  </a:lnTo>
                  <a:lnTo>
                    <a:pt x="1118509" y="1077561"/>
                  </a:lnTo>
                  <a:lnTo>
                    <a:pt x="1120299" y="1079351"/>
                  </a:lnTo>
                  <a:lnTo>
                    <a:pt x="1122090" y="1079351"/>
                  </a:lnTo>
                  <a:lnTo>
                    <a:pt x="1128413" y="1085675"/>
                  </a:lnTo>
                  <a:lnTo>
                    <a:pt x="1128413" y="1087465"/>
                  </a:lnTo>
                  <a:lnTo>
                    <a:pt x="1130203" y="1089256"/>
                  </a:lnTo>
                  <a:lnTo>
                    <a:pt x="1130203" y="1091046"/>
                  </a:lnTo>
                  <a:lnTo>
                    <a:pt x="1131994" y="1092837"/>
                  </a:lnTo>
                  <a:lnTo>
                    <a:pt x="1131994" y="1094034"/>
                  </a:lnTo>
                  <a:lnTo>
                    <a:pt x="1134859" y="1094034"/>
                  </a:lnTo>
                  <a:lnTo>
                    <a:pt x="1134859" y="1092837"/>
                  </a:lnTo>
                  <a:lnTo>
                    <a:pt x="1136649" y="1091046"/>
                  </a:lnTo>
                  <a:lnTo>
                    <a:pt x="1136649" y="1080907"/>
                  </a:lnTo>
                  <a:lnTo>
                    <a:pt x="1134859" y="1079116"/>
                  </a:lnTo>
                  <a:lnTo>
                    <a:pt x="1134859" y="1077326"/>
                  </a:lnTo>
                  <a:lnTo>
                    <a:pt x="1133068" y="1075535"/>
                  </a:lnTo>
                  <a:lnTo>
                    <a:pt x="1133068" y="1073744"/>
                  </a:lnTo>
                  <a:lnTo>
                    <a:pt x="1126857" y="1067534"/>
                  </a:lnTo>
                  <a:lnTo>
                    <a:pt x="1125067" y="1067534"/>
                  </a:lnTo>
                  <a:lnTo>
                    <a:pt x="1123276" y="1065743"/>
                  </a:lnTo>
                  <a:lnTo>
                    <a:pt x="1110507" y="1065743"/>
                  </a:lnTo>
                  <a:close/>
                  <a:moveTo>
                    <a:pt x="1358444" y="1063953"/>
                  </a:moveTo>
                  <a:lnTo>
                    <a:pt x="1356653" y="1065743"/>
                  </a:lnTo>
                  <a:lnTo>
                    <a:pt x="1354863" y="1065743"/>
                  </a:lnTo>
                  <a:lnTo>
                    <a:pt x="1353072" y="1067534"/>
                  </a:lnTo>
                  <a:lnTo>
                    <a:pt x="1351282" y="1067534"/>
                  </a:lnTo>
                  <a:lnTo>
                    <a:pt x="1345071" y="1073744"/>
                  </a:lnTo>
                  <a:lnTo>
                    <a:pt x="1345071" y="1075535"/>
                  </a:lnTo>
                  <a:lnTo>
                    <a:pt x="1343280" y="1077326"/>
                  </a:lnTo>
                  <a:lnTo>
                    <a:pt x="1343280" y="1080907"/>
                  </a:lnTo>
                  <a:lnTo>
                    <a:pt x="1341490" y="1082697"/>
                  </a:lnTo>
                  <a:lnTo>
                    <a:pt x="1341490" y="1092837"/>
                  </a:lnTo>
                  <a:lnTo>
                    <a:pt x="1343280" y="1094627"/>
                  </a:lnTo>
                  <a:lnTo>
                    <a:pt x="1343280" y="1096418"/>
                  </a:lnTo>
                  <a:lnTo>
                    <a:pt x="1345071" y="1098208"/>
                  </a:lnTo>
                  <a:lnTo>
                    <a:pt x="1345071" y="1099999"/>
                  </a:lnTo>
                  <a:lnTo>
                    <a:pt x="1353072" y="1108000"/>
                  </a:lnTo>
                  <a:lnTo>
                    <a:pt x="1354863" y="1108000"/>
                  </a:lnTo>
                  <a:lnTo>
                    <a:pt x="1356653" y="1109791"/>
                  </a:lnTo>
                  <a:lnTo>
                    <a:pt x="1362025" y="1109791"/>
                  </a:lnTo>
                  <a:lnTo>
                    <a:pt x="1363816" y="1111581"/>
                  </a:lnTo>
                  <a:lnTo>
                    <a:pt x="1366793" y="1111581"/>
                  </a:lnTo>
                  <a:lnTo>
                    <a:pt x="1368583" y="1109791"/>
                  </a:lnTo>
                  <a:lnTo>
                    <a:pt x="1373955" y="1109791"/>
                  </a:lnTo>
                  <a:lnTo>
                    <a:pt x="1375746" y="1108000"/>
                  </a:lnTo>
                  <a:lnTo>
                    <a:pt x="1377536" y="1108000"/>
                  </a:lnTo>
                  <a:lnTo>
                    <a:pt x="1381117" y="1104419"/>
                  </a:lnTo>
                  <a:lnTo>
                    <a:pt x="1383747" y="1104419"/>
                  </a:lnTo>
                  <a:lnTo>
                    <a:pt x="1383747" y="1101790"/>
                  </a:lnTo>
                  <a:lnTo>
                    <a:pt x="1387328" y="1098208"/>
                  </a:lnTo>
                  <a:lnTo>
                    <a:pt x="1387328" y="1094627"/>
                  </a:lnTo>
                  <a:lnTo>
                    <a:pt x="1389119" y="1092837"/>
                  </a:lnTo>
                  <a:lnTo>
                    <a:pt x="1389119" y="1080907"/>
                  </a:lnTo>
                  <a:lnTo>
                    <a:pt x="1387328" y="1079116"/>
                  </a:lnTo>
                  <a:lnTo>
                    <a:pt x="1387328" y="1077326"/>
                  </a:lnTo>
                  <a:lnTo>
                    <a:pt x="1385538" y="1075535"/>
                  </a:lnTo>
                  <a:lnTo>
                    <a:pt x="1385538" y="1073744"/>
                  </a:lnTo>
                  <a:lnTo>
                    <a:pt x="1377536" y="1065743"/>
                  </a:lnTo>
                  <a:lnTo>
                    <a:pt x="1375746" y="1065743"/>
                  </a:lnTo>
                  <a:lnTo>
                    <a:pt x="1373955" y="1063953"/>
                  </a:lnTo>
                  <a:lnTo>
                    <a:pt x="1358444" y="1063953"/>
                  </a:lnTo>
                  <a:close/>
                  <a:moveTo>
                    <a:pt x="1290403" y="1038885"/>
                  </a:moveTo>
                  <a:lnTo>
                    <a:pt x="1286821" y="1042466"/>
                  </a:lnTo>
                  <a:lnTo>
                    <a:pt x="1285031" y="1042466"/>
                  </a:lnTo>
                  <a:lnTo>
                    <a:pt x="1280611" y="1046886"/>
                  </a:lnTo>
                  <a:lnTo>
                    <a:pt x="1280611" y="1048677"/>
                  </a:lnTo>
                  <a:lnTo>
                    <a:pt x="1277030" y="1052258"/>
                  </a:lnTo>
                  <a:lnTo>
                    <a:pt x="1277030" y="1057629"/>
                  </a:lnTo>
                  <a:lnTo>
                    <a:pt x="1275239" y="1059420"/>
                  </a:lnTo>
                  <a:lnTo>
                    <a:pt x="1275239" y="1062397"/>
                  </a:lnTo>
                  <a:lnTo>
                    <a:pt x="1277030" y="1064188"/>
                  </a:lnTo>
                  <a:lnTo>
                    <a:pt x="1277030" y="1069559"/>
                  </a:lnTo>
                  <a:lnTo>
                    <a:pt x="1278820" y="1071350"/>
                  </a:lnTo>
                  <a:lnTo>
                    <a:pt x="1278820" y="1073141"/>
                  </a:lnTo>
                  <a:lnTo>
                    <a:pt x="1282401" y="1076722"/>
                  </a:lnTo>
                  <a:lnTo>
                    <a:pt x="1282401" y="1079351"/>
                  </a:lnTo>
                  <a:lnTo>
                    <a:pt x="1285031" y="1079351"/>
                  </a:lnTo>
                  <a:lnTo>
                    <a:pt x="1288612" y="1082932"/>
                  </a:lnTo>
                  <a:lnTo>
                    <a:pt x="1292193" y="1082932"/>
                  </a:lnTo>
                  <a:lnTo>
                    <a:pt x="1293984" y="1084723"/>
                  </a:lnTo>
                  <a:lnTo>
                    <a:pt x="1305914" y="1084723"/>
                  </a:lnTo>
                  <a:lnTo>
                    <a:pt x="1307704" y="1082932"/>
                  </a:lnTo>
                  <a:lnTo>
                    <a:pt x="1309495" y="1082932"/>
                  </a:lnTo>
                  <a:lnTo>
                    <a:pt x="1313076" y="1079351"/>
                  </a:lnTo>
                  <a:lnTo>
                    <a:pt x="1314867" y="1079351"/>
                  </a:lnTo>
                  <a:lnTo>
                    <a:pt x="1317496" y="1076722"/>
                  </a:lnTo>
                  <a:lnTo>
                    <a:pt x="1317496" y="1074931"/>
                  </a:lnTo>
                  <a:lnTo>
                    <a:pt x="1321077" y="1071350"/>
                  </a:lnTo>
                  <a:lnTo>
                    <a:pt x="1321077" y="1067769"/>
                  </a:lnTo>
                  <a:lnTo>
                    <a:pt x="1322868" y="1065978"/>
                  </a:lnTo>
                  <a:lnTo>
                    <a:pt x="1322868" y="1055839"/>
                  </a:lnTo>
                  <a:lnTo>
                    <a:pt x="1321077" y="1054048"/>
                  </a:lnTo>
                  <a:lnTo>
                    <a:pt x="1321077" y="1052258"/>
                  </a:lnTo>
                  <a:lnTo>
                    <a:pt x="1319287" y="1050467"/>
                  </a:lnTo>
                  <a:lnTo>
                    <a:pt x="1319287" y="1048677"/>
                  </a:lnTo>
                  <a:lnTo>
                    <a:pt x="1311285" y="1040675"/>
                  </a:lnTo>
                  <a:lnTo>
                    <a:pt x="1309495" y="1040675"/>
                  </a:lnTo>
                  <a:lnTo>
                    <a:pt x="1307704" y="1038885"/>
                  </a:lnTo>
                  <a:lnTo>
                    <a:pt x="1290403" y="1038885"/>
                  </a:lnTo>
                  <a:close/>
                  <a:moveTo>
                    <a:pt x="1041514" y="1038885"/>
                  </a:moveTo>
                  <a:lnTo>
                    <a:pt x="1039724" y="1040675"/>
                  </a:lnTo>
                  <a:lnTo>
                    <a:pt x="1037933" y="1040675"/>
                  </a:lnTo>
                  <a:lnTo>
                    <a:pt x="1036143" y="1042466"/>
                  </a:lnTo>
                  <a:lnTo>
                    <a:pt x="1034352" y="1042466"/>
                  </a:lnTo>
                  <a:lnTo>
                    <a:pt x="1031722" y="1045095"/>
                  </a:lnTo>
                  <a:lnTo>
                    <a:pt x="1031722" y="1046886"/>
                  </a:lnTo>
                  <a:lnTo>
                    <a:pt x="1028141" y="1050467"/>
                  </a:lnTo>
                  <a:lnTo>
                    <a:pt x="1028141" y="1064188"/>
                  </a:lnTo>
                  <a:lnTo>
                    <a:pt x="1031722" y="1067769"/>
                  </a:lnTo>
                  <a:lnTo>
                    <a:pt x="1031722" y="1069559"/>
                  </a:lnTo>
                  <a:lnTo>
                    <a:pt x="1034352" y="1072189"/>
                  </a:lnTo>
                  <a:lnTo>
                    <a:pt x="1036143" y="1072189"/>
                  </a:lnTo>
                  <a:lnTo>
                    <a:pt x="1039724" y="1075770"/>
                  </a:lnTo>
                  <a:lnTo>
                    <a:pt x="1043898" y="1075770"/>
                  </a:lnTo>
                  <a:lnTo>
                    <a:pt x="1043898" y="1072905"/>
                  </a:lnTo>
                  <a:lnTo>
                    <a:pt x="1042701" y="1072905"/>
                  </a:lnTo>
                  <a:lnTo>
                    <a:pt x="1041750" y="1071954"/>
                  </a:lnTo>
                  <a:lnTo>
                    <a:pt x="1041750" y="1070163"/>
                  </a:lnTo>
                  <a:lnTo>
                    <a:pt x="1039120" y="1067534"/>
                  </a:lnTo>
                  <a:lnTo>
                    <a:pt x="1037329" y="1067534"/>
                  </a:lnTo>
                  <a:lnTo>
                    <a:pt x="1036378" y="1066582"/>
                  </a:lnTo>
                  <a:lnTo>
                    <a:pt x="1036378" y="1057025"/>
                  </a:lnTo>
                  <a:lnTo>
                    <a:pt x="1038762" y="1054642"/>
                  </a:lnTo>
                  <a:lnTo>
                    <a:pt x="1036378" y="1052258"/>
                  </a:lnTo>
                  <a:lnTo>
                    <a:pt x="1036378" y="1049863"/>
                  </a:lnTo>
                  <a:lnTo>
                    <a:pt x="1037329" y="1048912"/>
                  </a:lnTo>
                  <a:lnTo>
                    <a:pt x="1039120" y="1048912"/>
                  </a:lnTo>
                  <a:lnTo>
                    <a:pt x="1046282" y="1041750"/>
                  </a:lnTo>
                  <a:lnTo>
                    <a:pt x="1047479" y="1041750"/>
                  </a:lnTo>
                  <a:lnTo>
                    <a:pt x="1047479" y="1038885"/>
                  </a:lnTo>
                  <a:lnTo>
                    <a:pt x="1041514" y="1038885"/>
                  </a:lnTo>
                  <a:close/>
                  <a:moveTo>
                    <a:pt x="1148529" y="1033933"/>
                  </a:moveTo>
                  <a:lnTo>
                    <a:pt x="1143576" y="1038885"/>
                  </a:lnTo>
                  <a:lnTo>
                    <a:pt x="1132833" y="1038885"/>
                  </a:lnTo>
                  <a:lnTo>
                    <a:pt x="1130203" y="1041514"/>
                  </a:lnTo>
                  <a:lnTo>
                    <a:pt x="1130203" y="1043305"/>
                  </a:lnTo>
                  <a:lnTo>
                    <a:pt x="1129252" y="1044256"/>
                  </a:lnTo>
                  <a:lnTo>
                    <a:pt x="1127461" y="1044256"/>
                  </a:lnTo>
                  <a:lnTo>
                    <a:pt x="1123880" y="1047837"/>
                  </a:lnTo>
                  <a:lnTo>
                    <a:pt x="1122090" y="1047837"/>
                  </a:lnTo>
                  <a:lnTo>
                    <a:pt x="1120299" y="1049628"/>
                  </a:lnTo>
                  <a:lnTo>
                    <a:pt x="1117311" y="1049628"/>
                  </a:lnTo>
                  <a:lnTo>
                    <a:pt x="1117311" y="1052493"/>
                  </a:lnTo>
                  <a:lnTo>
                    <a:pt x="1118509" y="1052493"/>
                  </a:lnTo>
                  <a:lnTo>
                    <a:pt x="1120299" y="1054283"/>
                  </a:lnTo>
                  <a:lnTo>
                    <a:pt x="1122090" y="1054283"/>
                  </a:lnTo>
                  <a:lnTo>
                    <a:pt x="1123880" y="1056074"/>
                  </a:lnTo>
                  <a:lnTo>
                    <a:pt x="1134020" y="1056074"/>
                  </a:lnTo>
                  <a:lnTo>
                    <a:pt x="1135810" y="1054283"/>
                  </a:lnTo>
                  <a:lnTo>
                    <a:pt x="1137601" y="1054283"/>
                  </a:lnTo>
                  <a:lnTo>
                    <a:pt x="1139391" y="1052493"/>
                  </a:lnTo>
                  <a:lnTo>
                    <a:pt x="1141182" y="1052493"/>
                  </a:lnTo>
                  <a:lnTo>
                    <a:pt x="1145602" y="1048073"/>
                  </a:lnTo>
                  <a:lnTo>
                    <a:pt x="1145602" y="1046282"/>
                  </a:lnTo>
                  <a:lnTo>
                    <a:pt x="1149183" y="1042701"/>
                  </a:lnTo>
                  <a:lnTo>
                    <a:pt x="1149183" y="1037329"/>
                  </a:lnTo>
                  <a:lnTo>
                    <a:pt x="1148529" y="1033933"/>
                  </a:lnTo>
                  <a:close/>
                  <a:moveTo>
                    <a:pt x="1104184" y="1033513"/>
                  </a:moveTo>
                  <a:lnTo>
                    <a:pt x="1102393" y="1035304"/>
                  </a:lnTo>
                  <a:lnTo>
                    <a:pt x="1096183" y="1035304"/>
                  </a:lnTo>
                  <a:lnTo>
                    <a:pt x="1096183" y="1039120"/>
                  </a:lnTo>
                  <a:lnTo>
                    <a:pt x="1097380" y="1040317"/>
                  </a:lnTo>
                  <a:lnTo>
                    <a:pt x="1097022" y="1040675"/>
                  </a:lnTo>
                  <a:lnTo>
                    <a:pt x="1096418" y="1040675"/>
                  </a:lnTo>
                  <a:lnTo>
                    <a:pt x="1094627" y="1038885"/>
                  </a:lnTo>
                  <a:lnTo>
                    <a:pt x="1085204" y="1038885"/>
                  </a:lnTo>
                  <a:lnTo>
                    <a:pt x="1089020" y="1042701"/>
                  </a:lnTo>
                  <a:lnTo>
                    <a:pt x="1089020" y="1046282"/>
                  </a:lnTo>
                  <a:lnTo>
                    <a:pt x="1090811" y="1048073"/>
                  </a:lnTo>
                  <a:lnTo>
                    <a:pt x="1090811" y="1052493"/>
                  </a:lnTo>
                  <a:lnTo>
                    <a:pt x="1097022" y="1052493"/>
                  </a:lnTo>
                  <a:lnTo>
                    <a:pt x="1098812" y="1054283"/>
                  </a:lnTo>
                  <a:lnTo>
                    <a:pt x="1100603" y="1054283"/>
                  </a:lnTo>
                  <a:lnTo>
                    <a:pt x="1109791" y="1063472"/>
                  </a:lnTo>
                  <a:lnTo>
                    <a:pt x="1109791" y="1050467"/>
                  </a:lnTo>
                  <a:lnTo>
                    <a:pt x="1108594" y="1049270"/>
                  </a:lnTo>
                  <a:lnTo>
                    <a:pt x="1108952" y="1048912"/>
                  </a:lnTo>
                  <a:lnTo>
                    <a:pt x="1115398" y="1048912"/>
                  </a:lnTo>
                  <a:lnTo>
                    <a:pt x="1109791" y="1043305"/>
                  </a:lnTo>
                  <a:lnTo>
                    <a:pt x="1109791" y="1041514"/>
                  </a:lnTo>
                  <a:lnTo>
                    <a:pt x="1108000" y="1039724"/>
                  </a:lnTo>
                  <a:lnTo>
                    <a:pt x="1108000" y="1033513"/>
                  </a:lnTo>
                  <a:lnTo>
                    <a:pt x="1104184" y="1033513"/>
                  </a:lnTo>
                  <a:close/>
                  <a:moveTo>
                    <a:pt x="1099641" y="1042108"/>
                  </a:moveTo>
                  <a:lnTo>
                    <a:pt x="1100603" y="1041750"/>
                  </a:lnTo>
                  <a:lnTo>
                    <a:pt x="1104542" y="1045689"/>
                  </a:lnTo>
                  <a:lnTo>
                    <a:pt x="1103580" y="1046047"/>
                  </a:lnTo>
                  <a:lnTo>
                    <a:pt x="1099641" y="1042108"/>
                  </a:lnTo>
                  <a:close/>
                  <a:moveTo>
                    <a:pt x="1070757" y="1029338"/>
                  </a:moveTo>
                  <a:lnTo>
                    <a:pt x="1068373" y="1031722"/>
                  </a:lnTo>
                  <a:lnTo>
                    <a:pt x="1063001" y="1031722"/>
                  </a:lnTo>
                  <a:lnTo>
                    <a:pt x="1059420" y="1035304"/>
                  </a:lnTo>
                  <a:lnTo>
                    <a:pt x="1057629" y="1035304"/>
                  </a:lnTo>
                  <a:lnTo>
                    <a:pt x="1052974" y="1039959"/>
                  </a:lnTo>
                  <a:lnTo>
                    <a:pt x="1061211" y="1039959"/>
                  </a:lnTo>
                  <a:lnTo>
                    <a:pt x="1063001" y="1041750"/>
                  </a:lnTo>
                  <a:lnTo>
                    <a:pt x="1064792" y="1041750"/>
                  </a:lnTo>
                  <a:lnTo>
                    <a:pt x="1072547" y="1049505"/>
                  </a:lnTo>
                  <a:lnTo>
                    <a:pt x="1080303" y="1041750"/>
                  </a:lnTo>
                  <a:lnTo>
                    <a:pt x="1082093" y="1041750"/>
                  </a:lnTo>
                  <a:lnTo>
                    <a:pt x="1083884" y="1039959"/>
                  </a:lnTo>
                  <a:lnTo>
                    <a:pt x="1088539" y="1039959"/>
                  </a:lnTo>
                  <a:lnTo>
                    <a:pt x="1082093" y="1033513"/>
                  </a:lnTo>
                  <a:lnTo>
                    <a:pt x="1080303" y="1033513"/>
                  </a:lnTo>
                  <a:lnTo>
                    <a:pt x="1078512" y="1031722"/>
                  </a:lnTo>
                  <a:lnTo>
                    <a:pt x="1073141" y="1031722"/>
                  </a:lnTo>
                  <a:lnTo>
                    <a:pt x="1070757" y="1029338"/>
                  </a:lnTo>
                  <a:close/>
                  <a:moveTo>
                    <a:pt x="1076486" y="1006655"/>
                  </a:moveTo>
                  <a:lnTo>
                    <a:pt x="1076486" y="1012865"/>
                  </a:lnTo>
                  <a:lnTo>
                    <a:pt x="1074696" y="1014656"/>
                  </a:lnTo>
                  <a:lnTo>
                    <a:pt x="1074696" y="1017633"/>
                  </a:lnTo>
                  <a:lnTo>
                    <a:pt x="1076486" y="1019424"/>
                  </a:lnTo>
                  <a:lnTo>
                    <a:pt x="1076486" y="1024795"/>
                  </a:lnTo>
                  <a:lnTo>
                    <a:pt x="1080068" y="1028376"/>
                  </a:lnTo>
                  <a:lnTo>
                    <a:pt x="1080068" y="1031006"/>
                  </a:lnTo>
                  <a:lnTo>
                    <a:pt x="1082697" y="1031006"/>
                  </a:lnTo>
                  <a:lnTo>
                    <a:pt x="1086278" y="1034587"/>
                  </a:lnTo>
                  <a:lnTo>
                    <a:pt x="1089860" y="1034587"/>
                  </a:lnTo>
                  <a:lnTo>
                    <a:pt x="1091650" y="1036378"/>
                  </a:lnTo>
                  <a:lnTo>
                    <a:pt x="1095466" y="1036378"/>
                  </a:lnTo>
                  <a:lnTo>
                    <a:pt x="1095466" y="1030771"/>
                  </a:lnTo>
                  <a:lnTo>
                    <a:pt x="1093676" y="1028980"/>
                  </a:lnTo>
                  <a:lnTo>
                    <a:pt x="1093676" y="1028376"/>
                  </a:lnTo>
                  <a:lnTo>
                    <a:pt x="1095466" y="1026586"/>
                  </a:lnTo>
                  <a:lnTo>
                    <a:pt x="1095466" y="1021214"/>
                  </a:lnTo>
                  <a:lnTo>
                    <a:pt x="1099048" y="1017633"/>
                  </a:lnTo>
                  <a:lnTo>
                    <a:pt x="1099048" y="1014656"/>
                  </a:lnTo>
                  <a:lnTo>
                    <a:pt x="1097257" y="1012865"/>
                  </a:lnTo>
                  <a:lnTo>
                    <a:pt x="1097257" y="1010236"/>
                  </a:lnTo>
                  <a:lnTo>
                    <a:pt x="1087465" y="1010236"/>
                  </a:lnTo>
                  <a:lnTo>
                    <a:pt x="1085675" y="1008445"/>
                  </a:lnTo>
                  <a:lnTo>
                    <a:pt x="1083884" y="1008445"/>
                  </a:lnTo>
                  <a:lnTo>
                    <a:pt x="1082093" y="1006655"/>
                  </a:lnTo>
                  <a:lnTo>
                    <a:pt x="1076486" y="1006655"/>
                  </a:lnTo>
                  <a:close/>
                  <a:moveTo>
                    <a:pt x="1039959" y="999257"/>
                  </a:moveTo>
                  <a:lnTo>
                    <a:pt x="1033513" y="1005703"/>
                  </a:lnTo>
                  <a:lnTo>
                    <a:pt x="1033513" y="1007494"/>
                  </a:lnTo>
                  <a:lnTo>
                    <a:pt x="1031722" y="1009284"/>
                  </a:lnTo>
                  <a:lnTo>
                    <a:pt x="1031722" y="1014656"/>
                  </a:lnTo>
                  <a:lnTo>
                    <a:pt x="1029338" y="1017040"/>
                  </a:lnTo>
                  <a:lnTo>
                    <a:pt x="1031722" y="1019424"/>
                  </a:lnTo>
                  <a:lnTo>
                    <a:pt x="1031722" y="1024795"/>
                  </a:lnTo>
                  <a:lnTo>
                    <a:pt x="1035304" y="1028376"/>
                  </a:lnTo>
                  <a:lnTo>
                    <a:pt x="1035304" y="1031006"/>
                  </a:lnTo>
                  <a:lnTo>
                    <a:pt x="1037933" y="1031006"/>
                  </a:lnTo>
                  <a:lnTo>
                    <a:pt x="1041514" y="1034587"/>
                  </a:lnTo>
                  <a:lnTo>
                    <a:pt x="1046886" y="1034587"/>
                  </a:lnTo>
                  <a:lnTo>
                    <a:pt x="1048677" y="1036378"/>
                  </a:lnTo>
                  <a:lnTo>
                    <a:pt x="1054519" y="1036378"/>
                  </a:lnTo>
                  <a:lnTo>
                    <a:pt x="1049863" y="1031722"/>
                  </a:lnTo>
                  <a:lnTo>
                    <a:pt x="1046282" y="1031722"/>
                  </a:lnTo>
                  <a:lnTo>
                    <a:pt x="1039120" y="1024560"/>
                  </a:lnTo>
                  <a:lnTo>
                    <a:pt x="1037329" y="1024560"/>
                  </a:lnTo>
                  <a:lnTo>
                    <a:pt x="1036378" y="1023609"/>
                  </a:lnTo>
                  <a:lnTo>
                    <a:pt x="1036378" y="1006890"/>
                  </a:lnTo>
                  <a:lnTo>
                    <a:pt x="1037329" y="1005938"/>
                  </a:lnTo>
                  <a:lnTo>
                    <a:pt x="1039959" y="1005938"/>
                  </a:lnTo>
                  <a:lnTo>
                    <a:pt x="1039959" y="999257"/>
                  </a:lnTo>
                  <a:close/>
                  <a:moveTo>
                    <a:pt x="1135575" y="997702"/>
                  </a:moveTo>
                  <a:lnTo>
                    <a:pt x="1135575" y="1005703"/>
                  </a:lnTo>
                  <a:lnTo>
                    <a:pt x="1133784" y="1007494"/>
                  </a:lnTo>
                  <a:lnTo>
                    <a:pt x="1133784" y="1009284"/>
                  </a:lnTo>
                  <a:lnTo>
                    <a:pt x="1131994" y="1011075"/>
                  </a:lnTo>
                  <a:lnTo>
                    <a:pt x="1131994" y="1014891"/>
                  </a:lnTo>
                  <a:lnTo>
                    <a:pt x="1136414" y="1014891"/>
                  </a:lnTo>
                  <a:lnTo>
                    <a:pt x="1139995" y="1018472"/>
                  </a:lnTo>
                  <a:lnTo>
                    <a:pt x="1141786" y="1018472"/>
                  </a:lnTo>
                  <a:lnTo>
                    <a:pt x="1146318" y="1023005"/>
                  </a:lnTo>
                  <a:lnTo>
                    <a:pt x="1146318" y="1024795"/>
                  </a:lnTo>
                  <a:lnTo>
                    <a:pt x="1148109" y="1026586"/>
                  </a:lnTo>
                  <a:lnTo>
                    <a:pt x="1148109" y="1028376"/>
                  </a:lnTo>
                  <a:lnTo>
                    <a:pt x="1149900" y="1030167"/>
                  </a:lnTo>
                  <a:lnTo>
                    <a:pt x="1149900" y="1031364"/>
                  </a:lnTo>
                  <a:lnTo>
                    <a:pt x="1152764" y="1031364"/>
                  </a:lnTo>
                  <a:lnTo>
                    <a:pt x="1152764" y="1030167"/>
                  </a:lnTo>
                  <a:lnTo>
                    <a:pt x="1156346" y="1026586"/>
                  </a:lnTo>
                  <a:lnTo>
                    <a:pt x="1156346" y="1011075"/>
                  </a:lnTo>
                  <a:lnTo>
                    <a:pt x="1154555" y="1009284"/>
                  </a:lnTo>
                  <a:lnTo>
                    <a:pt x="1154555" y="1007494"/>
                  </a:lnTo>
                  <a:lnTo>
                    <a:pt x="1148344" y="1001283"/>
                  </a:lnTo>
                  <a:lnTo>
                    <a:pt x="1146554" y="1001283"/>
                  </a:lnTo>
                  <a:lnTo>
                    <a:pt x="1144763" y="999492"/>
                  </a:lnTo>
                  <a:lnTo>
                    <a:pt x="1142973" y="999492"/>
                  </a:lnTo>
                  <a:lnTo>
                    <a:pt x="1141182" y="997702"/>
                  </a:lnTo>
                  <a:lnTo>
                    <a:pt x="1135575" y="997702"/>
                  </a:lnTo>
                  <a:close/>
                  <a:moveTo>
                    <a:pt x="1049270" y="998776"/>
                  </a:moveTo>
                  <a:lnTo>
                    <a:pt x="1055839" y="998776"/>
                  </a:lnTo>
                  <a:lnTo>
                    <a:pt x="1057629" y="1000567"/>
                  </a:lnTo>
                  <a:lnTo>
                    <a:pt x="1059420" y="1000567"/>
                  </a:lnTo>
                  <a:lnTo>
                    <a:pt x="1065743" y="1006890"/>
                  </a:lnTo>
                  <a:lnTo>
                    <a:pt x="1065743" y="1008680"/>
                  </a:lnTo>
                  <a:lnTo>
                    <a:pt x="1067534" y="1010471"/>
                  </a:lnTo>
                  <a:lnTo>
                    <a:pt x="1067534" y="1015843"/>
                  </a:lnTo>
                  <a:lnTo>
                    <a:pt x="1068731" y="1017040"/>
                  </a:lnTo>
                  <a:lnTo>
                    <a:pt x="1067534" y="1018237"/>
                  </a:lnTo>
                  <a:lnTo>
                    <a:pt x="1067534" y="1023609"/>
                  </a:lnTo>
                  <a:lnTo>
                    <a:pt x="1063953" y="1027190"/>
                  </a:lnTo>
                  <a:lnTo>
                    <a:pt x="1063953" y="1033032"/>
                  </a:lnTo>
                  <a:lnTo>
                    <a:pt x="1072189" y="1024795"/>
                  </a:lnTo>
                  <a:lnTo>
                    <a:pt x="1072189" y="1023005"/>
                  </a:lnTo>
                  <a:lnTo>
                    <a:pt x="1073980" y="1021214"/>
                  </a:lnTo>
                  <a:lnTo>
                    <a:pt x="1073980" y="1007494"/>
                  </a:lnTo>
                  <a:lnTo>
                    <a:pt x="1072189" y="1005703"/>
                  </a:lnTo>
                  <a:lnTo>
                    <a:pt x="1072189" y="1003912"/>
                  </a:lnTo>
                  <a:lnTo>
                    <a:pt x="1065978" y="997702"/>
                  </a:lnTo>
                  <a:lnTo>
                    <a:pt x="1064188" y="997702"/>
                  </a:lnTo>
                  <a:lnTo>
                    <a:pt x="1062397" y="995911"/>
                  </a:lnTo>
                  <a:lnTo>
                    <a:pt x="1049270" y="998776"/>
                  </a:lnTo>
                  <a:close/>
                  <a:moveTo>
                    <a:pt x="1346861" y="986600"/>
                  </a:moveTo>
                  <a:lnTo>
                    <a:pt x="1346861" y="989588"/>
                  </a:lnTo>
                  <a:lnTo>
                    <a:pt x="1345071" y="991379"/>
                  </a:lnTo>
                  <a:lnTo>
                    <a:pt x="1345071" y="994960"/>
                  </a:lnTo>
                  <a:lnTo>
                    <a:pt x="1341490" y="998541"/>
                  </a:lnTo>
                  <a:lnTo>
                    <a:pt x="1341490" y="1000331"/>
                  </a:lnTo>
                  <a:lnTo>
                    <a:pt x="1336957" y="1004864"/>
                  </a:lnTo>
                  <a:lnTo>
                    <a:pt x="1335167" y="1004864"/>
                  </a:lnTo>
                  <a:lnTo>
                    <a:pt x="1331586" y="1008445"/>
                  </a:lnTo>
                  <a:lnTo>
                    <a:pt x="1324423" y="1008445"/>
                  </a:lnTo>
                  <a:lnTo>
                    <a:pt x="1323226" y="1009642"/>
                  </a:lnTo>
                  <a:lnTo>
                    <a:pt x="1322029" y="1008445"/>
                  </a:lnTo>
                  <a:lnTo>
                    <a:pt x="1314867" y="1008445"/>
                  </a:lnTo>
                  <a:lnTo>
                    <a:pt x="1313076" y="1006655"/>
                  </a:lnTo>
                  <a:lnTo>
                    <a:pt x="1311285" y="1006655"/>
                  </a:lnTo>
                  <a:lnTo>
                    <a:pt x="1308124" y="1003493"/>
                  </a:lnTo>
                  <a:lnTo>
                    <a:pt x="1306098" y="1005519"/>
                  </a:lnTo>
                  <a:lnTo>
                    <a:pt x="1307469" y="1006890"/>
                  </a:lnTo>
                  <a:lnTo>
                    <a:pt x="1307469" y="1008680"/>
                  </a:lnTo>
                  <a:lnTo>
                    <a:pt x="1315470" y="1016682"/>
                  </a:lnTo>
                  <a:lnTo>
                    <a:pt x="1317261" y="1016682"/>
                  </a:lnTo>
                  <a:lnTo>
                    <a:pt x="1319052" y="1018472"/>
                  </a:lnTo>
                  <a:lnTo>
                    <a:pt x="1322633" y="1018472"/>
                  </a:lnTo>
                  <a:lnTo>
                    <a:pt x="1324423" y="1020263"/>
                  </a:lnTo>
                  <a:lnTo>
                    <a:pt x="1330982" y="1020263"/>
                  </a:lnTo>
                  <a:lnTo>
                    <a:pt x="1332772" y="1018472"/>
                  </a:lnTo>
                  <a:lnTo>
                    <a:pt x="1336353" y="1018472"/>
                  </a:lnTo>
                  <a:lnTo>
                    <a:pt x="1338144" y="1016682"/>
                  </a:lnTo>
                  <a:lnTo>
                    <a:pt x="1339934" y="1016682"/>
                  </a:lnTo>
                  <a:lnTo>
                    <a:pt x="1349726" y="1006890"/>
                  </a:lnTo>
                  <a:lnTo>
                    <a:pt x="1349726" y="1003309"/>
                  </a:lnTo>
                  <a:lnTo>
                    <a:pt x="1351517" y="1001518"/>
                  </a:lnTo>
                  <a:lnTo>
                    <a:pt x="1351517" y="989588"/>
                  </a:lnTo>
                  <a:lnTo>
                    <a:pt x="1349726" y="987797"/>
                  </a:lnTo>
                  <a:lnTo>
                    <a:pt x="1346861" y="986600"/>
                  </a:lnTo>
                  <a:close/>
                  <a:moveTo>
                    <a:pt x="1110507" y="981587"/>
                  </a:moveTo>
                  <a:lnTo>
                    <a:pt x="1110507" y="985403"/>
                  </a:lnTo>
                  <a:lnTo>
                    <a:pt x="1112298" y="987194"/>
                  </a:lnTo>
                  <a:lnTo>
                    <a:pt x="1112298" y="993169"/>
                  </a:lnTo>
                  <a:lnTo>
                    <a:pt x="1110507" y="994960"/>
                  </a:lnTo>
                  <a:lnTo>
                    <a:pt x="1110507" y="998541"/>
                  </a:lnTo>
                  <a:lnTo>
                    <a:pt x="1108123" y="1000925"/>
                  </a:lnTo>
                  <a:lnTo>
                    <a:pt x="1112298" y="1005099"/>
                  </a:lnTo>
                  <a:lnTo>
                    <a:pt x="1112298" y="1006890"/>
                  </a:lnTo>
                  <a:lnTo>
                    <a:pt x="1115521" y="1010113"/>
                  </a:lnTo>
                  <a:lnTo>
                    <a:pt x="1125067" y="1000567"/>
                  </a:lnTo>
                  <a:lnTo>
                    <a:pt x="1126857" y="1000567"/>
                  </a:lnTo>
                  <a:lnTo>
                    <a:pt x="1128648" y="998776"/>
                  </a:lnTo>
                  <a:lnTo>
                    <a:pt x="1134859" y="998776"/>
                  </a:lnTo>
                  <a:lnTo>
                    <a:pt x="1134859" y="994960"/>
                  </a:lnTo>
                  <a:lnTo>
                    <a:pt x="1133068" y="993169"/>
                  </a:lnTo>
                  <a:lnTo>
                    <a:pt x="1133068" y="991379"/>
                  </a:lnTo>
                  <a:lnTo>
                    <a:pt x="1125067" y="983377"/>
                  </a:lnTo>
                  <a:lnTo>
                    <a:pt x="1123276" y="983377"/>
                  </a:lnTo>
                  <a:lnTo>
                    <a:pt x="1121486" y="981587"/>
                  </a:lnTo>
                  <a:lnTo>
                    <a:pt x="1110507" y="981587"/>
                  </a:lnTo>
                  <a:close/>
                  <a:moveTo>
                    <a:pt x="1317261" y="961890"/>
                  </a:moveTo>
                  <a:lnTo>
                    <a:pt x="1315470" y="963681"/>
                  </a:lnTo>
                  <a:lnTo>
                    <a:pt x="1313680" y="963681"/>
                  </a:lnTo>
                  <a:lnTo>
                    <a:pt x="1311889" y="965472"/>
                  </a:lnTo>
                  <a:lnTo>
                    <a:pt x="1310099" y="965472"/>
                  </a:lnTo>
                  <a:lnTo>
                    <a:pt x="1302097" y="973473"/>
                  </a:lnTo>
                  <a:lnTo>
                    <a:pt x="1302097" y="975263"/>
                  </a:lnTo>
                  <a:lnTo>
                    <a:pt x="1300307" y="977054"/>
                  </a:lnTo>
                  <a:lnTo>
                    <a:pt x="1300307" y="982426"/>
                  </a:lnTo>
                  <a:lnTo>
                    <a:pt x="1298516" y="984216"/>
                  </a:lnTo>
                  <a:lnTo>
                    <a:pt x="1298516" y="987194"/>
                  </a:lnTo>
                  <a:lnTo>
                    <a:pt x="1300307" y="988984"/>
                  </a:lnTo>
                  <a:lnTo>
                    <a:pt x="1300307" y="994356"/>
                  </a:lnTo>
                  <a:lnTo>
                    <a:pt x="1302097" y="996146"/>
                  </a:lnTo>
                  <a:lnTo>
                    <a:pt x="1302097" y="997344"/>
                  </a:lnTo>
                  <a:lnTo>
                    <a:pt x="1304962" y="997344"/>
                  </a:lnTo>
                  <a:lnTo>
                    <a:pt x="1304962" y="988984"/>
                  </a:lnTo>
                  <a:lnTo>
                    <a:pt x="1306753" y="987194"/>
                  </a:lnTo>
                  <a:lnTo>
                    <a:pt x="1306753" y="985403"/>
                  </a:lnTo>
                  <a:lnTo>
                    <a:pt x="1308543" y="983612"/>
                  </a:lnTo>
                  <a:lnTo>
                    <a:pt x="1308543" y="981822"/>
                  </a:lnTo>
                  <a:lnTo>
                    <a:pt x="1313076" y="977289"/>
                  </a:lnTo>
                  <a:lnTo>
                    <a:pt x="1314867" y="977289"/>
                  </a:lnTo>
                  <a:lnTo>
                    <a:pt x="1318448" y="973708"/>
                  </a:lnTo>
                  <a:lnTo>
                    <a:pt x="1322029" y="973708"/>
                  </a:lnTo>
                  <a:lnTo>
                    <a:pt x="1323819" y="971918"/>
                  </a:lnTo>
                  <a:lnTo>
                    <a:pt x="1331586" y="971918"/>
                  </a:lnTo>
                  <a:lnTo>
                    <a:pt x="1333376" y="973708"/>
                  </a:lnTo>
                  <a:lnTo>
                    <a:pt x="1336957" y="973708"/>
                  </a:lnTo>
                  <a:lnTo>
                    <a:pt x="1340538" y="977289"/>
                  </a:lnTo>
                  <a:lnTo>
                    <a:pt x="1346380" y="977289"/>
                  </a:lnTo>
                  <a:lnTo>
                    <a:pt x="1342564" y="973473"/>
                  </a:lnTo>
                  <a:lnTo>
                    <a:pt x="1342564" y="971682"/>
                  </a:lnTo>
                  <a:lnTo>
                    <a:pt x="1336353" y="965472"/>
                  </a:lnTo>
                  <a:lnTo>
                    <a:pt x="1334563" y="965472"/>
                  </a:lnTo>
                  <a:lnTo>
                    <a:pt x="1332772" y="963681"/>
                  </a:lnTo>
                  <a:lnTo>
                    <a:pt x="1329191" y="963681"/>
                  </a:lnTo>
                  <a:lnTo>
                    <a:pt x="1327401" y="961890"/>
                  </a:lnTo>
                  <a:lnTo>
                    <a:pt x="1317261" y="961890"/>
                  </a:lnTo>
                  <a:close/>
                  <a:moveTo>
                    <a:pt x="1222361" y="945775"/>
                  </a:moveTo>
                  <a:lnTo>
                    <a:pt x="1218780" y="949356"/>
                  </a:lnTo>
                  <a:lnTo>
                    <a:pt x="1216150" y="949356"/>
                  </a:lnTo>
                  <a:lnTo>
                    <a:pt x="1216150" y="951986"/>
                  </a:lnTo>
                  <a:lnTo>
                    <a:pt x="1212569" y="955567"/>
                  </a:lnTo>
                  <a:lnTo>
                    <a:pt x="1212569" y="957358"/>
                  </a:lnTo>
                  <a:lnTo>
                    <a:pt x="1210779" y="959148"/>
                  </a:lnTo>
                  <a:lnTo>
                    <a:pt x="1210779" y="972869"/>
                  </a:lnTo>
                  <a:lnTo>
                    <a:pt x="1212569" y="974660"/>
                  </a:lnTo>
                  <a:lnTo>
                    <a:pt x="1212569" y="976450"/>
                  </a:lnTo>
                  <a:lnTo>
                    <a:pt x="1216150" y="980031"/>
                  </a:lnTo>
                  <a:lnTo>
                    <a:pt x="1216150" y="981822"/>
                  </a:lnTo>
                  <a:lnTo>
                    <a:pt x="1218780" y="984452"/>
                  </a:lnTo>
                  <a:lnTo>
                    <a:pt x="1220571" y="984452"/>
                  </a:lnTo>
                  <a:lnTo>
                    <a:pt x="1224152" y="988033"/>
                  </a:lnTo>
                  <a:lnTo>
                    <a:pt x="1241453" y="988033"/>
                  </a:lnTo>
                  <a:lnTo>
                    <a:pt x="1243244" y="986242"/>
                  </a:lnTo>
                  <a:lnTo>
                    <a:pt x="1245035" y="986242"/>
                  </a:lnTo>
                  <a:lnTo>
                    <a:pt x="1253036" y="978241"/>
                  </a:lnTo>
                  <a:lnTo>
                    <a:pt x="1253036" y="976450"/>
                  </a:lnTo>
                  <a:lnTo>
                    <a:pt x="1254827" y="974660"/>
                  </a:lnTo>
                  <a:lnTo>
                    <a:pt x="1254827" y="971078"/>
                  </a:lnTo>
                  <a:lnTo>
                    <a:pt x="1256617" y="969288"/>
                  </a:lnTo>
                  <a:lnTo>
                    <a:pt x="1256617" y="962730"/>
                  </a:lnTo>
                  <a:lnTo>
                    <a:pt x="1254827" y="960939"/>
                  </a:lnTo>
                  <a:lnTo>
                    <a:pt x="1254827" y="957358"/>
                  </a:lnTo>
                  <a:lnTo>
                    <a:pt x="1253036" y="955567"/>
                  </a:lnTo>
                  <a:lnTo>
                    <a:pt x="1253036" y="953777"/>
                  </a:lnTo>
                  <a:lnTo>
                    <a:pt x="1246825" y="947566"/>
                  </a:lnTo>
                  <a:lnTo>
                    <a:pt x="1243848" y="947566"/>
                  </a:lnTo>
                  <a:lnTo>
                    <a:pt x="1242057" y="949356"/>
                  </a:lnTo>
                  <a:lnTo>
                    <a:pt x="1230710" y="949356"/>
                  </a:lnTo>
                  <a:lnTo>
                    <a:pt x="1228920" y="947566"/>
                  </a:lnTo>
                  <a:lnTo>
                    <a:pt x="1227129" y="947566"/>
                  </a:lnTo>
                  <a:lnTo>
                    <a:pt x="1225338" y="945775"/>
                  </a:lnTo>
                  <a:lnTo>
                    <a:pt x="1222361" y="945775"/>
                  </a:lnTo>
                  <a:close/>
                  <a:moveTo>
                    <a:pt x="1031722" y="962126"/>
                  </a:moveTo>
                  <a:lnTo>
                    <a:pt x="1039724" y="970127"/>
                  </a:lnTo>
                  <a:lnTo>
                    <a:pt x="1043305" y="970127"/>
                  </a:lnTo>
                  <a:lnTo>
                    <a:pt x="1045095" y="971918"/>
                  </a:lnTo>
                  <a:lnTo>
                    <a:pt x="1051654" y="971918"/>
                  </a:lnTo>
                  <a:lnTo>
                    <a:pt x="1053444" y="970127"/>
                  </a:lnTo>
                  <a:lnTo>
                    <a:pt x="1057025" y="970127"/>
                  </a:lnTo>
                  <a:lnTo>
                    <a:pt x="1058816" y="968336"/>
                  </a:lnTo>
                  <a:lnTo>
                    <a:pt x="1060607" y="968336"/>
                  </a:lnTo>
                  <a:lnTo>
                    <a:pt x="1063236" y="965707"/>
                  </a:lnTo>
                  <a:lnTo>
                    <a:pt x="1063236" y="954963"/>
                  </a:lnTo>
                  <a:lnTo>
                    <a:pt x="1065027" y="953173"/>
                  </a:lnTo>
                  <a:lnTo>
                    <a:pt x="1065027" y="949592"/>
                  </a:lnTo>
                  <a:lnTo>
                    <a:pt x="1066582" y="948640"/>
                  </a:lnTo>
                  <a:lnTo>
                    <a:pt x="1067534" y="949592"/>
                  </a:lnTo>
                  <a:lnTo>
                    <a:pt x="1067534" y="959148"/>
                  </a:lnTo>
                  <a:lnTo>
                    <a:pt x="1063953" y="962730"/>
                  </a:lnTo>
                  <a:lnTo>
                    <a:pt x="1063953" y="965707"/>
                  </a:lnTo>
                  <a:lnTo>
                    <a:pt x="1065743" y="967497"/>
                  </a:lnTo>
                  <a:lnTo>
                    <a:pt x="1065743" y="969288"/>
                  </a:lnTo>
                  <a:lnTo>
                    <a:pt x="1071954" y="975499"/>
                  </a:lnTo>
                  <a:lnTo>
                    <a:pt x="1073744" y="975499"/>
                  </a:lnTo>
                  <a:lnTo>
                    <a:pt x="1076128" y="977883"/>
                  </a:lnTo>
                  <a:lnTo>
                    <a:pt x="1080303" y="973708"/>
                  </a:lnTo>
                  <a:lnTo>
                    <a:pt x="1082093" y="973708"/>
                  </a:lnTo>
                  <a:lnTo>
                    <a:pt x="1083884" y="971918"/>
                  </a:lnTo>
                  <a:lnTo>
                    <a:pt x="1085675" y="971918"/>
                  </a:lnTo>
                  <a:lnTo>
                    <a:pt x="1087465" y="970127"/>
                  </a:lnTo>
                  <a:lnTo>
                    <a:pt x="1095231" y="970127"/>
                  </a:lnTo>
                  <a:lnTo>
                    <a:pt x="1097380" y="972276"/>
                  </a:lnTo>
                  <a:lnTo>
                    <a:pt x="1095231" y="974424"/>
                  </a:lnTo>
                  <a:lnTo>
                    <a:pt x="1093441" y="974424"/>
                  </a:lnTo>
                  <a:lnTo>
                    <a:pt x="1089860" y="978005"/>
                  </a:lnTo>
                  <a:lnTo>
                    <a:pt x="1074696" y="978005"/>
                  </a:lnTo>
                  <a:lnTo>
                    <a:pt x="1074696" y="980635"/>
                  </a:lnTo>
                  <a:lnTo>
                    <a:pt x="1072905" y="982426"/>
                  </a:lnTo>
                  <a:lnTo>
                    <a:pt x="1072905" y="987797"/>
                  </a:lnTo>
                  <a:lnTo>
                    <a:pt x="1070521" y="990181"/>
                  </a:lnTo>
                  <a:lnTo>
                    <a:pt x="1072905" y="992565"/>
                  </a:lnTo>
                  <a:lnTo>
                    <a:pt x="1072905" y="997937"/>
                  </a:lnTo>
                  <a:lnTo>
                    <a:pt x="1074696" y="999727"/>
                  </a:lnTo>
                  <a:lnTo>
                    <a:pt x="1074696" y="1001518"/>
                  </a:lnTo>
                  <a:lnTo>
                    <a:pt x="1077326" y="1004148"/>
                  </a:lnTo>
                  <a:lnTo>
                    <a:pt x="1081142" y="1004148"/>
                  </a:lnTo>
                  <a:lnTo>
                    <a:pt x="1081142" y="1001518"/>
                  </a:lnTo>
                  <a:lnTo>
                    <a:pt x="1082093" y="1000567"/>
                  </a:lnTo>
                  <a:lnTo>
                    <a:pt x="1083884" y="1000567"/>
                  </a:lnTo>
                  <a:lnTo>
                    <a:pt x="1087465" y="996985"/>
                  </a:lnTo>
                  <a:lnTo>
                    <a:pt x="1092837" y="996985"/>
                  </a:lnTo>
                  <a:lnTo>
                    <a:pt x="1097257" y="992565"/>
                  </a:lnTo>
                  <a:lnTo>
                    <a:pt x="1097257" y="990775"/>
                  </a:lnTo>
                  <a:lnTo>
                    <a:pt x="1103580" y="984452"/>
                  </a:lnTo>
                  <a:lnTo>
                    <a:pt x="1105371" y="984452"/>
                  </a:lnTo>
                  <a:lnTo>
                    <a:pt x="1107161" y="982661"/>
                  </a:lnTo>
                  <a:lnTo>
                    <a:pt x="1111817" y="982661"/>
                  </a:lnTo>
                  <a:lnTo>
                    <a:pt x="1108000" y="978845"/>
                  </a:lnTo>
                  <a:lnTo>
                    <a:pt x="1108000" y="977054"/>
                  </a:lnTo>
                  <a:lnTo>
                    <a:pt x="1105371" y="974424"/>
                  </a:lnTo>
                  <a:lnTo>
                    <a:pt x="1103580" y="974424"/>
                  </a:lnTo>
                  <a:lnTo>
                    <a:pt x="1099641" y="970485"/>
                  </a:lnTo>
                  <a:lnTo>
                    <a:pt x="1100838" y="969288"/>
                  </a:lnTo>
                  <a:lnTo>
                    <a:pt x="1100838" y="967497"/>
                  </a:lnTo>
                  <a:lnTo>
                    <a:pt x="1102629" y="965707"/>
                  </a:lnTo>
                  <a:lnTo>
                    <a:pt x="1102629" y="951986"/>
                  </a:lnTo>
                  <a:lnTo>
                    <a:pt x="1100838" y="950196"/>
                  </a:lnTo>
                  <a:lnTo>
                    <a:pt x="1100838" y="948405"/>
                  </a:lnTo>
                  <a:lnTo>
                    <a:pt x="1092837" y="940404"/>
                  </a:lnTo>
                  <a:lnTo>
                    <a:pt x="1091046" y="940404"/>
                  </a:lnTo>
                  <a:lnTo>
                    <a:pt x="1089256" y="938613"/>
                  </a:lnTo>
                  <a:lnTo>
                    <a:pt x="1077326" y="938613"/>
                  </a:lnTo>
                  <a:lnTo>
                    <a:pt x="1075535" y="940404"/>
                  </a:lnTo>
                  <a:lnTo>
                    <a:pt x="1073744" y="940404"/>
                  </a:lnTo>
                  <a:lnTo>
                    <a:pt x="1070163" y="943985"/>
                  </a:lnTo>
                  <a:lnTo>
                    <a:pt x="1068373" y="943985"/>
                  </a:lnTo>
                  <a:lnTo>
                    <a:pt x="1067176" y="945182"/>
                  </a:lnTo>
                  <a:lnTo>
                    <a:pt x="1063594" y="941601"/>
                  </a:lnTo>
                  <a:lnTo>
                    <a:pt x="1060371" y="944824"/>
                  </a:lnTo>
                  <a:lnTo>
                    <a:pt x="1060371" y="946614"/>
                  </a:lnTo>
                  <a:lnTo>
                    <a:pt x="1057629" y="949356"/>
                  </a:lnTo>
                  <a:lnTo>
                    <a:pt x="1055839" y="949356"/>
                  </a:lnTo>
                  <a:lnTo>
                    <a:pt x="1054048" y="951147"/>
                  </a:lnTo>
                  <a:lnTo>
                    <a:pt x="1052258" y="951147"/>
                  </a:lnTo>
                  <a:lnTo>
                    <a:pt x="1050467" y="952938"/>
                  </a:lnTo>
                  <a:lnTo>
                    <a:pt x="1040910" y="952938"/>
                  </a:lnTo>
                  <a:lnTo>
                    <a:pt x="1039120" y="951147"/>
                  </a:lnTo>
                  <a:lnTo>
                    <a:pt x="1037329" y="951147"/>
                  </a:lnTo>
                  <a:lnTo>
                    <a:pt x="1029932" y="943750"/>
                  </a:lnTo>
                  <a:lnTo>
                    <a:pt x="1029932" y="958545"/>
                  </a:lnTo>
                  <a:lnTo>
                    <a:pt x="1031722" y="960335"/>
                  </a:lnTo>
                  <a:lnTo>
                    <a:pt x="1031722" y="962126"/>
                  </a:lnTo>
                  <a:close/>
                  <a:moveTo>
                    <a:pt x="1036378" y="965472"/>
                  </a:moveTo>
                  <a:lnTo>
                    <a:pt x="1036378" y="962126"/>
                  </a:lnTo>
                  <a:lnTo>
                    <a:pt x="1037329" y="961174"/>
                  </a:lnTo>
                  <a:lnTo>
                    <a:pt x="1039724" y="961174"/>
                  </a:lnTo>
                  <a:lnTo>
                    <a:pt x="1040675" y="962126"/>
                  </a:lnTo>
                  <a:lnTo>
                    <a:pt x="1040675" y="964520"/>
                  </a:lnTo>
                  <a:lnTo>
                    <a:pt x="1039724" y="965472"/>
                  </a:lnTo>
                  <a:lnTo>
                    <a:pt x="1036378" y="965472"/>
                  </a:lnTo>
                  <a:close/>
                  <a:moveTo>
                    <a:pt x="1136414" y="931451"/>
                  </a:moveTo>
                  <a:lnTo>
                    <a:pt x="1134624" y="933241"/>
                  </a:lnTo>
                  <a:lnTo>
                    <a:pt x="1131994" y="933241"/>
                  </a:lnTo>
                  <a:lnTo>
                    <a:pt x="1131994" y="935871"/>
                  </a:lnTo>
                  <a:lnTo>
                    <a:pt x="1128413" y="939452"/>
                  </a:lnTo>
                  <a:lnTo>
                    <a:pt x="1128413" y="943033"/>
                  </a:lnTo>
                  <a:lnTo>
                    <a:pt x="1126622" y="944824"/>
                  </a:lnTo>
                  <a:lnTo>
                    <a:pt x="1126622" y="954963"/>
                  </a:lnTo>
                  <a:lnTo>
                    <a:pt x="1128413" y="956754"/>
                  </a:lnTo>
                  <a:lnTo>
                    <a:pt x="1128413" y="958545"/>
                  </a:lnTo>
                  <a:lnTo>
                    <a:pt x="1130203" y="960335"/>
                  </a:lnTo>
                  <a:lnTo>
                    <a:pt x="1130203" y="962126"/>
                  </a:lnTo>
                  <a:lnTo>
                    <a:pt x="1134624" y="966546"/>
                  </a:lnTo>
                  <a:lnTo>
                    <a:pt x="1136414" y="966546"/>
                  </a:lnTo>
                  <a:lnTo>
                    <a:pt x="1139995" y="970127"/>
                  </a:lnTo>
                  <a:lnTo>
                    <a:pt x="1157297" y="970127"/>
                  </a:lnTo>
                  <a:lnTo>
                    <a:pt x="1160878" y="966546"/>
                  </a:lnTo>
                  <a:lnTo>
                    <a:pt x="1163508" y="966546"/>
                  </a:lnTo>
                  <a:lnTo>
                    <a:pt x="1163508" y="963916"/>
                  </a:lnTo>
                  <a:lnTo>
                    <a:pt x="1168880" y="958545"/>
                  </a:lnTo>
                  <a:lnTo>
                    <a:pt x="1168880" y="941243"/>
                  </a:lnTo>
                  <a:lnTo>
                    <a:pt x="1165298" y="937662"/>
                  </a:lnTo>
                  <a:lnTo>
                    <a:pt x="1165298" y="935032"/>
                  </a:lnTo>
                  <a:lnTo>
                    <a:pt x="1161482" y="935032"/>
                  </a:lnTo>
                  <a:lnTo>
                    <a:pt x="1159691" y="936823"/>
                  </a:lnTo>
                  <a:lnTo>
                    <a:pt x="1148344" y="936823"/>
                  </a:lnTo>
                  <a:lnTo>
                    <a:pt x="1146554" y="935032"/>
                  </a:lnTo>
                  <a:lnTo>
                    <a:pt x="1144763" y="935032"/>
                  </a:lnTo>
                  <a:lnTo>
                    <a:pt x="1142973" y="933241"/>
                  </a:lnTo>
                  <a:lnTo>
                    <a:pt x="1141182" y="933241"/>
                  </a:lnTo>
                  <a:lnTo>
                    <a:pt x="1139391" y="931451"/>
                  </a:lnTo>
                  <a:lnTo>
                    <a:pt x="1136414" y="931451"/>
                  </a:lnTo>
                  <a:close/>
                  <a:moveTo>
                    <a:pt x="1036859" y="915336"/>
                  </a:moveTo>
                  <a:lnTo>
                    <a:pt x="1040675" y="919152"/>
                  </a:lnTo>
                  <a:lnTo>
                    <a:pt x="1040675" y="921547"/>
                  </a:lnTo>
                  <a:lnTo>
                    <a:pt x="1039724" y="922498"/>
                  </a:lnTo>
                  <a:lnTo>
                    <a:pt x="1037329" y="922498"/>
                  </a:lnTo>
                  <a:lnTo>
                    <a:pt x="1036378" y="921547"/>
                  </a:lnTo>
                  <a:lnTo>
                    <a:pt x="1036378" y="916891"/>
                  </a:lnTo>
                  <a:lnTo>
                    <a:pt x="1029932" y="923337"/>
                  </a:lnTo>
                  <a:lnTo>
                    <a:pt x="1029932" y="925128"/>
                  </a:lnTo>
                  <a:lnTo>
                    <a:pt x="1028141" y="926918"/>
                  </a:lnTo>
                  <a:lnTo>
                    <a:pt x="1028141" y="930499"/>
                  </a:lnTo>
                  <a:lnTo>
                    <a:pt x="1026351" y="932290"/>
                  </a:lnTo>
                  <a:lnTo>
                    <a:pt x="1026351" y="935267"/>
                  </a:lnTo>
                  <a:lnTo>
                    <a:pt x="1028141" y="937058"/>
                  </a:lnTo>
                  <a:lnTo>
                    <a:pt x="1028141" y="942429"/>
                  </a:lnTo>
                  <a:lnTo>
                    <a:pt x="1032797" y="947085"/>
                  </a:lnTo>
                  <a:lnTo>
                    <a:pt x="1032797" y="942429"/>
                  </a:lnTo>
                  <a:lnTo>
                    <a:pt x="1036378" y="938848"/>
                  </a:lnTo>
                  <a:lnTo>
                    <a:pt x="1036378" y="933477"/>
                  </a:lnTo>
                  <a:lnTo>
                    <a:pt x="1037329" y="932525"/>
                  </a:lnTo>
                  <a:lnTo>
                    <a:pt x="1039724" y="932525"/>
                  </a:lnTo>
                  <a:lnTo>
                    <a:pt x="1041514" y="934316"/>
                  </a:lnTo>
                  <a:lnTo>
                    <a:pt x="1055839" y="934316"/>
                  </a:lnTo>
                  <a:lnTo>
                    <a:pt x="1059420" y="937897"/>
                  </a:lnTo>
                  <a:lnTo>
                    <a:pt x="1061211" y="937897"/>
                  </a:lnTo>
                  <a:lnTo>
                    <a:pt x="1062162" y="938848"/>
                  </a:lnTo>
                  <a:lnTo>
                    <a:pt x="1062162" y="940046"/>
                  </a:lnTo>
                  <a:lnTo>
                    <a:pt x="1065027" y="940046"/>
                  </a:lnTo>
                  <a:lnTo>
                    <a:pt x="1065027" y="928709"/>
                  </a:lnTo>
                  <a:lnTo>
                    <a:pt x="1063236" y="926918"/>
                  </a:lnTo>
                  <a:lnTo>
                    <a:pt x="1063236" y="925128"/>
                  </a:lnTo>
                  <a:lnTo>
                    <a:pt x="1061446" y="923337"/>
                  </a:lnTo>
                  <a:lnTo>
                    <a:pt x="1061446" y="921547"/>
                  </a:lnTo>
                  <a:lnTo>
                    <a:pt x="1058816" y="918917"/>
                  </a:lnTo>
                  <a:lnTo>
                    <a:pt x="1057025" y="918917"/>
                  </a:lnTo>
                  <a:lnTo>
                    <a:pt x="1055235" y="917126"/>
                  </a:lnTo>
                  <a:lnTo>
                    <a:pt x="1053444" y="917126"/>
                  </a:lnTo>
                  <a:lnTo>
                    <a:pt x="1051654" y="915336"/>
                  </a:lnTo>
                  <a:lnTo>
                    <a:pt x="1036859" y="915336"/>
                  </a:lnTo>
                  <a:close/>
                  <a:moveTo>
                    <a:pt x="1227733" y="904592"/>
                  </a:moveTo>
                  <a:lnTo>
                    <a:pt x="1224152" y="908174"/>
                  </a:lnTo>
                  <a:lnTo>
                    <a:pt x="1222361" y="908174"/>
                  </a:lnTo>
                  <a:lnTo>
                    <a:pt x="1217941" y="912594"/>
                  </a:lnTo>
                  <a:lnTo>
                    <a:pt x="1217941" y="914384"/>
                  </a:lnTo>
                  <a:lnTo>
                    <a:pt x="1214360" y="917965"/>
                  </a:lnTo>
                  <a:lnTo>
                    <a:pt x="1214360" y="935267"/>
                  </a:lnTo>
                  <a:lnTo>
                    <a:pt x="1216150" y="937058"/>
                  </a:lnTo>
                  <a:lnTo>
                    <a:pt x="1216150" y="938848"/>
                  </a:lnTo>
                  <a:lnTo>
                    <a:pt x="1222361" y="945059"/>
                  </a:lnTo>
                  <a:lnTo>
                    <a:pt x="1227129" y="945059"/>
                  </a:lnTo>
                  <a:lnTo>
                    <a:pt x="1228920" y="943269"/>
                  </a:lnTo>
                  <a:lnTo>
                    <a:pt x="1238476" y="943269"/>
                  </a:lnTo>
                  <a:lnTo>
                    <a:pt x="1240267" y="945059"/>
                  </a:lnTo>
                  <a:lnTo>
                    <a:pt x="1242057" y="945059"/>
                  </a:lnTo>
                  <a:lnTo>
                    <a:pt x="1243848" y="946850"/>
                  </a:lnTo>
                  <a:lnTo>
                    <a:pt x="1248616" y="946850"/>
                  </a:lnTo>
                  <a:lnTo>
                    <a:pt x="1256617" y="938848"/>
                  </a:lnTo>
                  <a:lnTo>
                    <a:pt x="1256617" y="937058"/>
                  </a:lnTo>
                  <a:lnTo>
                    <a:pt x="1258408" y="935267"/>
                  </a:lnTo>
                  <a:lnTo>
                    <a:pt x="1258408" y="917965"/>
                  </a:lnTo>
                  <a:lnTo>
                    <a:pt x="1254827" y="914384"/>
                  </a:lnTo>
                  <a:lnTo>
                    <a:pt x="1254827" y="912594"/>
                  </a:lnTo>
                  <a:lnTo>
                    <a:pt x="1250406" y="908174"/>
                  </a:lnTo>
                  <a:lnTo>
                    <a:pt x="1248616" y="908174"/>
                  </a:lnTo>
                  <a:lnTo>
                    <a:pt x="1245035" y="904592"/>
                  </a:lnTo>
                  <a:lnTo>
                    <a:pt x="1227733" y="904592"/>
                  </a:lnTo>
                  <a:close/>
                  <a:moveTo>
                    <a:pt x="1114088" y="897195"/>
                  </a:moveTo>
                  <a:lnTo>
                    <a:pt x="1114088" y="901850"/>
                  </a:lnTo>
                  <a:lnTo>
                    <a:pt x="1112298" y="903641"/>
                  </a:lnTo>
                  <a:lnTo>
                    <a:pt x="1112298" y="905432"/>
                  </a:lnTo>
                  <a:lnTo>
                    <a:pt x="1108717" y="909013"/>
                  </a:lnTo>
                  <a:lnTo>
                    <a:pt x="1108717" y="910803"/>
                  </a:lnTo>
                  <a:lnTo>
                    <a:pt x="1102393" y="917126"/>
                  </a:lnTo>
                  <a:lnTo>
                    <a:pt x="1100603" y="917126"/>
                  </a:lnTo>
                  <a:lnTo>
                    <a:pt x="1098812" y="918917"/>
                  </a:lnTo>
                  <a:lnTo>
                    <a:pt x="1097022" y="918917"/>
                  </a:lnTo>
                  <a:lnTo>
                    <a:pt x="1095231" y="920707"/>
                  </a:lnTo>
                  <a:lnTo>
                    <a:pt x="1089020" y="920707"/>
                  </a:lnTo>
                  <a:lnTo>
                    <a:pt x="1089020" y="926314"/>
                  </a:lnTo>
                  <a:lnTo>
                    <a:pt x="1090811" y="928105"/>
                  </a:lnTo>
                  <a:lnTo>
                    <a:pt x="1090811" y="929896"/>
                  </a:lnTo>
                  <a:lnTo>
                    <a:pt x="1098812" y="937897"/>
                  </a:lnTo>
                  <a:lnTo>
                    <a:pt x="1100603" y="937897"/>
                  </a:lnTo>
                  <a:lnTo>
                    <a:pt x="1102393" y="939687"/>
                  </a:lnTo>
                  <a:lnTo>
                    <a:pt x="1117905" y="939687"/>
                  </a:lnTo>
                  <a:lnTo>
                    <a:pt x="1121486" y="936106"/>
                  </a:lnTo>
                  <a:lnTo>
                    <a:pt x="1123276" y="936106"/>
                  </a:lnTo>
                  <a:lnTo>
                    <a:pt x="1125906" y="933477"/>
                  </a:lnTo>
                  <a:lnTo>
                    <a:pt x="1125906" y="931686"/>
                  </a:lnTo>
                  <a:lnTo>
                    <a:pt x="1129487" y="928105"/>
                  </a:lnTo>
                  <a:lnTo>
                    <a:pt x="1129487" y="910803"/>
                  </a:lnTo>
                  <a:lnTo>
                    <a:pt x="1125906" y="907222"/>
                  </a:lnTo>
                  <a:lnTo>
                    <a:pt x="1125906" y="905432"/>
                  </a:lnTo>
                  <a:lnTo>
                    <a:pt x="1123276" y="902802"/>
                  </a:lnTo>
                  <a:lnTo>
                    <a:pt x="1121486" y="902802"/>
                  </a:lnTo>
                  <a:lnTo>
                    <a:pt x="1119695" y="901011"/>
                  </a:lnTo>
                  <a:lnTo>
                    <a:pt x="1117905" y="901011"/>
                  </a:lnTo>
                  <a:lnTo>
                    <a:pt x="1114088" y="897195"/>
                  </a:lnTo>
                  <a:close/>
                  <a:moveTo>
                    <a:pt x="1071115" y="891823"/>
                  </a:moveTo>
                  <a:lnTo>
                    <a:pt x="1071115" y="904828"/>
                  </a:lnTo>
                  <a:lnTo>
                    <a:pt x="1072905" y="906618"/>
                  </a:lnTo>
                  <a:lnTo>
                    <a:pt x="1072905" y="910199"/>
                  </a:lnTo>
                  <a:lnTo>
                    <a:pt x="1080907" y="918201"/>
                  </a:lnTo>
                  <a:lnTo>
                    <a:pt x="1082697" y="918201"/>
                  </a:lnTo>
                  <a:lnTo>
                    <a:pt x="1084488" y="919991"/>
                  </a:lnTo>
                  <a:lnTo>
                    <a:pt x="1088304" y="919991"/>
                  </a:lnTo>
                  <a:lnTo>
                    <a:pt x="1088304" y="914384"/>
                  </a:lnTo>
                  <a:lnTo>
                    <a:pt x="1083884" y="909964"/>
                  </a:lnTo>
                  <a:lnTo>
                    <a:pt x="1082093" y="909964"/>
                  </a:lnTo>
                  <a:lnTo>
                    <a:pt x="1079351" y="907222"/>
                  </a:lnTo>
                  <a:lnTo>
                    <a:pt x="1079351" y="905432"/>
                  </a:lnTo>
                  <a:lnTo>
                    <a:pt x="1075770" y="901850"/>
                  </a:lnTo>
                  <a:lnTo>
                    <a:pt x="1075770" y="896479"/>
                  </a:lnTo>
                  <a:lnTo>
                    <a:pt x="1071115" y="891823"/>
                  </a:lnTo>
                  <a:close/>
                  <a:moveTo>
                    <a:pt x="1113372" y="881080"/>
                  </a:moveTo>
                  <a:lnTo>
                    <a:pt x="1108717" y="885735"/>
                  </a:lnTo>
                  <a:lnTo>
                    <a:pt x="1108717" y="890503"/>
                  </a:lnTo>
                  <a:lnTo>
                    <a:pt x="1110507" y="892294"/>
                  </a:lnTo>
                  <a:lnTo>
                    <a:pt x="1110507" y="894084"/>
                  </a:lnTo>
                  <a:lnTo>
                    <a:pt x="1112298" y="895875"/>
                  </a:lnTo>
                  <a:lnTo>
                    <a:pt x="1112298" y="897072"/>
                  </a:lnTo>
                  <a:lnTo>
                    <a:pt x="1115163" y="897072"/>
                  </a:lnTo>
                  <a:lnTo>
                    <a:pt x="1115163" y="887526"/>
                  </a:lnTo>
                  <a:lnTo>
                    <a:pt x="1113372" y="885735"/>
                  </a:lnTo>
                  <a:lnTo>
                    <a:pt x="1113372" y="881080"/>
                  </a:lnTo>
                  <a:close/>
                  <a:moveTo>
                    <a:pt x="1039724" y="868781"/>
                  </a:moveTo>
                  <a:lnTo>
                    <a:pt x="1035068" y="873437"/>
                  </a:lnTo>
                  <a:lnTo>
                    <a:pt x="1039724" y="873437"/>
                  </a:lnTo>
                  <a:lnTo>
                    <a:pt x="1040675" y="874388"/>
                  </a:lnTo>
                  <a:lnTo>
                    <a:pt x="1040675" y="876783"/>
                  </a:lnTo>
                  <a:lnTo>
                    <a:pt x="1039724" y="877734"/>
                  </a:lnTo>
                  <a:lnTo>
                    <a:pt x="1037329" y="877734"/>
                  </a:lnTo>
                  <a:lnTo>
                    <a:pt x="1036378" y="876783"/>
                  </a:lnTo>
                  <a:lnTo>
                    <a:pt x="1036378" y="875585"/>
                  </a:lnTo>
                  <a:lnTo>
                    <a:pt x="1033513" y="875585"/>
                  </a:lnTo>
                  <a:lnTo>
                    <a:pt x="1033513" y="876783"/>
                  </a:lnTo>
                  <a:lnTo>
                    <a:pt x="1031722" y="878573"/>
                  </a:lnTo>
                  <a:lnTo>
                    <a:pt x="1031722" y="892294"/>
                  </a:lnTo>
                  <a:lnTo>
                    <a:pt x="1033513" y="894084"/>
                  </a:lnTo>
                  <a:lnTo>
                    <a:pt x="1033513" y="895875"/>
                  </a:lnTo>
                  <a:lnTo>
                    <a:pt x="1041514" y="903876"/>
                  </a:lnTo>
                  <a:lnTo>
                    <a:pt x="1046886" y="903876"/>
                  </a:lnTo>
                  <a:lnTo>
                    <a:pt x="1048677" y="905667"/>
                  </a:lnTo>
                  <a:lnTo>
                    <a:pt x="1051654" y="905667"/>
                  </a:lnTo>
                  <a:lnTo>
                    <a:pt x="1053444" y="903876"/>
                  </a:lnTo>
                  <a:lnTo>
                    <a:pt x="1058816" y="903876"/>
                  </a:lnTo>
                  <a:lnTo>
                    <a:pt x="1062397" y="900295"/>
                  </a:lnTo>
                  <a:lnTo>
                    <a:pt x="1065027" y="900295"/>
                  </a:lnTo>
                  <a:lnTo>
                    <a:pt x="1065027" y="897665"/>
                  </a:lnTo>
                  <a:lnTo>
                    <a:pt x="1068608" y="894084"/>
                  </a:lnTo>
                  <a:lnTo>
                    <a:pt x="1068608" y="888713"/>
                  </a:lnTo>
                  <a:lnTo>
                    <a:pt x="1070992" y="886329"/>
                  </a:lnTo>
                  <a:lnTo>
                    <a:pt x="1067769" y="883106"/>
                  </a:lnTo>
                  <a:lnTo>
                    <a:pt x="1057025" y="883106"/>
                  </a:lnTo>
                  <a:lnTo>
                    <a:pt x="1055235" y="881315"/>
                  </a:lnTo>
                  <a:lnTo>
                    <a:pt x="1053444" y="881315"/>
                  </a:lnTo>
                  <a:lnTo>
                    <a:pt x="1051654" y="879525"/>
                  </a:lnTo>
                  <a:lnTo>
                    <a:pt x="1049863" y="879525"/>
                  </a:lnTo>
                  <a:lnTo>
                    <a:pt x="1047121" y="876783"/>
                  </a:lnTo>
                  <a:lnTo>
                    <a:pt x="1047121" y="874992"/>
                  </a:lnTo>
                  <a:lnTo>
                    <a:pt x="1043540" y="871411"/>
                  </a:lnTo>
                  <a:lnTo>
                    <a:pt x="1043540" y="868781"/>
                  </a:lnTo>
                  <a:lnTo>
                    <a:pt x="1039724" y="868781"/>
                  </a:lnTo>
                  <a:close/>
                  <a:moveTo>
                    <a:pt x="1036378" y="888713"/>
                  </a:moveTo>
                  <a:lnTo>
                    <a:pt x="1037329" y="887761"/>
                  </a:lnTo>
                  <a:lnTo>
                    <a:pt x="1039724" y="887761"/>
                  </a:lnTo>
                  <a:lnTo>
                    <a:pt x="1040675" y="888713"/>
                  </a:lnTo>
                  <a:lnTo>
                    <a:pt x="1040675" y="891107"/>
                  </a:lnTo>
                  <a:lnTo>
                    <a:pt x="1039724" y="892058"/>
                  </a:lnTo>
                  <a:lnTo>
                    <a:pt x="1037329" y="892058"/>
                  </a:lnTo>
                  <a:lnTo>
                    <a:pt x="1036378" y="891107"/>
                  </a:lnTo>
                  <a:lnTo>
                    <a:pt x="1036378" y="888713"/>
                  </a:lnTo>
                  <a:close/>
                  <a:moveTo>
                    <a:pt x="1059420" y="843713"/>
                  </a:moveTo>
                  <a:lnTo>
                    <a:pt x="1057629" y="845504"/>
                  </a:lnTo>
                  <a:lnTo>
                    <a:pt x="1054048" y="845504"/>
                  </a:lnTo>
                  <a:lnTo>
                    <a:pt x="1052258" y="847294"/>
                  </a:lnTo>
                  <a:lnTo>
                    <a:pt x="1050467" y="847294"/>
                  </a:lnTo>
                  <a:lnTo>
                    <a:pt x="1046047" y="851715"/>
                  </a:lnTo>
                  <a:lnTo>
                    <a:pt x="1046047" y="853505"/>
                  </a:lnTo>
                  <a:lnTo>
                    <a:pt x="1044256" y="855296"/>
                  </a:lnTo>
                  <a:lnTo>
                    <a:pt x="1044256" y="857086"/>
                  </a:lnTo>
                  <a:lnTo>
                    <a:pt x="1042466" y="858877"/>
                  </a:lnTo>
                  <a:lnTo>
                    <a:pt x="1042466" y="868065"/>
                  </a:lnTo>
                  <a:lnTo>
                    <a:pt x="1046282" y="868065"/>
                  </a:lnTo>
                  <a:lnTo>
                    <a:pt x="1048073" y="866274"/>
                  </a:lnTo>
                  <a:lnTo>
                    <a:pt x="1052258" y="866274"/>
                  </a:lnTo>
                  <a:lnTo>
                    <a:pt x="1054048" y="868065"/>
                  </a:lnTo>
                  <a:lnTo>
                    <a:pt x="1057629" y="868065"/>
                  </a:lnTo>
                  <a:lnTo>
                    <a:pt x="1059420" y="869855"/>
                  </a:lnTo>
                  <a:lnTo>
                    <a:pt x="1061211" y="869855"/>
                  </a:lnTo>
                  <a:lnTo>
                    <a:pt x="1065743" y="874388"/>
                  </a:lnTo>
                  <a:lnTo>
                    <a:pt x="1065743" y="876179"/>
                  </a:lnTo>
                  <a:lnTo>
                    <a:pt x="1067534" y="877969"/>
                  </a:lnTo>
                  <a:lnTo>
                    <a:pt x="1067534" y="880599"/>
                  </a:lnTo>
                  <a:lnTo>
                    <a:pt x="1073141" y="880599"/>
                  </a:lnTo>
                  <a:lnTo>
                    <a:pt x="1077561" y="876179"/>
                  </a:lnTo>
                  <a:lnTo>
                    <a:pt x="1077561" y="871411"/>
                  </a:lnTo>
                  <a:lnTo>
                    <a:pt x="1075770" y="869620"/>
                  </a:lnTo>
                  <a:lnTo>
                    <a:pt x="1075770" y="869016"/>
                  </a:lnTo>
                  <a:lnTo>
                    <a:pt x="1077561" y="867226"/>
                  </a:lnTo>
                  <a:lnTo>
                    <a:pt x="1077561" y="861854"/>
                  </a:lnTo>
                  <a:lnTo>
                    <a:pt x="1079351" y="860064"/>
                  </a:lnTo>
                  <a:lnTo>
                    <a:pt x="1079351" y="853505"/>
                  </a:lnTo>
                  <a:lnTo>
                    <a:pt x="1071350" y="845504"/>
                  </a:lnTo>
                  <a:lnTo>
                    <a:pt x="1065978" y="845504"/>
                  </a:lnTo>
                  <a:lnTo>
                    <a:pt x="1064188" y="843713"/>
                  </a:lnTo>
                  <a:lnTo>
                    <a:pt x="1059420" y="843713"/>
                  </a:lnTo>
                  <a:close/>
                  <a:moveTo>
                    <a:pt x="1116718" y="829389"/>
                  </a:moveTo>
                  <a:lnTo>
                    <a:pt x="1114927" y="831179"/>
                  </a:lnTo>
                  <a:lnTo>
                    <a:pt x="1111346" y="831179"/>
                  </a:lnTo>
                  <a:lnTo>
                    <a:pt x="1107765" y="834760"/>
                  </a:lnTo>
                  <a:lnTo>
                    <a:pt x="1105135" y="834760"/>
                  </a:lnTo>
                  <a:lnTo>
                    <a:pt x="1105135" y="837390"/>
                  </a:lnTo>
                  <a:lnTo>
                    <a:pt x="1101554" y="840971"/>
                  </a:lnTo>
                  <a:lnTo>
                    <a:pt x="1101554" y="844552"/>
                  </a:lnTo>
                  <a:lnTo>
                    <a:pt x="1097738" y="848369"/>
                  </a:lnTo>
                  <a:lnTo>
                    <a:pt x="1104184" y="848369"/>
                  </a:lnTo>
                  <a:lnTo>
                    <a:pt x="1105975" y="850159"/>
                  </a:lnTo>
                  <a:lnTo>
                    <a:pt x="1107765" y="850159"/>
                  </a:lnTo>
                  <a:lnTo>
                    <a:pt x="1115879" y="858273"/>
                  </a:lnTo>
                  <a:lnTo>
                    <a:pt x="1115879" y="860064"/>
                  </a:lnTo>
                  <a:lnTo>
                    <a:pt x="1117669" y="861854"/>
                  </a:lnTo>
                  <a:lnTo>
                    <a:pt x="1117669" y="871646"/>
                  </a:lnTo>
                  <a:lnTo>
                    <a:pt x="1128648" y="871646"/>
                  </a:lnTo>
                  <a:lnTo>
                    <a:pt x="1129845" y="870449"/>
                  </a:lnTo>
                  <a:lnTo>
                    <a:pt x="1130203" y="870807"/>
                  </a:lnTo>
                  <a:lnTo>
                    <a:pt x="1130203" y="877969"/>
                  </a:lnTo>
                  <a:lnTo>
                    <a:pt x="1131994" y="879760"/>
                  </a:lnTo>
                  <a:lnTo>
                    <a:pt x="1131994" y="881550"/>
                  </a:lnTo>
                  <a:lnTo>
                    <a:pt x="1133784" y="883341"/>
                  </a:lnTo>
                  <a:lnTo>
                    <a:pt x="1133784" y="885131"/>
                  </a:lnTo>
                  <a:lnTo>
                    <a:pt x="1139995" y="891342"/>
                  </a:lnTo>
                  <a:lnTo>
                    <a:pt x="1141786" y="891342"/>
                  </a:lnTo>
                  <a:lnTo>
                    <a:pt x="1143576" y="893133"/>
                  </a:lnTo>
                  <a:lnTo>
                    <a:pt x="1147158" y="893133"/>
                  </a:lnTo>
                  <a:lnTo>
                    <a:pt x="1147516" y="893491"/>
                  </a:lnTo>
                  <a:lnTo>
                    <a:pt x="1145367" y="893849"/>
                  </a:lnTo>
                  <a:lnTo>
                    <a:pt x="1141786" y="897430"/>
                  </a:lnTo>
                  <a:lnTo>
                    <a:pt x="1139995" y="897430"/>
                  </a:lnTo>
                  <a:lnTo>
                    <a:pt x="1135575" y="901850"/>
                  </a:lnTo>
                  <a:lnTo>
                    <a:pt x="1135575" y="903641"/>
                  </a:lnTo>
                  <a:lnTo>
                    <a:pt x="1133784" y="905432"/>
                  </a:lnTo>
                  <a:lnTo>
                    <a:pt x="1133784" y="907222"/>
                  </a:lnTo>
                  <a:lnTo>
                    <a:pt x="1131994" y="909013"/>
                  </a:lnTo>
                  <a:lnTo>
                    <a:pt x="1131994" y="920943"/>
                  </a:lnTo>
                  <a:lnTo>
                    <a:pt x="1133784" y="922733"/>
                  </a:lnTo>
                  <a:lnTo>
                    <a:pt x="1133784" y="924524"/>
                  </a:lnTo>
                  <a:lnTo>
                    <a:pt x="1135575" y="926314"/>
                  </a:lnTo>
                  <a:lnTo>
                    <a:pt x="1135575" y="928105"/>
                  </a:lnTo>
                  <a:lnTo>
                    <a:pt x="1138798" y="931328"/>
                  </a:lnTo>
                  <a:lnTo>
                    <a:pt x="1141182" y="928944"/>
                  </a:lnTo>
                  <a:lnTo>
                    <a:pt x="1156110" y="928944"/>
                  </a:lnTo>
                  <a:lnTo>
                    <a:pt x="1159691" y="932525"/>
                  </a:lnTo>
                  <a:lnTo>
                    <a:pt x="1161482" y="932525"/>
                  </a:lnTo>
                  <a:lnTo>
                    <a:pt x="1163866" y="934909"/>
                  </a:lnTo>
                  <a:lnTo>
                    <a:pt x="1166250" y="932525"/>
                  </a:lnTo>
                  <a:lnTo>
                    <a:pt x="1168040" y="932525"/>
                  </a:lnTo>
                  <a:lnTo>
                    <a:pt x="1172461" y="928105"/>
                  </a:lnTo>
                  <a:lnTo>
                    <a:pt x="1172461" y="926314"/>
                  </a:lnTo>
                  <a:lnTo>
                    <a:pt x="1174251" y="924524"/>
                  </a:lnTo>
                  <a:lnTo>
                    <a:pt x="1174251" y="922733"/>
                  </a:lnTo>
                  <a:lnTo>
                    <a:pt x="1176042" y="920943"/>
                  </a:lnTo>
                  <a:lnTo>
                    <a:pt x="1176042" y="910803"/>
                  </a:lnTo>
                  <a:lnTo>
                    <a:pt x="1174251" y="909013"/>
                  </a:lnTo>
                  <a:lnTo>
                    <a:pt x="1174251" y="905432"/>
                  </a:lnTo>
                  <a:lnTo>
                    <a:pt x="1170670" y="901850"/>
                  </a:lnTo>
                  <a:lnTo>
                    <a:pt x="1170670" y="900060"/>
                  </a:lnTo>
                  <a:lnTo>
                    <a:pt x="1168040" y="897430"/>
                  </a:lnTo>
                  <a:lnTo>
                    <a:pt x="1166250" y="897430"/>
                  </a:lnTo>
                  <a:lnTo>
                    <a:pt x="1164459" y="895640"/>
                  </a:lnTo>
                  <a:lnTo>
                    <a:pt x="1162669" y="895640"/>
                  </a:lnTo>
                  <a:lnTo>
                    <a:pt x="1160878" y="893849"/>
                  </a:lnTo>
                  <a:lnTo>
                    <a:pt x="1151925" y="893849"/>
                  </a:lnTo>
                  <a:lnTo>
                    <a:pt x="1151567" y="893491"/>
                  </a:lnTo>
                  <a:lnTo>
                    <a:pt x="1151925" y="893133"/>
                  </a:lnTo>
                  <a:lnTo>
                    <a:pt x="1160878" y="893133"/>
                  </a:lnTo>
                  <a:lnTo>
                    <a:pt x="1164459" y="889552"/>
                  </a:lnTo>
                  <a:lnTo>
                    <a:pt x="1166250" y="889552"/>
                  </a:lnTo>
                  <a:lnTo>
                    <a:pt x="1168880" y="886922"/>
                  </a:lnTo>
                  <a:lnTo>
                    <a:pt x="1168880" y="885131"/>
                  </a:lnTo>
                  <a:lnTo>
                    <a:pt x="1172461" y="881550"/>
                  </a:lnTo>
                  <a:lnTo>
                    <a:pt x="1172461" y="876179"/>
                  </a:lnTo>
                  <a:lnTo>
                    <a:pt x="1174251" y="874388"/>
                  </a:lnTo>
                  <a:lnTo>
                    <a:pt x="1174251" y="871411"/>
                  </a:lnTo>
                  <a:lnTo>
                    <a:pt x="1172461" y="869620"/>
                  </a:lnTo>
                  <a:lnTo>
                    <a:pt x="1172461" y="864249"/>
                  </a:lnTo>
                  <a:lnTo>
                    <a:pt x="1170670" y="862458"/>
                  </a:lnTo>
                  <a:lnTo>
                    <a:pt x="1170670" y="860667"/>
                  </a:lnTo>
                  <a:lnTo>
                    <a:pt x="1162669" y="852666"/>
                  </a:lnTo>
                  <a:lnTo>
                    <a:pt x="1160878" y="852666"/>
                  </a:lnTo>
                  <a:lnTo>
                    <a:pt x="1159088" y="850876"/>
                  </a:lnTo>
                  <a:lnTo>
                    <a:pt x="1145367" y="850876"/>
                  </a:lnTo>
                  <a:lnTo>
                    <a:pt x="1143576" y="852666"/>
                  </a:lnTo>
                  <a:lnTo>
                    <a:pt x="1142973" y="852666"/>
                  </a:lnTo>
                  <a:lnTo>
                    <a:pt x="1142021" y="851715"/>
                  </a:lnTo>
                  <a:lnTo>
                    <a:pt x="1142021" y="844552"/>
                  </a:lnTo>
                  <a:lnTo>
                    <a:pt x="1140231" y="842762"/>
                  </a:lnTo>
                  <a:lnTo>
                    <a:pt x="1140231" y="840971"/>
                  </a:lnTo>
                  <a:lnTo>
                    <a:pt x="1136649" y="837390"/>
                  </a:lnTo>
                  <a:lnTo>
                    <a:pt x="1136649" y="834760"/>
                  </a:lnTo>
                  <a:lnTo>
                    <a:pt x="1134020" y="834760"/>
                  </a:lnTo>
                  <a:lnTo>
                    <a:pt x="1130439" y="831179"/>
                  </a:lnTo>
                  <a:lnTo>
                    <a:pt x="1126857" y="831179"/>
                  </a:lnTo>
                  <a:lnTo>
                    <a:pt x="1125067" y="829389"/>
                  </a:lnTo>
                  <a:lnTo>
                    <a:pt x="1116718" y="829389"/>
                  </a:lnTo>
                  <a:close/>
                  <a:moveTo>
                    <a:pt x="1139391" y="855531"/>
                  </a:moveTo>
                  <a:lnTo>
                    <a:pt x="1140589" y="854334"/>
                  </a:lnTo>
                  <a:lnTo>
                    <a:pt x="1140947" y="854692"/>
                  </a:lnTo>
                  <a:lnTo>
                    <a:pt x="1140947" y="858877"/>
                  </a:lnTo>
                  <a:lnTo>
                    <a:pt x="1137366" y="862458"/>
                  </a:lnTo>
                  <a:lnTo>
                    <a:pt x="1137366" y="864249"/>
                  </a:lnTo>
                  <a:lnTo>
                    <a:pt x="1134624" y="866991"/>
                  </a:lnTo>
                  <a:lnTo>
                    <a:pt x="1132833" y="866991"/>
                  </a:lnTo>
                  <a:lnTo>
                    <a:pt x="1131636" y="868188"/>
                  </a:lnTo>
                  <a:lnTo>
                    <a:pt x="1131278" y="867830"/>
                  </a:lnTo>
                  <a:lnTo>
                    <a:pt x="1131278" y="863645"/>
                  </a:lnTo>
                  <a:lnTo>
                    <a:pt x="1134859" y="860064"/>
                  </a:lnTo>
                  <a:lnTo>
                    <a:pt x="1134859" y="858273"/>
                  </a:lnTo>
                  <a:lnTo>
                    <a:pt x="1137601" y="855531"/>
                  </a:lnTo>
                  <a:lnTo>
                    <a:pt x="1139391" y="855531"/>
                  </a:lnTo>
                  <a:close/>
                  <a:moveTo>
                    <a:pt x="1181178" y="818645"/>
                  </a:moveTo>
                  <a:lnTo>
                    <a:pt x="1179388" y="820436"/>
                  </a:lnTo>
                  <a:lnTo>
                    <a:pt x="1177597" y="820436"/>
                  </a:lnTo>
                  <a:lnTo>
                    <a:pt x="1175807" y="822227"/>
                  </a:lnTo>
                  <a:lnTo>
                    <a:pt x="1174016" y="822227"/>
                  </a:lnTo>
                  <a:lnTo>
                    <a:pt x="1167805" y="828437"/>
                  </a:lnTo>
                  <a:lnTo>
                    <a:pt x="1167805" y="830228"/>
                  </a:lnTo>
                  <a:lnTo>
                    <a:pt x="1166015" y="832018"/>
                  </a:lnTo>
                  <a:lnTo>
                    <a:pt x="1166015" y="833809"/>
                  </a:lnTo>
                  <a:lnTo>
                    <a:pt x="1164224" y="835600"/>
                  </a:lnTo>
                  <a:lnTo>
                    <a:pt x="1164224" y="845739"/>
                  </a:lnTo>
                  <a:lnTo>
                    <a:pt x="1166015" y="847530"/>
                  </a:lnTo>
                  <a:lnTo>
                    <a:pt x="1166015" y="849320"/>
                  </a:lnTo>
                  <a:lnTo>
                    <a:pt x="1167805" y="851111"/>
                  </a:lnTo>
                  <a:lnTo>
                    <a:pt x="1167805" y="852901"/>
                  </a:lnTo>
                  <a:lnTo>
                    <a:pt x="1175807" y="860903"/>
                  </a:lnTo>
                  <a:lnTo>
                    <a:pt x="1177597" y="860903"/>
                  </a:lnTo>
                  <a:lnTo>
                    <a:pt x="1179388" y="862693"/>
                  </a:lnTo>
                  <a:lnTo>
                    <a:pt x="1194899" y="862693"/>
                  </a:lnTo>
                  <a:lnTo>
                    <a:pt x="1196689" y="860903"/>
                  </a:lnTo>
                  <a:lnTo>
                    <a:pt x="1198480" y="860903"/>
                  </a:lnTo>
                  <a:lnTo>
                    <a:pt x="1206481" y="852901"/>
                  </a:lnTo>
                  <a:lnTo>
                    <a:pt x="1206481" y="851111"/>
                  </a:lnTo>
                  <a:lnTo>
                    <a:pt x="1208272" y="849320"/>
                  </a:lnTo>
                  <a:lnTo>
                    <a:pt x="1208272" y="845739"/>
                  </a:lnTo>
                  <a:lnTo>
                    <a:pt x="1210062" y="843949"/>
                  </a:lnTo>
                  <a:lnTo>
                    <a:pt x="1210062" y="839181"/>
                  </a:lnTo>
                  <a:lnTo>
                    <a:pt x="1208272" y="837390"/>
                  </a:lnTo>
                  <a:lnTo>
                    <a:pt x="1208272" y="832018"/>
                  </a:lnTo>
                  <a:lnTo>
                    <a:pt x="1204691" y="828437"/>
                  </a:lnTo>
                  <a:lnTo>
                    <a:pt x="1204691" y="826647"/>
                  </a:lnTo>
                  <a:lnTo>
                    <a:pt x="1200271" y="822227"/>
                  </a:lnTo>
                  <a:lnTo>
                    <a:pt x="1198480" y="822227"/>
                  </a:lnTo>
                  <a:lnTo>
                    <a:pt x="1196689" y="820436"/>
                  </a:lnTo>
                  <a:lnTo>
                    <a:pt x="1194899" y="820436"/>
                  </a:lnTo>
                  <a:lnTo>
                    <a:pt x="1193108" y="818645"/>
                  </a:lnTo>
                  <a:lnTo>
                    <a:pt x="1181178" y="818645"/>
                  </a:lnTo>
                  <a:close/>
                  <a:moveTo>
                    <a:pt x="1091650" y="775672"/>
                  </a:moveTo>
                  <a:lnTo>
                    <a:pt x="1089860" y="777462"/>
                  </a:lnTo>
                  <a:lnTo>
                    <a:pt x="1088069" y="777462"/>
                  </a:lnTo>
                  <a:lnTo>
                    <a:pt x="1086278" y="779253"/>
                  </a:lnTo>
                  <a:lnTo>
                    <a:pt x="1084488" y="779253"/>
                  </a:lnTo>
                  <a:lnTo>
                    <a:pt x="1080068" y="783673"/>
                  </a:lnTo>
                  <a:lnTo>
                    <a:pt x="1080068" y="785464"/>
                  </a:lnTo>
                  <a:lnTo>
                    <a:pt x="1078277" y="787254"/>
                  </a:lnTo>
                  <a:lnTo>
                    <a:pt x="1078277" y="789045"/>
                  </a:lnTo>
                  <a:lnTo>
                    <a:pt x="1076486" y="790835"/>
                  </a:lnTo>
                  <a:lnTo>
                    <a:pt x="1076486" y="800975"/>
                  </a:lnTo>
                  <a:lnTo>
                    <a:pt x="1078277" y="802766"/>
                  </a:lnTo>
                  <a:lnTo>
                    <a:pt x="1078277" y="806347"/>
                  </a:lnTo>
                  <a:lnTo>
                    <a:pt x="1086278" y="814348"/>
                  </a:lnTo>
                  <a:lnTo>
                    <a:pt x="1088069" y="814348"/>
                  </a:lnTo>
                  <a:lnTo>
                    <a:pt x="1089860" y="816139"/>
                  </a:lnTo>
                  <a:lnTo>
                    <a:pt x="1105371" y="816139"/>
                  </a:lnTo>
                  <a:lnTo>
                    <a:pt x="1108952" y="812557"/>
                  </a:lnTo>
                  <a:lnTo>
                    <a:pt x="1110742" y="812557"/>
                  </a:lnTo>
                  <a:lnTo>
                    <a:pt x="1113372" y="809928"/>
                  </a:lnTo>
                  <a:lnTo>
                    <a:pt x="1113372" y="808137"/>
                  </a:lnTo>
                  <a:lnTo>
                    <a:pt x="1116953" y="804556"/>
                  </a:lnTo>
                  <a:lnTo>
                    <a:pt x="1116953" y="800975"/>
                  </a:lnTo>
                  <a:lnTo>
                    <a:pt x="1118744" y="799184"/>
                  </a:lnTo>
                  <a:lnTo>
                    <a:pt x="1118744" y="794417"/>
                  </a:lnTo>
                  <a:lnTo>
                    <a:pt x="1116953" y="792626"/>
                  </a:lnTo>
                  <a:lnTo>
                    <a:pt x="1116953" y="787254"/>
                  </a:lnTo>
                  <a:lnTo>
                    <a:pt x="1113372" y="783673"/>
                  </a:lnTo>
                  <a:lnTo>
                    <a:pt x="1113372" y="781044"/>
                  </a:lnTo>
                  <a:lnTo>
                    <a:pt x="1110742" y="781044"/>
                  </a:lnTo>
                  <a:lnTo>
                    <a:pt x="1107161" y="777462"/>
                  </a:lnTo>
                  <a:lnTo>
                    <a:pt x="1105371" y="777462"/>
                  </a:lnTo>
                  <a:lnTo>
                    <a:pt x="1103580" y="775672"/>
                  </a:lnTo>
                  <a:lnTo>
                    <a:pt x="1091650" y="775672"/>
                  </a:lnTo>
                  <a:close/>
                  <a:moveTo>
                    <a:pt x="1139995" y="700468"/>
                  </a:moveTo>
                  <a:lnTo>
                    <a:pt x="1138205" y="702259"/>
                  </a:lnTo>
                  <a:lnTo>
                    <a:pt x="1136414" y="702259"/>
                  </a:lnTo>
                  <a:lnTo>
                    <a:pt x="1134624" y="704049"/>
                  </a:lnTo>
                  <a:lnTo>
                    <a:pt x="1132833" y="704049"/>
                  </a:lnTo>
                  <a:lnTo>
                    <a:pt x="1126622" y="710260"/>
                  </a:lnTo>
                  <a:lnTo>
                    <a:pt x="1126622" y="712051"/>
                  </a:lnTo>
                  <a:lnTo>
                    <a:pt x="1124832" y="713841"/>
                  </a:lnTo>
                  <a:lnTo>
                    <a:pt x="1124832" y="715632"/>
                  </a:lnTo>
                  <a:lnTo>
                    <a:pt x="1123041" y="717422"/>
                  </a:lnTo>
                  <a:lnTo>
                    <a:pt x="1123041" y="727562"/>
                  </a:lnTo>
                  <a:lnTo>
                    <a:pt x="1124832" y="729352"/>
                  </a:lnTo>
                  <a:lnTo>
                    <a:pt x="1124832" y="731747"/>
                  </a:lnTo>
                  <a:lnTo>
                    <a:pt x="1123880" y="732698"/>
                  </a:lnTo>
                  <a:lnTo>
                    <a:pt x="1122090" y="732698"/>
                  </a:lnTo>
                  <a:lnTo>
                    <a:pt x="1120299" y="734489"/>
                  </a:lnTo>
                  <a:lnTo>
                    <a:pt x="1118509" y="734489"/>
                  </a:lnTo>
                  <a:lnTo>
                    <a:pt x="1110507" y="742490"/>
                  </a:lnTo>
                  <a:lnTo>
                    <a:pt x="1110507" y="744281"/>
                  </a:lnTo>
                  <a:lnTo>
                    <a:pt x="1108717" y="746071"/>
                  </a:lnTo>
                  <a:lnTo>
                    <a:pt x="1108717" y="761583"/>
                  </a:lnTo>
                  <a:lnTo>
                    <a:pt x="1112298" y="765164"/>
                  </a:lnTo>
                  <a:lnTo>
                    <a:pt x="1112298" y="766954"/>
                  </a:lnTo>
                  <a:lnTo>
                    <a:pt x="1116718" y="771375"/>
                  </a:lnTo>
                  <a:lnTo>
                    <a:pt x="1118509" y="771375"/>
                  </a:lnTo>
                  <a:lnTo>
                    <a:pt x="1120299" y="773165"/>
                  </a:lnTo>
                  <a:lnTo>
                    <a:pt x="1122090" y="773165"/>
                  </a:lnTo>
                  <a:lnTo>
                    <a:pt x="1123880" y="774956"/>
                  </a:lnTo>
                  <a:lnTo>
                    <a:pt x="1136649" y="774956"/>
                  </a:lnTo>
                  <a:lnTo>
                    <a:pt x="1136649" y="771139"/>
                  </a:lnTo>
                  <a:lnTo>
                    <a:pt x="1134859" y="769349"/>
                  </a:lnTo>
                  <a:lnTo>
                    <a:pt x="1134859" y="767558"/>
                  </a:lnTo>
                  <a:lnTo>
                    <a:pt x="1133068" y="765768"/>
                  </a:lnTo>
                  <a:lnTo>
                    <a:pt x="1133068" y="752630"/>
                  </a:lnTo>
                  <a:lnTo>
                    <a:pt x="1134859" y="750839"/>
                  </a:lnTo>
                  <a:lnTo>
                    <a:pt x="1134859" y="749049"/>
                  </a:lnTo>
                  <a:lnTo>
                    <a:pt x="1139033" y="744874"/>
                  </a:lnTo>
                  <a:lnTo>
                    <a:pt x="1134020" y="739861"/>
                  </a:lnTo>
                  <a:lnTo>
                    <a:pt x="1132229" y="739861"/>
                  </a:lnTo>
                  <a:lnTo>
                    <a:pt x="1127697" y="735328"/>
                  </a:lnTo>
                  <a:lnTo>
                    <a:pt x="1127697" y="732934"/>
                  </a:lnTo>
                  <a:lnTo>
                    <a:pt x="1128648" y="731982"/>
                  </a:lnTo>
                  <a:lnTo>
                    <a:pt x="1134624" y="731982"/>
                  </a:lnTo>
                  <a:lnTo>
                    <a:pt x="1136414" y="733773"/>
                  </a:lnTo>
                  <a:lnTo>
                    <a:pt x="1138205" y="733773"/>
                  </a:lnTo>
                  <a:lnTo>
                    <a:pt x="1141786" y="737354"/>
                  </a:lnTo>
                  <a:lnTo>
                    <a:pt x="1143576" y="737354"/>
                  </a:lnTo>
                  <a:lnTo>
                    <a:pt x="1145960" y="739738"/>
                  </a:lnTo>
                  <a:lnTo>
                    <a:pt x="1148344" y="737354"/>
                  </a:lnTo>
                  <a:lnTo>
                    <a:pt x="1157901" y="737354"/>
                  </a:lnTo>
                  <a:lnTo>
                    <a:pt x="1158852" y="738305"/>
                  </a:lnTo>
                  <a:lnTo>
                    <a:pt x="1157901" y="739861"/>
                  </a:lnTo>
                  <a:lnTo>
                    <a:pt x="1156110" y="739861"/>
                  </a:lnTo>
                  <a:lnTo>
                    <a:pt x="1152529" y="743442"/>
                  </a:lnTo>
                  <a:lnTo>
                    <a:pt x="1149900" y="743442"/>
                  </a:lnTo>
                  <a:lnTo>
                    <a:pt x="1149900" y="750839"/>
                  </a:lnTo>
                  <a:lnTo>
                    <a:pt x="1151690" y="752630"/>
                  </a:lnTo>
                  <a:lnTo>
                    <a:pt x="1151690" y="755024"/>
                  </a:lnTo>
                  <a:lnTo>
                    <a:pt x="1149900" y="756815"/>
                  </a:lnTo>
                  <a:lnTo>
                    <a:pt x="1149900" y="762186"/>
                  </a:lnTo>
                  <a:lnTo>
                    <a:pt x="1146318" y="765768"/>
                  </a:lnTo>
                  <a:lnTo>
                    <a:pt x="1146318" y="767558"/>
                  </a:lnTo>
                  <a:lnTo>
                    <a:pt x="1143576" y="770300"/>
                  </a:lnTo>
                  <a:lnTo>
                    <a:pt x="1141786" y="770300"/>
                  </a:lnTo>
                  <a:lnTo>
                    <a:pt x="1139156" y="772930"/>
                  </a:lnTo>
                  <a:lnTo>
                    <a:pt x="1139156" y="776746"/>
                  </a:lnTo>
                  <a:lnTo>
                    <a:pt x="1141786" y="776746"/>
                  </a:lnTo>
                  <a:lnTo>
                    <a:pt x="1145367" y="780327"/>
                  </a:lnTo>
                  <a:lnTo>
                    <a:pt x="1162669" y="780327"/>
                  </a:lnTo>
                  <a:lnTo>
                    <a:pt x="1166250" y="776746"/>
                  </a:lnTo>
                  <a:lnTo>
                    <a:pt x="1168040" y="776746"/>
                  </a:lnTo>
                  <a:lnTo>
                    <a:pt x="1172461" y="772326"/>
                  </a:lnTo>
                  <a:lnTo>
                    <a:pt x="1172461" y="770535"/>
                  </a:lnTo>
                  <a:lnTo>
                    <a:pt x="1174251" y="768745"/>
                  </a:lnTo>
                  <a:lnTo>
                    <a:pt x="1174251" y="766954"/>
                  </a:lnTo>
                  <a:lnTo>
                    <a:pt x="1176042" y="765164"/>
                  </a:lnTo>
                  <a:lnTo>
                    <a:pt x="1176042" y="753234"/>
                  </a:lnTo>
                  <a:lnTo>
                    <a:pt x="1174251" y="751443"/>
                  </a:lnTo>
                  <a:lnTo>
                    <a:pt x="1174251" y="749653"/>
                  </a:lnTo>
                  <a:lnTo>
                    <a:pt x="1172461" y="747862"/>
                  </a:lnTo>
                  <a:lnTo>
                    <a:pt x="1172461" y="746071"/>
                  </a:lnTo>
                  <a:lnTo>
                    <a:pt x="1166250" y="739861"/>
                  </a:lnTo>
                  <a:lnTo>
                    <a:pt x="1164459" y="739861"/>
                  </a:lnTo>
                  <a:lnTo>
                    <a:pt x="1161717" y="737119"/>
                  </a:lnTo>
                  <a:lnTo>
                    <a:pt x="1161717" y="736515"/>
                  </a:lnTo>
                  <a:lnTo>
                    <a:pt x="1165298" y="732934"/>
                  </a:lnTo>
                  <a:lnTo>
                    <a:pt x="1165298" y="729352"/>
                  </a:lnTo>
                  <a:lnTo>
                    <a:pt x="1167089" y="727562"/>
                  </a:lnTo>
                  <a:lnTo>
                    <a:pt x="1167089" y="715632"/>
                  </a:lnTo>
                  <a:lnTo>
                    <a:pt x="1165298" y="713841"/>
                  </a:lnTo>
                  <a:lnTo>
                    <a:pt x="1165298" y="712051"/>
                  </a:lnTo>
                  <a:lnTo>
                    <a:pt x="1161717" y="708470"/>
                  </a:lnTo>
                  <a:lnTo>
                    <a:pt x="1161717" y="705840"/>
                  </a:lnTo>
                  <a:lnTo>
                    <a:pt x="1159088" y="705840"/>
                  </a:lnTo>
                  <a:lnTo>
                    <a:pt x="1155506" y="702259"/>
                  </a:lnTo>
                  <a:lnTo>
                    <a:pt x="1153716" y="702259"/>
                  </a:lnTo>
                  <a:lnTo>
                    <a:pt x="1151925" y="700468"/>
                  </a:lnTo>
                  <a:lnTo>
                    <a:pt x="1139995" y="700468"/>
                  </a:lnTo>
                  <a:close/>
                  <a:moveTo>
                    <a:pt x="1189711" y="697307"/>
                  </a:moveTo>
                  <a:lnTo>
                    <a:pt x="1188340" y="698678"/>
                  </a:lnTo>
                  <a:lnTo>
                    <a:pt x="1182969" y="698678"/>
                  </a:lnTo>
                  <a:lnTo>
                    <a:pt x="1181178" y="700468"/>
                  </a:lnTo>
                  <a:lnTo>
                    <a:pt x="1179388" y="700468"/>
                  </a:lnTo>
                  <a:lnTo>
                    <a:pt x="1171386" y="708470"/>
                  </a:lnTo>
                  <a:lnTo>
                    <a:pt x="1171386" y="710260"/>
                  </a:lnTo>
                  <a:lnTo>
                    <a:pt x="1169596" y="712051"/>
                  </a:lnTo>
                  <a:lnTo>
                    <a:pt x="1169596" y="729352"/>
                  </a:lnTo>
                  <a:lnTo>
                    <a:pt x="1173177" y="732934"/>
                  </a:lnTo>
                  <a:lnTo>
                    <a:pt x="1173177" y="734724"/>
                  </a:lnTo>
                  <a:lnTo>
                    <a:pt x="1177597" y="739144"/>
                  </a:lnTo>
                  <a:lnTo>
                    <a:pt x="1179388" y="739144"/>
                  </a:lnTo>
                  <a:lnTo>
                    <a:pt x="1181178" y="740935"/>
                  </a:lnTo>
                  <a:lnTo>
                    <a:pt x="1182969" y="740935"/>
                  </a:lnTo>
                  <a:lnTo>
                    <a:pt x="1184759" y="742726"/>
                  </a:lnTo>
                  <a:lnTo>
                    <a:pt x="1198480" y="742726"/>
                  </a:lnTo>
                  <a:lnTo>
                    <a:pt x="1200271" y="740935"/>
                  </a:lnTo>
                  <a:lnTo>
                    <a:pt x="1202061" y="740935"/>
                  </a:lnTo>
                  <a:lnTo>
                    <a:pt x="1204691" y="738305"/>
                  </a:lnTo>
                  <a:lnTo>
                    <a:pt x="1204691" y="734489"/>
                  </a:lnTo>
                  <a:lnTo>
                    <a:pt x="1200271" y="734489"/>
                  </a:lnTo>
                  <a:lnTo>
                    <a:pt x="1196689" y="730908"/>
                  </a:lnTo>
                  <a:lnTo>
                    <a:pt x="1194899" y="730908"/>
                  </a:lnTo>
                  <a:lnTo>
                    <a:pt x="1190366" y="726375"/>
                  </a:lnTo>
                  <a:lnTo>
                    <a:pt x="1190366" y="724585"/>
                  </a:lnTo>
                  <a:lnTo>
                    <a:pt x="1186785" y="721004"/>
                  </a:lnTo>
                  <a:lnTo>
                    <a:pt x="1186785" y="706075"/>
                  </a:lnTo>
                  <a:lnTo>
                    <a:pt x="1188576" y="704285"/>
                  </a:lnTo>
                  <a:lnTo>
                    <a:pt x="1189711" y="697307"/>
                  </a:lnTo>
                  <a:close/>
                  <a:moveTo>
                    <a:pt x="1204456" y="689725"/>
                  </a:moveTo>
                  <a:lnTo>
                    <a:pt x="1202665" y="691515"/>
                  </a:lnTo>
                  <a:lnTo>
                    <a:pt x="1199084" y="691515"/>
                  </a:lnTo>
                  <a:lnTo>
                    <a:pt x="1195503" y="695097"/>
                  </a:lnTo>
                  <a:lnTo>
                    <a:pt x="1194306" y="695097"/>
                  </a:lnTo>
                  <a:lnTo>
                    <a:pt x="1194306" y="697961"/>
                  </a:lnTo>
                  <a:lnTo>
                    <a:pt x="1197293" y="697961"/>
                  </a:lnTo>
                  <a:lnTo>
                    <a:pt x="1199084" y="699752"/>
                  </a:lnTo>
                  <a:lnTo>
                    <a:pt x="1200874" y="699752"/>
                  </a:lnTo>
                  <a:lnTo>
                    <a:pt x="1204456" y="703333"/>
                  </a:lnTo>
                  <a:lnTo>
                    <a:pt x="1206246" y="703333"/>
                  </a:lnTo>
                  <a:lnTo>
                    <a:pt x="1208988" y="706075"/>
                  </a:lnTo>
                  <a:lnTo>
                    <a:pt x="1208988" y="707866"/>
                  </a:lnTo>
                  <a:lnTo>
                    <a:pt x="1212569" y="711447"/>
                  </a:lnTo>
                  <a:lnTo>
                    <a:pt x="1212569" y="715028"/>
                  </a:lnTo>
                  <a:lnTo>
                    <a:pt x="1214360" y="716819"/>
                  </a:lnTo>
                  <a:lnTo>
                    <a:pt x="1214360" y="724585"/>
                  </a:lnTo>
                  <a:lnTo>
                    <a:pt x="1212569" y="726375"/>
                  </a:lnTo>
                  <a:lnTo>
                    <a:pt x="1212569" y="728166"/>
                  </a:lnTo>
                  <a:lnTo>
                    <a:pt x="1210779" y="729956"/>
                  </a:lnTo>
                  <a:lnTo>
                    <a:pt x="1210779" y="731747"/>
                  </a:lnTo>
                  <a:lnTo>
                    <a:pt x="1206962" y="735563"/>
                  </a:lnTo>
                  <a:lnTo>
                    <a:pt x="1214595" y="735563"/>
                  </a:lnTo>
                  <a:lnTo>
                    <a:pt x="1216386" y="733773"/>
                  </a:lnTo>
                  <a:lnTo>
                    <a:pt x="1219967" y="733773"/>
                  </a:lnTo>
                  <a:lnTo>
                    <a:pt x="1227968" y="725771"/>
                  </a:lnTo>
                  <a:lnTo>
                    <a:pt x="1227968" y="723981"/>
                  </a:lnTo>
                  <a:lnTo>
                    <a:pt x="1229759" y="722190"/>
                  </a:lnTo>
                  <a:lnTo>
                    <a:pt x="1229759" y="720400"/>
                  </a:lnTo>
                  <a:lnTo>
                    <a:pt x="1231549" y="718609"/>
                  </a:lnTo>
                  <a:lnTo>
                    <a:pt x="1231549" y="706679"/>
                  </a:lnTo>
                  <a:lnTo>
                    <a:pt x="1229759" y="704888"/>
                  </a:lnTo>
                  <a:lnTo>
                    <a:pt x="1229759" y="703098"/>
                  </a:lnTo>
                  <a:lnTo>
                    <a:pt x="1227968" y="701307"/>
                  </a:lnTo>
                  <a:lnTo>
                    <a:pt x="1227968" y="699517"/>
                  </a:lnTo>
                  <a:lnTo>
                    <a:pt x="1221757" y="693306"/>
                  </a:lnTo>
                  <a:lnTo>
                    <a:pt x="1219967" y="693306"/>
                  </a:lnTo>
                  <a:lnTo>
                    <a:pt x="1218176" y="691515"/>
                  </a:lnTo>
                  <a:lnTo>
                    <a:pt x="1214595" y="691515"/>
                  </a:lnTo>
                  <a:lnTo>
                    <a:pt x="1212804" y="689725"/>
                  </a:lnTo>
                  <a:lnTo>
                    <a:pt x="1204456" y="689725"/>
                  </a:lnTo>
                  <a:close/>
                  <a:moveTo>
                    <a:pt x="1123041" y="685786"/>
                  </a:moveTo>
                  <a:lnTo>
                    <a:pt x="1123041" y="690564"/>
                  </a:lnTo>
                  <a:lnTo>
                    <a:pt x="1121251" y="692355"/>
                  </a:lnTo>
                  <a:lnTo>
                    <a:pt x="1121251" y="694145"/>
                  </a:lnTo>
                  <a:lnTo>
                    <a:pt x="1117669" y="697726"/>
                  </a:lnTo>
                  <a:lnTo>
                    <a:pt x="1117669" y="699517"/>
                  </a:lnTo>
                  <a:lnTo>
                    <a:pt x="1116718" y="700468"/>
                  </a:lnTo>
                  <a:lnTo>
                    <a:pt x="1114927" y="700468"/>
                  </a:lnTo>
                  <a:lnTo>
                    <a:pt x="1111346" y="704049"/>
                  </a:lnTo>
                  <a:lnTo>
                    <a:pt x="1109556" y="704049"/>
                  </a:lnTo>
                  <a:lnTo>
                    <a:pt x="1107765" y="705840"/>
                  </a:lnTo>
                  <a:lnTo>
                    <a:pt x="1096418" y="705840"/>
                  </a:lnTo>
                  <a:lnTo>
                    <a:pt x="1094627" y="704049"/>
                  </a:lnTo>
                  <a:lnTo>
                    <a:pt x="1092837" y="704049"/>
                  </a:lnTo>
                  <a:lnTo>
                    <a:pt x="1089675" y="700888"/>
                  </a:lnTo>
                  <a:lnTo>
                    <a:pt x="1087649" y="702914"/>
                  </a:lnTo>
                  <a:lnTo>
                    <a:pt x="1093441" y="708705"/>
                  </a:lnTo>
                  <a:lnTo>
                    <a:pt x="1095231" y="708705"/>
                  </a:lnTo>
                  <a:lnTo>
                    <a:pt x="1097022" y="710495"/>
                  </a:lnTo>
                  <a:lnTo>
                    <a:pt x="1112533" y="710495"/>
                  </a:lnTo>
                  <a:lnTo>
                    <a:pt x="1116114" y="706914"/>
                  </a:lnTo>
                  <a:lnTo>
                    <a:pt x="1117905" y="706914"/>
                  </a:lnTo>
                  <a:lnTo>
                    <a:pt x="1120534" y="704285"/>
                  </a:lnTo>
                  <a:lnTo>
                    <a:pt x="1120534" y="702494"/>
                  </a:lnTo>
                  <a:lnTo>
                    <a:pt x="1124115" y="698913"/>
                  </a:lnTo>
                  <a:lnTo>
                    <a:pt x="1124115" y="697122"/>
                  </a:lnTo>
                  <a:lnTo>
                    <a:pt x="1125906" y="695332"/>
                  </a:lnTo>
                  <a:lnTo>
                    <a:pt x="1123041" y="685786"/>
                  </a:lnTo>
                  <a:close/>
                  <a:moveTo>
                    <a:pt x="1095231" y="664657"/>
                  </a:moveTo>
                  <a:lnTo>
                    <a:pt x="1093441" y="666448"/>
                  </a:lnTo>
                  <a:lnTo>
                    <a:pt x="1091650" y="666448"/>
                  </a:lnTo>
                  <a:lnTo>
                    <a:pt x="1083649" y="674449"/>
                  </a:lnTo>
                  <a:lnTo>
                    <a:pt x="1083649" y="676239"/>
                  </a:lnTo>
                  <a:lnTo>
                    <a:pt x="1081858" y="678030"/>
                  </a:lnTo>
                  <a:lnTo>
                    <a:pt x="1081858" y="683995"/>
                  </a:lnTo>
                  <a:lnTo>
                    <a:pt x="1084723" y="683995"/>
                  </a:lnTo>
                  <a:lnTo>
                    <a:pt x="1084723" y="682798"/>
                  </a:lnTo>
                  <a:lnTo>
                    <a:pt x="1086514" y="681007"/>
                  </a:lnTo>
                  <a:lnTo>
                    <a:pt x="1086514" y="679217"/>
                  </a:lnTo>
                  <a:lnTo>
                    <a:pt x="1094627" y="671103"/>
                  </a:lnTo>
                  <a:lnTo>
                    <a:pt x="1096418" y="671103"/>
                  </a:lnTo>
                  <a:lnTo>
                    <a:pt x="1098208" y="669312"/>
                  </a:lnTo>
                  <a:lnTo>
                    <a:pt x="1111346" y="669312"/>
                  </a:lnTo>
                  <a:lnTo>
                    <a:pt x="1114927" y="672894"/>
                  </a:lnTo>
                  <a:lnTo>
                    <a:pt x="1120770" y="672894"/>
                  </a:lnTo>
                  <a:lnTo>
                    <a:pt x="1116114" y="668238"/>
                  </a:lnTo>
                  <a:lnTo>
                    <a:pt x="1114324" y="668238"/>
                  </a:lnTo>
                  <a:lnTo>
                    <a:pt x="1112533" y="666448"/>
                  </a:lnTo>
                  <a:lnTo>
                    <a:pt x="1110742" y="666448"/>
                  </a:lnTo>
                  <a:lnTo>
                    <a:pt x="1108952" y="664657"/>
                  </a:lnTo>
                  <a:lnTo>
                    <a:pt x="1095231" y="664657"/>
                  </a:lnTo>
                  <a:close/>
                  <a:moveTo>
                    <a:pt x="1154320" y="594825"/>
                  </a:moveTo>
                  <a:lnTo>
                    <a:pt x="1152529" y="596616"/>
                  </a:lnTo>
                  <a:lnTo>
                    <a:pt x="1150739" y="596616"/>
                  </a:lnTo>
                  <a:lnTo>
                    <a:pt x="1147158" y="600197"/>
                  </a:lnTo>
                  <a:lnTo>
                    <a:pt x="1144528" y="600197"/>
                  </a:lnTo>
                  <a:lnTo>
                    <a:pt x="1144528" y="602826"/>
                  </a:lnTo>
                  <a:lnTo>
                    <a:pt x="1140947" y="606408"/>
                  </a:lnTo>
                  <a:lnTo>
                    <a:pt x="1140947" y="609989"/>
                  </a:lnTo>
                  <a:lnTo>
                    <a:pt x="1139156" y="611779"/>
                  </a:lnTo>
                  <a:lnTo>
                    <a:pt x="1139156" y="621919"/>
                  </a:lnTo>
                  <a:lnTo>
                    <a:pt x="1140947" y="623709"/>
                  </a:lnTo>
                  <a:lnTo>
                    <a:pt x="1140947" y="625500"/>
                  </a:lnTo>
                  <a:lnTo>
                    <a:pt x="1142737" y="627290"/>
                  </a:lnTo>
                  <a:lnTo>
                    <a:pt x="1142737" y="629081"/>
                  </a:lnTo>
                  <a:lnTo>
                    <a:pt x="1148948" y="635292"/>
                  </a:lnTo>
                  <a:lnTo>
                    <a:pt x="1150739" y="635292"/>
                  </a:lnTo>
                  <a:lnTo>
                    <a:pt x="1152529" y="637082"/>
                  </a:lnTo>
                  <a:lnTo>
                    <a:pt x="1154320" y="637082"/>
                  </a:lnTo>
                  <a:lnTo>
                    <a:pt x="1156110" y="638873"/>
                  </a:lnTo>
                  <a:lnTo>
                    <a:pt x="1168040" y="638873"/>
                  </a:lnTo>
                  <a:lnTo>
                    <a:pt x="1169831" y="637082"/>
                  </a:lnTo>
                  <a:lnTo>
                    <a:pt x="1171622" y="637082"/>
                  </a:lnTo>
                  <a:lnTo>
                    <a:pt x="1175203" y="633501"/>
                  </a:lnTo>
                  <a:lnTo>
                    <a:pt x="1176993" y="633501"/>
                  </a:lnTo>
                  <a:lnTo>
                    <a:pt x="1179623" y="630872"/>
                  </a:lnTo>
                  <a:lnTo>
                    <a:pt x="1179623" y="629081"/>
                  </a:lnTo>
                  <a:lnTo>
                    <a:pt x="1183204" y="625500"/>
                  </a:lnTo>
                  <a:lnTo>
                    <a:pt x="1183204" y="618338"/>
                  </a:lnTo>
                  <a:lnTo>
                    <a:pt x="1185588" y="615954"/>
                  </a:lnTo>
                  <a:lnTo>
                    <a:pt x="1183204" y="613570"/>
                  </a:lnTo>
                  <a:lnTo>
                    <a:pt x="1183204" y="608198"/>
                  </a:lnTo>
                  <a:lnTo>
                    <a:pt x="1181413" y="606408"/>
                  </a:lnTo>
                  <a:lnTo>
                    <a:pt x="1181413" y="604617"/>
                  </a:lnTo>
                  <a:lnTo>
                    <a:pt x="1173412" y="596616"/>
                  </a:lnTo>
                  <a:lnTo>
                    <a:pt x="1171622" y="596616"/>
                  </a:lnTo>
                  <a:lnTo>
                    <a:pt x="1169831" y="594825"/>
                  </a:lnTo>
                  <a:lnTo>
                    <a:pt x="1154320" y="594825"/>
                  </a:lnTo>
                  <a:close/>
                  <a:moveTo>
                    <a:pt x="1091650" y="492763"/>
                  </a:moveTo>
                  <a:lnTo>
                    <a:pt x="1089860" y="494553"/>
                  </a:lnTo>
                  <a:lnTo>
                    <a:pt x="1088069" y="494553"/>
                  </a:lnTo>
                  <a:lnTo>
                    <a:pt x="1086278" y="496344"/>
                  </a:lnTo>
                  <a:lnTo>
                    <a:pt x="1084488" y="496344"/>
                  </a:lnTo>
                  <a:lnTo>
                    <a:pt x="1080068" y="500764"/>
                  </a:lnTo>
                  <a:lnTo>
                    <a:pt x="1080068" y="502555"/>
                  </a:lnTo>
                  <a:lnTo>
                    <a:pt x="1078277" y="504345"/>
                  </a:lnTo>
                  <a:lnTo>
                    <a:pt x="1078277" y="506136"/>
                  </a:lnTo>
                  <a:lnTo>
                    <a:pt x="1076486" y="507927"/>
                  </a:lnTo>
                  <a:lnTo>
                    <a:pt x="1076486" y="519857"/>
                  </a:lnTo>
                  <a:lnTo>
                    <a:pt x="1078277" y="521647"/>
                  </a:lnTo>
                  <a:lnTo>
                    <a:pt x="1078277" y="523438"/>
                  </a:lnTo>
                  <a:lnTo>
                    <a:pt x="1081858" y="527019"/>
                  </a:lnTo>
                  <a:lnTo>
                    <a:pt x="1081858" y="529649"/>
                  </a:lnTo>
                  <a:lnTo>
                    <a:pt x="1084488" y="529649"/>
                  </a:lnTo>
                  <a:lnTo>
                    <a:pt x="1088069" y="533230"/>
                  </a:lnTo>
                  <a:lnTo>
                    <a:pt x="1091650" y="533230"/>
                  </a:lnTo>
                  <a:lnTo>
                    <a:pt x="1093441" y="535020"/>
                  </a:lnTo>
                  <a:lnTo>
                    <a:pt x="1103580" y="535020"/>
                  </a:lnTo>
                  <a:lnTo>
                    <a:pt x="1105371" y="533230"/>
                  </a:lnTo>
                  <a:lnTo>
                    <a:pt x="1107161" y="533230"/>
                  </a:lnTo>
                  <a:lnTo>
                    <a:pt x="1110742" y="529649"/>
                  </a:lnTo>
                  <a:lnTo>
                    <a:pt x="1113372" y="529649"/>
                  </a:lnTo>
                  <a:lnTo>
                    <a:pt x="1113372" y="527019"/>
                  </a:lnTo>
                  <a:lnTo>
                    <a:pt x="1116953" y="523438"/>
                  </a:lnTo>
                  <a:lnTo>
                    <a:pt x="1116953" y="521647"/>
                  </a:lnTo>
                  <a:lnTo>
                    <a:pt x="1118744" y="519857"/>
                  </a:lnTo>
                  <a:lnTo>
                    <a:pt x="1118744" y="507927"/>
                  </a:lnTo>
                  <a:lnTo>
                    <a:pt x="1116953" y="506136"/>
                  </a:lnTo>
                  <a:lnTo>
                    <a:pt x="1116953" y="504345"/>
                  </a:lnTo>
                  <a:lnTo>
                    <a:pt x="1115163" y="502555"/>
                  </a:lnTo>
                  <a:lnTo>
                    <a:pt x="1115163" y="500764"/>
                  </a:lnTo>
                  <a:lnTo>
                    <a:pt x="1110742" y="496344"/>
                  </a:lnTo>
                  <a:lnTo>
                    <a:pt x="1108952" y="496344"/>
                  </a:lnTo>
                  <a:lnTo>
                    <a:pt x="1105371" y="492763"/>
                  </a:lnTo>
                  <a:lnTo>
                    <a:pt x="1091650" y="492763"/>
                  </a:lnTo>
                  <a:close/>
                  <a:moveTo>
                    <a:pt x="1138205" y="116745"/>
                  </a:moveTo>
                  <a:lnTo>
                    <a:pt x="1136414" y="118535"/>
                  </a:lnTo>
                  <a:lnTo>
                    <a:pt x="1134624" y="118535"/>
                  </a:lnTo>
                  <a:lnTo>
                    <a:pt x="1131042" y="122116"/>
                  </a:lnTo>
                  <a:lnTo>
                    <a:pt x="1128413" y="122116"/>
                  </a:lnTo>
                  <a:lnTo>
                    <a:pt x="1128413" y="124746"/>
                  </a:lnTo>
                  <a:lnTo>
                    <a:pt x="1124832" y="128327"/>
                  </a:lnTo>
                  <a:lnTo>
                    <a:pt x="1124832" y="130118"/>
                  </a:lnTo>
                  <a:lnTo>
                    <a:pt x="1123041" y="131908"/>
                  </a:lnTo>
                  <a:lnTo>
                    <a:pt x="1123041" y="145629"/>
                  </a:lnTo>
                  <a:lnTo>
                    <a:pt x="1124832" y="147420"/>
                  </a:lnTo>
                  <a:lnTo>
                    <a:pt x="1124832" y="149210"/>
                  </a:lnTo>
                  <a:lnTo>
                    <a:pt x="1126622" y="151001"/>
                  </a:lnTo>
                  <a:lnTo>
                    <a:pt x="1126622" y="152791"/>
                  </a:lnTo>
                  <a:lnTo>
                    <a:pt x="1131042" y="157211"/>
                  </a:lnTo>
                  <a:lnTo>
                    <a:pt x="1132833" y="157211"/>
                  </a:lnTo>
                  <a:lnTo>
                    <a:pt x="1136414" y="160793"/>
                  </a:lnTo>
                  <a:lnTo>
                    <a:pt x="1153716" y="160793"/>
                  </a:lnTo>
                  <a:lnTo>
                    <a:pt x="1155506" y="159002"/>
                  </a:lnTo>
                  <a:lnTo>
                    <a:pt x="1157297" y="159002"/>
                  </a:lnTo>
                  <a:lnTo>
                    <a:pt x="1165298" y="151001"/>
                  </a:lnTo>
                  <a:lnTo>
                    <a:pt x="1165298" y="149210"/>
                  </a:lnTo>
                  <a:lnTo>
                    <a:pt x="1167089" y="147420"/>
                  </a:lnTo>
                  <a:lnTo>
                    <a:pt x="1167089" y="130118"/>
                  </a:lnTo>
                  <a:lnTo>
                    <a:pt x="1163508" y="126537"/>
                  </a:lnTo>
                  <a:lnTo>
                    <a:pt x="1163508" y="124746"/>
                  </a:lnTo>
                  <a:lnTo>
                    <a:pt x="1159088" y="120326"/>
                  </a:lnTo>
                  <a:lnTo>
                    <a:pt x="1157297" y="120326"/>
                  </a:lnTo>
                  <a:lnTo>
                    <a:pt x="1155506" y="118535"/>
                  </a:lnTo>
                  <a:lnTo>
                    <a:pt x="1153716" y="118535"/>
                  </a:lnTo>
                  <a:lnTo>
                    <a:pt x="1151925" y="116745"/>
                  </a:lnTo>
                  <a:lnTo>
                    <a:pt x="1138205" y="116745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146" name="Vector layer F87878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89020" y="1369781"/>
                  </a:moveTo>
                  <a:lnTo>
                    <a:pt x="1091885" y="1369781"/>
                  </a:lnTo>
                  <a:lnTo>
                    <a:pt x="1091885" y="1367990"/>
                  </a:lnTo>
                  <a:lnTo>
                    <a:pt x="1089020" y="1367990"/>
                  </a:lnTo>
                  <a:lnTo>
                    <a:pt x="1089020" y="1369781"/>
                  </a:lnTo>
                  <a:close/>
                  <a:moveTo>
                    <a:pt x="1089020" y="1364409"/>
                  </a:moveTo>
                  <a:lnTo>
                    <a:pt x="1091885" y="1364409"/>
                  </a:lnTo>
                  <a:lnTo>
                    <a:pt x="1091885" y="1362618"/>
                  </a:lnTo>
                  <a:lnTo>
                    <a:pt x="1089020" y="1362618"/>
                  </a:lnTo>
                  <a:lnTo>
                    <a:pt x="1089020" y="1364409"/>
                  </a:lnTo>
                  <a:close/>
                  <a:moveTo>
                    <a:pt x="1112717" y="1359815"/>
                  </a:moveTo>
                  <a:lnTo>
                    <a:pt x="1114743" y="1361841"/>
                  </a:lnTo>
                  <a:lnTo>
                    <a:pt x="1116534" y="1360050"/>
                  </a:lnTo>
                  <a:lnTo>
                    <a:pt x="1114508" y="1358024"/>
                  </a:lnTo>
                  <a:lnTo>
                    <a:pt x="1112717" y="1359815"/>
                  </a:lnTo>
                  <a:close/>
                  <a:moveTo>
                    <a:pt x="1109136" y="1361841"/>
                  </a:moveTo>
                  <a:lnTo>
                    <a:pt x="1111162" y="1359815"/>
                  </a:lnTo>
                  <a:lnTo>
                    <a:pt x="1107581" y="1356234"/>
                  </a:lnTo>
                  <a:lnTo>
                    <a:pt x="1105555" y="1358260"/>
                  </a:lnTo>
                  <a:lnTo>
                    <a:pt x="1109136" y="1361841"/>
                  </a:lnTo>
                  <a:close/>
                  <a:moveTo>
                    <a:pt x="1223732" y="1358260"/>
                  </a:moveTo>
                  <a:lnTo>
                    <a:pt x="1225758" y="1356234"/>
                  </a:lnTo>
                  <a:lnTo>
                    <a:pt x="1223967" y="1354443"/>
                  </a:lnTo>
                  <a:lnTo>
                    <a:pt x="1221942" y="1356469"/>
                  </a:lnTo>
                  <a:lnTo>
                    <a:pt x="1223732" y="1358260"/>
                  </a:lnTo>
                  <a:close/>
                  <a:moveTo>
                    <a:pt x="1129845" y="1355098"/>
                  </a:moveTo>
                  <a:lnTo>
                    <a:pt x="1129845" y="1352233"/>
                  </a:lnTo>
                  <a:lnTo>
                    <a:pt x="1128055" y="1352233"/>
                  </a:lnTo>
                  <a:lnTo>
                    <a:pt x="1128055" y="1355098"/>
                  </a:lnTo>
                  <a:lnTo>
                    <a:pt x="1129845" y="1355098"/>
                  </a:lnTo>
                  <a:close/>
                  <a:moveTo>
                    <a:pt x="1217941" y="1350084"/>
                  </a:moveTo>
                  <a:lnTo>
                    <a:pt x="1220806" y="1350084"/>
                  </a:lnTo>
                  <a:lnTo>
                    <a:pt x="1220806" y="1348294"/>
                  </a:lnTo>
                  <a:lnTo>
                    <a:pt x="1217941" y="1348294"/>
                  </a:lnTo>
                  <a:lnTo>
                    <a:pt x="1217941" y="1350084"/>
                  </a:lnTo>
                  <a:close/>
                  <a:moveTo>
                    <a:pt x="1251962" y="1348294"/>
                  </a:moveTo>
                  <a:lnTo>
                    <a:pt x="1254827" y="1348294"/>
                  </a:lnTo>
                  <a:lnTo>
                    <a:pt x="1254827" y="1346503"/>
                  </a:lnTo>
                  <a:lnTo>
                    <a:pt x="1251962" y="1346503"/>
                  </a:lnTo>
                  <a:lnTo>
                    <a:pt x="1251962" y="1348294"/>
                  </a:lnTo>
                  <a:close/>
                  <a:moveTo>
                    <a:pt x="1101554" y="1346503"/>
                  </a:moveTo>
                  <a:lnTo>
                    <a:pt x="1101554" y="1350678"/>
                  </a:lnTo>
                  <a:lnTo>
                    <a:pt x="1103345" y="1352468"/>
                  </a:lnTo>
                  <a:lnTo>
                    <a:pt x="1103345" y="1357124"/>
                  </a:lnTo>
                  <a:lnTo>
                    <a:pt x="1108594" y="1351875"/>
                  </a:lnTo>
                  <a:lnTo>
                    <a:pt x="1104419" y="1347701"/>
                  </a:lnTo>
                  <a:lnTo>
                    <a:pt x="1101554" y="1346503"/>
                  </a:lnTo>
                  <a:close/>
                  <a:moveTo>
                    <a:pt x="1042108" y="1342564"/>
                  </a:moveTo>
                  <a:lnTo>
                    <a:pt x="1043305" y="1342564"/>
                  </a:lnTo>
                  <a:lnTo>
                    <a:pt x="1047244" y="1346503"/>
                  </a:lnTo>
                  <a:lnTo>
                    <a:pt x="1046886" y="1346861"/>
                  </a:lnTo>
                  <a:lnTo>
                    <a:pt x="1039724" y="1346861"/>
                  </a:lnTo>
                  <a:lnTo>
                    <a:pt x="1037933" y="1348652"/>
                  </a:lnTo>
                  <a:lnTo>
                    <a:pt x="1036736" y="1348652"/>
                  </a:lnTo>
                  <a:lnTo>
                    <a:pt x="1036736" y="1351517"/>
                  </a:lnTo>
                  <a:lnTo>
                    <a:pt x="1039120" y="1351517"/>
                  </a:lnTo>
                  <a:lnTo>
                    <a:pt x="1040910" y="1349726"/>
                  </a:lnTo>
                  <a:lnTo>
                    <a:pt x="1048073" y="1349726"/>
                  </a:lnTo>
                  <a:lnTo>
                    <a:pt x="1049863" y="1347936"/>
                  </a:lnTo>
                  <a:lnTo>
                    <a:pt x="1054519" y="1347936"/>
                  </a:lnTo>
                  <a:lnTo>
                    <a:pt x="1048912" y="1342329"/>
                  </a:lnTo>
                  <a:lnTo>
                    <a:pt x="1048912" y="1339699"/>
                  </a:lnTo>
                  <a:lnTo>
                    <a:pt x="1042108" y="1342564"/>
                  </a:lnTo>
                  <a:close/>
                  <a:moveTo>
                    <a:pt x="1139156" y="1341132"/>
                  </a:moveTo>
                  <a:lnTo>
                    <a:pt x="1142021" y="1341132"/>
                  </a:lnTo>
                  <a:lnTo>
                    <a:pt x="1142021" y="1339341"/>
                  </a:lnTo>
                  <a:lnTo>
                    <a:pt x="1139156" y="1339341"/>
                  </a:lnTo>
                  <a:lnTo>
                    <a:pt x="1139156" y="1341132"/>
                  </a:lnTo>
                  <a:close/>
                  <a:moveTo>
                    <a:pt x="1096602" y="1342145"/>
                  </a:moveTo>
                  <a:lnTo>
                    <a:pt x="1098628" y="1340119"/>
                  </a:lnTo>
                  <a:lnTo>
                    <a:pt x="1096837" y="1338328"/>
                  </a:lnTo>
                  <a:lnTo>
                    <a:pt x="1094812" y="1340354"/>
                  </a:lnTo>
                  <a:lnTo>
                    <a:pt x="1096602" y="1342145"/>
                  </a:lnTo>
                  <a:close/>
                  <a:moveTo>
                    <a:pt x="1092243" y="1338983"/>
                  </a:moveTo>
                  <a:lnTo>
                    <a:pt x="1092243" y="1336118"/>
                  </a:lnTo>
                  <a:lnTo>
                    <a:pt x="1090453" y="1336118"/>
                  </a:lnTo>
                  <a:lnTo>
                    <a:pt x="1090453" y="1338983"/>
                  </a:lnTo>
                  <a:lnTo>
                    <a:pt x="1092243" y="1338983"/>
                  </a:lnTo>
                  <a:close/>
                  <a:moveTo>
                    <a:pt x="1251962" y="1337551"/>
                  </a:moveTo>
                  <a:lnTo>
                    <a:pt x="1254827" y="1337551"/>
                  </a:lnTo>
                  <a:lnTo>
                    <a:pt x="1254827" y="1335760"/>
                  </a:lnTo>
                  <a:lnTo>
                    <a:pt x="1251962" y="1335760"/>
                  </a:lnTo>
                  <a:lnTo>
                    <a:pt x="1251962" y="1337551"/>
                  </a:lnTo>
                  <a:close/>
                  <a:moveTo>
                    <a:pt x="1144528" y="1338144"/>
                  </a:moveTo>
                  <a:lnTo>
                    <a:pt x="1146318" y="1339934"/>
                  </a:lnTo>
                  <a:lnTo>
                    <a:pt x="1146318" y="1341132"/>
                  </a:lnTo>
                  <a:lnTo>
                    <a:pt x="1149183" y="1341132"/>
                  </a:lnTo>
                  <a:lnTo>
                    <a:pt x="1149183" y="1338748"/>
                  </a:lnTo>
                  <a:lnTo>
                    <a:pt x="1147393" y="1336957"/>
                  </a:lnTo>
                  <a:lnTo>
                    <a:pt x="1147393" y="1335760"/>
                  </a:lnTo>
                  <a:lnTo>
                    <a:pt x="1144528" y="1335760"/>
                  </a:lnTo>
                  <a:lnTo>
                    <a:pt x="1144528" y="1338144"/>
                  </a:lnTo>
                  <a:close/>
                  <a:moveTo>
                    <a:pt x="1175387" y="1340354"/>
                  </a:moveTo>
                  <a:lnTo>
                    <a:pt x="1177413" y="1338328"/>
                  </a:lnTo>
                  <a:lnTo>
                    <a:pt x="1172041" y="1332957"/>
                  </a:lnTo>
                  <a:lnTo>
                    <a:pt x="1170015" y="1334982"/>
                  </a:lnTo>
                  <a:lnTo>
                    <a:pt x="1175387" y="1340354"/>
                  </a:lnTo>
                  <a:close/>
                  <a:moveTo>
                    <a:pt x="1085859" y="1334982"/>
                  </a:moveTo>
                  <a:lnTo>
                    <a:pt x="1087885" y="1332957"/>
                  </a:lnTo>
                  <a:lnTo>
                    <a:pt x="1086094" y="1331166"/>
                  </a:lnTo>
                  <a:lnTo>
                    <a:pt x="1084068" y="1333192"/>
                  </a:lnTo>
                  <a:lnTo>
                    <a:pt x="1085859" y="1334982"/>
                  </a:lnTo>
                  <a:close/>
                  <a:moveTo>
                    <a:pt x="1135995" y="1333192"/>
                  </a:moveTo>
                  <a:lnTo>
                    <a:pt x="1138020" y="1331166"/>
                  </a:lnTo>
                  <a:lnTo>
                    <a:pt x="1136230" y="1329375"/>
                  </a:lnTo>
                  <a:lnTo>
                    <a:pt x="1134204" y="1331401"/>
                  </a:lnTo>
                  <a:lnTo>
                    <a:pt x="1135995" y="1333192"/>
                  </a:lnTo>
                  <a:close/>
                  <a:moveTo>
                    <a:pt x="1144528" y="1327165"/>
                  </a:moveTo>
                  <a:lnTo>
                    <a:pt x="1144528" y="1331821"/>
                  </a:lnTo>
                  <a:lnTo>
                    <a:pt x="1149183" y="1331821"/>
                  </a:lnTo>
                  <a:lnTo>
                    <a:pt x="1149183" y="1327165"/>
                  </a:lnTo>
                  <a:lnTo>
                    <a:pt x="1144528" y="1327165"/>
                  </a:lnTo>
                  <a:close/>
                  <a:moveTo>
                    <a:pt x="1183920" y="1328598"/>
                  </a:moveTo>
                  <a:lnTo>
                    <a:pt x="1186785" y="1328598"/>
                  </a:lnTo>
                  <a:lnTo>
                    <a:pt x="1186785" y="1326807"/>
                  </a:lnTo>
                  <a:lnTo>
                    <a:pt x="1183920" y="1326807"/>
                  </a:lnTo>
                  <a:lnTo>
                    <a:pt x="1183920" y="1328598"/>
                  </a:lnTo>
                  <a:close/>
                  <a:moveTo>
                    <a:pt x="1129845" y="1328240"/>
                  </a:moveTo>
                  <a:lnTo>
                    <a:pt x="1129845" y="1325375"/>
                  </a:lnTo>
                  <a:lnTo>
                    <a:pt x="1128055" y="1325375"/>
                  </a:lnTo>
                  <a:lnTo>
                    <a:pt x="1128055" y="1328240"/>
                  </a:lnTo>
                  <a:lnTo>
                    <a:pt x="1129845" y="1328240"/>
                  </a:lnTo>
                  <a:close/>
                  <a:moveTo>
                    <a:pt x="1105135" y="1326807"/>
                  </a:moveTo>
                  <a:lnTo>
                    <a:pt x="1108000" y="1326807"/>
                  </a:lnTo>
                  <a:lnTo>
                    <a:pt x="1108000" y="1325017"/>
                  </a:lnTo>
                  <a:lnTo>
                    <a:pt x="1105135" y="1325017"/>
                  </a:lnTo>
                  <a:lnTo>
                    <a:pt x="1105135" y="1326807"/>
                  </a:lnTo>
                  <a:close/>
                  <a:moveTo>
                    <a:pt x="1225523" y="1324004"/>
                  </a:moveTo>
                  <a:lnTo>
                    <a:pt x="1227549" y="1326029"/>
                  </a:lnTo>
                  <a:lnTo>
                    <a:pt x="1229339" y="1324239"/>
                  </a:lnTo>
                  <a:lnTo>
                    <a:pt x="1227313" y="1322213"/>
                  </a:lnTo>
                  <a:lnTo>
                    <a:pt x="1225523" y="1324004"/>
                  </a:lnTo>
                  <a:close/>
                  <a:moveTo>
                    <a:pt x="1239070" y="1322868"/>
                  </a:moveTo>
                  <a:lnTo>
                    <a:pt x="1239070" y="1320003"/>
                  </a:lnTo>
                  <a:lnTo>
                    <a:pt x="1237279" y="1320003"/>
                  </a:lnTo>
                  <a:lnTo>
                    <a:pt x="1237279" y="1322868"/>
                  </a:lnTo>
                  <a:lnTo>
                    <a:pt x="1239070" y="1322868"/>
                  </a:lnTo>
                  <a:close/>
                  <a:moveTo>
                    <a:pt x="1045689" y="1319410"/>
                  </a:moveTo>
                  <a:lnTo>
                    <a:pt x="1042466" y="1322633"/>
                  </a:lnTo>
                  <a:lnTo>
                    <a:pt x="1042466" y="1324423"/>
                  </a:lnTo>
                  <a:lnTo>
                    <a:pt x="1041095" y="1325794"/>
                  </a:lnTo>
                  <a:lnTo>
                    <a:pt x="1043121" y="1327820"/>
                  </a:lnTo>
                  <a:lnTo>
                    <a:pt x="1044492" y="1326449"/>
                  </a:lnTo>
                  <a:lnTo>
                    <a:pt x="1046282" y="1326449"/>
                  </a:lnTo>
                  <a:lnTo>
                    <a:pt x="1049505" y="1323226"/>
                  </a:lnTo>
                  <a:lnTo>
                    <a:pt x="1045689" y="1319410"/>
                  </a:lnTo>
                  <a:close/>
                  <a:moveTo>
                    <a:pt x="1166015" y="1326807"/>
                  </a:moveTo>
                  <a:lnTo>
                    <a:pt x="1168880" y="1326807"/>
                  </a:lnTo>
                  <a:lnTo>
                    <a:pt x="1168880" y="1317854"/>
                  </a:lnTo>
                  <a:lnTo>
                    <a:pt x="1166015" y="1317854"/>
                  </a:lnTo>
                  <a:lnTo>
                    <a:pt x="1166015" y="1326807"/>
                  </a:lnTo>
                  <a:close/>
                  <a:moveTo>
                    <a:pt x="1108358" y="1319287"/>
                  </a:moveTo>
                  <a:lnTo>
                    <a:pt x="1108358" y="1316422"/>
                  </a:lnTo>
                  <a:lnTo>
                    <a:pt x="1104777" y="1316422"/>
                  </a:lnTo>
                  <a:lnTo>
                    <a:pt x="1104777" y="1319287"/>
                  </a:lnTo>
                  <a:lnTo>
                    <a:pt x="1108358" y="1319287"/>
                  </a:lnTo>
                  <a:close/>
                  <a:moveTo>
                    <a:pt x="1171028" y="1315706"/>
                  </a:moveTo>
                  <a:lnTo>
                    <a:pt x="1171028" y="1312841"/>
                  </a:lnTo>
                  <a:lnTo>
                    <a:pt x="1169238" y="1312841"/>
                  </a:lnTo>
                  <a:lnTo>
                    <a:pt x="1169238" y="1315706"/>
                  </a:lnTo>
                  <a:lnTo>
                    <a:pt x="1171028" y="1315706"/>
                  </a:lnTo>
                  <a:close/>
                  <a:moveTo>
                    <a:pt x="1127042" y="1313260"/>
                  </a:moveTo>
                  <a:lnTo>
                    <a:pt x="1129068" y="1315286"/>
                  </a:lnTo>
                  <a:lnTo>
                    <a:pt x="1130858" y="1313496"/>
                  </a:lnTo>
                  <a:lnTo>
                    <a:pt x="1128832" y="1311470"/>
                  </a:lnTo>
                  <a:lnTo>
                    <a:pt x="1127042" y="1313260"/>
                  </a:lnTo>
                  <a:close/>
                  <a:moveTo>
                    <a:pt x="1052851" y="1310334"/>
                  </a:moveTo>
                  <a:lnTo>
                    <a:pt x="1052851" y="1307469"/>
                  </a:lnTo>
                  <a:lnTo>
                    <a:pt x="1051060" y="1307469"/>
                  </a:lnTo>
                  <a:lnTo>
                    <a:pt x="1051060" y="1310334"/>
                  </a:lnTo>
                  <a:lnTo>
                    <a:pt x="1052851" y="1310334"/>
                  </a:lnTo>
                  <a:close/>
                  <a:moveTo>
                    <a:pt x="1036143" y="1307469"/>
                  </a:moveTo>
                  <a:lnTo>
                    <a:pt x="1034352" y="1309260"/>
                  </a:lnTo>
                  <a:lnTo>
                    <a:pt x="1032561" y="1309260"/>
                  </a:lnTo>
                  <a:lnTo>
                    <a:pt x="1024325" y="1317496"/>
                  </a:lnTo>
                  <a:lnTo>
                    <a:pt x="1031958" y="1317496"/>
                  </a:lnTo>
                  <a:lnTo>
                    <a:pt x="1037329" y="1312125"/>
                  </a:lnTo>
                  <a:lnTo>
                    <a:pt x="1039120" y="1312125"/>
                  </a:lnTo>
                  <a:lnTo>
                    <a:pt x="1040910" y="1310334"/>
                  </a:lnTo>
                  <a:lnTo>
                    <a:pt x="1042108" y="1310334"/>
                  </a:lnTo>
                  <a:lnTo>
                    <a:pt x="1042108" y="1307469"/>
                  </a:lnTo>
                  <a:lnTo>
                    <a:pt x="1036143" y="1307469"/>
                  </a:lnTo>
                  <a:close/>
                  <a:moveTo>
                    <a:pt x="1128413" y="1302333"/>
                  </a:moveTo>
                  <a:lnTo>
                    <a:pt x="1128413" y="1303530"/>
                  </a:lnTo>
                  <a:lnTo>
                    <a:pt x="1131278" y="1303530"/>
                  </a:lnTo>
                  <a:lnTo>
                    <a:pt x="1131278" y="1301146"/>
                  </a:lnTo>
                  <a:lnTo>
                    <a:pt x="1129068" y="1298936"/>
                  </a:lnTo>
                  <a:lnTo>
                    <a:pt x="1127042" y="1300962"/>
                  </a:lnTo>
                  <a:lnTo>
                    <a:pt x="1128413" y="1302333"/>
                  </a:lnTo>
                  <a:close/>
                  <a:moveTo>
                    <a:pt x="1125251" y="1297380"/>
                  </a:moveTo>
                  <a:lnTo>
                    <a:pt x="1127277" y="1295355"/>
                  </a:lnTo>
                  <a:lnTo>
                    <a:pt x="1125486" y="1293564"/>
                  </a:lnTo>
                  <a:lnTo>
                    <a:pt x="1123461" y="1295590"/>
                  </a:lnTo>
                  <a:lnTo>
                    <a:pt x="1125251" y="1297380"/>
                  </a:lnTo>
                  <a:close/>
                  <a:moveTo>
                    <a:pt x="1094392" y="1294577"/>
                  </a:moveTo>
                  <a:lnTo>
                    <a:pt x="1097257" y="1294577"/>
                  </a:lnTo>
                  <a:lnTo>
                    <a:pt x="1097257" y="1292786"/>
                  </a:lnTo>
                  <a:lnTo>
                    <a:pt x="1094392" y="1292786"/>
                  </a:lnTo>
                  <a:lnTo>
                    <a:pt x="1094392" y="1294577"/>
                  </a:lnTo>
                  <a:close/>
                  <a:moveTo>
                    <a:pt x="1088304" y="1289328"/>
                  </a:moveTo>
                  <a:lnTo>
                    <a:pt x="1081623" y="1296009"/>
                  </a:lnTo>
                  <a:lnTo>
                    <a:pt x="1088304" y="1296009"/>
                  </a:lnTo>
                  <a:lnTo>
                    <a:pt x="1088304" y="1289328"/>
                  </a:lnTo>
                  <a:close/>
                  <a:moveTo>
                    <a:pt x="1042885" y="1272313"/>
                  </a:moveTo>
                  <a:lnTo>
                    <a:pt x="1044911" y="1270287"/>
                  </a:lnTo>
                  <a:lnTo>
                    <a:pt x="1043121" y="1268496"/>
                  </a:lnTo>
                  <a:lnTo>
                    <a:pt x="1041095" y="1270522"/>
                  </a:lnTo>
                  <a:lnTo>
                    <a:pt x="1042885" y="1272313"/>
                  </a:lnTo>
                  <a:close/>
                  <a:moveTo>
                    <a:pt x="1113730" y="1269151"/>
                  </a:moveTo>
                  <a:lnTo>
                    <a:pt x="1113730" y="1266286"/>
                  </a:lnTo>
                  <a:lnTo>
                    <a:pt x="1111940" y="1266286"/>
                  </a:lnTo>
                  <a:lnTo>
                    <a:pt x="1111940" y="1269151"/>
                  </a:lnTo>
                  <a:lnTo>
                    <a:pt x="1113730" y="1269151"/>
                  </a:lnTo>
                  <a:close/>
                  <a:moveTo>
                    <a:pt x="1118089" y="1263125"/>
                  </a:moveTo>
                  <a:lnTo>
                    <a:pt x="1120115" y="1265150"/>
                  </a:lnTo>
                  <a:lnTo>
                    <a:pt x="1121905" y="1263360"/>
                  </a:lnTo>
                  <a:lnTo>
                    <a:pt x="1119880" y="1261334"/>
                  </a:lnTo>
                  <a:lnTo>
                    <a:pt x="1118089" y="1263125"/>
                  </a:lnTo>
                  <a:close/>
                  <a:moveTo>
                    <a:pt x="1035304" y="1262347"/>
                  </a:moveTo>
                  <a:lnTo>
                    <a:pt x="1038168" y="1262347"/>
                  </a:lnTo>
                  <a:lnTo>
                    <a:pt x="1038168" y="1260556"/>
                  </a:lnTo>
                  <a:lnTo>
                    <a:pt x="1035304" y="1260556"/>
                  </a:lnTo>
                  <a:lnTo>
                    <a:pt x="1035304" y="1262347"/>
                  </a:lnTo>
                  <a:close/>
                  <a:moveTo>
                    <a:pt x="1096602" y="1257753"/>
                  </a:moveTo>
                  <a:lnTo>
                    <a:pt x="1098628" y="1259779"/>
                  </a:lnTo>
                  <a:lnTo>
                    <a:pt x="1099406" y="1259001"/>
                  </a:lnTo>
                  <a:lnTo>
                    <a:pt x="1100183" y="1259779"/>
                  </a:lnTo>
                  <a:lnTo>
                    <a:pt x="1102209" y="1257753"/>
                  </a:lnTo>
                  <a:lnTo>
                    <a:pt x="1099406" y="1254949"/>
                  </a:lnTo>
                  <a:lnTo>
                    <a:pt x="1096602" y="1257753"/>
                  </a:lnTo>
                  <a:close/>
                  <a:moveTo>
                    <a:pt x="1042108" y="1257333"/>
                  </a:moveTo>
                  <a:lnTo>
                    <a:pt x="1042108" y="1260198"/>
                  </a:lnTo>
                  <a:lnTo>
                    <a:pt x="1044492" y="1260198"/>
                  </a:lnTo>
                  <a:lnTo>
                    <a:pt x="1046702" y="1257988"/>
                  </a:lnTo>
                  <a:lnTo>
                    <a:pt x="1044676" y="1255962"/>
                  </a:lnTo>
                  <a:lnTo>
                    <a:pt x="1043305" y="1257333"/>
                  </a:lnTo>
                  <a:lnTo>
                    <a:pt x="1042108" y="1257333"/>
                  </a:lnTo>
                  <a:close/>
                  <a:moveTo>
                    <a:pt x="1135995" y="1250591"/>
                  </a:moveTo>
                  <a:lnTo>
                    <a:pt x="1138020" y="1252616"/>
                  </a:lnTo>
                  <a:lnTo>
                    <a:pt x="1139811" y="1250826"/>
                  </a:lnTo>
                  <a:lnTo>
                    <a:pt x="1137785" y="1248800"/>
                  </a:lnTo>
                  <a:lnTo>
                    <a:pt x="1135995" y="1250591"/>
                  </a:lnTo>
                  <a:close/>
                  <a:moveTo>
                    <a:pt x="1044676" y="1238057"/>
                  </a:moveTo>
                  <a:lnTo>
                    <a:pt x="1040675" y="1242057"/>
                  </a:lnTo>
                  <a:lnTo>
                    <a:pt x="1040675" y="1243848"/>
                  </a:lnTo>
                  <a:lnTo>
                    <a:pt x="1039724" y="1244799"/>
                  </a:lnTo>
                  <a:lnTo>
                    <a:pt x="1037094" y="1244799"/>
                  </a:lnTo>
                  <a:lnTo>
                    <a:pt x="1037094" y="1249220"/>
                  </a:lnTo>
                  <a:lnTo>
                    <a:pt x="1035304" y="1251010"/>
                  </a:lnTo>
                  <a:lnTo>
                    <a:pt x="1035304" y="1254827"/>
                  </a:lnTo>
                  <a:lnTo>
                    <a:pt x="1039120" y="1254827"/>
                  </a:lnTo>
                  <a:lnTo>
                    <a:pt x="1042108" y="1251839"/>
                  </a:lnTo>
                  <a:lnTo>
                    <a:pt x="1042466" y="1253394"/>
                  </a:lnTo>
                  <a:lnTo>
                    <a:pt x="1045331" y="1253394"/>
                  </a:lnTo>
                  <a:lnTo>
                    <a:pt x="1045331" y="1251010"/>
                  </a:lnTo>
                  <a:lnTo>
                    <a:pt x="1043540" y="1249220"/>
                  </a:lnTo>
                  <a:lnTo>
                    <a:pt x="1043540" y="1245035"/>
                  </a:lnTo>
                  <a:lnTo>
                    <a:pt x="1045331" y="1243244"/>
                  </a:lnTo>
                  <a:lnTo>
                    <a:pt x="1044676" y="1238057"/>
                  </a:lnTo>
                  <a:close/>
                  <a:moveTo>
                    <a:pt x="1047837" y="1237279"/>
                  </a:moveTo>
                  <a:lnTo>
                    <a:pt x="1050702" y="1237279"/>
                  </a:lnTo>
                  <a:lnTo>
                    <a:pt x="1050702" y="1235488"/>
                  </a:lnTo>
                  <a:lnTo>
                    <a:pt x="1047837" y="1235488"/>
                  </a:lnTo>
                  <a:lnTo>
                    <a:pt x="1047837" y="1237279"/>
                  </a:lnTo>
                  <a:close/>
                  <a:moveTo>
                    <a:pt x="1125251" y="1229104"/>
                  </a:moveTo>
                  <a:lnTo>
                    <a:pt x="1123041" y="1231314"/>
                  </a:lnTo>
                  <a:lnTo>
                    <a:pt x="1123041" y="1235130"/>
                  </a:lnTo>
                  <a:lnTo>
                    <a:pt x="1129722" y="1235130"/>
                  </a:lnTo>
                  <a:lnTo>
                    <a:pt x="1126499" y="1231907"/>
                  </a:lnTo>
                  <a:lnTo>
                    <a:pt x="1125251" y="1229104"/>
                  </a:lnTo>
                  <a:close/>
                  <a:moveTo>
                    <a:pt x="1051838" y="1230894"/>
                  </a:moveTo>
                  <a:lnTo>
                    <a:pt x="1053864" y="1232920"/>
                  </a:lnTo>
                  <a:lnTo>
                    <a:pt x="1056667" y="1230117"/>
                  </a:lnTo>
                  <a:lnTo>
                    <a:pt x="1053864" y="1227313"/>
                  </a:lnTo>
                  <a:lnTo>
                    <a:pt x="1051838" y="1229339"/>
                  </a:lnTo>
                  <a:lnTo>
                    <a:pt x="1052616" y="1230117"/>
                  </a:lnTo>
                  <a:lnTo>
                    <a:pt x="1051838" y="1230894"/>
                  </a:lnTo>
                  <a:close/>
                  <a:moveTo>
                    <a:pt x="1048257" y="1225758"/>
                  </a:moveTo>
                  <a:lnTo>
                    <a:pt x="1050283" y="1223732"/>
                  </a:lnTo>
                  <a:lnTo>
                    <a:pt x="1048492" y="1221942"/>
                  </a:lnTo>
                  <a:lnTo>
                    <a:pt x="1046466" y="1223967"/>
                  </a:lnTo>
                  <a:lnTo>
                    <a:pt x="1048257" y="1225758"/>
                  </a:lnTo>
                  <a:close/>
                  <a:moveTo>
                    <a:pt x="1133784" y="1212211"/>
                  </a:moveTo>
                  <a:lnTo>
                    <a:pt x="1136649" y="1212211"/>
                  </a:lnTo>
                  <a:lnTo>
                    <a:pt x="1136649" y="1210421"/>
                  </a:lnTo>
                  <a:lnTo>
                    <a:pt x="1133784" y="1210421"/>
                  </a:lnTo>
                  <a:lnTo>
                    <a:pt x="1133784" y="1212211"/>
                  </a:lnTo>
                  <a:close/>
                  <a:moveTo>
                    <a:pt x="1188934" y="1202900"/>
                  </a:moveTo>
                  <a:lnTo>
                    <a:pt x="1188934" y="1200035"/>
                  </a:lnTo>
                  <a:lnTo>
                    <a:pt x="1185353" y="1200035"/>
                  </a:lnTo>
                  <a:lnTo>
                    <a:pt x="1185353" y="1202900"/>
                  </a:lnTo>
                  <a:lnTo>
                    <a:pt x="1188934" y="1202900"/>
                  </a:lnTo>
                  <a:close/>
                  <a:moveTo>
                    <a:pt x="1035304" y="1203258"/>
                  </a:moveTo>
                  <a:lnTo>
                    <a:pt x="1038168" y="1203258"/>
                  </a:lnTo>
                  <a:lnTo>
                    <a:pt x="1038168" y="1201468"/>
                  </a:lnTo>
                  <a:lnTo>
                    <a:pt x="1035304" y="1201468"/>
                  </a:lnTo>
                  <a:lnTo>
                    <a:pt x="1035304" y="1203258"/>
                  </a:lnTo>
                  <a:close/>
                  <a:moveTo>
                    <a:pt x="1216989" y="1201110"/>
                  </a:moveTo>
                  <a:lnTo>
                    <a:pt x="1220151" y="1204271"/>
                  </a:lnTo>
                  <a:lnTo>
                    <a:pt x="1222177" y="1202245"/>
                  </a:lnTo>
                  <a:lnTo>
                    <a:pt x="1218176" y="1198245"/>
                  </a:lnTo>
                  <a:lnTo>
                    <a:pt x="1215792" y="1198245"/>
                  </a:lnTo>
                  <a:lnTo>
                    <a:pt x="1215792" y="1201110"/>
                  </a:lnTo>
                  <a:lnTo>
                    <a:pt x="1216989" y="1201110"/>
                  </a:lnTo>
                  <a:close/>
                  <a:moveTo>
                    <a:pt x="1193293" y="1198664"/>
                  </a:moveTo>
                  <a:lnTo>
                    <a:pt x="1195318" y="1200690"/>
                  </a:lnTo>
                  <a:lnTo>
                    <a:pt x="1197109" y="1198900"/>
                  </a:lnTo>
                  <a:lnTo>
                    <a:pt x="1195083" y="1196874"/>
                  </a:lnTo>
                  <a:lnTo>
                    <a:pt x="1193293" y="1198664"/>
                  </a:lnTo>
                  <a:close/>
                  <a:moveTo>
                    <a:pt x="1130623" y="1202481"/>
                  </a:moveTo>
                  <a:lnTo>
                    <a:pt x="1132649" y="1200455"/>
                  </a:lnTo>
                  <a:lnTo>
                    <a:pt x="1129068" y="1196874"/>
                  </a:lnTo>
                  <a:lnTo>
                    <a:pt x="1127042" y="1198900"/>
                  </a:lnTo>
                  <a:lnTo>
                    <a:pt x="1130623" y="1202481"/>
                  </a:lnTo>
                  <a:close/>
                  <a:moveTo>
                    <a:pt x="1180339" y="1196096"/>
                  </a:moveTo>
                  <a:lnTo>
                    <a:pt x="1183204" y="1196096"/>
                  </a:lnTo>
                  <a:lnTo>
                    <a:pt x="1183204" y="1194306"/>
                  </a:lnTo>
                  <a:lnTo>
                    <a:pt x="1180339" y="1194306"/>
                  </a:lnTo>
                  <a:lnTo>
                    <a:pt x="1180339" y="1196096"/>
                  </a:lnTo>
                  <a:close/>
                  <a:moveTo>
                    <a:pt x="1292786" y="1188576"/>
                  </a:moveTo>
                  <a:lnTo>
                    <a:pt x="1292786" y="1185711"/>
                  </a:lnTo>
                  <a:lnTo>
                    <a:pt x="1290996" y="1185711"/>
                  </a:lnTo>
                  <a:lnTo>
                    <a:pt x="1290996" y="1188576"/>
                  </a:lnTo>
                  <a:lnTo>
                    <a:pt x="1292786" y="1188576"/>
                  </a:lnTo>
                  <a:close/>
                  <a:moveTo>
                    <a:pt x="1202245" y="1189711"/>
                  </a:moveTo>
                  <a:lnTo>
                    <a:pt x="1204271" y="1191737"/>
                  </a:lnTo>
                  <a:lnTo>
                    <a:pt x="1206481" y="1189527"/>
                  </a:lnTo>
                  <a:lnTo>
                    <a:pt x="1206481" y="1187143"/>
                  </a:lnTo>
                  <a:lnTo>
                    <a:pt x="1203616" y="1187143"/>
                  </a:lnTo>
                  <a:lnTo>
                    <a:pt x="1203616" y="1188340"/>
                  </a:lnTo>
                  <a:lnTo>
                    <a:pt x="1202245" y="1189711"/>
                  </a:lnTo>
                  <a:close/>
                  <a:moveTo>
                    <a:pt x="1180339" y="1188934"/>
                  </a:moveTo>
                  <a:lnTo>
                    <a:pt x="1183204" y="1188934"/>
                  </a:lnTo>
                  <a:lnTo>
                    <a:pt x="1183204" y="1187143"/>
                  </a:lnTo>
                  <a:lnTo>
                    <a:pt x="1180339" y="1187143"/>
                  </a:lnTo>
                  <a:lnTo>
                    <a:pt x="1180339" y="1188934"/>
                  </a:lnTo>
                  <a:close/>
                  <a:moveTo>
                    <a:pt x="1387686" y="1185711"/>
                  </a:moveTo>
                  <a:lnTo>
                    <a:pt x="1387686" y="1188576"/>
                  </a:lnTo>
                  <a:lnTo>
                    <a:pt x="1393651" y="1188576"/>
                  </a:lnTo>
                  <a:lnTo>
                    <a:pt x="1395861" y="1186366"/>
                  </a:lnTo>
                  <a:lnTo>
                    <a:pt x="1393836" y="1184340"/>
                  </a:lnTo>
                  <a:lnTo>
                    <a:pt x="1392465" y="1185711"/>
                  </a:lnTo>
                  <a:lnTo>
                    <a:pt x="1387686" y="1185711"/>
                  </a:lnTo>
                  <a:close/>
                  <a:moveTo>
                    <a:pt x="1182549" y="1180759"/>
                  </a:moveTo>
                  <a:lnTo>
                    <a:pt x="1184575" y="1182784"/>
                  </a:lnTo>
                  <a:lnTo>
                    <a:pt x="1186366" y="1180994"/>
                  </a:lnTo>
                  <a:lnTo>
                    <a:pt x="1184340" y="1178968"/>
                  </a:lnTo>
                  <a:lnTo>
                    <a:pt x="1182549" y="1180759"/>
                  </a:lnTo>
                  <a:close/>
                  <a:moveTo>
                    <a:pt x="1281030" y="1180994"/>
                  </a:moveTo>
                  <a:lnTo>
                    <a:pt x="1283056" y="1178968"/>
                  </a:lnTo>
                  <a:lnTo>
                    <a:pt x="1281265" y="1177178"/>
                  </a:lnTo>
                  <a:lnTo>
                    <a:pt x="1279240" y="1179203"/>
                  </a:lnTo>
                  <a:lnTo>
                    <a:pt x="1281030" y="1180994"/>
                  </a:lnTo>
                  <a:close/>
                  <a:moveTo>
                    <a:pt x="1395207" y="1178190"/>
                  </a:moveTo>
                  <a:lnTo>
                    <a:pt x="1398072" y="1178190"/>
                  </a:lnTo>
                  <a:lnTo>
                    <a:pt x="1398072" y="1176400"/>
                  </a:lnTo>
                  <a:lnTo>
                    <a:pt x="1395207" y="1176400"/>
                  </a:lnTo>
                  <a:lnTo>
                    <a:pt x="1395207" y="1178190"/>
                  </a:lnTo>
                  <a:close/>
                  <a:moveTo>
                    <a:pt x="1036143" y="1174967"/>
                  </a:moveTo>
                  <a:lnTo>
                    <a:pt x="1032561" y="1178549"/>
                  </a:lnTo>
                  <a:lnTo>
                    <a:pt x="1030771" y="1178549"/>
                  </a:lnTo>
                  <a:lnTo>
                    <a:pt x="1027548" y="1181772"/>
                  </a:lnTo>
                  <a:lnTo>
                    <a:pt x="1030771" y="1184995"/>
                  </a:lnTo>
                  <a:lnTo>
                    <a:pt x="1036378" y="1184995"/>
                  </a:lnTo>
                  <a:lnTo>
                    <a:pt x="1036378" y="1182365"/>
                  </a:lnTo>
                  <a:lnTo>
                    <a:pt x="1037329" y="1181413"/>
                  </a:lnTo>
                  <a:lnTo>
                    <a:pt x="1039724" y="1181413"/>
                  </a:lnTo>
                  <a:lnTo>
                    <a:pt x="1040675" y="1182365"/>
                  </a:lnTo>
                  <a:lnTo>
                    <a:pt x="1040675" y="1184995"/>
                  </a:lnTo>
                  <a:lnTo>
                    <a:pt x="1043305" y="1184995"/>
                  </a:lnTo>
                  <a:lnTo>
                    <a:pt x="1044676" y="1186366"/>
                  </a:lnTo>
                  <a:lnTo>
                    <a:pt x="1046702" y="1184340"/>
                  </a:lnTo>
                  <a:lnTo>
                    <a:pt x="1041750" y="1179388"/>
                  </a:lnTo>
                  <a:lnTo>
                    <a:pt x="1041750" y="1177597"/>
                  </a:lnTo>
                  <a:lnTo>
                    <a:pt x="1039120" y="1174967"/>
                  </a:lnTo>
                  <a:lnTo>
                    <a:pt x="1036143" y="1174967"/>
                  </a:lnTo>
                  <a:close/>
                  <a:moveTo>
                    <a:pt x="1372349" y="1177413"/>
                  </a:moveTo>
                  <a:lnTo>
                    <a:pt x="1374375" y="1175387"/>
                  </a:lnTo>
                  <a:lnTo>
                    <a:pt x="1372584" y="1173596"/>
                  </a:lnTo>
                  <a:lnTo>
                    <a:pt x="1370558" y="1175622"/>
                  </a:lnTo>
                  <a:lnTo>
                    <a:pt x="1372349" y="1177413"/>
                  </a:lnTo>
                  <a:close/>
                  <a:moveTo>
                    <a:pt x="1368348" y="1171028"/>
                  </a:moveTo>
                  <a:lnTo>
                    <a:pt x="1371213" y="1171028"/>
                  </a:lnTo>
                  <a:lnTo>
                    <a:pt x="1371213" y="1169238"/>
                  </a:lnTo>
                  <a:lnTo>
                    <a:pt x="1368348" y="1169238"/>
                  </a:lnTo>
                  <a:lnTo>
                    <a:pt x="1368348" y="1171028"/>
                  </a:lnTo>
                  <a:close/>
                  <a:moveTo>
                    <a:pt x="1393416" y="1169238"/>
                  </a:moveTo>
                  <a:lnTo>
                    <a:pt x="1396281" y="1169238"/>
                  </a:lnTo>
                  <a:lnTo>
                    <a:pt x="1396281" y="1167447"/>
                  </a:lnTo>
                  <a:lnTo>
                    <a:pt x="1393416" y="1167447"/>
                  </a:lnTo>
                  <a:lnTo>
                    <a:pt x="1393416" y="1169238"/>
                  </a:lnTo>
                  <a:close/>
                  <a:moveTo>
                    <a:pt x="1302097" y="1178190"/>
                  </a:moveTo>
                  <a:lnTo>
                    <a:pt x="1304962" y="1178190"/>
                  </a:lnTo>
                  <a:lnTo>
                    <a:pt x="1304962" y="1167447"/>
                  </a:lnTo>
                  <a:lnTo>
                    <a:pt x="1302097" y="1167447"/>
                  </a:lnTo>
                  <a:lnTo>
                    <a:pt x="1302097" y="1178190"/>
                  </a:lnTo>
                  <a:close/>
                  <a:moveTo>
                    <a:pt x="1275239" y="1171028"/>
                  </a:moveTo>
                  <a:lnTo>
                    <a:pt x="1278104" y="1171028"/>
                  </a:lnTo>
                  <a:lnTo>
                    <a:pt x="1278104" y="1167447"/>
                  </a:lnTo>
                  <a:lnTo>
                    <a:pt x="1275239" y="1167447"/>
                  </a:lnTo>
                  <a:lnTo>
                    <a:pt x="1275239" y="1171028"/>
                  </a:lnTo>
                  <a:close/>
                  <a:moveTo>
                    <a:pt x="1275239" y="1162075"/>
                  </a:moveTo>
                  <a:lnTo>
                    <a:pt x="1278104" y="1162075"/>
                  </a:lnTo>
                  <a:lnTo>
                    <a:pt x="1278104" y="1160285"/>
                  </a:lnTo>
                  <a:lnTo>
                    <a:pt x="1275239" y="1160285"/>
                  </a:lnTo>
                  <a:lnTo>
                    <a:pt x="1275239" y="1162075"/>
                  </a:lnTo>
                  <a:close/>
                  <a:moveTo>
                    <a:pt x="1390255" y="1163088"/>
                  </a:moveTo>
                  <a:lnTo>
                    <a:pt x="1392280" y="1161062"/>
                  </a:lnTo>
                  <a:lnTo>
                    <a:pt x="1388699" y="1157481"/>
                  </a:lnTo>
                  <a:lnTo>
                    <a:pt x="1386673" y="1159507"/>
                  </a:lnTo>
                  <a:lnTo>
                    <a:pt x="1390255" y="1163088"/>
                  </a:lnTo>
                  <a:close/>
                  <a:moveTo>
                    <a:pt x="1298936" y="1161298"/>
                  </a:moveTo>
                  <a:lnTo>
                    <a:pt x="1300962" y="1159272"/>
                  </a:lnTo>
                  <a:lnTo>
                    <a:pt x="1299171" y="1157481"/>
                  </a:lnTo>
                  <a:lnTo>
                    <a:pt x="1297145" y="1159507"/>
                  </a:lnTo>
                  <a:lnTo>
                    <a:pt x="1298936" y="1161298"/>
                  </a:lnTo>
                  <a:close/>
                  <a:moveTo>
                    <a:pt x="1368348" y="1158494"/>
                  </a:moveTo>
                  <a:lnTo>
                    <a:pt x="1371213" y="1158494"/>
                  </a:lnTo>
                  <a:lnTo>
                    <a:pt x="1371213" y="1156704"/>
                  </a:lnTo>
                  <a:lnTo>
                    <a:pt x="1368348" y="1156704"/>
                  </a:lnTo>
                  <a:lnTo>
                    <a:pt x="1368348" y="1158494"/>
                  </a:lnTo>
                  <a:close/>
                  <a:moveTo>
                    <a:pt x="1046886" y="1155271"/>
                  </a:moveTo>
                  <a:lnTo>
                    <a:pt x="1044256" y="1157901"/>
                  </a:lnTo>
                  <a:lnTo>
                    <a:pt x="1044256" y="1159691"/>
                  </a:lnTo>
                  <a:lnTo>
                    <a:pt x="1040675" y="1163273"/>
                  </a:lnTo>
                  <a:lnTo>
                    <a:pt x="1040675" y="1174251"/>
                  </a:lnTo>
                  <a:lnTo>
                    <a:pt x="1047121" y="1174251"/>
                  </a:lnTo>
                  <a:lnTo>
                    <a:pt x="1047121" y="1162669"/>
                  </a:lnTo>
                  <a:lnTo>
                    <a:pt x="1048912" y="1160878"/>
                  </a:lnTo>
                  <a:lnTo>
                    <a:pt x="1048912" y="1159088"/>
                  </a:lnTo>
                  <a:lnTo>
                    <a:pt x="1052728" y="1155271"/>
                  </a:lnTo>
                  <a:lnTo>
                    <a:pt x="1046886" y="1155271"/>
                  </a:lnTo>
                  <a:close/>
                  <a:moveTo>
                    <a:pt x="1382315" y="1156346"/>
                  </a:moveTo>
                  <a:lnTo>
                    <a:pt x="1382315" y="1153481"/>
                  </a:lnTo>
                  <a:lnTo>
                    <a:pt x="1380524" y="1153481"/>
                  </a:lnTo>
                  <a:lnTo>
                    <a:pt x="1380524" y="1156346"/>
                  </a:lnTo>
                  <a:lnTo>
                    <a:pt x="1382315" y="1156346"/>
                  </a:lnTo>
                  <a:close/>
                  <a:moveTo>
                    <a:pt x="1375152" y="1154555"/>
                  </a:moveTo>
                  <a:lnTo>
                    <a:pt x="1375152" y="1151690"/>
                  </a:lnTo>
                  <a:lnTo>
                    <a:pt x="1373362" y="1151690"/>
                  </a:lnTo>
                  <a:lnTo>
                    <a:pt x="1373362" y="1154555"/>
                  </a:lnTo>
                  <a:lnTo>
                    <a:pt x="1375152" y="1154555"/>
                  </a:lnTo>
                  <a:close/>
                  <a:moveTo>
                    <a:pt x="1119880" y="1155926"/>
                  </a:moveTo>
                  <a:lnTo>
                    <a:pt x="1121905" y="1153900"/>
                  </a:lnTo>
                  <a:lnTo>
                    <a:pt x="1120115" y="1152110"/>
                  </a:lnTo>
                  <a:lnTo>
                    <a:pt x="1118089" y="1154135"/>
                  </a:lnTo>
                  <a:lnTo>
                    <a:pt x="1119880" y="1155926"/>
                  </a:lnTo>
                  <a:close/>
                  <a:moveTo>
                    <a:pt x="1289205" y="1152764"/>
                  </a:moveTo>
                  <a:lnTo>
                    <a:pt x="1289205" y="1149900"/>
                  </a:lnTo>
                  <a:lnTo>
                    <a:pt x="1287415" y="1149900"/>
                  </a:lnTo>
                  <a:lnTo>
                    <a:pt x="1287415" y="1152764"/>
                  </a:lnTo>
                  <a:lnTo>
                    <a:pt x="1289205" y="1152764"/>
                  </a:lnTo>
                  <a:close/>
                  <a:moveTo>
                    <a:pt x="1191502" y="1154135"/>
                  </a:moveTo>
                  <a:lnTo>
                    <a:pt x="1193528" y="1152110"/>
                  </a:lnTo>
                  <a:lnTo>
                    <a:pt x="1191737" y="1150319"/>
                  </a:lnTo>
                  <a:lnTo>
                    <a:pt x="1189711" y="1152345"/>
                  </a:lnTo>
                  <a:lnTo>
                    <a:pt x="1191502" y="1154135"/>
                  </a:lnTo>
                  <a:close/>
                  <a:moveTo>
                    <a:pt x="1113730" y="1150974"/>
                  </a:moveTo>
                  <a:lnTo>
                    <a:pt x="1113730" y="1148109"/>
                  </a:lnTo>
                  <a:lnTo>
                    <a:pt x="1111940" y="1148109"/>
                  </a:lnTo>
                  <a:lnTo>
                    <a:pt x="1111940" y="1150974"/>
                  </a:lnTo>
                  <a:lnTo>
                    <a:pt x="1113730" y="1150974"/>
                  </a:lnTo>
                  <a:close/>
                  <a:moveTo>
                    <a:pt x="1097973" y="1149541"/>
                  </a:moveTo>
                  <a:lnTo>
                    <a:pt x="1100838" y="1149541"/>
                  </a:lnTo>
                  <a:lnTo>
                    <a:pt x="1100838" y="1147751"/>
                  </a:lnTo>
                  <a:lnTo>
                    <a:pt x="1097973" y="1147751"/>
                  </a:lnTo>
                  <a:lnTo>
                    <a:pt x="1097973" y="1149541"/>
                  </a:lnTo>
                  <a:close/>
                  <a:moveTo>
                    <a:pt x="1038527" y="1149183"/>
                  </a:moveTo>
                  <a:lnTo>
                    <a:pt x="1038527" y="1146318"/>
                  </a:lnTo>
                  <a:lnTo>
                    <a:pt x="1036736" y="1146318"/>
                  </a:lnTo>
                  <a:lnTo>
                    <a:pt x="1036736" y="1149183"/>
                  </a:lnTo>
                  <a:lnTo>
                    <a:pt x="1038527" y="1149183"/>
                  </a:lnTo>
                  <a:close/>
                  <a:moveTo>
                    <a:pt x="1185711" y="1145960"/>
                  </a:moveTo>
                  <a:lnTo>
                    <a:pt x="1188576" y="1145960"/>
                  </a:lnTo>
                  <a:lnTo>
                    <a:pt x="1188576" y="1144170"/>
                  </a:lnTo>
                  <a:lnTo>
                    <a:pt x="1185711" y="1144170"/>
                  </a:lnTo>
                  <a:lnTo>
                    <a:pt x="1185711" y="1145960"/>
                  </a:lnTo>
                  <a:close/>
                  <a:moveTo>
                    <a:pt x="1121670" y="1139811"/>
                  </a:moveTo>
                  <a:lnTo>
                    <a:pt x="1122448" y="1140589"/>
                  </a:lnTo>
                  <a:lnTo>
                    <a:pt x="1122090" y="1140947"/>
                  </a:lnTo>
                  <a:lnTo>
                    <a:pt x="1119102" y="1140947"/>
                  </a:lnTo>
                  <a:lnTo>
                    <a:pt x="1119102" y="1143812"/>
                  </a:lnTo>
                  <a:lnTo>
                    <a:pt x="1125906" y="1143812"/>
                  </a:lnTo>
                  <a:lnTo>
                    <a:pt x="1125906" y="1139995"/>
                  </a:lnTo>
                  <a:lnTo>
                    <a:pt x="1121670" y="1139811"/>
                  </a:lnTo>
                  <a:close/>
                  <a:moveTo>
                    <a:pt x="1099764" y="1140589"/>
                  </a:moveTo>
                  <a:lnTo>
                    <a:pt x="1102629" y="1140589"/>
                  </a:lnTo>
                  <a:lnTo>
                    <a:pt x="1102629" y="1137007"/>
                  </a:lnTo>
                  <a:lnTo>
                    <a:pt x="1099764" y="1137007"/>
                  </a:lnTo>
                  <a:lnTo>
                    <a:pt x="1099764" y="1140589"/>
                  </a:lnTo>
                  <a:close/>
                  <a:moveTo>
                    <a:pt x="1231549" y="1131759"/>
                  </a:moveTo>
                  <a:lnTo>
                    <a:pt x="1224868" y="1138440"/>
                  </a:lnTo>
                  <a:lnTo>
                    <a:pt x="1231549" y="1138440"/>
                  </a:lnTo>
                  <a:lnTo>
                    <a:pt x="1231549" y="1131759"/>
                  </a:lnTo>
                  <a:close/>
                  <a:moveTo>
                    <a:pt x="1110149" y="1134859"/>
                  </a:moveTo>
                  <a:lnTo>
                    <a:pt x="1110149" y="1131994"/>
                  </a:lnTo>
                  <a:lnTo>
                    <a:pt x="1108358" y="1131994"/>
                  </a:lnTo>
                  <a:lnTo>
                    <a:pt x="1108358" y="1134859"/>
                  </a:lnTo>
                  <a:lnTo>
                    <a:pt x="1110149" y="1134859"/>
                  </a:lnTo>
                  <a:close/>
                  <a:moveTo>
                    <a:pt x="1088427" y="1135217"/>
                  </a:moveTo>
                  <a:lnTo>
                    <a:pt x="1091231" y="1138020"/>
                  </a:lnTo>
                  <a:lnTo>
                    <a:pt x="1093256" y="1135995"/>
                  </a:lnTo>
                  <a:lnTo>
                    <a:pt x="1092479" y="1135217"/>
                  </a:lnTo>
                  <a:lnTo>
                    <a:pt x="1093256" y="1134439"/>
                  </a:lnTo>
                  <a:lnTo>
                    <a:pt x="1091231" y="1132413"/>
                  </a:lnTo>
                  <a:lnTo>
                    <a:pt x="1088427" y="1135217"/>
                  </a:lnTo>
                  <a:close/>
                  <a:moveTo>
                    <a:pt x="1185711" y="1131636"/>
                  </a:moveTo>
                  <a:lnTo>
                    <a:pt x="1188576" y="1131636"/>
                  </a:lnTo>
                  <a:lnTo>
                    <a:pt x="1188576" y="1129845"/>
                  </a:lnTo>
                  <a:lnTo>
                    <a:pt x="1185711" y="1129845"/>
                  </a:lnTo>
                  <a:lnTo>
                    <a:pt x="1185711" y="1131636"/>
                  </a:lnTo>
                  <a:close/>
                  <a:moveTo>
                    <a:pt x="1096183" y="1129845"/>
                  </a:moveTo>
                  <a:lnTo>
                    <a:pt x="1099048" y="1129845"/>
                  </a:lnTo>
                  <a:lnTo>
                    <a:pt x="1099048" y="1128055"/>
                  </a:lnTo>
                  <a:lnTo>
                    <a:pt x="1096183" y="1128055"/>
                  </a:lnTo>
                  <a:lnTo>
                    <a:pt x="1096183" y="1129845"/>
                  </a:lnTo>
                  <a:close/>
                  <a:moveTo>
                    <a:pt x="1040675" y="1129845"/>
                  </a:moveTo>
                  <a:lnTo>
                    <a:pt x="1043540" y="1129845"/>
                  </a:lnTo>
                  <a:lnTo>
                    <a:pt x="1043540" y="1126264"/>
                  </a:lnTo>
                  <a:lnTo>
                    <a:pt x="1040675" y="1126264"/>
                  </a:lnTo>
                  <a:lnTo>
                    <a:pt x="1040675" y="1129845"/>
                  </a:lnTo>
                  <a:close/>
                  <a:moveTo>
                    <a:pt x="1217941" y="1124474"/>
                  </a:moveTo>
                  <a:lnTo>
                    <a:pt x="1220806" y="1124474"/>
                  </a:lnTo>
                  <a:lnTo>
                    <a:pt x="1220806" y="1122683"/>
                  </a:lnTo>
                  <a:lnTo>
                    <a:pt x="1217941" y="1122683"/>
                  </a:lnTo>
                  <a:lnTo>
                    <a:pt x="1217941" y="1124474"/>
                  </a:lnTo>
                  <a:close/>
                  <a:moveTo>
                    <a:pt x="1095947" y="1117669"/>
                  </a:moveTo>
                  <a:lnTo>
                    <a:pt x="1102629" y="1124351"/>
                  </a:lnTo>
                  <a:lnTo>
                    <a:pt x="1102629" y="1117669"/>
                  </a:lnTo>
                  <a:lnTo>
                    <a:pt x="1095947" y="1117669"/>
                  </a:lnTo>
                  <a:close/>
                  <a:moveTo>
                    <a:pt x="1113730" y="1118744"/>
                  </a:moveTo>
                  <a:lnTo>
                    <a:pt x="1113730" y="1115879"/>
                  </a:lnTo>
                  <a:lnTo>
                    <a:pt x="1104777" y="1115879"/>
                  </a:lnTo>
                  <a:lnTo>
                    <a:pt x="1104777" y="1118744"/>
                  </a:lnTo>
                  <a:lnTo>
                    <a:pt x="1113730" y="1118744"/>
                  </a:lnTo>
                  <a:close/>
                  <a:moveTo>
                    <a:pt x="1041095" y="1109371"/>
                  </a:moveTo>
                  <a:lnTo>
                    <a:pt x="1043121" y="1107346"/>
                  </a:lnTo>
                  <a:lnTo>
                    <a:pt x="1041330" y="1105555"/>
                  </a:lnTo>
                  <a:lnTo>
                    <a:pt x="1039304" y="1107581"/>
                  </a:lnTo>
                  <a:lnTo>
                    <a:pt x="1041095" y="1109371"/>
                  </a:lnTo>
                  <a:close/>
                  <a:moveTo>
                    <a:pt x="1130203" y="1094034"/>
                  </a:moveTo>
                  <a:lnTo>
                    <a:pt x="1133068" y="1094034"/>
                  </a:lnTo>
                  <a:lnTo>
                    <a:pt x="1133068" y="1092243"/>
                  </a:lnTo>
                  <a:lnTo>
                    <a:pt x="1130203" y="1092243"/>
                  </a:lnTo>
                  <a:lnTo>
                    <a:pt x="1130203" y="1094034"/>
                  </a:lnTo>
                  <a:close/>
                  <a:moveTo>
                    <a:pt x="1046466" y="1089440"/>
                  </a:moveTo>
                  <a:lnTo>
                    <a:pt x="1048492" y="1091466"/>
                  </a:lnTo>
                  <a:lnTo>
                    <a:pt x="1050283" y="1089675"/>
                  </a:lnTo>
                  <a:lnTo>
                    <a:pt x="1048257" y="1087649"/>
                  </a:lnTo>
                  <a:lnTo>
                    <a:pt x="1046466" y="1089440"/>
                  </a:lnTo>
                  <a:close/>
                  <a:moveTo>
                    <a:pt x="1065385" y="1084723"/>
                  </a:moveTo>
                  <a:lnTo>
                    <a:pt x="1065385" y="1081858"/>
                  </a:lnTo>
                  <a:lnTo>
                    <a:pt x="1060013" y="1081858"/>
                  </a:lnTo>
                  <a:lnTo>
                    <a:pt x="1060013" y="1084723"/>
                  </a:lnTo>
                  <a:lnTo>
                    <a:pt x="1065385" y="1084723"/>
                  </a:lnTo>
                  <a:close/>
                  <a:moveTo>
                    <a:pt x="1069744" y="1086094"/>
                  </a:moveTo>
                  <a:lnTo>
                    <a:pt x="1071954" y="1088304"/>
                  </a:lnTo>
                  <a:lnTo>
                    <a:pt x="1074931" y="1088304"/>
                  </a:lnTo>
                  <a:lnTo>
                    <a:pt x="1077561" y="1085675"/>
                  </a:lnTo>
                  <a:lnTo>
                    <a:pt x="1077561" y="1083884"/>
                  </a:lnTo>
                  <a:lnTo>
                    <a:pt x="1078932" y="1082513"/>
                  </a:lnTo>
                  <a:lnTo>
                    <a:pt x="1076906" y="1080487"/>
                  </a:lnTo>
                  <a:lnTo>
                    <a:pt x="1074696" y="1082697"/>
                  </a:lnTo>
                  <a:lnTo>
                    <a:pt x="1074696" y="1084488"/>
                  </a:lnTo>
                  <a:lnTo>
                    <a:pt x="1073744" y="1085439"/>
                  </a:lnTo>
                  <a:lnTo>
                    <a:pt x="1073141" y="1085439"/>
                  </a:lnTo>
                  <a:lnTo>
                    <a:pt x="1071770" y="1084068"/>
                  </a:lnTo>
                  <a:lnTo>
                    <a:pt x="1069744" y="1086094"/>
                  </a:lnTo>
                  <a:close/>
                  <a:moveTo>
                    <a:pt x="1080487" y="1078697"/>
                  </a:moveTo>
                  <a:lnTo>
                    <a:pt x="1082513" y="1080722"/>
                  </a:lnTo>
                  <a:lnTo>
                    <a:pt x="1084303" y="1078932"/>
                  </a:lnTo>
                  <a:lnTo>
                    <a:pt x="1082278" y="1076906"/>
                  </a:lnTo>
                  <a:lnTo>
                    <a:pt x="1080487" y="1078697"/>
                  </a:lnTo>
                  <a:close/>
                  <a:moveTo>
                    <a:pt x="1056432" y="1079351"/>
                  </a:moveTo>
                  <a:lnTo>
                    <a:pt x="1056432" y="1076486"/>
                  </a:lnTo>
                  <a:lnTo>
                    <a:pt x="1054642" y="1076486"/>
                  </a:lnTo>
                  <a:lnTo>
                    <a:pt x="1054642" y="1079351"/>
                  </a:lnTo>
                  <a:lnTo>
                    <a:pt x="1056432" y="1079351"/>
                  </a:lnTo>
                  <a:close/>
                  <a:moveTo>
                    <a:pt x="1113730" y="1077561"/>
                  </a:moveTo>
                  <a:lnTo>
                    <a:pt x="1113730" y="1074696"/>
                  </a:lnTo>
                  <a:lnTo>
                    <a:pt x="1111940" y="1074696"/>
                  </a:lnTo>
                  <a:lnTo>
                    <a:pt x="1111940" y="1077561"/>
                  </a:lnTo>
                  <a:lnTo>
                    <a:pt x="1113730" y="1077561"/>
                  </a:lnTo>
                  <a:close/>
                  <a:moveTo>
                    <a:pt x="1078697" y="1077141"/>
                  </a:moveTo>
                  <a:lnTo>
                    <a:pt x="1080722" y="1075115"/>
                  </a:lnTo>
                  <a:lnTo>
                    <a:pt x="1078932" y="1073325"/>
                  </a:lnTo>
                  <a:lnTo>
                    <a:pt x="1076906" y="1075351"/>
                  </a:lnTo>
                  <a:lnTo>
                    <a:pt x="1078697" y="1077141"/>
                  </a:lnTo>
                  <a:close/>
                  <a:moveTo>
                    <a:pt x="1065385" y="1070399"/>
                  </a:moveTo>
                  <a:lnTo>
                    <a:pt x="1065385" y="1067534"/>
                  </a:lnTo>
                  <a:lnTo>
                    <a:pt x="1063594" y="1067534"/>
                  </a:lnTo>
                  <a:lnTo>
                    <a:pt x="1063594" y="1070399"/>
                  </a:lnTo>
                  <a:lnTo>
                    <a:pt x="1065385" y="1070399"/>
                  </a:lnTo>
                  <a:close/>
                  <a:moveTo>
                    <a:pt x="1107346" y="1062817"/>
                  </a:moveTo>
                  <a:lnTo>
                    <a:pt x="1109371" y="1060791"/>
                  </a:lnTo>
                  <a:lnTo>
                    <a:pt x="1107581" y="1059000"/>
                  </a:lnTo>
                  <a:lnTo>
                    <a:pt x="1105555" y="1061026"/>
                  </a:lnTo>
                  <a:lnTo>
                    <a:pt x="1107346" y="1062817"/>
                  </a:lnTo>
                  <a:close/>
                  <a:moveTo>
                    <a:pt x="1035304" y="1061804"/>
                  </a:moveTo>
                  <a:lnTo>
                    <a:pt x="1038168" y="1061804"/>
                  </a:lnTo>
                  <a:lnTo>
                    <a:pt x="1038168" y="1056432"/>
                  </a:lnTo>
                  <a:lnTo>
                    <a:pt x="1035304" y="1056432"/>
                  </a:lnTo>
                  <a:lnTo>
                    <a:pt x="1035304" y="1061804"/>
                  </a:lnTo>
                  <a:close/>
                  <a:moveTo>
                    <a:pt x="1097615" y="1054283"/>
                  </a:moveTo>
                  <a:lnTo>
                    <a:pt x="1097615" y="1051419"/>
                  </a:lnTo>
                  <a:lnTo>
                    <a:pt x="1095825" y="1051419"/>
                  </a:lnTo>
                  <a:lnTo>
                    <a:pt x="1095825" y="1054283"/>
                  </a:lnTo>
                  <a:lnTo>
                    <a:pt x="1097615" y="1054283"/>
                  </a:lnTo>
                  <a:close/>
                  <a:moveTo>
                    <a:pt x="1089020" y="1051060"/>
                  </a:moveTo>
                  <a:lnTo>
                    <a:pt x="1091885" y="1051060"/>
                  </a:lnTo>
                  <a:lnTo>
                    <a:pt x="1091885" y="1047479"/>
                  </a:lnTo>
                  <a:lnTo>
                    <a:pt x="1089020" y="1047479"/>
                  </a:lnTo>
                  <a:lnTo>
                    <a:pt x="1089020" y="1051060"/>
                  </a:lnTo>
                  <a:close/>
                  <a:moveTo>
                    <a:pt x="1072547" y="1047244"/>
                  </a:moveTo>
                  <a:lnTo>
                    <a:pt x="1071770" y="1046466"/>
                  </a:lnTo>
                  <a:lnTo>
                    <a:pt x="1069744" y="1048492"/>
                  </a:lnTo>
                  <a:lnTo>
                    <a:pt x="1072547" y="1051296"/>
                  </a:lnTo>
                  <a:lnTo>
                    <a:pt x="1075351" y="1048492"/>
                  </a:lnTo>
                  <a:lnTo>
                    <a:pt x="1073325" y="1046466"/>
                  </a:lnTo>
                  <a:lnTo>
                    <a:pt x="1072547" y="1047244"/>
                  </a:lnTo>
                  <a:close/>
                  <a:moveTo>
                    <a:pt x="1101196" y="1043540"/>
                  </a:moveTo>
                  <a:lnTo>
                    <a:pt x="1101196" y="1040675"/>
                  </a:lnTo>
                  <a:lnTo>
                    <a:pt x="1099406" y="1040675"/>
                  </a:lnTo>
                  <a:lnTo>
                    <a:pt x="1099406" y="1043540"/>
                  </a:lnTo>
                  <a:lnTo>
                    <a:pt x="1101196" y="1043540"/>
                  </a:lnTo>
                  <a:close/>
                  <a:moveTo>
                    <a:pt x="1042885" y="1042885"/>
                  </a:moveTo>
                  <a:lnTo>
                    <a:pt x="1044911" y="1044911"/>
                  </a:lnTo>
                  <a:lnTo>
                    <a:pt x="1046702" y="1043121"/>
                  </a:lnTo>
                  <a:lnTo>
                    <a:pt x="1044676" y="1041095"/>
                  </a:lnTo>
                  <a:lnTo>
                    <a:pt x="1042885" y="1042885"/>
                  </a:lnTo>
                  <a:close/>
                  <a:moveTo>
                    <a:pt x="1061804" y="1041750"/>
                  </a:moveTo>
                  <a:lnTo>
                    <a:pt x="1061804" y="1038885"/>
                  </a:lnTo>
                  <a:lnTo>
                    <a:pt x="1060013" y="1038885"/>
                  </a:lnTo>
                  <a:lnTo>
                    <a:pt x="1060013" y="1041750"/>
                  </a:lnTo>
                  <a:lnTo>
                    <a:pt x="1061804" y="1041750"/>
                  </a:lnTo>
                  <a:close/>
                  <a:moveTo>
                    <a:pt x="1052851" y="1041750"/>
                  </a:moveTo>
                  <a:lnTo>
                    <a:pt x="1052851" y="1038885"/>
                  </a:lnTo>
                  <a:lnTo>
                    <a:pt x="1049270" y="1038885"/>
                  </a:lnTo>
                  <a:lnTo>
                    <a:pt x="1049270" y="1041750"/>
                  </a:lnTo>
                  <a:lnTo>
                    <a:pt x="1052851" y="1041750"/>
                  </a:lnTo>
                  <a:close/>
                  <a:moveTo>
                    <a:pt x="1106926" y="1040317"/>
                  </a:moveTo>
                  <a:lnTo>
                    <a:pt x="1109791" y="1040317"/>
                  </a:lnTo>
                  <a:lnTo>
                    <a:pt x="1109791" y="1038527"/>
                  </a:lnTo>
                  <a:lnTo>
                    <a:pt x="1106926" y="1038527"/>
                  </a:lnTo>
                  <a:lnTo>
                    <a:pt x="1106926" y="1040317"/>
                  </a:lnTo>
                  <a:close/>
                  <a:moveTo>
                    <a:pt x="1052851" y="1034587"/>
                  </a:moveTo>
                  <a:lnTo>
                    <a:pt x="1052851" y="1031722"/>
                  </a:lnTo>
                  <a:lnTo>
                    <a:pt x="1051060" y="1031722"/>
                  </a:lnTo>
                  <a:lnTo>
                    <a:pt x="1051060" y="1034587"/>
                  </a:lnTo>
                  <a:lnTo>
                    <a:pt x="1052851" y="1034587"/>
                  </a:lnTo>
                  <a:close/>
                  <a:moveTo>
                    <a:pt x="1148109" y="1033155"/>
                  </a:moveTo>
                  <a:lnTo>
                    <a:pt x="1150974" y="1033155"/>
                  </a:lnTo>
                  <a:lnTo>
                    <a:pt x="1150974" y="1029574"/>
                  </a:lnTo>
                  <a:lnTo>
                    <a:pt x="1148109" y="1029574"/>
                  </a:lnTo>
                  <a:lnTo>
                    <a:pt x="1148109" y="1033155"/>
                  </a:lnTo>
                  <a:close/>
                  <a:moveTo>
                    <a:pt x="1060791" y="1030351"/>
                  </a:moveTo>
                  <a:lnTo>
                    <a:pt x="1062817" y="1032377"/>
                  </a:lnTo>
                  <a:lnTo>
                    <a:pt x="1064607" y="1030587"/>
                  </a:lnTo>
                  <a:lnTo>
                    <a:pt x="1062582" y="1028561"/>
                  </a:lnTo>
                  <a:lnTo>
                    <a:pt x="1060791" y="1030351"/>
                  </a:lnTo>
                  <a:close/>
                  <a:moveTo>
                    <a:pt x="1044676" y="1032377"/>
                  </a:moveTo>
                  <a:lnTo>
                    <a:pt x="1046702" y="1030351"/>
                  </a:lnTo>
                  <a:lnTo>
                    <a:pt x="1044911" y="1028561"/>
                  </a:lnTo>
                  <a:lnTo>
                    <a:pt x="1042885" y="1030587"/>
                  </a:lnTo>
                  <a:lnTo>
                    <a:pt x="1044676" y="1032377"/>
                  </a:lnTo>
                  <a:close/>
                  <a:moveTo>
                    <a:pt x="1092602" y="1029574"/>
                  </a:moveTo>
                  <a:lnTo>
                    <a:pt x="1095466" y="1029574"/>
                  </a:lnTo>
                  <a:lnTo>
                    <a:pt x="1095466" y="1027783"/>
                  </a:lnTo>
                  <a:lnTo>
                    <a:pt x="1092602" y="1027783"/>
                  </a:lnTo>
                  <a:lnTo>
                    <a:pt x="1092602" y="1029574"/>
                  </a:lnTo>
                  <a:close/>
                  <a:moveTo>
                    <a:pt x="1144947" y="1023424"/>
                  </a:moveTo>
                  <a:lnTo>
                    <a:pt x="1146973" y="1021399"/>
                  </a:lnTo>
                  <a:lnTo>
                    <a:pt x="1143392" y="1017817"/>
                  </a:lnTo>
                  <a:lnTo>
                    <a:pt x="1141366" y="1019843"/>
                  </a:lnTo>
                  <a:lnTo>
                    <a:pt x="1144947" y="1023424"/>
                  </a:lnTo>
                  <a:close/>
                  <a:moveTo>
                    <a:pt x="1094812" y="1019608"/>
                  </a:moveTo>
                  <a:lnTo>
                    <a:pt x="1096837" y="1021634"/>
                  </a:lnTo>
                  <a:lnTo>
                    <a:pt x="1098628" y="1019843"/>
                  </a:lnTo>
                  <a:lnTo>
                    <a:pt x="1096602" y="1017817"/>
                  </a:lnTo>
                  <a:lnTo>
                    <a:pt x="1094812" y="1019608"/>
                  </a:lnTo>
                  <a:close/>
                  <a:moveTo>
                    <a:pt x="1035304" y="1018830"/>
                  </a:moveTo>
                  <a:lnTo>
                    <a:pt x="1038168" y="1018830"/>
                  </a:lnTo>
                  <a:lnTo>
                    <a:pt x="1038168" y="1017040"/>
                  </a:lnTo>
                  <a:lnTo>
                    <a:pt x="1035304" y="1017040"/>
                  </a:lnTo>
                  <a:lnTo>
                    <a:pt x="1035304" y="1018830"/>
                  </a:lnTo>
                  <a:close/>
                  <a:moveTo>
                    <a:pt x="1088662" y="1011310"/>
                  </a:moveTo>
                  <a:lnTo>
                    <a:pt x="1088662" y="1008445"/>
                  </a:lnTo>
                  <a:lnTo>
                    <a:pt x="1086872" y="1008445"/>
                  </a:lnTo>
                  <a:lnTo>
                    <a:pt x="1086872" y="1011310"/>
                  </a:lnTo>
                  <a:lnTo>
                    <a:pt x="1088662" y="1011310"/>
                  </a:lnTo>
                  <a:close/>
                  <a:moveTo>
                    <a:pt x="1332179" y="1009519"/>
                  </a:moveTo>
                  <a:lnTo>
                    <a:pt x="1332179" y="1006655"/>
                  </a:lnTo>
                  <a:lnTo>
                    <a:pt x="1330388" y="1006655"/>
                  </a:lnTo>
                  <a:lnTo>
                    <a:pt x="1330388" y="1009519"/>
                  </a:lnTo>
                  <a:lnTo>
                    <a:pt x="1332179" y="1009519"/>
                  </a:lnTo>
                  <a:close/>
                  <a:moveTo>
                    <a:pt x="1116298" y="1007074"/>
                  </a:moveTo>
                  <a:lnTo>
                    <a:pt x="1118324" y="1009100"/>
                  </a:lnTo>
                  <a:lnTo>
                    <a:pt x="1120115" y="1007309"/>
                  </a:lnTo>
                  <a:lnTo>
                    <a:pt x="1118089" y="1005283"/>
                  </a:lnTo>
                  <a:lnTo>
                    <a:pt x="1116298" y="1007074"/>
                  </a:lnTo>
                  <a:close/>
                  <a:moveTo>
                    <a:pt x="1309679" y="1007309"/>
                  </a:moveTo>
                  <a:lnTo>
                    <a:pt x="1311705" y="1005283"/>
                  </a:lnTo>
                  <a:lnTo>
                    <a:pt x="1309914" y="1003493"/>
                  </a:lnTo>
                  <a:lnTo>
                    <a:pt x="1307889" y="1005519"/>
                  </a:lnTo>
                  <a:lnTo>
                    <a:pt x="1309679" y="1007309"/>
                  </a:lnTo>
                  <a:close/>
                  <a:moveTo>
                    <a:pt x="1121670" y="1001702"/>
                  </a:moveTo>
                  <a:lnTo>
                    <a:pt x="1123696" y="1003728"/>
                  </a:lnTo>
                  <a:lnTo>
                    <a:pt x="1125486" y="1001938"/>
                  </a:lnTo>
                  <a:lnTo>
                    <a:pt x="1123461" y="999912"/>
                  </a:lnTo>
                  <a:lnTo>
                    <a:pt x="1121670" y="1001702"/>
                  </a:lnTo>
                  <a:close/>
                  <a:moveTo>
                    <a:pt x="1133784" y="1006296"/>
                  </a:moveTo>
                  <a:lnTo>
                    <a:pt x="1136649" y="1006296"/>
                  </a:lnTo>
                  <a:lnTo>
                    <a:pt x="1136649" y="999134"/>
                  </a:lnTo>
                  <a:lnTo>
                    <a:pt x="1133784" y="999134"/>
                  </a:lnTo>
                  <a:lnTo>
                    <a:pt x="1133784" y="1006296"/>
                  </a:lnTo>
                  <a:close/>
                  <a:moveTo>
                    <a:pt x="1084068" y="998121"/>
                  </a:moveTo>
                  <a:lnTo>
                    <a:pt x="1086094" y="1000147"/>
                  </a:lnTo>
                  <a:lnTo>
                    <a:pt x="1087465" y="998776"/>
                  </a:lnTo>
                  <a:lnTo>
                    <a:pt x="1088662" y="998776"/>
                  </a:lnTo>
                  <a:lnTo>
                    <a:pt x="1088662" y="995911"/>
                  </a:lnTo>
                  <a:lnTo>
                    <a:pt x="1086278" y="995911"/>
                  </a:lnTo>
                  <a:lnTo>
                    <a:pt x="1084068" y="998121"/>
                  </a:lnTo>
                  <a:close/>
                  <a:moveTo>
                    <a:pt x="1110507" y="993762"/>
                  </a:moveTo>
                  <a:lnTo>
                    <a:pt x="1113372" y="993762"/>
                  </a:lnTo>
                  <a:lnTo>
                    <a:pt x="1113372" y="991972"/>
                  </a:lnTo>
                  <a:lnTo>
                    <a:pt x="1110507" y="991972"/>
                  </a:lnTo>
                  <a:lnTo>
                    <a:pt x="1110507" y="993762"/>
                  </a:lnTo>
                  <a:close/>
                  <a:moveTo>
                    <a:pt x="1110507" y="988391"/>
                  </a:moveTo>
                  <a:lnTo>
                    <a:pt x="1113372" y="988391"/>
                  </a:lnTo>
                  <a:lnTo>
                    <a:pt x="1113372" y="986600"/>
                  </a:lnTo>
                  <a:lnTo>
                    <a:pt x="1110507" y="986600"/>
                  </a:lnTo>
                  <a:lnTo>
                    <a:pt x="1110507" y="988391"/>
                  </a:lnTo>
                  <a:close/>
                  <a:moveTo>
                    <a:pt x="1345071" y="990181"/>
                  </a:moveTo>
                  <a:lnTo>
                    <a:pt x="1347936" y="990181"/>
                  </a:lnTo>
                  <a:lnTo>
                    <a:pt x="1347936" y="983019"/>
                  </a:lnTo>
                  <a:lnTo>
                    <a:pt x="1345071" y="983019"/>
                  </a:lnTo>
                  <a:lnTo>
                    <a:pt x="1345071" y="990181"/>
                  </a:lnTo>
                  <a:close/>
                  <a:moveTo>
                    <a:pt x="1343700" y="980451"/>
                  </a:moveTo>
                  <a:lnTo>
                    <a:pt x="1345726" y="978425"/>
                  </a:lnTo>
                  <a:lnTo>
                    <a:pt x="1343935" y="976634"/>
                  </a:lnTo>
                  <a:lnTo>
                    <a:pt x="1341909" y="978660"/>
                  </a:lnTo>
                  <a:lnTo>
                    <a:pt x="1343700" y="980451"/>
                  </a:lnTo>
                  <a:close/>
                  <a:moveTo>
                    <a:pt x="1307889" y="980216"/>
                  </a:moveTo>
                  <a:lnTo>
                    <a:pt x="1309914" y="982241"/>
                  </a:lnTo>
                  <a:lnTo>
                    <a:pt x="1313496" y="978660"/>
                  </a:lnTo>
                  <a:lnTo>
                    <a:pt x="1311470" y="976634"/>
                  </a:lnTo>
                  <a:lnTo>
                    <a:pt x="1307889" y="980216"/>
                  </a:lnTo>
                  <a:close/>
                  <a:moveTo>
                    <a:pt x="1090453" y="979080"/>
                  </a:moveTo>
                  <a:lnTo>
                    <a:pt x="1090453" y="976215"/>
                  </a:lnTo>
                  <a:lnTo>
                    <a:pt x="1088662" y="976215"/>
                  </a:lnTo>
                  <a:lnTo>
                    <a:pt x="1088662" y="979080"/>
                  </a:lnTo>
                  <a:lnTo>
                    <a:pt x="1090453" y="979080"/>
                  </a:lnTo>
                  <a:close/>
                  <a:moveTo>
                    <a:pt x="1076486" y="975263"/>
                  </a:moveTo>
                  <a:lnTo>
                    <a:pt x="1076486" y="977647"/>
                  </a:lnTo>
                  <a:lnTo>
                    <a:pt x="1079351" y="977647"/>
                  </a:lnTo>
                  <a:lnTo>
                    <a:pt x="1079351" y="976450"/>
                  </a:lnTo>
                  <a:lnTo>
                    <a:pt x="1080722" y="975079"/>
                  </a:lnTo>
                  <a:lnTo>
                    <a:pt x="1078697" y="973053"/>
                  </a:lnTo>
                  <a:lnTo>
                    <a:pt x="1076486" y="975263"/>
                  </a:lnTo>
                  <a:close/>
                  <a:moveTo>
                    <a:pt x="1332179" y="973708"/>
                  </a:moveTo>
                  <a:lnTo>
                    <a:pt x="1332179" y="970843"/>
                  </a:lnTo>
                  <a:lnTo>
                    <a:pt x="1323226" y="970843"/>
                  </a:lnTo>
                  <a:lnTo>
                    <a:pt x="1323226" y="973708"/>
                  </a:lnTo>
                  <a:lnTo>
                    <a:pt x="1332179" y="973708"/>
                  </a:lnTo>
                  <a:close/>
                  <a:moveTo>
                    <a:pt x="1095825" y="971918"/>
                  </a:moveTo>
                  <a:lnTo>
                    <a:pt x="1095825" y="969053"/>
                  </a:lnTo>
                  <a:lnTo>
                    <a:pt x="1094034" y="969053"/>
                  </a:lnTo>
                  <a:lnTo>
                    <a:pt x="1094034" y="971918"/>
                  </a:lnTo>
                  <a:lnTo>
                    <a:pt x="1095825" y="971918"/>
                  </a:lnTo>
                  <a:close/>
                  <a:moveTo>
                    <a:pt x="1088662" y="971918"/>
                  </a:moveTo>
                  <a:lnTo>
                    <a:pt x="1088662" y="969053"/>
                  </a:lnTo>
                  <a:lnTo>
                    <a:pt x="1086872" y="969053"/>
                  </a:lnTo>
                  <a:lnTo>
                    <a:pt x="1086872" y="971918"/>
                  </a:lnTo>
                  <a:lnTo>
                    <a:pt x="1088662" y="971918"/>
                  </a:lnTo>
                  <a:close/>
                  <a:moveTo>
                    <a:pt x="1062162" y="963323"/>
                  </a:moveTo>
                  <a:lnTo>
                    <a:pt x="1065027" y="963323"/>
                  </a:lnTo>
                  <a:lnTo>
                    <a:pt x="1065027" y="961532"/>
                  </a:lnTo>
                  <a:lnTo>
                    <a:pt x="1062162" y="961532"/>
                  </a:lnTo>
                  <a:lnTo>
                    <a:pt x="1062162" y="963323"/>
                  </a:lnTo>
                  <a:close/>
                  <a:moveTo>
                    <a:pt x="1065743" y="959742"/>
                  </a:moveTo>
                  <a:lnTo>
                    <a:pt x="1068608" y="959742"/>
                  </a:lnTo>
                  <a:lnTo>
                    <a:pt x="1068608" y="957951"/>
                  </a:lnTo>
                  <a:lnTo>
                    <a:pt x="1065743" y="957951"/>
                  </a:lnTo>
                  <a:lnTo>
                    <a:pt x="1065743" y="959742"/>
                  </a:lnTo>
                  <a:close/>
                  <a:moveTo>
                    <a:pt x="1062162" y="956161"/>
                  </a:moveTo>
                  <a:lnTo>
                    <a:pt x="1065027" y="956161"/>
                  </a:lnTo>
                  <a:lnTo>
                    <a:pt x="1065027" y="954370"/>
                  </a:lnTo>
                  <a:lnTo>
                    <a:pt x="1062162" y="954370"/>
                  </a:lnTo>
                  <a:lnTo>
                    <a:pt x="1062162" y="956161"/>
                  </a:lnTo>
                  <a:close/>
                  <a:moveTo>
                    <a:pt x="1051060" y="954012"/>
                  </a:moveTo>
                  <a:lnTo>
                    <a:pt x="1051060" y="951147"/>
                  </a:lnTo>
                  <a:lnTo>
                    <a:pt x="1049270" y="951147"/>
                  </a:lnTo>
                  <a:lnTo>
                    <a:pt x="1049270" y="954012"/>
                  </a:lnTo>
                  <a:lnTo>
                    <a:pt x="1051060" y="954012"/>
                  </a:lnTo>
                  <a:close/>
                  <a:moveTo>
                    <a:pt x="1042108" y="954012"/>
                  </a:moveTo>
                  <a:lnTo>
                    <a:pt x="1042108" y="951147"/>
                  </a:lnTo>
                  <a:lnTo>
                    <a:pt x="1040317" y="951147"/>
                  </a:lnTo>
                  <a:lnTo>
                    <a:pt x="1040317" y="954012"/>
                  </a:lnTo>
                  <a:lnTo>
                    <a:pt x="1042108" y="954012"/>
                  </a:lnTo>
                  <a:close/>
                  <a:moveTo>
                    <a:pt x="1067176" y="950431"/>
                  </a:moveTo>
                  <a:lnTo>
                    <a:pt x="1067176" y="947566"/>
                  </a:lnTo>
                  <a:lnTo>
                    <a:pt x="1065385" y="947566"/>
                  </a:lnTo>
                  <a:lnTo>
                    <a:pt x="1065385" y="950431"/>
                  </a:lnTo>
                  <a:lnTo>
                    <a:pt x="1067176" y="950431"/>
                  </a:lnTo>
                  <a:close/>
                  <a:moveTo>
                    <a:pt x="1057210" y="947985"/>
                  </a:moveTo>
                  <a:lnTo>
                    <a:pt x="1059236" y="950011"/>
                  </a:lnTo>
                  <a:lnTo>
                    <a:pt x="1061026" y="948221"/>
                  </a:lnTo>
                  <a:lnTo>
                    <a:pt x="1059000" y="946195"/>
                  </a:lnTo>
                  <a:lnTo>
                    <a:pt x="1057210" y="947985"/>
                  </a:lnTo>
                  <a:close/>
                  <a:moveTo>
                    <a:pt x="1239070" y="945059"/>
                  </a:moveTo>
                  <a:lnTo>
                    <a:pt x="1239070" y="942194"/>
                  </a:lnTo>
                  <a:lnTo>
                    <a:pt x="1235488" y="942194"/>
                  </a:lnTo>
                  <a:lnTo>
                    <a:pt x="1235488" y="945059"/>
                  </a:lnTo>
                  <a:lnTo>
                    <a:pt x="1239070" y="945059"/>
                  </a:lnTo>
                  <a:close/>
                  <a:moveTo>
                    <a:pt x="1231907" y="945059"/>
                  </a:moveTo>
                  <a:lnTo>
                    <a:pt x="1231907" y="942194"/>
                  </a:lnTo>
                  <a:lnTo>
                    <a:pt x="1228326" y="942194"/>
                  </a:lnTo>
                  <a:lnTo>
                    <a:pt x="1228326" y="945059"/>
                  </a:lnTo>
                  <a:lnTo>
                    <a:pt x="1231907" y="945059"/>
                  </a:lnTo>
                  <a:close/>
                  <a:moveTo>
                    <a:pt x="1056432" y="936106"/>
                  </a:moveTo>
                  <a:lnTo>
                    <a:pt x="1056432" y="933241"/>
                  </a:lnTo>
                  <a:lnTo>
                    <a:pt x="1054642" y="933241"/>
                  </a:lnTo>
                  <a:lnTo>
                    <a:pt x="1054642" y="936106"/>
                  </a:lnTo>
                  <a:lnTo>
                    <a:pt x="1056432" y="936106"/>
                  </a:lnTo>
                  <a:close/>
                  <a:moveTo>
                    <a:pt x="1156704" y="930735"/>
                  </a:moveTo>
                  <a:lnTo>
                    <a:pt x="1156704" y="927870"/>
                  </a:lnTo>
                  <a:lnTo>
                    <a:pt x="1154913" y="927870"/>
                  </a:lnTo>
                  <a:lnTo>
                    <a:pt x="1154913" y="930735"/>
                  </a:lnTo>
                  <a:lnTo>
                    <a:pt x="1156704" y="930735"/>
                  </a:lnTo>
                  <a:close/>
                  <a:moveTo>
                    <a:pt x="1136772" y="931093"/>
                  </a:moveTo>
                  <a:lnTo>
                    <a:pt x="1139576" y="933896"/>
                  </a:lnTo>
                  <a:lnTo>
                    <a:pt x="1141602" y="931870"/>
                  </a:lnTo>
                  <a:lnTo>
                    <a:pt x="1140824" y="931093"/>
                  </a:lnTo>
                  <a:lnTo>
                    <a:pt x="1141602" y="930315"/>
                  </a:lnTo>
                  <a:lnTo>
                    <a:pt x="1139576" y="928289"/>
                  </a:lnTo>
                  <a:lnTo>
                    <a:pt x="1136772" y="931093"/>
                  </a:lnTo>
                  <a:close/>
                  <a:moveTo>
                    <a:pt x="1087230" y="915571"/>
                  </a:moveTo>
                  <a:lnTo>
                    <a:pt x="1087230" y="919152"/>
                  </a:lnTo>
                  <a:lnTo>
                    <a:pt x="1089860" y="921782"/>
                  </a:lnTo>
                  <a:lnTo>
                    <a:pt x="1095825" y="921782"/>
                  </a:lnTo>
                  <a:lnTo>
                    <a:pt x="1095825" y="918917"/>
                  </a:lnTo>
                  <a:lnTo>
                    <a:pt x="1091046" y="918917"/>
                  </a:lnTo>
                  <a:lnTo>
                    <a:pt x="1090095" y="917965"/>
                  </a:lnTo>
                  <a:lnTo>
                    <a:pt x="1090095" y="914384"/>
                  </a:lnTo>
                  <a:lnTo>
                    <a:pt x="1087885" y="912174"/>
                  </a:lnTo>
                  <a:lnTo>
                    <a:pt x="1085859" y="914200"/>
                  </a:lnTo>
                  <a:lnTo>
                    <a:pt x="1087230" y="915571"/>
                  </a:lnTo>
                  <a:close/>
                  <a:moveTo>
                    <a:pt x="1080487" y="910619"/>
                  </a:moveTo>
                  <a:lnTo>
                    <a:pt x="1082513" y="908593"/>
                  </a:lnTo>
                  <a:lnTo>
                    <a:pt x="1080722" y="906803"/>
                  </a:lnTo>
                  <a:lnTo>
                    <a:pt x="1078697" y="908828"/>
                  </a:lnTo>
                  <a:lnTo>
                    <a:pt x="1080487" y="910619"/>
                  </a:lnTo>
                  <a:close/>
                  <a:moveTo>
                    <a:pt x="1110507" y="897665"/>
                  </a:moveTo>
                  <a:lnTo>
                    <a:pt x="1112717" y="899876"/>
                  </a:lnTo>
                  <a:lnTo>
                    <a:pt x="1114743" y="897850"/>
                  </a:lnTo>
                  <a:lnTo>
                    <a:pt x="1113372" y="896479"/>
                  </a:lnTo>
                  <a:lnTo>
                    <a:pt x="1113372" y="895281"/>
                  </a:lnTo>
                  <a:lnTo>
                    <a:pt x="1110507" y="895281"/>
                  </a:lnTo>
                  <a:lnTo>
                    <a:pt x="1110507" y="897665"/>
                  </a:lnTo>
                  <a:close/>
                  <a:moveTo>
                    <a:pt x="1154913" y="894923"/>
                  </a:moveTo>
                  <a:lnTo>
                    <a:pt x="1154913" y="892058"/>
                  </a:lnTo>
                  <a:lnTo>
                    <a:pt x="1151332" y="892058"/>
                  </a:lnTo>
                  <a:lnTo>
                    <a:pt x="1151332" y="894923"/>
                  </a:lnTo>
                  <a:lnTo>
                    <a:pt x="1154913" y="894923"/>
                  </a:lnTo>
                  <a:close/>
                  <a:moveTo>
                    <a:pt x="1072905" y="895281"/>
                  </a:moveTo>
                  <a:lnTo>
                    <a:pt x="1075770" y="895281"/>
                  </a:lnTo>
                  <a:lnTo>
                    <a:pt x="1075770" y="891700"/>
                  </a:lnTo>
                  <a:lnTo>
                    <a:pt x="1072905" y="891700"/>
                  </a:lnTo>
                  <a:lnTo>
                    <a:pt x="1072905" y="895281"/>
                  </a:lnTo>
                  <a:close/>
                  <a:moveTo>
                    <a:pt x="1106926" y="888119"/>
                  </a:moveTo>
                  <a:lnTo>
                    <a:pt x="1109791" y="888119"/>
                  </a:lnTo>
                  <a:lnTo>
                    <a:pt x="1109791" y="886329"/>
                  </a:lnTo>
                  <a:lnTo>
                    <a:pt x="1106926" y="886329"/>
                  </a:lnTo>
                  <a:lnTo>
                    <a:pt x="1106926" y="888119"/>
                  </a:lnTo>
                  <a:close/>
                  <a:moveTo>
                    <a:pt x="1058223" y="884180"/>
                  </a:moveTo>
                  <a:lnTo>
                    <a:pt x="1058223" y="881315"/>
                  </a:lnTo>
                  <a:lnTo>
                    <a:pt x="1056432" y="881315"/>
                  </a:lnTo>
                  <a:lnTo>
                    <a:pt x="1056432" y="884180"/>
                  </a:lnTo>
                  <a:lnTo>
                    <a:pt x="1058223" y="884180"/>
                  </a:lnTo>
                  <a:close/>
                  <a:moveTo>
                    <a:pt x="1066163" y="881735"/>
                  </a:moveTo>
                  <a:lnTo>
                    <a:pt x="1068188" y="883760"/>
                  </a:lnTo>
                  <a:lnTo>
                    <a:pt x="1069979" y="881970"/>
                  </a:lnTo>
                  <a:lnTo>
                    <a:pt x="1067953" y="879944"/>
                  </a:lnTo>
                  <a:lnTo>
                    <a:pt x="1066163" y="881735"/>
                  </a:lnTo>
                  <a:close/>
                  <a:moveTo>
                    <a:pt x="1048257" y="880179"/>
                  </a:moveTo>
                  <a:lnTo>
                    <a:pt x="1050283" y="878154"/>
                  </a:lnTo>
                  <a:lnTo>
                    <a:pt x="1048492" y="876363"/>
                  </a:lnTo>
                  <a:lnTo>
                    <a:pt x="1046466" y="878389"/>
                  </a:lnTo>
                  <a:lnTo>
                    <a:pt x="1048257" y="880179"/>
                  </a:lnTo>
                  <a:close/>
                  <a:moveTo>
                    <a:pt x="1074696" y="870214"/>
                  </a:moveTo>
                  <a:lnTo>
                    <a:pt x="1077561" y="870214"/>
                  </a:lnTo>
                  <a:lnTo>
                    <a:pt x="1077561" y="868423"/>
                  </a:lnTo>
                  <a:lnTo>
                    <a:pt x="1074696" y="868423"/>
                  </a:lnTo>
                  <a:lnTo>
                    <a:pt x="1074696" y="870214"/>
                  </a:lnTo>
                  <a:close/>
                  <a:moveTo>
                    <a:pt x="1052851" y="868065"/>
                  </a:moveTo>
                  <a:lnTo>
                    <a:pt x="1052851" y="865200"/>
                  </a:lnTo>
                  <a:lnTo>
                    <a:pt x="1047479" y="865200"/>
                  </a:lnTo>
                  <a:lnTo>
                    <a:pt x="1047479" y="868065"/>
                  </a:lnTo>
                  <a:lnTo>
                    <a:pt x="1052851" y="868065"/>
                  </a:lnTo>
                  <a:close/>
                  <a:moveTo>
                    <a:pt x="1134204" y="865620"/>
                  </a:moveTo>
                  <a:lnTo>
                    <a:pt x="1136230" y="867645"/>
                  </a:lnTo>
                  <a:lnTo>
                    <a:pt x="1138020" y="865855"/>
                  </a:lnTo>
                  <a:lnTo>
                    <a:pt x="1135995" y="863829"/>
                  </a:lnTo>
                  <a:lnTo>
                    <a:pt x="1134204" y="865620"/>
                  </a:lnTo>
                  <a:close/>
                  <a:moveTo>
                    <a:pt x="1130623" y="862038"/>
                  </a:moveTo>
                  <a:lnTo>
                    <a:pt x="1132649" y="864064"/>
                  </a:lnTo>
                  <a:lnTo>
                    <a:pt x="1134439" y="862274"/>
                  </a:lnTo>
                  <a:lnTo>
                    <a:pt x="1132413" y="860248"/>
                  </a:lnTo>
                  <a:lnTo>
                    <a:pt x="1130623" y="862038"/>
                  </a:lnTo>
                  <a:close/>
                  <a:moveTo>
                    <a:pt x="1134204" y="856667"/>
                  </a:moveTo>
                  <a:lnTo>
                    <a:pt x="1136230" y="858693"/>
                  </a:lnTo>
                  <a:lnTo>
                    <a:pt x="1138020" y="856902"/>
                  </a:lnTo>
                  <a:lnTo>
                    <a:pt x="1135995" y="854876"/>
                  </a:lnTo>
                  <a:lnTo>
                    <a:pt x="1134204" y="856667"/>
                  </a:lnTo>
                  <a:close/>
                  <a:moveTo>
                    <a:pt x="1078697" y="856667"/>
                  </a:moveTo>
                  <a:lnTo>
                    <a:pt x="1080722" y="858693"/>
                  </a:lnTo>
                  <a:lnTo>
                    <a:pt x="1082513" y="856902"/>
                  </a:lnTo>
                  <a:lnTo>
                    <a:pt x="1080487" y="854876"/>
                  </a:lnTo>
                  <a:lnTo>
                    <a:pt x="1078697" y="856667"/>
                  </a:lnTo>
                  <a:close/>
                  <a:moveTo>
                    <a:pt x="1137785" y="772510"/>
                  </a:moveTo>
                  <a:lnTo>
                    <a:pt x="1139811" y="774536"/>
                  </a:lnTo>
                  <a:lnTo>
                    <a:pt x="1141602" y="772746"/>
                  </a:lnTo>
                  <a:lnTo>
                    <a:pt x="1139576" y="770720"/>
                  </a:lnTo>
                  <a:lnTo>
                    <a:pt x="1137785" y="772510"/>
                  </a:lnTo>
                  <a:close/>
                  <a:moveTo>
                    <a:pt x="1143157" y="768929"/>
                  </a:moveTo>
                  <a:lnTo>
                    <a:pt x="1145183" y="770955"/>
                  </a:lnTo>
                  <a:lnTo>
                    <a:pt x="1146973" y="769164"/>
                  </a:lnTo>
                  <a:lnTo>
                    <a:pt x="1144947" y="767139"/>
                  </a:lnTo>
                  <a:lnTo>
                    <a:pt x="1143157" y="768929"/>
                  </a:lnTo>
                  <a:close/>
                  <a:moveTo>
                    <a:pt x="1146738" y="763557"/>
                  </a:moveTo>
                  <a:lnTo>
                    <a:pt x="1148764" y="765583"/>
                  </a:lnTo>
                  <a:lnTo>
                    <a:pt x="1150554" y="763793"/>
                  </a:lnTo>
                  <a:lnTo>
                    <a:pt x="1148529" y="761767"/>
                  </a:lnTo>
                  <a:lnTo>
                    <a:pt x="1146738" y="763557"/>
                  </a:lnTo>
                  <a:close/>
                  <a:moveTo>
                    <a:pt x="1149900" y="755618"/>
                  </a:moveTo>
                  <a:lnTo>
                    <a:pt x="1152764" y="755618"/>
                  </a:lnTo>
                  <a:lnTo>
                    <a:pt x="1152764" y="752036"/>
                  </a:lnTo>
                  <a:lnTo>
                    <a:pt x="1149900" y="752036"/>
                  </a:lnTo>
                  <a:lnTo>
                    <a:pt x="1149900" y="755618"/>
                  </a:lnTo>
                  <a:close/>
                  <a:moveTo>
                    <a:pt x="1148529" y="743861"/>
                  </a:moveTo>
                  <a:lnTo>
                    <a:pt x="1150554" y="745887"/>
                  </a:lnTo>
                  <a:lnTo>
                    <a:pt x="1151925" y="744516"/>
                  </a:lnTo>
                  <a:lnTo>
                    <a:pt x="1153123" y="744516"/>
                  </a:lnTo>
                  <a:lnTo>
                    <a:pt x="1153123" y="741651"/>
                  </a:lnTo>
                  <a:lnTo>
                    <a:pt x="1150739" y="741651"/>
                  </a:lnTo>
                  <a:lnTo>
                    <a:pt x="1148529" y="743861"/>
                  </a:lnTo>
                  <a:close/>
                  <a:moveTo>
                    <a:pt x="1149541" y="739144"/>
                  </a:moveTo>
                  <a:lnTo>
                    <a:pt x="1149541" y="736279"/>
                  </a:lnTo>
                  <a:lnTo>
                    <a:pt x="1147751" y="736279"/>
                  </a:lnTo>
                  <a:lnTo>
                    <a:pt x="1147751" y="739144"/>
                  </a:lnTo>
                  <a:lnTo>
                    <a:pt x="1149541" y="739144"/>
                  </a:lnTo>
                  <a:close/>
                  <a:moveTo>
                    <a:pt x="1206839" y="737354"/>
                  </a:moveTo>
                  <a:lnTo>
                    <a:pt x="1206839" y="734489"/>
                  </a:lnTo>
                  <a:lnTo>
                    <a:pt x="1205049" y="734489"/>
                  </a:lnTo>
                  <a:lnTo>
                    <a:pt x="1205049" y="737354"/>
                  </a:lnTo>
                  <a:lnTo>
                    <a:pt x="1206839" y="737354"/>
                  </a:lnTo>
                  <a:close/>
                  <a:moveTo>
                    <a:pt x="1130623" y="740515"/>
                  </a:moveTo>
                  <a:lnTo>
                    <a:pt x="1132649" y="738490"/>
                  </a:lnTo>
                  <a:lnTo>
                    <a:pt x="1129068" y="734908"/>
                  </a:lnTo>
                  <a:lnTo>
                    <a:pt x="1127042" y="736934"/>
                  </a:lnTo>
                  <a:lnTo>
                    <a:pt x="1130623" y="740515"/>
                  </a:lnTo>
                  <a:close/>
                  <a:moveTo>
                    <a:pt x="1135217" y="733773"/>
                  </a:moveTo>
                  <a:lnTo>
                    <a:pt x="1135217" y="730908"/>
                  </a:lnTo>
                  <a:lnTo>
                    <a:pt x="1128055" y="730908"/>
                  </a:lnTo>
                  <a:lnTo>
                    <a:pt x="1128055" y="733773"/>
                  </a:lnTo>
                  <a:lnTo>
                    <a:pt x="1135217" y="733773"/>
                  </a:lnTo>
                  <a:close/>
                  <a:moveTo>
                    <a:pt x="1185711" y="721597"/>
                  </a:moveTo>
                  <a:lnTo>
                    <a:pt x="1188576" y="721597"/>
                  </a:lnTo>
                  <a:lnTo>
                    <a:pt x="1188576" y="719806"/>
                  </a:lnTo>
                  <a:lnTo>
                    <a:pt x="1185711" y="719806"/>
                  </a:lnTo>
                  <a:lnTo>
                    <a:pt x="1185711" y="721597"/>
                  </a:lnTo>
                  <a:close/>
                  <a:moveTo>
                    <a:pt x="1212569" y="725178"/>
                  </a:moveTo>
                  <a:lnTo>
                    <a:pt x="1215434" y="725178"/>
                  </a:lnTo>
                  <a:lnTo>
                    <a:pt x="1215434" y="716225"/>
                  </a:lnTo>
                  <a:lnTo>
                    <a:pt x="1212569" y="716225"/>
                  </a:lnTo>
                  <a:lnTo>
                    <a:pt x="1212569" y="725178"/>
                  </a:lnTo>
                  <a:close/>
                  <a:moveTo>
                    <a:pt x="1207617" y="706495"/>
                  </a:moveTo>
                  <a:lnTo>
                    <a:pt x="1209643" y="704469"/>
                  </a:lnTo>
                  <a:lnTo>
                    <a:pt x="1207852" y="702678"/>
                  </a:lnTo>
                  <a:lnTo>
                    <a:pt x="1205827" y="704704"/>
                  </a:lnTo>
                  <a:lnTo>
                    <a:pt x="1207617" y="706495"/>
                  </a:lnTo>
                  <a:close/>
                  <a:moveTo>
                    <a:pt x="1197887" y="699752"/>
                  </a:moveTo>
                  <a:lnTo>
                    <a:pt x="1197887" y="696887"/>
                  </a:lnTo>
                  <a:lnTo>
                    <a:pt x="1196096" y="696887"/>
                  </a:lnTo>
                  <a:lnTo>
                    <a:pt x="1196096" y="699752"/>
                  </a:lnTo>
                  <a:lnTo>
                    <a:pt x="1197887" y="699752"/>
                  </a:lnTo>
                  <a:close/>
                  <a:moveTo>
                    <a:pt x="1081858" y="692948"/>
                  </a:moveTo>
                  <a:lnTo>
                    <a:pt x="1084723" y="692948"/>
                  </a:lnTo>
                  <a:lnTo>
                    <a:pt x="1084723" y="685786"/>
                  </a:lnTo>
                  <a:lnTo>
                    <a:pt x="1081858" y="685786"/>
                  </a:lnTo>
                  <a:lnTo>
                    <a:pt x="1081858" y="692948"/>
                  </a:lnTo>
                  <a:close/>
                  <a:moveTo>
                    <a:pt x="1111940" y="671103"/>
                  </a:moveTo>
                  <a:lnTo>
                    <a:pt x="1111940" y="668238"/>
                  </a:lnTo>
                  <a:lnTo>
                    <a:pt x="1110149" y="668238"/>
                  </a:lnTo>
                  <a:lnTo>
                    <a:pt x="1110149" y="671103"/>
                  </a:lnTo>
                  <a:lnTo>
                    <a:pt x="1111940" y="671103"/>
                  </a:lnTo>
                  <a:close/>
                  <a:moveTo>
                    <a:pt x="1099406" y="671103"/>
                  </a:moveTo>
                  <a:lnTo>
                    <a:pt x="1099406" y="668238"/>
                  </a:lnTo>
                  <a:lnTo>
                    <a:pt x="1097615" y="668238"/>
                  </a:lnTo>
                  <a:lnTo>
                    <a:pt x="1097615" y="671103"/>
                  </a:lnTo>
                  <a:lnTo>
                    <a:pt x="1099406" y="671103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147" name="Vector layer A4A0A0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34945" y="1711420"/>
                  </a:moveTo>
                  <a:lnTo>
                    <a:pt x="1034945" y="1708555"/>
                  </a:lnTo>
                  <a:lnTo>
                    <a:pt x="932883" y="1708555"/>
                  </a:lnTo>
                  <a:lnTo>
                    <a:pt x="932883" y="1711420"/>
                  </a:lnTo>
                  <a:lnTo>
                    <a:pt x="1034945" y="1711420"/>
                  </a:lnTo>
                  <a:close/>
                  <a:moveTo>
                    <a:pt x="928709" y="1387328"/>
                  </a:moveTo>
                  <a:lnTo>
                    <a:pt x="929660" y="1388280"/>
                  </a:lnTo>
                  <a:lnTo>
                    <a:pt x="929660" y="1389477"/>
                  </a:lnTo>
                  <a:lnTo>
                    <a:pt x="932525" y="1389477"/>
                  </a:lnTo>
                  <a:lnTo>
                    <a:pt x="932525" y="1387093"/>
                  </a:lnTo>
                  <a:lnTo>
                    <a:pt x="929896" y="1384463"/>
                  </a:lnTo>
                  <a:lnTo>
                    <a:pt x="927512" y="1384463"/>
                  </a:lnTo>
                  <a:lnTo>
                    <a:pt x="927512" y="1387328"/>
                  </a:lnTo>
                  <a:lnTo>
                    <a:pt x="928709" y="1387328"/>
                  </a:lnTo>
                  <a:close/>
                  <a:moveTo>
                    <a:pt x="929660" y="1375152"/>
                  </a:moveTo>
                  <a:lnTo>
                    <a:pt x="932525" y="1375152"/>
                  </a:lnTo>
                  <a:lnTo>
                    <a:pt x="932525" y="1373362"/>
                  </a:lnTo>
                  <a:lnTo>
                    <a:pt x="929660" y="1373362"/>
                  </a:lnTo>
                  <a:lnTo>
                    <a:pt x="929660" y="1375152"/>
                  </a:lnTo>
                  <a:close/>
                  <a:moveTo>
                    <a:pt x="1039304" y="1709210"/>
                  </a:moveTo>
                  <a:lnTo>
                    <a:pt x="1041514" y="1711420"/>
                  </a:lnTo>
                  <a:lnTo>
                    <a:pt x="1984537" y="1711420"/>
                  </a:lnTo>
                  <a:lnTo>
                    <a:pt x="1987167" y="1708790"/>
                  </a:lnTo>
                  <a:lnTo>
                    <a:pt x="1987167" y="1371571"/>
                  </a:lnTo>
                  <a:lnTo>
                    <a:pt x="1984302" y="1371571"/>
                  </a:lnTo>
                  <a:lnTo>
                    <a:pt x="1984302" y="1707604"/>
                  </a:lnTo>
                  <a:lnTo>
                    <a:pt x="1983350" y="1708555"/>
                  </a:lnTo>
                  <a:lnTo>
                    <a:pt x="1042701" y="1708555"/>
                  </a:lnTo>
                  <a:lnTo>
                    <a:pt x="1041330" y="1707184"/>
                  </a:lnTo>
                  <a:lnTo>
                    <a:pt x="1039304" y="1709210"/>
                  </a:lnTo>
                  <a:close/>
                  <a:moveTo>
                    <a:pt x="199111" y="1708790"/>
                  </a:moveTo>
                  <a:lnTo>
                    <a:pt x="201740" y="1711420"/>
                  </a:lnTo>
                  <a:lnTo>
                    <a:pt x="926314" y="1711420"/>
                  </a:lnTo>
                  <a:lnTo>
                    <a:pt x="928525" y="1709210"/>
                  </a:lnTo>
                  <a:lnTo>
                    <a:pt x="926499" y="1707184"/>
                  </a:lnTo>
                  <a:lnTo>
                    <a:pt x="925128" y="1708555"/>
                  </a:lnTo>
                  <a:lnTo>
                    <a:pt x="202927" y="1708555"/>
                  </a:lnTo>
                  <a:lnTo>
                    <a:pt x="201976" y="1707604"/>
                  </a:lnTo>
                  <a:lnTo>
                    <a:pt x="201976" y="1371571"/>
                  </a:lnTo>
                  <a:lnTo>
                    <a:pt x="199111" y="1371571"/>
                  </a:lnTo>
                  <a:lnTo>
                    <a:pt x="199111" y="1708790"/>
                  </a:lnTo>
                  <a:close/>
                  <a:moveTo>
                    <a:pt x="1343280" y="1369781"/>
                  </a:moveTo>
                  <a:lnTo>
                    <a:pt x="1346145" y="1369781"/>
                  </a:lnTo>
                  <a:lnTo>
                    <a:pt x="1346145" y="1367990"/>
                  </a:lnTo>
                  <a:lnTo>
                    <a:pt x="1343280" y="1367990"/>
                  </a:lnTo>
                  <a:lnTo>
                    <a:pt x="1343280" y="1369781"/>
                  </a:lnTo>
                  <a:close/>
                  <a:moveTo>
                    <a:pt x="1328956" y="1369781"/>
                  </a:moveTo>
                  <a:lnTo>
                    <a:pt x="1331821" y="1369781"/>
                  </a:lnTo>
                  <a:lnTo>
                    <a:pt x="1331821" y="1367990"/>
                  </a:lnTo>
                  <a:lnTo>
                    <a:pt x="1328956" y="1367990"/>
                  </a:lnTo>
                  <a:lnTo>
                    <a:pt x="1328956" y="1369781"/>
                  </a:lnTo>
                  <a:close/>
                  <a:moveTo>
                    <a:pt x="1309260" y="1369781"/>
                  </a:moveTo>
                  <a:lnTo>
                    <a:pt x="1312125" y="1369781"/>
                  </a:lnTo>
                  <a:lnTo>
                    <a:pt x="1312125" y="1367990"/>
                  </a:lnTo>
                  <a:lnTo>
                    <a:pt x="1309260" y="1367990"/>
                  </a:lnTo>
                  <a:lnTo>
                    <a:pt x="1309260" y="1369781"/>
                  </a:lnTo>
                  <a:close/>
                  <a:moveTo>
                    <a:pt x="886452" y="1355814"/>
                  </a:moveTo>
                  <a:lnTo>
                    <a:pt x="891107" y="1360470"/>
                  </a:lnTo>
                  <a:lnTo>
                    <a:pt x="895281" y="1360470"/>
                  </a:lnTo>
                  <a:lnTo>
                    <a:pt x="895281" y="1357605"/>
                  </a:lnTo>
                  <a:lnTo>
                    <a:pt x="894084" y="1357605"/>
                  </a:lnTo>
                  <a:lnTo>
                    <a:pt x="892294" y="1355814"/>
                  </a:lnTo>
                  <a:lnTo>
                    <a:pt x="886452" y="1355814"/>
                  </a:lnTo>
                  <a:close/>
                  <a:moveTo>
                    <a:pt x="1037514" y="1342145"/>
                  </a:moveTo>
                  <a:lnTo>
                    <a:pt x="1039539" y="1340119"/>
                  </a:lnTo>
                  <a:lnTo>
                    <a:pt x="1037749" y="1338328"/>
                  </a:lnTo>
                  <a:lnTo>
                    <a:pt x="1035723" y="1340354"/>
                  </a:lnTo>
                  <a:lnTo>
                    <a:pt x="1037514" y="1342145"/>
                  </a:lnTo>
                  <a:close/>
                  <a:moveTo>
                    <a:pt x="196962" y="1227968"/>
                  </a:moveTo>
                  <a:lnTo>
                    <a:pt x="196962" y="1225103"/>
                  </a:lnTo>
                  <a:lnTo>
                    <a:pt x="193381" y="1225103"/>
                  </a:lnTo>
                  <a:lnTo>
                    <a:pt x="193381" y="1227968"/>
                  </a:lnTo>
                  <a:lnTo>
                    <a:pt x="196962" y="1227968"/>
                  </a:lnTo>
                  <a:close/>
                  <a:moveTo>
                    <a:pt x="196962" y="1224387"/>
                  </a:moveTo>
                  <a:lnTo>
                    <a:pt x="196962" y="1221522"/>
                  </a:lnTo>
                  <a:lnTo>
                    <a:pt x="193381" y="1221522"/>
                  </a:lnTo>
                  <a:lnTo>
                    <a:pt x="193381" y="1224387"/>
                  </a:lnTo>
                  <a:lnTo>
                    <a:pt x="196962" y="1224387"/>
                  </a:lnTo>
                  <a:close/>
                  <a:moveTo>
                    <a:pt x="1039304" y="1150319"/>
                  </a:moveTo>
                  <a:lnTo>
                    <a:pt x="1041330" y="1152345"/>
                  </a:lnTo>
                  <a:lnTo>
                    <a:pt x="1043121" y="1150554"/>
                  </a:lnTo>
                  <a:lnTo>
                    <a:pt x="1041095" y="1148529"/>
                  </a:lnTo>
                  <a:lnTo>
                    <a:pt x="1039304" y="1150319"/>
                  </a:lnTo>
                  <a:close/>
                  <a:moveTo>
                    <a:pt x="2107851" y="886329"/>
                  </a:moveTo>
                  <a:lnTo>
                    <a:pt x="2110716" y="886329"/>
                  </a:lnTo>
                  <a:lnTo>
                    <a:pt x="2110716" y="884538"/>
                  </a:lnTo>
                  <a:lnTo>
                    <a:pt x="2107851" y="884538"/>
                  </a:lnTo>
                  <a:lnTo>
                    <a:pt x="2107851" y="886329"/>
                  </a:lnTo>
                  <a:close/>
                  <a:moveTo>
                    <a:pt x="2084215" y="864484"/>
                  </a:moveTo>
                  <a:lnTo>
                    <a:pt x="2084215" y="861619"/>
                  </a:lnTo>
                  <a:lnTo>
                    <a:pt x="2080634" y="861619"/>
                  </a:lnTo>
                  <a:lnTo>
                    <a:pt x="2080634" y="864484"/>
                  </a:lnTo>
                  <a:lnTo>
                    <a:pt x="2084215" y="864484"/>
                  </a:lnTo>
                  <a:close/>
                  <a:moveTo>
                    <a:pt x="2086006" y="837625"/>
                  </a:moveTo>
                  <a:lnTo>
                    <a:pt x="2086006" y="834760"/>
                  </a:lnTo>
                  <a:lnTo>
                    <a:pt x="2080634" y="834760"/>
                  </a:lnTo>
                  <a:lnTo>
                    <a:pt x="2080634" y="837625"/>
                  </a:lnTo>
                  <a:lnTo>
                    <a:pt x="2086006" y="837625"/>
                  </a:lnTo>
                  <a:close/>
                  <a:moveTo>
                    <a:pt x="2106060" y="816497"/>
                  </a:moveTo>
                  <a:lnTo>
                    <a:pt x="2108925" y="816497"/>
                  </a:lnTo>
                  <a:lnTo>
                    <a:pt x="2108925" y="814706"/>
                  </a:lnTo>
                  <a:lnTo>
                    <a:pt x="2106060" y="814706"/>
                  </a:lnTo>
                  <a:lnTo>
                    <a:pt x="2106060" y="816497"/>
                  </a:lnTo>
                  <a:close/>
                  <a:moveTo>
                    <a:pt x="2104270" y="737712"/>
                  </a:moveTo>
                  <a:lnTo>
                    <a:pt x="2107135" y="737712"/>
                  </a:lnTo>
                  <a:lnTo>
                    <a:pt x="2107135" y="730550"/>
                  </a:lnTo>
                  <a:lnTo>
                    <a:pt x="2104270" y="730550"/>
                  </a:lnTo>
                  <a:lnTo>
                    <a:pt x="2104270" y="737712"/>
                  </a:lnTo>
                  <a:close/>
                  <a:moveTo>
                    <a:pt x="2068878" y="672474"/>
                  </a:moveTo>
                  <a:lnTo>
                    <a:pt x="2070904" y="670448"/>
                  </a:lnTo>
                  <a:lnTo>
                    <a:pt x="2069113" y="668658"/>
                  </a:lnTo>
                  <a:lnTo>
                    <a:pt x="2067087" y="670683"/>
                  </a:lnTo>
                  <a:lnTo>
                    <a:pt x="2068878" y="672474"/>
                  </a:lnTo>
                  <a:close/>
                  <a:moveTo>
                    <a:pt x="2067087" y="641799"/>
                  </a:moveTo>
                  <a:lnTo>
                    <a:pt x="2069113" y="643825"/>
                  </a:lnTo>
                  <a:lnTo>
                    <a:pt x="2070904" y="642034"/>
                  </a:lnTo>
                  <a:lnTo>
                    <a:pt x="2068878" y="640009"/>
                  </a:lnTo>
                  <a:lnTo>
                    <a:pt x="2067087" y="641799"/>
                  </a:lnTo>
                  <a:close/>
                  <a:moveTo>
                    <a:pt x="2068878" y="566596"/>
                  </a:moveTo>
                  <a:lnTo>
                    <a:pt x="2070904" y="568621"/>
                  </a:lnTo>
                  <a:lnTo>
                    <a:pt x="2072694" y="566831"/>
                  </a:lnTo>
                  <a:lnTo>
                    <a:pt x="2070668" y="564805"/>
                  </a:lnTo>
                  <a:lnTo>
                    <a:pt x="2068878" y="566596"/>
                  </a:lnTo>
                  <a:close/>
                  <a:moveTo>
                    <a:pt x="199111" y="67448"/>
                  </a:moveTo>
                  <a:lnTo>
                    <a:pt x="199111" y="1366200"/>
                  </a:lnTo>
                  <a:lnTo>
                    <a:pt x="201976" y="1366200"/>
                  </a:lnTo>
                  <a:lnTo>
                    <a:pt x="201976" y="68635"/>
                  </a:lnTo>
                  <a:lnTo>
                    <a:pt x="202927" y="67683"/>
                  </a:lnTo>
                  <a:lnTo>
                    <a:pt x="1983350" y="67683"/>
                  </a:lnTo>
                  <a:lnTo>
                    <a:pt x="1984302" y="68635"/>
                  </a:lnTo>
                  <a:lnTo>
                    <a:pt x="1984302" y="1366200"/>
                  </a:lnTo>
                  <a:lnTo>
                    <a:pt x="1987167" y="1366200"/>
                  </a:lnTo>
                  <a:lnTo>
                    <a:pt x="1987167" y="67448"/>
                  </a:lnTo>
                  <a:lnTo>
                    <a:pt x="1984537" y="64818"/>
                  </a:lnTo>
                  <a:lnTo>
                    <a:pt x="201740" y="64818"/>
                  </a:lnTo>
                  <a:lnTo>
                    <a:pt x="199111" y="67448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148" name="Vector layer F76C6C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90095" y="1355579"/>
                  </a:moveTo>
                  <a:lnTo>
                    <a:pt x="1083649" y="1362025"/>
                  </a:lnTo>
                  <a:lnTo>
                    <a:pt x="1083649" y="1366793"/>
                  </a:lnTo>
                  <a:lnTo>
                    <a:pt x="1085439" y="1368583"/>
                  </a:lnTo>
                  <a:lnTo>
                    <a:pt x="1085439" y="1371213"/>
                  </a:lnTo>
                  <a:lnTo>
                    <a:pt x="1090095" y="1371213"/>
                  </a:lnTo>
                  <a:lnTo>
                    <a:pt x="1090095" y="1368583"/>
                  </a:lnTo>
                  <a:lnTo>
                    <a:pt x="1092479" y="1366200"/>
                  </a:lnTo>
                  <a:lnTo>
                    <a:pt x="1090095" y="1363816"/>
                  </a:lnTo>
                  <a:lnTo>
                    <a:pt x="1090095" y="1355579"/>
                  </a:lnTo>
                  <a:close/>
                  <a:moveTo>
                    <a:pt x="1052851" y="1349726"/>
                  </a:moveTo>
                  <a:lnTo>
                    <a:pt x="1052851" y="1346861"/>
                  </a:lnTo>
                  <a:lnTo>
                    <a:pt x="1049270" y="1346861"/>
                  </a:lnTo>
                  <a:lnTo>
                    <a:pt x="1049270" y="1349726"/>
                  </a:lnTo>
                  <a:lnTo>
                    <a:pt x="1052851" y="1349726"/>
                  </a:lnTo>
                  <a:close/>
                  <a:moveTo>
                    <a:pt x="1050048" y="1345726"/>
                  </a:moveTo>
                  <a:lnTo>
                    <a:pt x="1052073" y="1343700"/>
                  </a:lnTo>
                  <a:lnTo>
                    <a:pt x="1050283" y="1341909"/>
                  </a:lnTo>
                  <a:lnTo>
                    <a:pt x="1048257" y="1343935"/>
                  </a:lnTo>
                  <a:lnTo>
                    <a:pt x="1050048" y="1345726"/>
                  </a:lnTo>
                  <a:close/>
                  <a:moveTo>
                    <a:pt x="1090811" y="1337909"/>
                  </a:moveTo>
                  <a:lnTo>
                    <a:pt x="1090811" y="1342329"/>
                  </a:lnTo>
                  <a:lnTo>
                    <a:pt x="1089860" y="1343280"/>
                  </a:lnTo>
                  <a:lnTo>
                    <a:pt x="1088069" y="1343280"/>
                  </a:lnTo>
                  <a:lnTo>
                    <a:pt x="1085439" y="1345910"/>
                  </a:lnTo>
                  <a:lnTo>
                    <a:pt x="1085439" y="1348887"/>
                  </a:lnTo>
                  <a:lnTo>
                    <a:pt x="1087230" y="1350678"/>
                  </a:lnTo>
                  <a:lnTo>
                    <a:pt x="1087230" y="1355456"/>
                  </a:lnTo>
                  <a:lnTo>
                    <a:pt x="1090095" y="1355456"/>
                  </a:lnTo>
                  <a:lnTo>
                    <a:pt x="1090095" y="1354259"/>
                  </a:lnTo>
                  <a:lnTo>
                    <a:pt x="1091885" y="1352468"/>
                  </a:lnTo>
                  <a:lnTo>
                    <a:pt x="1091885" y="1345306"/>
                  </a:lnTo>
                  <a:lnTo>
                    <a:pt x="1092837" y="1344355"/>
                  </a:lnTo>
                  <a:lnTo>
                    <a:pt x="1094627" y="1344355"/>
                  </a:lnTo>
                  <a:lnTo>
                    <a:pt x="1097850" y="1341132"/>
                  </a:lnTo>
                  <a:lnTo>
                    <a:pt x="1094627" y="1337909"/>
                  </a:lnTo>
                  <a:lnTo>
                    <a:pt x="1090811" y="1337909"/>
                  </a:lnTo>
                  <a:close/>
                  <a:moveTo>
                    <a:pt x="1082697" y="1332537"/>
                  </a:moveTo>
                  <a:lnTo>
                    <a:pt x="1078042" y="1337192"/>
                  </a:lnTo>
                  <a:lnTo>
                    <a:pt x="1090330" y="1337192"/>
                  </a:lnTo>
                  <a:lnTo>
                    <a:pt x="1085675" y="1332537"/>
                  </a:lnTo>
                  <a:lnTo>
                    <a:pt x="1082697" y="1332537"/>
                  </a:lnTo>
                  <a:close/>
                  <a:moveTo>
                    <a:pt x="1144528" y="1330746"/>
                  </a:moveTo>
                  <a:lnTo>
                    <a:pt x="1144528" y="1334563"/>
                  </a:lnTo>
                  <a:lnTo>
                    <a:pt x="1146318" y="1336353"/>
                  </a:lnTo>
                  <a:lnTo>
                    <a:pt x="1146318" y="1337551"/>
                  </a:lnTo>
                  <a:lnTo>
                    <a:pt x="1149183" y="1337551"/>
                  </a:lnTo>
                  <a:lnTo>
                    <a:pt x="1149183" y="1330746"/>
                  </a:lnTo>
                  <a:lnTo>
                    <a:pt x="1144528" y="1330746"/>
                  </a:lnTo>
                  <a:close/>
                  <a:moveTo>
                    <a:pt x="1041095" y="1327585"/>
                  </a:moveTo>
                  <a:lnTo>
                    <a:pt x="1043121" y="1329611"/>
                  </a:lnTo>
                  <a:lnTo>
                    <a:pt x="1044911" y="1327820"/>
                  </a:lnTo>
                  <a:lnTo>
                    <a:pt x="1042885" y="1325794"/>
                  </a:lnTo>
                  <a:lnTo>
                    <a:pt x="1041095" y="1327585"/>
                  </a:lnTo>
                  <a:close/>
                  <a:moveTo>
                    <a:pt x="1233105" y="1320003"/>
                  </a:moveTo>
                  <a:lnTo>
                    <a:pt x="1231314" y="1321794"/>
                  </a:lnTo>
                  <a:lnTo>
                    <a:pt x="1229523" y="1321794"/>
                  </a:lnTo>
                  <a:lnTo>
                    <a:pt x="1225942" y="1325375"/>
                  </a:lnTo>
                  <a:lnTo>
                    <a:pt x="1224152" y="1325375"/>
                  </a:lnTo>
                  <a:lnTo>
                    <a:pt x="1221522" y="1328004"/>
                  </a:lnTo>
                  <a:lnTo>
                    <a:pt x="1221522" y="1329795"/>
                  </a:lnTo>
                  <a:lnTo>
                    <a:pt x="1219731" y="1331586"/>
                  </a:lnTo>
                  <a:lnTo>
                    <a:pt x="1219731" y="1333376"/>
                  </a:lnTo>
                  <a:lnTo>
                    <a:pt x="1217941" y="1335167"/>
                  </a:lnTo>
                  <a:lnTo>
                    <a:pt x="1217941" y="1347097"/>
                  </a:lnTo>
                  <a:lnTo>
                    <a:pt x="1219731" y="1348887"/>
                  </a:lnTo>
                  <a:lnTo>
                    <a:pt x="1219731" y="1352468"/>
                  </a:lnTo>
                  <a:lnTo>
                    <a:pt x="1227733" y="1360470"/>
                  </a:lnTo>
                  <a:lnTo>
                    <a:pt x="1229523" y="1360470"/>
                  </a:lnTo>
                  <a:lnTo>
                    <a:pt x="1231314" y="1362260"/>
                  </a:lnTo>
                  <a:lnTo>
                    <a:pt x="1241453" y="1362260"/>
                  </a:lnTo>
                  <a:lnTo>
                    <a:pt x="1243244" y="1360470"/>
                  </a:lnTo>
                  <a:lnTo>
                    <a:pt x="1245035" y="1360470"/>
                  </a:lnTo>
                  <a:lnTo>
                    <a:pt x="1251245" y="1354259"/>
                  </a:lnTo>
                  <a:lnTo>
                    <a:pt x="1251245" y="1352468"/>
                  </a:lnTo>
                  <a:lnTo>
                    <a:pt x="1253036" y="1350678"/>
                  </a:lnTo>
                  <a:lnTo>
                    <a:pt x="1253036" y="1347097"/>
                  </a:lnTo>
                  <a:lnTo>
                    <a:pt x="1254827" y="1345306"/>
                  </a:lnTo>
                  <a:lnTo>
                    <a:pt x="1254827" y="1338748"/>
                  </a:lnTo>
                  <a:lnTo>
                    <a:pt x="1253036" y="1336957"/>
                  </a:lnTo>
                  <a:lnTo>
                    <a:pt x="1253036" y="1333376"/>
                  </a:lnTo>
                  <a:lnTo>
                    <a:pt x="1251245" y="1331586"/>
                  </a:lnTo>
                  <a:lnTo>
                    <a:pt x="1251245" y="1329795"/>
                  </a:lnTo>
                  <a:lnTo>
                    <a:pt x="1245035" y="1323584"/>
                  </a:lnTo>
                  <a:lnTo>
                    <a:pt x="1243244" y="1323584"/>
                  </a:lnTo>
                  <a:lnTo>
                    <a:pt x="1241453" y="1321794"/>
                  </a:lnTo>
                  <a:lnTo>
                    <a:pt x="1237872" y="1321794"/>
                  </a:lnTo>
                  <a:lnTo>
                    <a:pt x="1236082" y="1320003"/>
                  </a:lnTo>
                  <a:lnTo>
                    <a:pt x="1233105" y="1320003"/>
                  </a:lnTo>
                  <a:close/>
                  <a:moveTo>
                    <a:pt x="1046466" y="1322448"/>
                  </a:moveTo>
                  <a:lnTo>
                    <a:pt x="1047244" y="1323226"/>
                  </a:lnTo>
                  <a:lnTo>
                    <a:pt x="1044021" y="1326449"/>
                  </a:lnTo>
                  <a:lnTo>
                    <a:pt x="1050702" y="1326449"/>
                  </a:lnTo>
                  <a:lnTo>
                    <a:pt x="1050702" y="1322633"/>
                  </a:lnTo>
                  <a:lnTo>
                    <a:pt x="1046466" y="1322448"/>
                  </a:lnTo>
                  <a:close/>
                  <a:moveTo>
                    <a:pt x="1167805" y="1314631"/>
                  </a:moveTo>
                  <a:lnTo>
                    <a:pt x="1167805" y="1329191"/>
                  </a:lnTo>
                  <a:lnTo>
                    <a:pt x="1169596" y="1330982"/>
                  </a:lnTo>
                  <a:lnTo>
                    <a:pt x="1169596" y="1332772"/>
                  </a:lnTo>
                  <a:lnTo>
                    <a:pt x="1177597" y="1340774"/>
                  </a:lnTo>
                  <a:lnTo>
                    <a:pt x="1179388" y="1340774"/>
                  </a:lnTo>
                  <a:lnTo>
                    <a:pt x="1181178" y="1342564"/>
                  </a:lnTo>
                  <a:lnTo>
                    <a:pt x="1184155" y="1342564"/>
                  </a:lnTo>
                  <a:lnTo>
                    <a:pt x="1186785" y="1339934"/>
                  </a:lnTo>
                  <a:lnTo>
                    <a:pt x="1186785" y="1329795"/>
                  </a:lnTo>
                  <a:lnTo>
                    <a:pt x="1184995" y="1328004"/>
                  </a:lnTo>
                  <a:lnTo>
                    <a:pt x="1184995" y="1324423"/>
                  </a:lnTo>
                  <a:lnTo>
                    <a:pt x="1181413" y="1320842"/>
                  </a:lnTo>
                  <a:lnTo>
                    <a:pt x="1181413" y="1318212"/>
                  </a:lnTo>
                  <a:lnTo>
                    <a:pt x="1178784" y="1318212"/>
                  </a:lnTo>
                  <a:lnTo>
                    <a:pt x="1175203" y="1314631"/>
                  </a:lnTo>
                  <a:lnTo>
                    <a:pt x="1167805" y="1314631"/>
                  </a:lnTo>
                  <a:close/>
                  <a:moveTo>
                    <a:pt x="1045689" y="1310334"/>
                  </a:moveTo>
                  <a:lnTo>
                    <a:pt x="1045689" y="1307469"/>
                  </a:lnTo>
                  <a:lnTo>
                    <a:pt x="1043898" y="1307469"/>
                  </a:lnTo>
                  <a:lnTo>
                    <a:pt x="1043898" y="1310334"/>
                  </a:lnTo>
                  <a:lnTo>
                    <a:pt x="1045689" y="1310334"/>
                  </a:lnTo>
                  <a:close/>
                  <a:moveTo>
                    <a:pt x="1072547" y="1296009"/>
                  </a:moveTo>
                  <a:lnTo>
                    <a:pt x="1072547" y="1293145"/>
                  </a:lnTo>
                  <a:lnTo>
                    <a:pt x="1070757" y="1293145"/>
                  </a:lnTo>
                  <a:lnTo>
                    <a:pt x="1070757" y="1296009"/>
                  </a:lnTo>
                  <a:lnTo>
                    <a:pt x="1072547" y="1296009"/>
                  </a:lnTo>
                  <a:close/>
                  <a:moveTo>
                    <a:pt x="1038527" y="1296009"/>
                  </a:moveTo>
                  <a:lnTo>
                    <a:pt x="1038527" y="1293145"/>
                  </a:lnTo>
                  <a:lnTo>
                    <a:pt x="1034945" y="1293145"/>
                  </a:lnTo>
                  <a:lnTo>
                    <a:pt x="1034945" y="1296009"/>
                  </a:lnTo>
                  <a:lnTo>
                    <a:pt x="1038527" y="1296009"/>
                  </a:lnTo>
                  <a:close/>
                  <a:moveTo>
                    <a:pt x="1084068" y="1291774"/>
                  </a:moveTo>
                  <a:lnTo>
                    <a:pt x="1082697" y="1293145"/>
                  </a:lnTo>
                  <a:lnTo>
                    <a:pt x="1074461" y="1293145"/>
                  </a:lnTo>
                  <a:lnTo>
                    <a:pt x="1078277" y="1296961"/>
                  </a:lnTo>
                  <a:lnTo>
                    <a:pt x="1078277" y="1299591"/>
                  </a:lnTo>
                  <a:lnTo>
                    <a:pt x="1080907" y="1299591"/>
                  </a:lnTo>
                  <a:lnTo>
                    <a:pt x="1082697" y="1301381"/>
                  </a:lnTo>
                  <a:lnTo>
                    <a:pt x="1084488" y="1301381"/>
                  </a:lnTo>
                  <a:lnTo>
                    <a:pt x="1090453" y="1307346"/>
                  </a:lnTo>
                  <a:lnTo>
                    <a:pt x="1093676" y="1304123"/>
                  </a:lnTo>
                  <a:lnTo>
                    <a:pt x="1093676" y="1302333"/>
                  </a:lnTo>
                  <a:lnTo>
                    <a:pt x="1096060" y="1299949"/>
                  </a:lnTo>
                  <a:lnTo>
                    <a:pt x="1092837" y="1296726"/>
                  </a:lnTo>
                  <a:lnTo>
                    <a:pt x="1091046" y="1296726"/>
                  </a:lnTo>
                  <a:lnTo>
                    <a:pt x="1089256" y="1294935"/>
                  </a:lnTo>
                  <a:lnTo>
                    <a:pt x="1085675" y="1294935"/>
                  </a:lnTo>
                  <a:lnTo>
                    <a:pt x="1084068" y="1291774"/>
                  </a:lnTo>
                  <a:close/>
                  <a:moveTo>
                    <a:pt x="1110507" y="1289563"/>
                  </a:moveTo>
                  <a:lnTo>
                    <a:pt x="1110507" y="1293380"/>
                  </a:lnTo>
                  <a:lnTo>
                    <a:pt x="1112298" y="1295170"/>
                  </a:lnTo>
                  <a:lnTo>
                    <a:pt x="1112298" y="1301146"/>
                  </a:lnTo>
                  <a:lnTo>
                    <a:pt x="1110507" y="1302937"/>
                  </a:lnTo>
                  <a:lnTo>
                    <a:pt x="1110507" y="1304727"/>
                  </a:lnTo>
                  <a:lnTo>
                    <a:pt x="1108717" y="1306518"/>
                  </a:lnTo>
                  <a:lnTo>
                    <a:pt x="1108717" y="1308308"/>
                  </a:lnTo>
                  <a:lnTo>
                    <a:pt x="1102393" y="1314631"/>
                  </a:lnTo>
                  <a:lnTo>
                    <a:pt x="1100603" y="1314631"/>
                  </a:lnTo>
                  <a:lnTo>
                    <a:pt x="1097973" y="1317261"/>
                  </a:lnTo>
                  <a:lnTo>
                    <a:pt x="1097973" y="1320842"/>
                  </a:lnTo>
                  <a:lnTo>
                    <a:pt x="1097022" y="1321794"/>
                  </a:lnTo>
                  <a:lnTo>
                    <a:pt x="1095466" y="1320842"/>
                  </a:lnTo>
                  <a:lnTo>
                    <a:pt x="1095466" y="1316187"/>
                  </a:lnTo>
                  <a:lnTo>
                    <a:pt x="1090811" y="1320842"/>
                  </a:lnTo>
                  <a:lnTo>
                    <a:pt x="1090811" y="1324423"/>
                  </a:lnTo>
                  <a:lnTo>
                    <a:pt x="1085859" y="1329375"/>
                  </a:lnTo>
                  <a:lnTo>
                    <a:pt x="1087885" y="1331401"/>
                  </a:lnTo>
                  <a:lnTo>
                    <a:pt x="1089256" y="1330030"/>
                  </a:lnTo>
                  <a:lnTo>
                    <a:pt x="1091046" y="1330030"/>
                  </a:lnTo>
                  <a:lnTo>
                    <a:pt x="1096418" y="1324658"/>
                  </a:lnTo>
                  <a:lnTo>
                    <a:pt x="1098812" y="1324658"/>
                  </a:lnTo>
                  <a:lnTo>
                    <a:pt x="1102393" y="1328240"/>
                  </a:lnTo>
                  <a:lnTo>
                    <a:pt x="1106210" y="1328240"/>
                  </a:lnTo>
                  <a:lnTo>
                    <a:pt x="1106210" y="1319052"/>
                  </a:lnTo>
                  <a:lnTo>
                    <a:pt x="1105013" y="1317854"/>
                  </a:lnTo>
                  <a:lnTo>
                    <a:pt x="1105371" y="1317496"/>
                  </a:lnTo>
                  <a:lnTo>
                    <a:pt x="1107765" y="1317496"/>
                  </a:lnTo>
                  <a:lnTo>
                    <a:pt x="1109556" y="1319287"/>
                  </a:lnTo>
                  <a:lnTo>
                    <a:pt x="1114927" y="1319287"/>
                  </a:lnTo>
                  <a:lnTo>
                    <a:pt x="1115286" y="1319645"/>
                  </a:lnTo>
                  <a:lnTo>
                    <a:pt x="1112298" y="1322633"/>
                  </a:lnTo>
                  <a:lnTo>
                    <a:pt x="1112298" y="1324423"/>
                  </a:lnTo>
                  <a:lnTo>
                    <a:pt x="1110927" y="1325794"/>
                  </a:lnTo>
                  <a:lnTo>
                    <a:pt x="1112953" y="1327820"/>
                  </a:lnTo>
                  <a:lnTo>
                    <a:pt x="1114324" y="1326449"/>
                  </a:lnTo>
                  <a:lnTo>
                    <a:pt x="1119695" y="1326449"/>
                  </a:lnTo>
                  <a:lnTo>
                    <a:pt x="1120892" y="1325252"/>
                  </a:lnTo>
                  <a:lnTo>
                    <a:pt x="1121251" y="1325610"/>
                  </a:lnTo>
                  <a:lnTo>
                    <a:pt x="1120299" y="1327165"/>
                  </a:lnTo>
                  <a:lnTo>
                    <a:pt x="1116718" y="1327165"/>
                  </a:lnTo>
                  <a:lnTo>
                    <a:pt x="1114927" y="1328956"/>
                  </a:lnTo>
                  <a:lnTo>
                    <a:pt x="1108717" y="1328956"/>
                  </a:lnTo>
                  <a:lnTo>
                    <a:pt x="1108717" y="1341725"/>
                  </a:lnTo>
                  <a:lnTo>
                    <a:pt x="1110507" y="1343516"/>
                  </a:lnTo>
                  <a:lnTo>
                    <a:pt x="1110507" y="1345910"/>
                  </a:lnTo>
                  <a:lnTo>
                    <a:pt x="1106926" y="1349491"/>
                  </a:lnTo>
                  <a:lnTo>
                    <a:pt x="1106926" y="1351282"/>
                  </a:lnTo>
                  <a:lnTo>
                    <a:pt x="1105135" y="1353072"/>
                  </a:lnTo>
                  <a:lnTo>
                    <a:pt x="1105135" y="1356050"/>
                  </a:lnTo>
                  <a:lnTo>
                    <a:pt x="1111940" y="1362854"/>
                  </a:lnTo>
                  <a:lnTo>
                    <a:pt x="1116114" y="1358679"/>
                  </a:lnTo>
                  <a:lnTo>
                    <a:pt x="1117905" y="1358679"/>
                  </a:lnTo>
                  <a:lnTo>
                    <a:pt x="1120534" y="1356050"/>
                  </a:lnTo>
                  <a:lnTo>
                    <a:pt x="1120534" y="1353072"/>
                  </a:lnTo>
                  <a:lnTo>
                    <a:pt x="1117905" y="1350443"/>
                  </a:lnTo>
                  <a:lnTo>
                    <a:pt x="1116114" y="1350443"/>
                  </a:lnTo>
                  <a:lnTo>
                    <a:pt x="1113372" y="1347701"/>
                  </a:lnTo>
                  <a:lnTo>
                    <a:pt x="1113372" y="1345306"/>
                  </a:lnTo>
                  <a:lnTo>
                    <a:pt x="1117905" y="1340774"/>
                  </a:lnTo>
                  <a:lnTo>
                    <a:pt x="1131042" y="1340774"/>
                  </a:lnTo>
                  <a:lnTo>
                    <a:pt x="1134624" y="1344355"/>
                  </a:lnTo>
                  <a:lnTo>
                    <a:pt x="1136414" y="1344355"/>
                  </a:lnTo>
                  <a:lnTo>
                    <a:pt x="1139156" y="1347097"/>
                  </a:lnTo>
                  <a:lnTo>
                    <a:pt x="1139156" y="1348294"/>
                  </a:lnTo>
                  <a:lnTo>
                    <a:pt x="1142021" y="1348294"/>
                  </a:lnTo>
                  <a:lnTo>
                    <a:pt x="1142021" y="1342329"/>
                  </a:lnTo>
                  <a:lnTo>
                    <a:pt x="1140231" y="1340538"/>
                  </a:lnTo>
                  <a:lnTo>
                    <a:pt x="1140231" y="1336957"/>
                  </a:lnTo>
                  <a:lnTo>
                    <a:pt x="1138440" y="1335167"/>
                  </a:lnTo>
                  <a:lnTo>
                    <a:pt x="1138440" y="1333376"/>
                  </a:lnTo>
                  <a:lnTo>
                    <a:pt x="1132229" y="1327165"/>
                  </a:lnTo>
                  <a:lnTo>
                    <a:pt x="1128648" y="1327165"/>
                  </a:lnTo>
                  <a:lnTo>
                    <a:pt x="1126857" y="1325375"/>
                  </a:lnTo>
                  <a:lnTo>
                    <a:pt x="1124709" y="1325017"/>
                  </a:lnTo>
                  <a:lnTo>
                    <a:pt x="1127697" y="1322029"/>
                  </a:lnTo>
                  <a:lnTo>
                    <a:pt x="1127697" y="1320238"/>
                  </a:lnTo>
                  <a:lnTo>
                    <a:pt x="1129487" y="1318448"/>
                  </a:lnTo>
                  <a:lnTo>
                    <a:pt x="1129487" y="1315470"/>
                  </a:lnTo>
                  <a:lnTo>
                    <a:pt x="1128290" y="1314273"/>
                  </a:lnTo>
                  <a:lnTo>
                    <a:pt x="1131278" y="1311285"/>
                  </a:lnTo>
                  <a:lnTo>
                    <a:pt x="1131278" y="1304727"/>
                  </a:lnTo>
                  <a:lnTo>
                    <a:pt x="1129487" y="1302937"/>
                  </a:lnTo>
                  <a:lnTo>
                    <a:pt x="1129487" y="1301146"/>
                  </a:lnTo>
                  <a:lnTo>
                    <a:pt x="1127697" y="1299355"/>
                  </a:lnTo>
                  <a:lnTo>
                    <a:pt x="1127697" y="1297565"/>
                  </a:lnTo>
                  <a:lnTo>
                    <a:pt x="1123276" y="1293145"/>
                  </a:lnTo>
                  <a:lnTo>
                    <a:pt x="1121486" y="1293145"/>
                  </a:lnTo>
                  <a:lnTo>
                    <a:pt x="1119695" y="1291354"/>
                  </a:lnTo>
                  <a:lnTo>
                    <a:pt x="1117905" y="1291354"/>
                  </a:lnTo>
                  <a:lnTo>
                    <a:pt x="1116114" y="1289563"/>
                  </a:lnTo>
                  <a:lnTo>
                    <a:pt x="1110507" y="1289563"/>
                  </a:lnTo>
                  <a:close/>
                  <a:moveTo>
                    <a:pt x="1122683" y="1316299"/>
                  </a:moveTo>
                  <a:lnTo>
                    <a:pt x="1123041" y="1317261"/>
                  </a:lnTo>
                  <a:lnTo>
                    <a:pt x="1121486" y="1318212"/>
                  </a:lnTo>
                  <a:lnTo>
                    <a:pt x="1121128" y="1317854"/>
                  </a:lnTo>
                  <a:lnTo>
                    <a:pt x="1122683" y="1316299"/>
                  </a:lnTo>
                  <a:close/>
                  <a:moveTo>
                    <a:pt x="1033513" y="1290996"/>
                  </a:moveTo>
                  <a:lnTo>
                    <a:pt x="1036378" y="1290996"/>
                  </a:lnTo>
                  <a:lnTo>
                    <a:pt x="1036378" y="1287415"/>
                  </a:lnTo>
                  <a:lnTo>
                    <a:pt x="1033513" y="1287415"/>
                  </a:lnTo>
                  <a:lnTo>
                    <a:pt x="1033513" y="1290996"/>
                  </a:lnTo>
                  <a:close/>
                  <a:moveTo>
                    <a:pt x="1102393" y="1282401"/>
                  </a:moveTo>
                  <a:lnTo>
                    <a:pt x="1097973" y="1286821"/>
                  </a:lnTo>
                  <a:lnTo>
                    <a:pt x="1097973" y="1288612"/>
                  </a:lnTo>
                  <a:lnTo>
                    <a:pt x="1096183" y="1290403"/>
                  </a:lnTo>
                  <a:lnTo>
                    <a:pt x="1096183" y="1293984"/>
                  </a:lnTo>
                  <a:lnTo>
                    <a:pt x="1094812" y="1295355"/>
                  </a:lnTo>
                  <a:lnTo>
                    <a:pt x="1096837" y="1297380"/>
                  </a:lnTo>
                  <a:lnTo>
                    <a:pt x="1101790" y="1292428"/>
                  </a:lnTo>
                  <a:lnTo>
                    <a:pt x="1103580" y="1292428"/>
                  </a:lnTo>
                  <a:lnTo>
                    <a:pt x="1105371" y="1290638"/>
                  </a:lnTo>
                  <a:lnTo>
                    <a:pt x="1109791" y="1290638"/>
                  </a:lnTo>
                  <a:lnTo>
                    <a:pt x="1109791" y="1286821"/>
                  </a:lnTo>
                  <a:lnTo>
                    <a:pt x="1105371" y="1282401"/>
                  </a:lnTo>
                  <a:lnTo>
                    <a:pt x="1102393" y="1282401"/>
                  </a:lnTo>
                  <a:close/>
                  <a:moveTo>
                    <a:pt x="1078697" y="1281030"/>
                  </a:moveTo>
                  <a:lnTo>
                    <a:pt x="1075535" y="1284192"/>
                  </a:lnTo>
                  <a:lnTo>
                    <a:pt x="1070880" y="1284192"/>
                  </a:lnTo>
                  <a:lnTo>
                    <a:pt x="1077561" y="1290873"/>
                  </a:lnTo>
                  <a:lnTo>
                    <a:pt x="1077561" y="1286218"/>
                  </a:lnTo>
                  <a:lnTo>
                    <a:pt x="1078697" y="1281030"/>
                  </a:lnTo>
                  <a:close/>
                  <a:moveTo>
                    <a:pt x="1089860" y="1262705"/>
                  </a:moveTo>
                  <a:lnTo>
                    <a:pt x="1087230" y="1265335"/>
                  </a:lnTo>
                  <a:lnTo>
                    <a:pt x="1087230" y="1268916"/>
                  </a:lnTo>
                  <a:lnTo>
                    <a:pt x="1085439" y="1270706"/>
                  </a:lnTo>
                  <a:lnTo>
                    <a:pt x="1085439" y="1274287"/>
                  </a:lnTo>
                  <a:lnTo>
                    <a:pt x="1081858" y="1277869"/>
                  </a:lnTo>
                  <a:lnTo>
                    <a:pt x="1081858" y="1283711"/>
                  </a:lnTo>
                  <a:lnTo>
                    <a:pt x="1085675" y="1279894"/>
                  </a:lnTo>
                  <a:lnTo>
                    <a:pt x="1089256" y="1279894"/>
                  </a:lnTo>
                  <a:lnTo>
                    <a:pt x="1091046" y="1278104"/>
                  </a:lnTo>
                  <a:lnTo>
                    <a:pt x="1097257" y="1278104"/>
                  </a:lnTo>
                  <a:lnTo>
                    <a:pt x="1097257" y="1268916"/>
                  </a:lnTo>
                  <a:lnTo>
                    <a:pt x="1095466" y="1267125"/>
                  </a:lnTo>
                  <a:lnTo>
                    <a:pt x="1095466" y="1262705"/>
                  </a:lnTo>
                  <a:lnTo>
                    <a:pt x="1089860" y="1262705"/>
                  </a:lnTo>
                  <a:close/>
                  <a:moveTo>
                    <a:pt x="1100183" y="1257988"/>
                  </a:moveTo>
                  <a:lnTo>
                    <a:pt x="1101554" y="1259359"/>
                  </a:lnTo>
                  <a:lnTo>
                    <a:pt x="1101554" y="1261150"/>
                  </a:lnTo>
                  <a:lnTo>
                    <a:pt x="1103345" y="1262940"/>
                  </a:lnTo>
                  <a:lnTo>
                    <a:pt x="1103345" y="1264731"/>
                  </a:lnTo>
                  <a:lnTo>
                    <a:pt x="1107765" y="1269151"/>
                  </a:lnTo>
                  <a:lnTo>
                    <a:pt x="1110742" y="1269151"/>
                  </a:lnTo>
                  <a:lnTo>
                    <a:pt x="1112533" y="1267360"/>
                  </a:lnTo>
                  <a:lnTo>
                    <a:pt x="1116114" y="1267360"/>
                  </a:lnTo>
                  <a:lnTo>
                    <a:pt x="1124351" y="1259124"/>
                  </a:lnTo>
                  <a:lnTo>
                    <a:pt x="1119695" y="1259124"/>
                  </a:lnTo>
                  <a:lnTo>
                    <a:pt x="1117905" y="1257333"/>
                  </a:lnTo>
                  <a:lnTo>
                    <a:pt x="1114324" y="1257333"/>
                  </a:lnTo>
                  <a:lnTo>
                    <a:pt x="1112533" y="1255543"/>
                  </a:lnTo>
                  <a:lnTo>
                    <a:pt x="1109556" y="1255543"/>
                  </a:lnTo>
                  <a:lnTo>
                    <a:pt x="1107765" y="1257333"/>
                  </a:lnTo>
                  <a:lnTo>
                    <a:pt x="1103580" y="1257333"/>
                  </a:lnTo>
                  <a:lnTo>
                    <a:pt x="1100183" y="1257988"/>
                  </a:lnTo>
                  <a:close/>
                  <a:moveTo>
                    <a:pt x="1089020" y="1251962"/>
                  </a:moveTo>
                  <a:lnTo>
                    <a:pt x="1089020" y="1260198"/>
                  </a:lnTo>
                  <a:lnTo>
                    <a:pt x="1091650" y="1260198"/>
                  </a:lnTo>
                  <a:lnTo>
                    <a:pt x="1094034" y="1262582"/>
                  </a:lnTo>
                  <a:lnTo>
                    <a:pt x="1101073" y="1255543"/>
                  </a:lnTo>
                  <a:lnTo>
                    <a:pt x="1096418" y="1255543"/>
                  </a:lnTo>
                  <a:lnTo>
                    <a:pt x="1092837" y="1251962"/>
                  </a:lnTo>
                  <a:lnTo>
                    <a:pt x="1089020" y="1251962"/>
                  </a:lnTo>
                  <a:close/>
                  <a:moveTo>
                    <a:pt x="1084723" y="1235611"/>
                  </a:moveTo>
                  <a:lnTo>
                    <a:pt x="1080068" y="1240267"/>
                  </a:lnTo>
                  <a:lnTo>
                    <a:pt x="1080068" y="1245874"/>
                  </a:lnTo>
                  <a:lnTo>
                    <a:pt x="1082697" y="1245874"/>
                  </a:lnTo>
                  <a:lnTo>
                    <a:pt x="1083649" y="1246825"/>
                  </a:lnTo>
                  <a:lnTo>
                    <a:pt x="1083649" y="1248022"/>
                  </a:lnTo>
                  <a:lnTo>
                    <a:pt x="1086514" y="1248022"/>
                  </a:lnTo>
                  <a:lnTo>
                    <a:pt x="1086514" y="1242057"/>
                  </a:lnTo>
                  <a:lnTo>
                    <a:pt x="1084723" y="1240267"/>
                  </a:lnTo>
                  <a:lnTo>
                    <a:pt x="1084723" y="1235611"/>
                  </a:lnTo>
                  <a:close/>
                  <a:moveTo>
                    <a:pt x="1085859" y="1238057"/>
                  </a:moveTo>
                  <a:lnTo>
                    <a:pt x="1087885" y="1240082"/>
                  </a:lnTo>
                  <a:lnTo>
                    <a:pt x="1089675" y="1238292"/>
                  </a:lnTo>
                  <a:lnTo>
                    <a:pt x="1087649" y="1236266"/>
                  </a:lnTo>
                  <a:lnTo>
                    <a:pt x="1085859" y="1238057"/>
                  </a:lnTo>
                  <a:close/>
                  <a:moveTo>
                    <a:pt x="1124832" y="1234056"/>
                  </a:moveTo>
                  <a:lnTo>
                    <a:pt x="1124832" y="1246825"/>
                  </a:lnTo>
                  <a:lnTo>
                    <a:pt x="1126622" y="1248616"/>
                  </a:lnTo>
                  <a:lnTo>
                    <a:pt x="1126622" y="1249220"/>
                  </a:lnTo>
                  <a:lnTo>
                    <a:pt x="1124832" y="1251010"/>
                  </a:lnTo>
                  <a:lnTo>
                    <a:pt x="1124832" y="1258408"/>
                  </a:lnTo>
                  <a:lnTo>
                    <a:pt x="1130439" y="1258408"/>
                  </a:lnTo>
                  <a:lnTo>
                    <a:pt x="1134020" y="1254827"/>
                  </a:lnTo>
                  <a:lnTo>
                    <a:pt x="1136649" y="1254827"/>
                  </a:lnTo>
                  <a:lnTo>
                    <a:pt x="1136649" y="1252197"/>
                  </a:lnTo>
                  <a:lnTo>
                    <a:pt x="1140231" y="1248616"/>
                  </a:lnTo>
                  <a:lnTo>
                    <a:pt x="1140231" y="1245638"/>
                  </a:lnTo>
                  <a:lnTo>
                    <a:pt x="1138440" y="1243848"/>
                  </a:lnTo>
                  <a:lnTo>
                    <a:pt x="1138440" y="1242057"/>
                  </a:lnTo>
                  <a:lnTo>
                    <a:pt x="1132229" y="1235847"/>
                  </a:lnTo>
                  <a:lnTo>
                    <a:pt x="1130439" y="1235847"/>
                  </a:lnTo>
                  <a:lnTo>
                    <a:pt x="1128648" y="1234056"/>
                  </a:lnTo>
                  <a:lnTo>
                    <a:pt x="1124832" y="1234056"/>
                  </a:lnTo>
                  <a:close/>
                  <a:moveTo>
                    <a:pt x="1054048" y="1230475"/>
                  </a:moveTo>
                  <a:lnTo>
                    <a:pt x="1052258" y="1232265"/>
                  </a:lnTo>
                  <a:lnTo>
                    <a:pt x="1049628" y="1232265"/>
                  </a:lnTo>
                  <a:lnTo>
                    <a:pt x="1049628" y="1236686"/>
                  </a:lnTo>
                  <a:lnTo>
                    <a:pt x="1048677" y="1237637"/>
                  </a:lnTo>
                  <a:lnTo>
                    <a:pt x="1046047" y="1237637"/>
                  </a:lnTo>
                  <a:lnTo>
                    <a:pt x="1046047" y="1242057"/>
                  </a:lnTo>
                  <a:lnTo>
                    <a:pt x="1045095" y="1243009"/>
                  </a:lnTo>
                  <a:lnTo>
                    <a:pt x="1042466" y="1243009"/>
                  </a:lnTo>
                  <a:lnTo>
                    <a:pt x="1042466" y="1250406"/>
                  </a:lnTo>
                  <a:lnTo>
                    <a:pt x="1044256" y="1252197"/>
                  </a:lnTo>
                  <a:lnTo>
                    <a:pt x="1044256" y="1255778"/>
                  </a:lnTo>
                  <a:lnTo>
                    <a:pt x="1046047" y="1257569"/>
                  </a:lnTo>
                  <a:lnTo>
                    <a:pt x="1046047" y="1258172"/>
                  </a:lnTo>
                  <a:lnTo>
                    <a:pt x="1045095" y="1259124"/>
                  </a:lnTo>
                  <a:lnTo>
                    <a:pt x="1037094" y="1259124"/>
                  </a:lnTo>
                  <a:lnTo>
                    <a:pt x="1037094" y="1264731"/>
                  </a:lnTo>
                  <a:lnTo>
                    <a:pt x="1038885" y="1266521"/>
                  </a:lnTo>
                  <a:lnTo>
                    <a:pt x="1038885" y="1269151"/>
                  </a:lnTo>
                  <a:lnTo>
                    <a:pt x="1041514" y="1269151"/>
                  </a:lnTo>
                  <a:lnTo>
                    <a:pt x="1045095" y="1272732"/>
                  </a:lnTo>
                  <a:lnTo>
                    <a:pt x="1047244" y="1273090"/>
                  </a:lnTo>
                  <a:lnTo>
                    <a:pt x="1045095" y="1273448"/>
                  </a:lnTo>
                  <a:lnTo>
                    <a:pt x="1041514" y="1277030"/>
                  </a:lnTo>
                  <a:lnTo>
                    <a:pt x="1039724" y="1277030"/>
                  </a:lnTo>
                  <a:lnTo>
                    <a:pt x="1037094" y="1279659"/>
                  </a:lnTo>
                  <a:lnTo>
                    <a:pt x="1037094" y="1283476"/>
                  </a:lnTo>
                  <a:lnTo>
                    <a:pt x="1044492" y="1283476"/>
                  </a:lnTo>
                  <a:lnTo>
                    <a:pt x="1046282" y="1281685"/>
                  </a:lnTo>
                  <a:lnTo>
                    <a:pt x="1054283" y="1281685"/>
                  </a:lnTo>
                  <a:lnTo>
                    <a:pt x="1054283" y="1277869"/>
                  </a:lnTo>
                  <a:lnTo>
                    <a:pt x="1050702" y="1274287"/>
                  </a:lnTo>
                  <a:lnTo>
                    <a:pt x="1050702" y="1268916"/>
                  </a:lnTo>
                  <a:lnTo>
                    <a:pt x="1048912" y="1267125"/>
                  </a:lnTo>
                  <a:lnTo>
                    <a:pt x="1048912" y="1261150"/>
                  </a:lnTo>
                  <a:lnTo>
                    <a:pt x="1050702" y="1259359"/>
                  </a:lnTo>
                  <a:lnTo>
                    <a:pt x="1050702" y="1257569"/>
                  </a:lnTo>
                  <a:lnTo>
                    <a:pt x="1052493" y="1255778"/>
                  </a:lnTo>
                  <a:lnTo>
                    <a:pt x="1052493" y="1251010"/>
                  </a:lnTo>
                  <a:lnTo>
                    <a:pt x="1050702" y="1249220"/>
                  </a:lnTo>
                  <a:lnTo>
                    <a:pt x="1050702" y="1248616"/>
                  </a:lnTo>
                  <a:lnTo>
                    <a:pt x="1052493" y="1246825"/>
                  </a:lnTo>
                  <a:lnTo>
                    <a:pt x="1052493" y="1237872"/>
                  </a:lnTo>
                  <a:lnTo>
                    <a:pt x="1053444" y="1236921"/>
                  </a:lnTo>
                  <a:lnTo>
                    <a:pt x="1055235" y="1236921"/>
                  </a:lnTo>
                  <a:lnTo>
                    <a:pt x="1057025" y="1235130"/>
                  </a:lnTo>
                  <a:lnTo>
                    <a:pt x="1059655" y="1235130"/>
                  </a:lnTo>
                  <a:lnTo>
                    <a:pt x="1059655" y="1230475"/>
                  </a:lnTo>
                  <a:lnTo>
                    <a:pt x="1054048" y="1230475"/>
                  </a:lnTo>
                  <a:close/>
                  <a:moveTo>
                    <a:pt x="1127461" y="1225103"/>
                  </a:moveTo>
                  <a:lnTo>
                    <a:pt x="1125671" y="1226894"/>
                  </a:lnTo>
                  <a:lnTo>
                    <a:pt x="1123041" y="1226894"/>
                  </a:lnTo>
                  <a:lnTo>
                    <a:pt x="1123041" y="1233575"/>
                  </a:lnTo>
                  <a:lnTo>
                    <a:pt x="1126857" y="1229759"/>
                  </a:lnTo>
                  <a:lnTo>
                    <a:pt x="1128648" y="1229759"/>
                  </a:lnTo>
                  <a:lnTo>
                    <a:pt x="1133303" y="1225103"/>
                  </a:lnTo>
                  <a:lnTo>
                    <a:pt x="1127461" y="1225103"/>
                  </a:lnTo>
                  <a:close/>
                  <a:moveTo>
                    <a:pt x="1106210" y="1221287"/>
                  </a:moveTo>
                  <a:lnTo>
                    <a:pt x="1101554" y="1225942"/>
                  </a:lnTo>
                  <a:lnTo>
                    <a:pt x="1101196" y="1228091"/>
                  </a:lnTo>
                  <a:lnTo>
                    <a:pt x="1099999" y="1226894"/>
                  </a:lnTo>
                  <a:lnTo>
                    <a:pt x="1094157" y="1226894"/>
                  </a:lnTo>
                  <a:lnTo>
                    <a:pt x="1097973" y="1230710"/>
                  </a:lnTo>
                  <a:lnTo>
                    <a:pt x="1097973" y="1234291"/>
                  </a:lnTo>
                  <a:lnTo>
                    <a:pt x="1102629" y="1238947"/>
                  </a:lnTo>
                  <a:lnTo>
                    <a:pt x="1102629" y="1232501"/>
                  </a:lnTo>
                  <a:lnTo>
                    <a:pt x="1104419" y="1230710"/>
                  </a:lnTo>
                  <a:lnTo>
                    <a:pt x="1104419" y="1228920"/>
                  </a:lnTo>
                  <a:lnTo>
                    <a:pt x="1106210" y="1227129"/>
                  </a:lnTo>
                  <a:lnTo>
                    <a:pt x="1106210" y="1221287"/>
                  </a:lnTo>
                  <a:close/>
                  <a:moveTo>
                    <a:pt x="1046047" y="1215915"/>
                  </a:moveTo>
                  <a:lnTo>
                    <a:pt x="1046047" y="1221757"/>
                  </a:lnTo>
                  <a:lnTo>
                    <a:pt x="1049628" y="1225338"/>
                  </a:lnTo>
                  <a:lnTo>
                    <a:pt x="1049628" y="1227968"/>
                  </a:lnTo>
                  <a:lnTo>
                    <a:pt x="1052258" y="1227968"/>
                  </a:lnTo>
                  <a:lnTo>
                    <a:pt x="1054048" y="1229759"/>
                  </a:lnTo>
                  <a:lnTo>
                    <a:pt x="1061681" y="1229759"/>
                  </a:lnTo>
                  <a:lnTo>
                    <a:pt x="1057865" y="1225942"/>
                  </a:lnTo>
                  <a:lnTo>
                    <a:pt x="1057865" y="1221522"/>
                  </a:lnTo>
                  <a:lnTo>
                    <a:pt x="1055235" y="1221522"/>
                  </a:lnTo>
                  <a:lnTo>
                    <a:pt x="1053444" y="1219731"/>
                  </a:lnTo>
                  <a:lnTo>
                    <a:pt x="1049863" y="1219731"/>
                  </a:lnTo>
                  <a:lnTo>
                    <a:pt x="1046047" y="1215915"/>
                  </a:lnTo>
                  <a:close/>
                  <a:moveTo>
                    <a:pt x="1202665" y="1198245"/>
                  </a:moveTo>
                  <a:lnTo>
                    <a:pt x="1200874" y="1200035"/>
                  </a:lnTo>
                  <a:lnTo>
                    <a:pt x="1199084" y="1200035"/>
                  </a:lnTo>
                  <a:lnTo>
                    <a:pt x="1197293" y="1201826"/>
                  </a:lnTo>
                  <a:lnTo>
                    <a:pt x="1195503" y="1201826"/>
                  </a:lnTo>
                  <a:lnTo>
                    <a:pt x="1191082" y="1206246"/>
                  </a:lnTo>
                  <a:lnTo>
                    <a:pt x="1191082" y="1209223"/>
                  </a:lnTo>
                  <a:lnTo>
                    <a:pt x="1193712" y="1211853"/>
                  </a:lnTo>
                  <a:lnTo>
                    <a:pt x="1195503" y="1211853"/>
                  </a:lnTo>
                  <a:lnTo>
                    <a:pt x="1197293" y="1213644"/>
                  </a:lnTo>
                  <a:lnTo>
                    <a:pt x="1209223" y="1213644"/>
                  </a:lnTo>
                  <a:lnTo>
                    <a:pt x="1211014" y="1211853"/>
                  </a:lnTo>
                  <a:lnTo>
                    <a:pt x="1212804" y="1211853"/>
                  </a:lnTo>
                  <a:lnTo>
                    <a:pt x="1214595" y="1210062"/>
                  </a:lnTo>
                  <a:lnTo>
                    <a:pt x="1216386" y="1210062"/>
                  </a:lnTo>
                  <a:lnTo>
                    <a:pt x="1220806" y="1205642"/>
                  </a:lnTo>
                  <a:lnTo>
                    <a:pt x="1220806" y="1202665"/>
                  </a:lnTo>
                  <a:lnTo>
                    <a:pt x="1218176" y="1200035"/>
                  </a:lnTo>
                  <a:lnTo>
                    <a:pt x="1216386" y="1200035"/>
                  </a:lnTo>
                  <a:lnTo>
                    <a:pt x="1214595" y="1198245"/>
                  </a:lnTo>
                  <a:lnTo>
                    <a:pt x="1202665" y="1198245"/>
                  </a:lnTo>
                  <a:close/>
                  <a:moveTo>
                    <a:pt x="1118089" y="1195318"/>
                  </a:moveTo>
                  <a:lnTo>
                    <a:pt x="1119460" y="1196689"/>
                  </a:lnTo>
                  <a:lnTo>
                    <a:pt x="1119460" y="1206246"/>
                  </a:lnTo>
                  <a:lnTo>
                    <a:pt x="1115879" y="1209827"/>
                  </a:lnTo>
                  <a:lnTo>
                    <a:pt x="1115879" y="1211618"/>
                  </a:lnTo>
                  <a:lnTo>
                    <a:pt x="1111346" y="1216150"/>
                  </a:lnTo>
                  <a:lnTo>
                    <a:pt x="1110149" y="1216150"/>
                  </a:lnTo>
                  <a:lnTo>
                    <a:pt x="1110149" y="1219015"/>
                  </a:lnTo>
                  <a:lnTo>
                    <a:pt x="1111346" y="1219015"/>
                  </a:lnTo>
                  <a:lnTo>
                    <a:pt x="1113730" y="1221399"/>
                  </a:lnTo>
                  <a:lnTo>
                    <a:pt x="1116114" y="1219015"/>
                  </a:lnTo>
                  <a:lnTo>
                    <a:pt x="1127461" y="1219015"/>
                  </a:lnTo>
                  <a:lnTo>
                    <a:pt x="1129252" y="1220806"/>
                  </a:lnTo>
                  <a:lnTo>
                    <a:pt x="1134859" y="1220806"/>
                  </a:lnTo>
                  <a:lnTo>
                    <a:pt x="1134859" y="1216386"/>
                  </a:lnTo>
                  <a:lnTo>
                    <a:pt x="1137243" y="1214002"/>
                  </a:lnTo>
                  <a:lnTo>
                    <a:pt x="1134859" y="1211618"/>
                  </a:lnTo>
                  <a:lnTo>
                    <a:pt x="1134859" y="1206246"/>
                  </a:lnTo>
                  <a:lnTo>
                    <a:pt x="1133068" y="1204456"/>
                  </a:lnTo>
                  <a:lnTo>
                    <a:pt x="1133068" y="1202665"/>
                  </a:lnTo>
                  <a:lnTo>
                    <a:pt x="1125067" y="1194664"/>
                  </a:lnTo>
                  <a:lnTo>
                    <a:pt x="1121486" y="1194664"/>
                  </a:lnTo>
                  <a:lnTo>
                    <a:pt x="1118089" y="1195318"/>
                  </a:lnTo>
                  <a:close/>
                  <a:moveTo>
                    <a:pt x="1047121" y="1183685"/>
                  </a:moveTo>
                  <a:lnTo>
                    <a:pt x="1038885" y="1191922"/>
                  </a:lnTo>
                  <a:lnTo>
                    <a:pt x="1038885" y="1194899"/>
                  </a:lnTo>
                  <a:lnTo>
                    <a:pt x="1040675" y="1196689"/>
                  </a:lnTo>
                  <a:lnTo>
                    <a:pt x="1040675" y="1199084"/>
                  </a:lnTo>
                  <a:lnTo>
                    <a:pt x="1039724" y="1200035"/>
                  </a:lnTo>
                  <a:lnTo>
                    <a:pt x="1037094" y="1200035"/>
                  </a:lnTo>
                  <a:lnTo>
                    <a:pt x="1037094" y="1210062"/>
                  </a:lnTo>
                  <a:lnTo>
                    <a:pt x="1039724" y="1210062"/>
                  </a:lnTo>
                  <a:lnTo>
                    <a:pt x="1041514" y="1211853"/>
                  </a:lnTo>
                  <a:lnTo>
                    <a:pt x="1043305" y="1211853"/>
                  </a:lnTo>
                  <a:lnTo>
                    <a:pt x="1044256" y="1212804"/>
                  </a:lnTo>
                  <a:lnTo>
                    <a:pt x="1044256" y="1219251"/>
                  </a:lnTo>
                  <a:lnTo>
                    <a:pt x="1048912" y="1214595"/>
                  </a:lnTo>
                  <a:lnTo>
                    <a:pt x="1048912" y="1210779"/>
                  </a:lnTo>
                  <a:lnTo>
                    <a:pt x="1046282" y="1210779"/>
                  </a:lnTo>
                  <a:lnTo>
                    <a:pt x="1045331" y="1209827"/>
                  </a:lnTo>
                  <a:lnTo>
                    <a:pt x="1045331" y="1207433"/>
                  </a:lnTo>
                  <a:lnTo>
                    <a:pt x="1048912" y="1203852"/>
                  </a:lnTo>
                  <a:lnTo>
                    <a:pt x="1048912" y="1199084"/>
                  </a:lnTo>
                  <a:lnTo>
                    <a:pt x="1047121" y="1197293"/>
                  </a:lnTo>
                  <a:lnTo>
                    <a:pt x="1047121" y="1183685"/>
                  </a:lnTo>
                  <a:close/>
                  <a:moveTo>
                    <a:pt x="1042885" y="1182784"/>
                  </a:moveTo>
                  <a:lnTo>
                    <a:pt x="1044911" y="1180759"/>
                  </a:lnTo>
                  <a:lnTo>
                    <a:pt x="1043121" y="1178968"/>
                  </a:lnTo>
                  <a:lnTo>
                    <a:pt x="1041095" y="1180994"/>
                  </a:lnTo>
                  <a:lnTo>
                    <a:pt x="1042885" y="1182784"/>
                  </a:lnTo>
                  <a:close/>
                  <a:moveTo>
                    <a:pt x="1197293" y="1169596"/>
                  </a:moveTo>
                  <a:lnTo>
                    <a:pt x="1195503" y="1171386"/>
                  </a:lnTo>
                  <a:lnTo>
                    <a:pt x="1193712" y="1171386"/>
                  </a:lnTo>
                  <a:lnTo>
                    <a:pt x="1191922" y="1173177"/>
                  </a:lnTo>
                  <a:lnTo>
                    <a:pt x="1190131" y="1173177"/>
                  </a:lnTo>
                  <a:lnTo>
                    <a:pt x="1185711" y="1177597"/>
                  </a:lnTo>
                  <a:lnTo>
                    <a:pt x="1185711" y="1179388"/>
                  </a:lnTo>
                  <a:lnTo>
                    <a:pt x="1182130" y="1182969"/>
                  </a:lnTo>
                  <a:lnTo>
                    <a:pt x="1182130" y="1188340"/>
                  </a:lnTo>
                  <a:lnTo>
                    <a:pt x="1180339" y="1190131"/>
                  </a:lnTo>
                  <a:lnTo>
                    <a:pt x="1180339" y="1193108"/>
                  </a:lnTo>
                  <a:lnTo>
                    <a:pt x="1182130" y="1194899"/>
                  </a:lnTo>
                  <a:lnTo>
                    <a:pt x="1182130" y="1201110"/>
                  </a:lnTo>
                  <a:lnTo>
                    <a:pt x="1193108" y="1201110"/>
                  </a:lnTo>
                  <a:lnTo>
                    <a:pt x="1196689" y="1197529"/>
                  </a:lnTo>
                  <a:lnTo>
                    <a:pt x="1198480" y="1197529"/>
                  </a:lnTo>
                  <a:lnTo>
                    <a:pt x="1202900" y="1193108"/>
                  </a:lnTo>
                  <a:lnTo>
                    <a:pt x="1202900" y="1191318"/>
                  </a:lnTo>
                  <a:lnTo>
                    <a:pt x="1204691" y="1189527"/>
                  </a:lnTo>
                  <a:lnTo>
                    <a:pt x="1204691" y="1187737"/>
                  </a:lnTo>
                  <a:lnTo>
                    <a:pt x="1206481" y="1185946"/>
                  </a:lnTo>
                  <a:lnTo>
                    <a:pt x="1206481" y="1174016"/>
                  </a:lnTo>
                  <a:lnTo>
                    <a:pt x="1204691" y="1172225"/>
                  </a:lnTo>
                  <a:lnTo>
                    <a:pt x="1204691" y="1169596"/>
                  </a:lnTo>
                  <a:lnTo>
                    <a:pt x="1197293" y="1169596"/>
                  </a:lnTo>
                  <a:close/>
                  <a:moveTo>
                    <a:pt x="1046047" y="1171028"/>
                  </a:moveTo>
                  <a:lnTo>
                    <a:pt x="1046047" y="1172225"/>
                  </a:lnTo>
                  <a:lnTo>
                    <a:pt x="1045095" y="1173177"/>
                  </a:lnTo>
                  <a:lnTo>
                    <a:pt x="1041514" y="1173177"/>
                  </a:lnTo>
                  <a:lnTo>
                    <a:pt x="1039304" y="1175387"/>
                  </a:lnTo>
                  <a:lnTo>
                    <a:pt x="1041330" y="1177413"/>
                  </a:lnTo>
                  <a:lnTo>
                    <a:pt x="1042701" y="1176042"/>
                  </a:lnTo>
                  <a:lnTo>
                    <a:pt x="1048912" y="1176042"/>
                  </a:lnTo>
                  <a:lnTo>
                    <a:pt x="1046047" y="1171028"/>
                  </a:lnTo>
                  <a:close/>
                  <a:moveTo>
                    <a:pt x="1124115" y="1165779"/>
                  </a:moveTo>
                  <a:lnTo>
                    <a:pt x="1116718" y="1173177"/>
                  </a:lnTo>
                  <a:lnTo>
                    <a:pt x="1112298" y="1173177"/>
                  </a:lnTo>
                  <a:lnTo>
                    <a:pt x="1112298" y="1176993"/>
                  </a:lnTo>
                  <a:lnTo>
                    <a:pt x="1115879" y="1180574"/>
                  </a:lnTo>
                  <a:lnTo>
                    <a:pt x="1115879" y="1187020"/>
                  </a:lnTo>
                  <a:lnTo>
                    <a:pt x="1122325" y="1180574"/>
                  </a:lnTo>
                  <a:lnTo>
                    <a:pt x="1122325" y="1176993"/>
                  </a:lnTo>
                  <a:lnTo>
                    <a:pt x="1124115" y="1175203"/>
                  </a:lnTo>
                  <a:lnTo>
                    <a:pt x="1124115" y="1165779"/>
                  </a:lnTo>
                  <a:close/>
                  <a:moveTo>
                    <a:pt x="1089860" y="1164224"/>
                  </a:moveTo>
                  <a:lnTo>
                    <a:pt x="1087230" y="1166854"/>
                  </a:lnTo>
                  <a:lnTo>
                    <a:pt x="1087230" y="1170670"/>
                  </a:lnTo>
                  <a:lnTo>
                    <a:pt x="1097492" y="1170670"/>
                  </a:lnTo>
                  <a:lnTo>
                    <a:pt x="1093676" y="1166854"/>
                  </a:lnTo>
                  <a:lnTo>
                    <a:pt x="1093676" y="1164224"/>
                  </a:lnTo>
                  <a:lnTo>
                    <a:pt x="1089860" y="1164224"/>
                  </a:lnTo>
                  <a:close/>
                  <a:moveTo>
                    <a:pt x="1046047" y="1165656"/>
                  </a:moveTo>
                  <a:lnTo>
                    <a:pt x="1048912" y="1165656"/>
                  </a:lnTo>
                  <a:lnTo>
                    <a:pt x="1048912" y="1162075"/>
                  </a:lnTo>
                  <a:lnTo>
                    <a:pt x="1046047" y="1162075"/>
                  </a:lnTo>
                  <a:lnTo>
                    <a:pt x="1046047" y="1165656"/>
                  </a:lnTo>
                  <a:close/>
                  <a:moveTo>
                    <a:pt x="1083649" y="1157062"/>
                  </a:moveTo>
                  <a:lnTo>
                    <a:pt x="1083649" y="1163743"/>
                  </a:lnTo>
                  <a:lnTo>
                    <a:pt x="1090330" y="1157062"/>
                  </a:lnTo>
                  <a:lnTo>
                    <a:pt x="1083649" y="1157062"/>
                  </a:lnTo>
                  <a:close/>
                  <a:moveTo>
                    <a:pt x="1370139" y="1153481"/>
                  </a:moveTo>
                  <a:lnTo>
                    <a:pt x="1370139" y="1157901"/>
                  </a:lnTo>
                  <a:lnTo>
                    <a:pt x="1368348" y="1159691"/>
                  </a:lnTo>
                  <a:lnTo>
                    <a:pt x="1368348" y="1168040"/>
                  </a:lnTo>
                  <a:lnTo>
                    <a:pt x="1370139" y="1169831"/>
                  </a:lnTo>
                  <a:lnTo>
                    <a:pt x="1370139" y="1173412"/>
                  </a:lnTo>
                  <a:lnTo>
                    <a:pt x="1373720" y="1176993"/>
                  </a:lnTo>
                  <a:lnTo>
                    <a:pt x="1373720" y="1178784"/>
                  </a:lnTo>
                  <a:lnTo>
                    <a:pt x="1378140" y="1183204"/>
                  </a:lnTo>
                  <a:lnTo>
                    <a:pt x="1379931" y="1183204"/>
                  </a:lnTo>
                  <a:lnTo>
                    <a:pt x="1383512" y="1186785"/>
                  </a:lnTo>
                  <a:lnTo>
                    <a:pt x="1393651" y="1186785"/>
                  </a:lnTo>
                  <a:lnTo>
                    <a:pt x="1396281" y="1184155"/>
                  </a:lnTo>
                  <a:lnTo>
                    <a:pt x="1396281" y="1170435"/>
                  </a:lnTo>
                  <a:lnTo>
                    <a:pt x="1394490" y="1168644"/>
                  </a:lnTo>
                  <a:lnTo>
                    <a:pt x="1394490" y="1165063"/>
                  </a:lnTo>
                  <a:lnTo>
                    <a:pt x="1384699" y="1155271"/>
                  </a:lnTo>
                  <a:lnTo>
                    <a:pt x="1381117" y="1155271"/>
                  </a:lnTo>
                  <a:lnTo>
                    <a:pt x="1379327" y="1153481"/>
                  </a:lnTo>
                  <a:lnTo>
                    <a:pt x="1370139" y="1153481"/>
                  </a:lnTo>
                  <a:close/>
                  <a:moveTo>
                    <a:pt x="1048257" y="1157481"/>
                  </a:moveTo>
                  <a:lnTo>
                    <a:pt x="1050283" y="1159507"/>
                  </a:lnTo>
                  <a:lnTo>
                    <a:pt x="1052493" y="1157297"/>
                  </a:lnTo>
                  <a:lnTo>
                    <a:pt x="1052493" y="1154913"/>
                  </a:lnTo>
                  <a:lnTo>
                    <a:pt x="1049628" y="1154913"/>
                  </a:lnTo>
                  <a:lnTo>
                    <a:pt x="1049628" y="1156110"/>
                  </a:lnTo>
                  <a:lnTo>
                    <a:pt x="1048257" y="1157481"/>
                  </a:lnTo>
                  <a:close/>
                  <a:moveTo>
                    <a:pt x="1280611" y="1149900"/>
                  </a:moveTo>
                  <a:lnTo>
                    <a:pt x="1280611" y="1152529"/>
                  </a:lnTo>
                  <a:lnTo>
                    <a:pt x="1277030" y="1156110"/>
                  </a:lnTo>
                  <a:lnTo>
                    <a:pt x="1277030" y="1161482"/>
                  </a:lnTo>
                  <a:lnTo>
                    <a:pt x="1275239" y="1163273"/>
                  </a:lnTo>
                  <a:lnTo>
                    <a:pt x="1275239" y="1166250"/>
                  </a:lnTo>
                  <a:lnTo>
                    <a:pt x="1277030" y="1168040"/>
                  </a:lnTo>
                  <a:lnTo>
                    <a:pt x="1277030" y="1173412"/>
                  </a:lnTo>
                  <a:lnTo>
                    <a:pt x="1278820" y="1175203"/>
                  </a:lnTo>
                  <a:lnTo>
                    <a:pt x="1278820" y="1176993"/>
                  </a:lnTo>
                  <a:lnTo>
                    <a:pt x="1282401" y="1180574"/>
                  </a:lnTo>
                  <a:lnTo>
                    <a:pt x="1282401" y="1183204"/>
                  </a:lnTo>
                  <a:lnTo>
                    <a:pt x="1285031" y="1183204"/>
                  </a:lnTo>
                  <a:lnTo>
                    <a:pt x="1288612" y="1186785"/>
                  </a:lnTo>
                  <a:lnTo>
                    <a:pt x="1292193" y="1186785"/>
                  </a:lnTo>
                  <a:lnTo>
                    <a:pt x="1293984" y="1188576"/>
                  </a:lnTo>
                  <a:lnTo>
                    <a:pt x="1299591" y="1188576"/>
                  </a:lnTo>
                  <a:lnTo>
                    <a:pt x="1299591" y="1185946"/>
                  </a:lnTo>
                  <a:lnTo>
                    <a:pt x="1301381" y="1184155"/>
                  </a:lnTo>
                  <a:lnTo>
                    <a:pt x="1301381" y="1182365"/>
                  </a:lnTo>
                  <a:lnTo>
                    <a:pt x="1303172" y="1180574"/>
                  </a:lnTo>
                  <a:lnTo>
                    <a:pt x="1303172" y="1165063"/>
                  </a:lnTo>
                  <a:lnTo>
                    <a:pt x="1301381" y="1163273"/>
                  </a:lnTo>
                  <a:lnTo>
                    <a:pt x="1301381" y="1161482"/>
                  </a:lnTo>
                  <a:lnTo>
                    <a:pt x="1297800" y="1157901"/>
                  </a:lnTo>
                  <a:lnTo>
                    <a:pt x="1297800" y="1155271"/>
                  </a:lnTo>
                  <a:lnTo>
                    <a:pt x="1295170" y="1155271"/>
                  </a:lnTo>
                  <a:lnTo>
                    <a:pt x="1291589" y="1151690"/>
                  </a:lnTo>
                  <a:lnTo>
                    <a:pt x="1288008" y="1151690"/>
                  </a:lnTo>
                  <a:lnTo>
                    <a:pt x="1286218" y="1149900"/>
                  </a:lnTo>
                  <a:lnTo>
                    <a:pt x="1280611" y="1149900"/>
                  </a:lnTo>
                  <a:close/>
                  <a:moveTo>
                    <a:pt x="1031722" y="1142502"/>
                  </a:moveTo>
                  <a:lnTo>
                    <a:pt x="1031722" y="1149183"/>
                  </a:lnTo>
                  <a:lnTo>
                    <a:pt x="1038404" y="1149183"/>
                  </a:lnTo>
                  <a:lnTo>
                    <a:pt x="1031722" y="1142502"/>
                  </a:lnTo>
                  <a:close/>
                  <a:moveTo>
                    <a:pt x="1033513" y="1142379"/>
                  </a:moveTo>
                  <a:lnTo>
                    <a:pt x="1036378" y="1142379"/>
                  </a:lnTo>
                  <a:lnTo>
                    <a:pt x="1036378" y="1140589"/>
                  </a:lnTo>
                  <a:lnTo>
                    <a:pt x="1033513" y="1140589"/>
                  </a:lnTo>
                  <a:lnTo>
                    <a:pt x="1033513" y="1142379"/>
                  </a:lnTo>
                  <a:close/>
                  <a:moveTo>
                    <a:pt x="1100838" y="1133549"/>
                  </a:moveTo>
                  <a:lnTo>
                    <a:pt x="1095231" y="1139156"/>
                  </a:lnTo>
                  <a:lnTo>
                    <a:pt x="1090576" y="1139156"/>
                  </a:lnTo>
                  <a:lnTo>
                    <a:pt x="1096183" y="1144763"/>
                  </a:lnTo>
                  <a:lnTo>
                    <a:pt x="1096183" y="1152764"/>
                  </a:lnTo>
                  <a:lnTo>
                    <a:pt x="1107765" y="1152764"/>
                  </a:lnTo>
                  <a:lnTo>
                    <a:pt x="1109556" y="1154555"/>
                  </a:lnTo>
                  <a:lnTo>
                    <a:pt x="1111346" y="1154555"/>
                  </a:lnTo>
                  <a:lnTo>
                    <a:pt x="1113137" y="1156346"/>
                  </a:lnTo>
                  <a:lnTo>
                    <a:pt x="1114927" y="1156346"/>
                  </a:lnTo>
                  <a:lnTo>
                    <a:pt x="1119460" y="1160878"/>
                  </a:lnTo>
                  <a:lnTo>
                    <a:pt x="1119460" y="1162669"/>
                  </a:lnTo>
                  <a:lnTo>
                    <a:pt x="1125906" y="1169115"/>
                  </a:lnTo>
                  <a:lnTo>
                    <a:pt x="1125906" y="1161482"/>
                  </a:lnTo>
                  <a:lnTo>
                    <a:pt x="1124115" y="1159691"/>
                  </a:lnTo>
                  <a:lnTo>
                    <a:pt x="1124115" y="1157901"/>
                  </a:lnTo>
                  <a:lnTo>
                    <a:pt x="1116114" y="1149900"/>
                  </a:lnTo>
                  <a:lnTo>
                    <a:pt x="1112533" y="1149900"/>
                  </a:lnTo>
                  <a:lnTo>
                    <a:pt x="1110742" y="1148109"/>
                  </a:lnTo>
                  <a:lnTo>
                    <a:pt x="1100603" y="1148109"/>
                  </a:lnTo>
                  <a:lnTo>
                    <a:pt x="1099406" y="1149306"/>
                  </a:lnTo>
                  <a:lnTo>
                    <a:pt x="1099048" y="1148948"/>
                  </a:lnTo>
                  <a:lnTo>
                    <a:pt x="1099048" y="1148344"/>
                  </a:lnTo>
                  <a:lnTo>
                    <a:pt x="1100838" y="1146554"/>
                  </a:lnTo>
                  <a:lnTo>
                    <a:pt x="1100838" y="1133549"/>
                  </a:lnTo>
                  <a:close/>
                  <a:moveTo>
                    <a:pt x="1103110" y="1133784"/>
                  </a:moveTo>
                  <a:lnTo>
                    <a:pt x="1107765" y="1138440"/>
                  </a:lnTo>
                  <a:lnTo>
                    <a:pt x="1109556" y="1138440"/>
                  </a:lnTo>
                  <a:lnTo>
                    <a:pt x="1111346" y="1140231"/>
                  </a:lnTo>
                  <a:lnTo>
                    <a:pt x="1113137" y="1140231"/>
                  </a:lnTo>
                  <a:lnTo>
                    <a:pt x="1114927" y="1142021"/>
                  </a:lnTo>
                  <a:lnTo>
                    <a:pt x="1126141" y="1142021"/>
                  </a:lnTo>
                  <a:lnTo>
                    <a:pt x="1119695" y="1135575"/>
                  </a:lnTo>
                  <a:lnTo>
                    <a:pt x="1117905" y="1135575"/>
                  </a:lnTo>
                  <a:lnTo>
                    <a:pt x="1116114" y="1133784"/>
                  </a:lnTo>
                  <a:lnTo>
                    <a:pt x="1103110" y="1133784"/>
                  </a:lnTo>
                  <a:close/>
                  <a:moveTo>
                    <a:pt x="1036859" y="1133784"/>
                  </a:moveTo>
                  <a:lnTo>
                    <a:pt x="1040675" y="1137601"/>
                  </a:lnTo>
                  <a:lnTo>
                    <a:pt x="1040675" y="1140589"/>
                  </a:lnTo>
                  <a:lnTo>
                    <a:pt x="1043540" y="1140589"/>
                  </a:lnTo>
                  <a:lnTo>
                    <a:pt x="1043540" y="1139391"/>
                  </a:lnTo>
                  <a:lnTo>
                    <a:pt x="1045924" y="1137007"/>
                  </a:lnTo>
                  <a:lnTo>
                    <a:pt x="1042701" y="1133784"/>
                  </a:lnTo>
                  <a:lnTo>
                    <a:pt x="1036859" y="1133784"/>
                  </a:lnTo>
                  <a:close/>
                  <a:moveTo>
                    <a:pt x="1215915" y="1119460"/>
                  </a:moveTo>
                  <a:lnTo>
                    <a:pt x="1219731" y="1123276"/>
                  </a:lnTo>
                  <a:lnTo>
                    <a:pt x="1219731" y="1128648"/>
                  </a:lnTo>
                  <a:lnTo>
                    <a:pt x="1223313" y="1132229"/>
                  </a:lnTo>
                  <a:lnTo>
                    <a:pt x="1223313" y="1134020"/>
                  </a:lnTo>
                  <a:lnTo>
                    <a:pt x="1225942" y="1136649"/>
                  </a:lnTo>
                  <a:lnTo>
                    <a:pt x="1229759" y="1136649"/>
                  </a:lnTo>
                  <a:lnTo>
                    <a:pt x="1229759" y="1131042"/>
                  </a:lnTo>
                  <a:lnTo>
                    <a:pt x="1227968" y="1129252"/>
                  </a:lnTo>
                  <a:lnTo>
                    <a:pt x="1227968" y="1127461"/>
                  </a:lnTo>
                  <a:lnTo>
                    <a:pt x="1226178" y="1125671"/>
                  </a:lnTo>
                  <a:lnTo>
                    <a:pt x="1226178" y="1123880"/>
                  </a:lnTo>
                  <a:lnTo>
                    <a:pt x="1221757" y="1119460"/>
                  </a:lnTo>
                  <a:lnTo>
                    <a:pt x="1215915" y="1119460"/>
                  </a:lnTo>
                  <a:close/>
                  <a:moveTo>
                    <a:pt x="1196096" y="1118867"/>
                  </a:moveTo>
                  <a:lnTo>
                    <a:pt x="1193712" y="1121251"/>
                  </a:lnTo>
                  <a:lnTo>
                    <a:pt x="1191082" y="1121251"/>
                  </a:lnTo>
                  <a:lnTo>
                    <a:pt x="1191082" y="1123880"/>
                  </a:lnTo>
                  <a:lnTo>
                    <a:pt x="1187501" y="1127461"/>
                  </a:lnTo>
                  <a:lnTo>
                    <a:pt x="1187501" y="1131042"/>
                  </a:lnTo>
                  <a:lnTo>
                    <a:pt x="1185711" y="1132833"/>
                  </a:lnTo>
                  <a:lnTo>
                    <a:pt x="1185711" y="1142973"/>
                  </a:lnTo>
                  <a:lnTo>
                    <a:pt x="1187501" y="1144763"/>
                  </a:lnTo>
                  <a:lnTo>
                    <a:pt x="1187501" y="1148344"/>
                  </a:lnTo>
                  <a:lnTo>
                    <a:pt x="1194306" y="1155148"/>
                  </a:lnTo>
                  <a:lnTo>
                    <a:pt x="1196689" y="1152764"/>
                  </a:lnTo>
                  <a:lnTo>
                    <a:pt x="1199319" y="1152764"/>
                  </a:lnTo>
                  <a:lnTo>
                    <a:pt x="1199319" y="1150135"/>
                  </a:lnTo>
                  <a:lnTo>
                    <a:pt x="1202900" y="1146554"/>
                  </a:lnTo>
                  <a:lnTo>
                    <a:pt x="1202900" y="1142973"/>
                  </a:lnTo>
                  <a:lnTo>
                    <a:pt x="1204691" y="1141182"/>
                  </a:lnTo>
                  <a:lnTo>
                    <a:pt x="1204691" y="1132833"/>
                  </a:lnTo>
                  <a:lnTo>
                    <a:pt x="1202900" y="1131042"/>
                  </a:lnTo>
                  <a:lnTo>
                    <a:pt x="1202900" y="1127461"/>
                  </a:lnTo>
                  <a:lnTo>
                    <a:pt x="1199319" y="1123880"/>
                  </a:lnTo>
                  <a:lnTo>
                    <a:pt x="1199319" y="1122090"/>
                  </a:lnTo>
                  <a:lnTo>
                    <a:pt x="1196096" y="1118867"/>
                  </a:lnTo>
                  <a:close/>
                  <a:moveTo>
                    <a:pt x="1088785" y="1119460"/>
                  </a:moveTo>
                  <a:lnTo>
                    <a:pt x="1094392" y="1125067"/>
                  </a:lnTo>
                  <a:lnTo>
                    <a:pt x="1094392" y="1127461"/>
                  </a:lnTo>
                  <a:lnTo>
                    <a:pt x="1093441" y="1128413"/>
                  </a:lnTo>
                  <a:lnTo>
                    <a:pt x="1091650" y="1128413"/>
                  </a:lnTo>
                  <a:lnTo>
                    <a:pt x="1089020" y="1131042"/>
                  </a:lnTo>
                  <a:lnTo>
                    <a:pt x="1089020" y="1136885"/>
                  </a:lnTo>
                  <a:lnTo>
                    <a:pt x="1092837" y="1133068"/>
                  </a:lnTo>
                  <a:lnTo>
                    <a:pt x="1094627" y="1133068"/>
                  </a:lnTo>
                  <a:lnTo>
                    <a:pt x="1097257" y="1130439"/>
                  </a:lnTo>
                  <a:lnTo>
                    <a:pt x="1097257" y="1123276"/>
                  </a:lnTo>
                  <a:lnTo>
                    <a:pt x="1101073" y="1119460"/>
                  </a:lnTo>
                  <a:lnTo>
                    <a:pt x="1088785" y="1119460"/>
                  </a:lnTo>
                  <a:close/>
                  <a:moveTo>
                    <a:pt x="1042466" y="1117434"/>
                  </a:moveTo>
                  <a:lnTo>
                    <a:pt x="1042466" y="1135094"/>
                  </a:lnTo>
                  <a:lnTo>
                    <a:pt x="1046282" y="1131278"/>
                  </a:lnTo>
                  <a:lnTo>
                    <a:pt x="1049863" y="1131278"/>
                  </a:lnTo>
                  <a:lnTo>
                    <a:pt x="1053444" y="1127697"/>
                  </a:lnTo>
                  <a:lnTo>
                    <a:pt x="1054642" y="1127697"/>
                  </a:lnTo>
                  <a:lnTo>
                    <a:pt x="1054642" y="1124832"/>
                  </a:lnTo>
                  <a:lnTo>
                    <a:pt x="1051654" y="1124832"/>
                  </a:lnTo>
                  <a:lnTo>
                    <a:pt x="1049863" y="1123041"/>
                  </a:lnTo>
                  <a:lnTo>
                    <a:pt x="1048073" y="1123041"/>
                  </a:lnTo>
                  <a:lnTo>
                    <a:pt x="1042466" y="1117434"/>
                  </a:lnTo>
                  <a:close/>
                  <a:moveTo>
                    <a:pt x="1048912" y="1112062"/>
                  </a:moveTo>
                  <a:lnTo>
                    <a:pt x="1042231" y="1118744"/>
                  </a:lnTo>
                  <a:lnTo>
                    <a:pt x="1048912" y="1118744"/>
                  </a:lnTo>
                  <a:lnTo>
                    <a:pt x="1048912" y="1112062"/>
                  </a:lnTo>
                  <a:close/>
                  <a:moveTo>
                    <a:pt x="1044676" y="1091231"/>
                  </a:moveTo>
                  <a:lnTo>
                    <a:pt x="1040675" y="1095231"/>
                  </a:lnTo>
                  <a:lnTo>
                    <a:pt x="1040675" y="1097022"/>
                  </a:lnTo>
                  <a:lnTo>
                    <a:pt x="1038885" y="1098812"/>
                  </a:lnTo>
                  <a:lnTo>
                    <a:pt x="1038885" y="1105371"/>
                  </a:lnTo>
                  <a:lnTo>
                    <a:pt x="1045331" y="1111817"/>
                  </a:lnTo>
                  <a:lnTo>
                    <a:pt x="1045331" y="1104184"/>
                  </a:lnTo>
                  <a:lnTo>
                    <a:pt x="1043540" y="1102393"/>
                  </a:lnTo>
                  <a:lnTo>
                    <a:pt x="1043540" y="1101790"/>
                  </a:lnTo>
                  <a:lnTo>
                    <a:pt x="1045331" y="1099999"/>
                  </a:lnTo>
                  <a:lnTo>
                    <a:pt x="1045331" y="1094627"/>
                  </a:lnTo>
                  <a:lnTo>
                    <a:pt x="1044676" y="1091231"/>
                  </a:lnTo>
                  <a:close/>
                  <a:moveTo>
                    <a:pt x="1075115" y="1087885"/>
                  </a:moveTo>
                  <a:lnTo>
                    <a:pt x="1081142" y="1093911"/>
                  </a:lnTo>
                  <a:lnTo>
                    <a:pt x="1081142" y="1087230"/>
                  </a:lnTo>
                  <a:lnTo>
                    <a:pt x="1075115" y="1087885"/>
                  </a:lnTo>
                  <a:close/>
                  <a:moveTo>
                    <a:pt x="1055839" y="1083649"/>
                  </a:moveTo>
                  <a:lnTo>
                    <a:pt x="1054048" y="1085439"/>
                  </a:lnTo>
                  <a:lnTo>
                    <a:pt x="1052851" y="1085439"/>
                  </a:lnTo>
                  <a:lnTo>
                    <a:pt x="1052851" y="1088304"/>
                  </a:lnTo>
                  <a:lnTo>
                    <a:pt x="1063001" y="1088304"/>
                  </a:lnTo>
                  <a:lnTo>
                    <a:pt x="1064792" y="1090095"/>
                  </a:lnTo>
                  <a:lnTo>
                    <a:pt x="1066582" y="1090095"/>
                  </a:lnTo>
                  <a:lnTo>
                    <a:pt x="1068966" y="1092479"/>
                  </a:lnTo>
                  <a:lnTo>
                    <a:pt x="1072189" y="1089256"/>
                  </a:lnTo>
                  <a:lnTo>
                    <a:pt x="1072189" y="1086278"/>
                  </a:lnTo>
                  <a:lnTo>
                    <a:pt x="1069559" y="1083649"/>
                  </a:lnTo>
                  <a:lnTo>
                    <a:pt x="1055839" y="1083649"/>
                  </a:lnTo>
                  <a:close/>
                  <a:moveTo>
                    <a:pt x="1106926" y="1067534"/>
                  </a:moveTo>
                  <a:lnTo>
                    <a:pt x="1106926" y="1070163"/>
                  </a:lnTo>
                  <a:lnTo>
                    <a:pt x="1102393" y="1074696"/>
                  </a:lnTo>
                  <a:lnTo>
                    <a:pt x="1101196" y="1074696"/>
                  </a:lnTo>
                  <a:lnTo>
                    <a:pt x="1101196" y="1077561"/>
                  </a:lnTo>
                  <a:lnTo>
                    <a:pt x="1107161" y="1077561"/>
                  </a:lnTo>
                  <a:lnTo>
                    <a:pt x="1108358" y="1076364"/>
                  </a:lnTo>
                  <a:lnTo>
                    <a:pt x="1109914" y="1077919"/>
                  </a:lnTo>
                  <a:lnTo>
                    <a:pt x="1108123" y="1079709"/>
                  </a:lnTo>
                  <a:lnTo>
                    <a:pt x="1115879" y="1087465"/>
                  </a:lnTo>
                  <a:lnTo>
                    <a:pt x="1115879" y="1089256"/>
                  </a:lnTo>
                  <a:lnTo>
                    <a:pt x="1117669" y="1091046"/>
                  </a:lnTo>
                  <a:lnTo>
                    <a:pt x="1117669" y="1094627"/>
                  </a:lnTo>
                  <a:lnTo>
                    <a:pt x="1119460" y="1096418"/>
                  </a:lnTo>
                  <a:lnTo>
                    <a:pt x="1119460" y="1100838"/>
                  </a:lnTo>
                  <a:lnTo>
                    <a:pt x="1125671" y="1100838"/>
                  </a:lnTo>
                  <a:lnTo>
                    <a:pt x="1126622" y="1101790"/>
                  </a:lnTo>
                  <a:lnTo>
                    <a:pt x="1125671" y="1103345"/>
                  </a:lnTo>
                  <a:lnTo>
                    <a:pt x="1123880" y="1103345"/>
                  </a:lnTo>
                  <a:lnTo>
                    <a:pt x="1122090" y="1105135"/>
                  </a:lnTo>
                  <a:lnTo>
                    <a:pt x="1118509" y="1105135"/>
                  </a:lnTo>
                  <a:lnTo>
                    <a:pt x="1114088" y="1109556"/>
                  </a:lnTo>
                  <a:lnTo>
                    <a:pt x="1114088" y="1111346"/>
                  </a:lnTo>
                  <a:lnTo>
                    <a:pt x="1113137" y="1112298"/>
                  </a:lnTo>
                  <a:lnTo>
                    <a:pt x="1111346" y="1112298"/>
                  </a:lnTo>
                  <a:lnTo>
                    <a:pt x="1106691" y="1116953"/>
                  </a:lnTo>
                  <a:lnTo>
                    <a:pt x="1117905" y="1116953"/>
                  </a:lnTo>
                  <a:lnTo>
                    <a:pt x="1119695" y="1115163"/>
                  </a:lnTo>
                  <a:lnTo>
                    <a:pt x="1121486" y="1115163"/>
                  </a:lnTo>
                  <a:lnTo>
                    <a:pt x="1123276" y="1113372"/>
                  </a:lnTo>
                  <a:lnTo>
                    <a:pt x="1125067" y="1113372"/>
                  </a:lnTo>
                  <a:lnTo>
                    <a:pt x="1127697" y="1110742"/>
                  </a:lnTo>
                  <a:lnTo>
                    <a:pt x="1127697" y="1108952"/>
                  </a:lnTo>
                  <a:lnTo>
                    <a:pt x="1131871" y="1104777"/>
                  </a:lnTo>
                  <a:lnTo>
                    <a:pt x="1129487" y="1102393"/>
                  </a:lnTo>
                  <a:lnTo>
                    <a:pt x="1129487" y="1101790"/>
                  </a:lnTo>
                  <a:lnTo>
                    <a:pt x="1131278" y="1099999"/>
                  </a:lnTo>
                  <a:lnTo>
                    <a:pt x="1131278" y="1098208"/>
                  </a:lnTo>
                  <a:lnTo>
                    <a:pt x="1133662" y="1095825"/>
                  </a:lnTo>
                  <a:lnTo>
                    <a:pt x="1131278" y="1093441"/>
                  </a:lnTo>
                  <a:lnTo>
                    <a:pt x="1131278" y="1088069"/>
                  </a:lnTo>
                  <a:lnTo>
                    <a:pt x="1127697" y="1084488"/>
                  </a:lnTo>
                  <a:lnTo>
                    <a:pt x="1127697" y="1082697"/>
                  </a:lnTo>
                  <a:lnTo>
                    <a:pt x="1125067" y="1080068"/>
                  </a:lnTo>
                  <a:lnTo>
                    <a:pt x="1123276" y="1080068"/>
                  </a:lnTo>
                  <a:lnTo>
                    <a:pt x="1121486" y="1078277"/>
                  </a:lnTo>
                  <a:lnTo>
                    <a:pt x="1119695" y="1078277"/>
                  </a:lnTo>
                  <a:lnTo>
                    <a:pt x="1117905" y="1076486"/>
                  </a:lnTo>
                  <a:lnTo>
                    <a:pt x="1112533" y="1076486"/>
                  </a:lnTo>
                  <a:lnTo>
                    <a:pt x="1111581" y="1075535"/>
                  </a:lnTo>
                  <a:lnTo>
                    <a:pt x="1111581" y="1067534"/>
                  </a:lnTo>
                  <a:lnTo>
                    <a:pt x="1106926" y="1067534"/>
                  </a:lnTo>
                  <a:close/>
                  <a:moveTo>
                    <a:pt x="1091650" y="1051419"/>
                  </a:moveTo>
                  <a:lnTo>
                    <a:pt x="1089020" y="1054048"/>
                  </a:lnTo>
                  <a:lnTo>
                    <a:pt x="1089020" y="1057629"/>
                  </a:lnTo>
                  <a:lnTo>
                    <a:pt x="1087230" y="1059420"/>
                  </a:lnTo>
                  <a:lnTo>
                    <a:pt x="1087230" y="1061211"/>
                  </a:lnTo>
                  <a:lnTo>
                    <a:pt x="1082697" y="1065743"/>
                  </a:lnTo>
                  <a:lnTo>
                    <a:pt x="1080907" y="1065743"/>
                  </a:lnTo>
                  <a:lnTo>
                    <a:pt x="1077326" y="1069324"/>
                  </a:lnTo>
                  <a:lnTo>
                    <a:pt x="1074696" y="1069324"/>
                  </a:lnTo>
                  <a:lnTo>
                    <a:pt x="1074696" y="1073980"/>
                  </a:lnTo>
                  <a:lnTo>
                    <a:pt x="1077326" y="1073980"/>
                  </a:lnTo>
                  <a:lnTo>
                    <a:pt x="1080907" y="1077561"/>
                  </a:lnTo>
                  <a:lnTo>
                    <a:pt x="1083055" y="1077919"/>
                  </a:lnTo>
                  <a:lnTo>
                    <a:pt x="1080907" y="1080068"/>
                  </a:lnTo>
                  <a:lnTo>
                    <a:pt x="1079116" y="1080068"/>
                  </a:lnTo>
                  <a:lnTo>
                    <a:pt x="1074461" y="1084723"/>
                  </a:lnTo>
                  <a:lnTo>
                    <a:pt x="1080303" y="1084723"/>
                  </a:lnTo>
                  <a:lnTo>
                    <a:pt x="1082093" y="1082932"/>
                  </a:lnTo>
                  <a:lnTo>
                    <a:pt x="1083884" y="1082932"/>
                  </a:lnTo>
                  <a:lnTo>
                    <a:pt x="1085675" y="1081142"/>
                  </a:lnTo>
                  <a:lnTo>
                    <a:pt x="1092121" y="1081142"/>
                  </a:lnTo>
                  <a:lnTo>
                    <a:pt x="1088898" y="1077919"/>
                  </a:lnTo>
                  <a:lnTo>
                    <a:pt x="1089256" y="1077561"/>
                  </a:lnTo>
                  <a:lnTo>
                    <a:pt x="1091650" y="1077561"/>
                  </a:lnTo>
                  <a:lnTo>
                    <a:pt x="1093441" y="1079351"/>
                  </a:lnTo>
                  <a:lnTo>
                    <a:pt x="1097257" y="1079351"/>
                  </a:lnTo>
                  <a:lnTo>
                    <a:pt x="1097257" y="1076722"/>
                  </a:lnTo>
                  <a:lnTo>
                    <a:pt x="1100838" y="1073141"/>
                  </a:lnTo>
                  <a:lnTo>
                    <a:pt x="1100838" y="1071350"/>
                  </a:lnTo>
                  <a:lnTo>
                    <a:pt x="1101790" y="1070399"/>
                  </a:lnTo>
                  <a:lnTo>
                    <a:pt x="1103580" y="1070399"/>
                  </a:lnTo>
                  <a:lnTo>
                    <a:pt x="1107161" y="1066817"/>
                  </a:lnTo>
                  <a:lnTo>
                    <a:pt x="1109791" y="1066817"/>
                  </a:lnTo>
                  <a:lnTo>
                    <a:pt x="1109791" y="1063001"/>
                  </a:lnTo>
                  <a:lnTo>
                    <a:pt x="1106210" y="1059420"/>
                  </a:lnTo>
                  <a:lnTo>
                    <a:pt x="1106210" y="1057629"/>
                  </a:lnTo>
                  <a:lnTo>
                    <a:pt x="1103580" y="1055000"/>
                  </a:lnTo>
                  <a:lnTo>
                    <a:pt x="1101790" y="1055000"/>
                  </a:lnTo>
                  <a:lnTo>
                    <a:pt x="1099999" y="1053209"/>
                  </a:lnTo>
                  <a:lnTo>
                    <a:pt x="1096418" y="1053209"/>
                  </a:lnTo>
                  <a:lnTo>
                    <a:pt x="1094627" y="1051419"/>
                  </a:lnTo>
                  <a:lnTo>
                    <a:pt x="1091650" y="1051419"/>
                  </a:lnTo>
                  <a:close/>
                  <a:moveTo>
                    <a:pt x="1102393" y="1045331"/>
                  </a:moveTo>
                  <a:lnTo>
                    <a:pt x="1103764" y="1046702"/>
                  </a:lnTo>
                  <a:lnTo>
                    <a:pt x="1105790" y="1044676"/>
                  </a:lnTo>
                  <a:lnTo>
                    <a:pt x="1103580" y="1042466"/>
                  </a:lnTo>
                  <a:lnTo>
                    <a:pt x="1101196" y="1042466"/>
                  </a:lnTo>
                  <a:lnTo>
                    <a:pt x="1101196" y="1045331"/>
                  </a:lnTo>
                  <a:lnTo>
                    <a:pt x="1102393" y="1045331"/>
                  </a:lnTo>
                  <a:close/>
                  <a:moveTo>
                    <a:pt x="1084488" y="1038885"/>
                  </a:moveTo>
                  <a:lnTo>
                    <a:pt x="1082697" y="1040675"/>
                  </a:lnTo>
                  <a:lnTo>
                    <a:pt x="1080907" y="1040675"/>
                  </a:lnTo>
                  <a:lnTo>
                    <a:pt x="1079116" y="1042466"/>
                  </a:lnTo>
                  <a:lnTo>
                    <a:pt x="1077326" y="1042466"/>
                  </a:lnTo>
                  <a:lnTo>
                    <a:pt x="1074696" y="1045095"/>
                  </a:lnTo>
                  <a:lnTo>
                    <a:pt x="1074696" y="1046886"/>
                  </a:lnTo>
                  <a:lnTo>
                    <a:pt x="1072905" y="1048677"/>
                  </a:lnTo>
                  <a:lnTo>
                    <a:pt x="1072905" y="1053444"/>
                  </a:lnTo>
                  <a:lnTo>
                    <a:pt x="1074696" y="1055235"/>
                  </a:lnTo>
                  <a:lnTo>
                    <a:pt x="1074696" y="1059890"/>
                  </a:lnTo>
                  <a:lnTo>
                    <a:pt x="1078512" y="1056074"/>
                  </a:lnTo>
                  <a:lnTo>
                    <a:pt x="1080303" y="1056074"/>
                  </a:lnTo>
                  <a:lnTo>
                    <a:pt x="1082093" y="1054283"/>
                  </a:lnTo>
                  <a:lnTo>
                    <a:pt x="1083884" y="1054283"/>
                  </a:lnTo>
                  <a:lnTo>
                    <a:pt x="1085675" y="1052493"/>
                  </a:lnTo>
                  <a:lnTo>
                    <a:pt x="1090095" y="1052493"/>
                  </a:lnTo>
                  <a:lnTo>
                    <a:pt x="1090095" y="1043305"/>
                  </a:lnTo>
                  <a:lnTo>
                    <a:pt x="1088304" y="1041514"/>
                  </a:lnTo>
                  <a:lnTo>
                    <a:pt x="1088304" y="1038885"/>
                  </a:lnTo>
                  <a:lnTo>
                    <a:pt x="1084488" y="1038885"/>
                  </a:lnTo>
                  <a:close/>
                  <a:moveTo>
                    <a:pt x="1054048" y="1038885"/>
                  </a:moveTo>
                  <a:lnTo>
                    <a:pt x="1052258" y="1040675"/>
                  </a:lnTo>
                  <a:lnTo>
                    <a:pt x="1046886" y="1040675"/>
                  </a:lnTo>
                  <a:lnTo>
                    <a:pt x="1043305" y="1044256"/>
                  </a:lnTo>
                  <a:lnTo>
                    <a:pt x="1040675" y="1044256"/>
                  </a:lnTo>
                  <a:lnTo>
                    <a:pt x="1040675" y="1052258"/>
                  </a:lnTo>
                  <a:lnTo>
                    <a:pt x="1039724" y="1053209"/>
                  </a:lnTo>
                  <a:lnTo>
                    <a:pt x="1037094" y="1053209"/>
                  </a:lnTo>
                  <a:lnTo>
                    <a:pt x="1037094" y="1061211"/>
                  </a:lnTo>
                  <a:lnTo>
                    <a:pt x="1035723" y="1062582"/>
                  </a:lnTo>
                  <a:lnTo>
                    <a:pt x="1037749" y="1064607"/>
                  </a:lnTo>
                  <a:lnTo>
                    <a:pt x="1039120" y="1063236"/>
                  </a:lnTo>
                  <a:lnTo>
                    <a:pt x="1040675" y="1064188"/>
                  </a:lnTo>
                  <a:lnTo>
                    <a:pt x="1040675" y="1066582"/>
                  </a:lnTo>
                  <a:lnTo>
                    <a:pt x="1038291" y="1068966"/>
                  </a:lnTo>
                  <a:lnTo>
                    <a:pt x="1045095" y="1075770"/>
                  </a:lnTo>
                  <a:lnTo>
                    <a:pt x="1048677" y="1075770"/>
                  </a:lnTo>
                  <a:lnTo>
                    <a:pt x="1050467" y="1077561"/>
                  </a:lnTo>
                  <a:lnTo>
                    <a:pt x="1058223" y="1077561"/>
                  </a:lnTo>
                  <a:lnTo>
                    <a:pt x="1058223" y="1074696"/>
                  </a:lnTo>
                  <a:lnTo>
                    <a:pt x="1054877" y="1074338"/>
                  </a:lnTo>
                  <a:lnTo>
                    <a:pt x="1057025" y="1073980"/>
                  </a:lnTo>
                  <a:lnTo>
                    <a:pt x="1061446" y="1069559"/>
                  </a:lnTo>
                  <a:lnTo>
                    <a:pt x="1061446" y="1068608"/>
                  </a:lnTo>
                  <a:lnTo>
                    <a:pt x="1064792" y="1068608"/>
                  </a:lnTo>
                  <a:lnTo>
                    <a:pt x="1066582" y="1070399"/>
                  </a:lnTo>
                  <a:lnTo>
                    <a:pt x="1076005" y="1070399"/>
                  </a:lnTo>
                  <a:lnTo>
                    <a:pt x="1072189" y="1066582"/>
                  </a:lnTo>
                  <a:lnTo>
                    <a:pt x="1072189" y="1064792"/>
                  </a:lnTo>
                  <a:lnTo>
                    <a:pt x="1070399" y="1063001"/>
                  </a:lnTo>
                  <a:lnTo>
                    <a:pt x="1070399" y="1055235"/>
                  </a:lnTo>
                  <a:lnTo>
                    <a:pt x="1072189" y="1053444"/>
                  </a:lnTo>
                  <a:lnTo>
                    <a:pt x="1072189" y="1048677"/>
                  </a:lnTo>
                  <a:lnTo>
                    <a:pt x="1070399" y="1046886"/>
                  </a:lnTo>
                  <a:lnTo>
                    <a:pt x="1070399" y="1045095"/>
                  </a:lnTo>
                  <a:lnTo>
                    <a:pt x="1067769" y="1042466"/>
                  </a:lnTo>
                  <a:lnTo>
                    <a:pt x="1065978" y="1042466"/>
                  </a:lnTo>
                  <a:lnTo>
                    <a:pt x="1064188" y="1040675"/>
                  </a:lnTo>
                  <a:lnTo>
                    <a:pt x="1060607" y="1040675"/>
                  </a:lnTo>
                  <a:lnTo>
                    <a:pt x="1058816" y="1038885"/>
                  </a:lnTo>
                  <a:lnTo>
                    <a:pt x="1054048" y="1038885"/>
                  </a:lnTo>
                  <a:close/>
                  <a:moveTo>
                    <a:pt x="1061446" y="1067298"/>
                  </a:moveTo>
                  <a:lnTo>
                    <a:pt x="1061446" y="1065743"/>
                  </a:lnTo>
                  <a:lnTo>
                    <a:pt x="1058816" y="1065743"/>
                  </a:lnTo>
                  <a:lnTo>
                    <a:pt x="1056074" y="1063001"/>
                  </a:lnTo>
                  <a:lnTo>
                    <a:pt x="1056074" y="1061211"/>
                  </a:lnTo>
                  <a:lnTo>
                    <a:pt x="1052493" y="1057629"/>
                  </a:lnTo>
                  <a:lnTo>
                    <a:pt x="1052493" y="1044492"/>
                  </a:lnTo>
                  <a:lnTo>
                    <a:pt x="1055235" y="1041750"/>
                  </a:lnTo>
                  <a:lnTo>
                    <a:pt x="1055839" y="1041750"/>
                  </a:lnTo>
                  <a:lnTo>
                    <a:pt x="1057629" y="1043540"/>
                  </a:lnTo>
                  <a:lnTo>
                    <a:pt x="1059420" y="1043540"/>
                  </a:lnTo>
                  <a:lnTo>
                    <a:pt x="1060371" y="1044492"/>
                  </a:lnTo>
                  <a:lnTo>
                    <a:pt x="1060371" y="1046282"/>
                  </a:lnTo>
                  <a:lnTo>
                    <a:pt x="1063953" y="1049863"/>
                  </a:lnTo>
                  <a:lnTo>
                    <a:pt x="1063953" y="1055235"/>
                  </a:lnTo>
                  <a:lnTo>
                    <a:pt x="1065743" y="1057025"/>
                  </a:lnTo>
                  <a:lnTo>
                    <a:pt x="1065743" y="1057629"/>
                  </a:lnTo>
                  <a:lnTo>
                    <a:pt x="1063953" y="1059420"/>
                  </a:lnTo>
                  <a:lnTo>
                    <a:pt x="1063953" y="1064792"/>
                  </a:lnTo>
                  <a:lnTo>
                    <a:pt x="1061446" y="1067298"/>
                  </a:lnTo>
                  <a:close/>
                  <a:moveTo>
                    <a:pt x="1128178" y="1013817"/>
                  </a:moveTo>
                  <a:lnTo>
                    <a:pt x="1131994" y="1017633"/>
                  </a:lnTo>
                  <a:lnTo>
                    <a:pt x="1131994" y="1019424"/>
                  </a:lnTo>
                  <a:lnTo>
                    <a:pt x="1133784" y="1021214"/>
                  </a:lnTo>
                  <a:lnTo>
                    <a:pt x="1133784" y="1023005"/>
                  </a:lnTo>
                  <a:lnTo>
                    <a:pt x="1135575" y="1024795"/>
                  </a:lnTo>
                  <a:lnTo>
                    <a:pt x="1135575" y="1034352"/>
                  </a:lnTo>
                  <a:lnTo>
                    <a:pt x="1133784" y="1036143"/>
                  </a:lnTo>
                  <a:lnTo>
                    <a:pt x="1133784" y="1039959"/>
                  </a:lnTo>
                  <a:lnTo>
                    <a:pt x="1142973" y="1039959"/>
                  </a:lnTo>
                  <a:lnTo>
                    <a:pt x="1144763" y="1038168"/>
                  </a:lnTo>
                  <a:lnTo>
                    <a:pt x="1146554" y="1038168"/>
                  </a:lnTo>
                  <a:lnTo>
                    <a:pt x="1149183" y="1035539"/>
                  </a:lnTo>
                  <a:lnTo>
                    <a:pt x="1149183" y="1027190"/>
                  </a:lnTo>
                  <a:lnTo>
                    <a:pt x="1147393" y="1025399"/>
                  </a:lnTo>
                  <a:lnTo>
                    <a:pt x="1147393" y="1023609"/>
                  </a:lnTo>
                  <a:lnTo>
                    <a:pt x="1139391" y="1015607"/>
                  </a:lnTo>
                  <a:lnTo>
                    <a:pt x="1137601" y="1015607"/>
                  </a:lnTo>
                  <a:lnTo>
                    <a:pt x="1135810" y="1013817"/>
                  </a:lnTo>
                  <a:lnTo>
                    <a:pt x="1128178" y="1013817"/>
                  </a:lnTo>
                  <a:close/>
                  <a:moveTo>
                    <a:pt x="1129252" y="997702"/>
                  </a:moveTo>
                  <a:lnTo>
                    <a:pt x="1127461" y="999492"/>
                  </a:lnTo>
                  <a:lnTo>
                    <a:pt x="1125671" y="999492"/>
                  </a:lnTo>
                  <a:lnTo>
                    <a:pt x="1122090" y="1003073"/>
                  </a:lnTo>
                  <a:lnTo>
                    <a:pt x="1119460" y="1003073"/>
                  </a:lnTo>
                  <a:lnTo>
                    <a:pt x="1119460" y="1005703"/>
                  </a:lnTo>
                  <a:lnTo>
                    <a:pt x="1115644" y="1009519"/>
                  </a:lnTo>
                  <a:lnTo>
                    <a:pt x="1122090" y="1009519"/>
                  </a:lnTo>
                  <a:lnTo>
                    <a:pt x="1123880" y="1011310"/>
                  </a:lnTo>
                  <a:lnTo>
                    <a:pt x="1125671" y="1011310"/>
                  </a:lnTo>
                  <a:lnTo>
                    <a:pt x="1127461" y="1013101"/>
                  </a:lnTo>
                  <a:lnTo>
                    <a:pt x="1133068" y="1013101"/>
                  </a:lnTo>
                  <a:lnTo>
                    <a:pt x="1133068" y="1010471"/>
                  </a:lnTo>
                  <a:lnTo>
                    <a:pt x="1134859" y="1008680"/>
                  </a:lnTo>
                  <a:lnTo>
                    <a:pt x="1134859" y="997702"/>
                  </a:lnTo>
                  <a:lnTo>
                    <a:pt x="1129252" y="997702"/>
                  </a:lnTo>
                  <a:close/>
                  <a:moveTo>
                    <a:pt x="1045095" y="997702"/>
                  </a:moveTo>
                  <a:lnTo>
                    <a:pt x="1043305" y="999492"/>
                  </a:lnTo>
                  <a:lnTo>
                    <a:pt x="1040675" y="999492"/>
                  </a:lnTo>
                  <a:lnTo>
                    <a:pt x="1040675" y="1002122"/>
                  </a:lnTo>
                  <a:lnTo>
                    <a:pt x="1038291" y="1004506"/>
                  </a:lnTo>
                  <a:lnTo>
                    <a:pt x="1040675" y="1006890"/>
                  </a:lnTo>
                  <a:lnTo>
                    <a:pt x="1040675" y="1009284"/>
                  </a:lnTo>
                  <a:lnTo>
                    <a:pt x="1039724" y="1010236"/>
                  </a:lnTo>
                  <a:lnTo>
                    <a:pt x="1037933" y="1010236"/>
                  </a:lnTo>
                  <a:lnTo>
                    <a:pt x="1035304" y="1012865"/>
                  </a:lnTo>
                  <a:lnTo>
                    <a:pt x="1035304" y="1015843"/>
                  </a:lnTo>
                  <a:lnTo>
                    <a:pt x="1037094" y="1017633"/>
                  </a:lnTo>
                  <a:lnTo>
                    <a:pt x="1037094" y="1020263"/>
                  </a:lnTo>
                  <a:lnTo>
                    <a:pt x="1039724" y="1020263"/>
                  </a:lnTo>
                  <a:lnTo>
                    <a:pt x="1040675" y="1021214"/>
                  </a:lnTo>
                  <a:lnTo>
                    <a:pt x="1040675" y="1029216"/>
                  </a:lnTo>
                  <a:lnTo>
                    <a:pt x="1043305" y="1029216"/>
                  </a:lnTo>
                  <a:lnTo>
                    <a:pt x="1046886" y="1032797"/>
                  </a:lnTo>
                  <a:lnTo>
                    <a:pt x="1052258" y="1032797"/>
                  </a:lnTo>
                  <a:lnTo>
                    <a:pt x="1054048" y="1034587"/>
                  </a:lnTo>
                  <a:lnTo>
                    <a:pt x="1057025" y="1034587"/>
                  </a:lnTo>
                  <a:lnTo>
                    <a:pt x="1058816" y="1032797"/>
                  </a:lnTo>
                  <a:lnTo>
                    <a:pt x="1060607" y="1032797"/>
                  </a:lnTo>
                  <a:lnTo>
                    <a:pt x="1066817" y="1026586"/>
                  </a:lnTo>
                  <a:lnTo>
                    <a:pt x="1066817" y="1024795"/>
                  </a:lnTo>
                  <a:lnTo>
                    <a:pt x="1068608" y="1023005"/>
                  </a:lnTo>
                  <a:lnTo>
                    <a:pt x="1068608" y="1011075"/>
                  </a:lnTo>
                  <a:lnTo>
                    <a:pt x="1066817" y="1009284"/>
                  </a:lnTo>
                  <a:lnTo>
                    <a:pt x="1066817" y="1007494"/>
                  </a:lnTo>
                  <a:lnTo>
                    <a:pt x="1065027" y="1005703"/>
                  </a:lnTo>
                  <a:lnTo>
                    <a:pt x="1065027" y="1003912"/>
                  </a:lnTo>
                  <a:lnTo>
                    <a:pt x="1062397" y="1001283"/>
                  </a:lnTo>
                  <a:lnTo>
                    <a:pt x="1060607" y="1001283"/>
                  </a:lnTo>
                  <a:lnTo>
                    <a:pt x="1058816" y="999492"/>
                  </a:lnTo>
                  <a:lnTo>
                    <a:pt x="1057025" y="999492"/>
                  </a:lnTo>
                  <a:lnTo>
                    <a:pt x="1055235" y="997702"/>
                  </a:lnTo>
                  <a:lnTo>
                    <a:pt x="1045095" y="997702"/>
                  </a:lnTo>
                  <a:close/>
                  <a:moveTo>
                    <a:pt x="1089860" y="995911"/>
                  </a:moveTo>
                  <a:lnTo>
                    <a:pt x="1088069" y="997702"/>
                  </a:lnTo>
                  <a:lnTo>
                    <a:pt x="1086278" y="997702"/>
                  </a:lnTo>
                  <a:lnTo>
                    <a:pt x="1084488" y="999492"/>
                  </a:lnTo>
                  <a:lnTo>
                    <a:pt x="1082697" y="999492"/>
                  </a:lnTo>
                  <a:lnTo>
                    <a:pt x="1077684" y="1004506"/>
                  </a:lnTo>
                  <a:lnTo>
                    <a:pt x="1082697" y="1009519"/>
                  </a:lnTo>
                  <a:lnTo>
                    <a:pt x="1088069" y="1009519"/>
                  </a:lnTo>
                  <a:lnTo>
                    <a:pt x="1089860" y="1011310"/>
                  </a:lnTo>
                  <a:lnTo>
                    <a:pt x="1095231" y="1011310"/>
                  </a:lnTo>
                  <a:lnTo>
                    <a:pt x="1097973" y="1014052"/>
                  </a:lnTo>
                  <a:lnTo>
                    <a:pt x="1097973" y="1018237"/>
                  </a:lnTo>
                  <a:lnTo>
                    <a:pt x="1094392" y="1021818"/>
                  </a:lnTo>
                  <a:lnTo>
                    <a:pt x="1094392" y="1036378"/>
                  </a:lnTo>
                  <a:lnTo>
                    <a:pt x="1101790" y="1036378"/>
                  </a:lnTo>
                  <a:lnTo>
                    <a:pt x="1103580" y="1034587"/>
                  </a:lnTo>
                  <a:lnTo>
                    <a:pt x="1105371" y="1034587"/>
                  </a:lnTo>
                  <a:lnTo>
                    <a:pt x="1106568" y="1033390"/>
                  </a:lnTo>
                  <a:lnTo>
                    <a:pt x="1106926" y="1033748"/>
                  </a:lnTo>
                  <a:lnTo>
                    <a:pt x="1106926" y="1037329"/>
                  </a:lnTo>
                  <a:lnTo>
                    <a:pt x="1108717" y="1039120"/>
                  </a:lnTo>
                  <a:lnTo>
                    <a:pt x="1108717" y="1042701"/>
                  </a:lnTo>
                  <a:lnTo>
                    <a:pt x="1110507" y="1044492"/>
                  </a:lnTo>
                  <a:lnTo>
                    <a:pt x="1110507" y="1046282"/>
                  </a:lnTo>
                  <a:lnTo>
                    <a:pt x="1114927" y="1050702"/>
                  </a:lnTo>
                  <a:lnTo>
                    <a:pt x="1119695" y="1050702"/>
                  </a:lnTo>
                  <a:lnTo>
                    <a:pt x="1121486" y="1048912"/>
                  </a:lnTo>
                  <a:lnTo>
                    <a:pt x="1123276" y="1048912"/>
                  </a:lnTo>
                  <a:lnTo>
                    <a:pt x="1125067" y="1047121"/>
                  </a:lnTo>
                  <a:lnTo>
                    <a:pt x="1126857" y="1047121"/>
                  </a:lnTo>
                  <a:lnTo>
                    <a:pt x="1135094" y="1038885"/>
                  </a:lnTo>
                  <a:lnTo>
                    <a:pt x="1128648" y="1038885"/>
                  </a:lnTo>
                  <a:lnTo>
                    <a:pt x="1125067" y="1035304"/>
                  </a:lnTo>
                  <a:lnTo>
                    <a:pt x="1123276" y="1035304"/>
                  </a:lnTo>
                  <a:lnTo>
                    <a:pt x="1118744" y="1030771"/>
                  </a:lnTo>
                  <a:lnTo>
                    <a:pt x="1118744" y="1028980"/>
                  </a:lnTo>
                  <a:lnTo>
                    <a:pt x="1116953" y="1027190"/>
                  </a:lnTo>
                  <a:lnTo>
                    <a:pt x="1116953" y="1024560"/>
                  </a:lnTo>
                  <a:lnTo>
                    <a:pt x="1112298" y="1024560"/>
                  </a:lnTo>
                  <a:lnTo>
                    <a:pt x="1112298" y="1027190"/>
                  </a:lnTo>
                  <a:lnTo>
                    <a:pt x="1109556" y="1029932"/>
                  </a:lnTo>
                  <a:lnTo>
                    <a:pt x="1108952" y="1029932"/>
                  </a:lnTo>
                  <a:lnTo>
                    <a:pt x="1108594" y="1029574"/>
                  </a:lnTo>
                  <a:lnTo>
                    <a:pt x="1109791" y="1028376"/>
                  </a:lnTo>
                  <a:lnTo>
                    <a:pt x="1109791" y="1026586"/>
                  </a:lnTo>
                  <a:lnTo>
                    <a:pt x="1112175" y="1024202"/>
                  </a:lnTo>
                  <a:lnTo>
                    <a:pt x="1108952" y="1020979"/>
                  </a:lnTo>
                  <a:lnTo>
                    <a:pt x="1107161" y="1020979"/>
                  </a:lnTo>
                  <a:lnTo>
                    <a:pt x="1105371" y="1019188"/>
                  </a:lnTo>
                  <a:lnTo>
                    <a:pt x="1103580" y="1019188"/>
                  </a:lnTo>
                  <a:lnTo>
                    <a:pt x="1100838" y="1016446"/>
                  </a:lnTo>
                  <a:lnTo>
                    <a:pt x="1100838" y="1014052"/>
                  </a:lnTo>
                  <a:lnTo>
                    <a:pt x="1101790" y="1013101"/>
                  </a:lnTo>
                  <a:lnTo>
                    <a:pt x="1103580" y="1013101"/>
                  </a:lnTo>
                  <a:lnTo>
                    <a:pt x="1107161" y="1009519"/>
                  </a:lnTo>
                  <a:lnTo>
                    <a:pt x="1113137" y="1009519"/>
                  </a:lnTo>
                  <a:lnTo>
                    <a:pt x="1114508" y="1010890"/>
                  </a:lnTo>
                  <a:lnTo>
                    <a:pt x="1116534" y="1008865"/>
                  </a:lnTo>
                  <a:lnTo>
                    <a:pt x="1111581" y="1003912"/>
                  </a:lnTo>
                  <a:lnTo>
                    <a:pt x="1111581" y="1001283"/>
                  </a:lnTo>
                  <a:lnTo>
                    <a:pt x="1106926" y="1001283"/>
                  </a:lnTo>
                  <a:lnTo>
                    <a:pt x="1106926" y="1003912"/>
                  </a:lnTo>
                  <a:lnTo>
                    <a:pt x="1105975" y="1004864"/>
                  </a:lnTo>
                  <a:lnTo>
                    <a:pt x="1104184" y="1004864"/>
                  </a:lnTo>
                  <a:lnTo>
                    <a:pt x="1100603" y="1008445"/>
                  </a:lnTo>
                  <a:lnTo>
                    <a:pt x="1096418" y="1008445"/>
                  </a:lnTo>
                  <a:lnTo>
                    <a:pt x="1093676" y="1005703"/>
                  </a:lnTo>
                  <a:lnTo>
                    <a:pt x="1093676" y="995911"/>
                  </a:lnTo>
                  <a:lnTo>
                    <a:pt x="1089860" y="995911"/>
                  </a:lnTo>
                  <a:close/>
                  <a:moveTo>
                    <a:pt x="1105975" y="981587"/>
                  </a:moveTo>
                  <a:lnTo>
                    <a:pt x="1102393" y="985168"/>
                  </a:lnTo>
                  <a:lnTo>
                    <a:pt x="1100603" y="985168"/>
                  </a:lnTo>
                  <a:lnTo>
                    <a:pt x="1097973" y="987797"/>
                  </a:lnTo>
                  <a:lnTo>
                    <a:pt x="1097973" y="989588"/>
                  </a:lnTo>
                  <a:lnTo>
                    <a:pt x="1092366" y="995195"/>
                  </a:lnTo>
                  <a:lnTo>
                    <a:pt x="1097022" y="995195"/>
                  </a:lnTo>
                  <a:lnTo>
                    <a:pt x="1098812" y="996985"/>
                  </a:lnTo>
                  <a:lnTo>
                    <a:pt x="1102393" y="996985"/>
                  </a:lnTo>
                  <a:lnTo>
                    <a:pt x="1104184" y="998776"/>
                  </a:lnTo>
                  <a:lnTo>
                    <a:pt x="1105975" y="998776"/>
                  </a:lnTo>
                  <a:lnTo>
                    <a:pt x="1108358" y="1001160"/>
                  </a:lnTo>
                  <a:lnTo>
                    <a:pt x="1111581" y="997937"/>
                  </a:lnTo>
                  <a:lnTo>
                    <a:pt x="1111581" y="992565"/>
                  </a:lnTo>
                  <a:lnTo>
                    <a:pt x="1113965" y="990181"/>
                  </a:lnTo>
                  <a:lnTo>
                    <a:pt x="1111581" y="987797"/>
                  </a:lnTo>
                  <a:lnTo>
                    <a:pt x="1111581" y="981587"/>
                  </a:lnTo>
                  <a:lnTo>
                    <a:pt x="1105975" y="981587"/>
                  </a:lnTo>
                  <a:close/>
                  <a:moveTo>
                    <a:pt x="1319052" y="972634"/>
                  </a:moveTo>
                  <a:lnTo>
                    <a:pt x="1317261" y="974424"/>
                  </a:lnTo>
                  <a:lnTo>
                    <a:pt x="1315470" y="974424"/>
                  </a:lnTo>
                  <a:lnTo>
                    <a:pt x="1307469" y="982426"/>
                  </a:lnTo>
                  <a:lnTo>
                    <a:pt x="1307469" y="984216"/>
                  </a:lnTo>
                  <a:lnTo>
                    <a:pt x="1305679" y="986007"/>
                  </a:lnTo>
                  <a:lnTo>
                    <a:pt x="1305679" y="987797"/>
                  </a:lnTo>
                  <a:lnTo>
                    <a:pt x="1303888" y="989588"/>
                  </a:lnTo>
                  <a:lnTo>
                    <a:pt x="1303888" y="1001518"/>
                  </a:lnTo>
                  <a:lnTo>
                    <a:pt x="1306518" y="1004148"/>
                  </a:lnTo>
                  <a:lnTo>
                    <a:pt x="1308308" y="1004148"/>
                  </a:lnTo>
                  <a:lnTo>
                    <a:pt x="1311889" y="1007729"/>
                  </a:lnTo>
                  <a:lnTo>
                    <a:pt x="1313680" y="1007729"/>
                  </a:lnTo>
                  <a:lnTo>
                    <a:pt x="1315470" y="1009519"/>
                  </a:lnTo>
                  <a:lnTo>
                    <a:pt x="1329191" y="1009519"/>
                  </a:lnTo>
                  <a:lnTo>
                    <a:pt x="1330982" y="1007729"/>
                  </a:lnTo>
                  <a:lnTo>
                    <a:pt x="1334563" y="1007729"/>
                  </a:lnTo>
                  <a:lnTo>
                    <a:pt x="1338144" y="1004148"/>
                  </a:lnTo>
                  <a:lnTo>
                    <a:pt x="1340774" y="1004148"/>
                  </a:lnTo>
                  <a:lnTo>
                    <a:pt x="1340774" y="1001518"/>
                  </a:lnTo>
                  <a:lnTo>
                    <a:pt x="1344355" y="997937"/>
                  </a:lnTo>
                  <a:lnTo>
                    <a:pt x="1344355" y="996146"/>
                  </a:lnTo>
                  <a:lnTo>
                    <a:pt x="1346145" y="994356"/>
                  </a:lnTo>
                  <a:lnTo>
                    <a:pt x="1346145" y="980635"/>
                  </a:lnTo>
                  <a:lnTo>
                    <a:pt x="1339934" y="974424"/>
                  </a:lnTo>
                  <a:lnTo>
                    <a:pt x="1338144" y="974424"/>
                  </a:lnTo>
                  <a:lnTo>
                    <a:pt x="1336353" y="972634"/>
                  </a:lnTo>
                  <a:lnTo>
                    <a:pt x="1319052" y="972634"/>
                  </a:lnTo>
                  <a:close/>
                  <a:moveTo>
                    <a:pt x="1089860" y="969053"/>
                  </a:moveTo>
                  <a:lnTo>
                    <a:pt x="1088069" y="970843"/>
                  </a:lnTo>
                  <a:lnTo>
                    <a:pt x="1084488" y="970843"/>
                  </a:lnTo>
                  <a:lnTo>
                    <a:pt x="1082697" y="972634"/>
                  </a:lnTo>
                  <a:lnTo>
                    <a:pt x="1080907" y="972634"/>
                  </a:lnTo>
                  <a:lnTo>
                    <a:pt x="1078277" y="975263"/>
                  </a:lnTo>
                  <a:lnTo>
                    <a:pt x="1078277" y="979080"/>
                  </a:lnTo>
                  <a:lnTo>
                    <a:pt x="1087465" y="979080"/>
                  </a:lnTo>
                  <a:lnTo>
                    <a:pt x="1089256" y="977289"/>
                  </a:lnTo>
                  <a:lnTo>
                    <a:pt x="1092837" y="977289"/>
                  </a:lnTo>
                  <a:lnTo>
                    <a:pt x="1096418" y="973708"/>
                  </a:lnTo>
                  <a:lnTo>
                    <a:pt x="1097615" y="973708"/>
                  </a:lnTo>
                  <a:lnTo>
                    <a:pt x="1097615" y="970843"/>
                  </a:lnTo>
                  <a:lnTo>
                    <a:pt x="1094627" y="970843"/>
                  </a:lnTo>
                  <a:lnTo>
                    <a:pt x="1092837" y="969053"/>
                  </a:lnTo>
                  <a:lnTo>
                    <a:pt x="1089860" y="969053"/>
                  </a:lnTo>
                  <a:close/>
                  <a:moveTo>
                    <a:pt x="1063953" y="949356"/>
                  </a:moveTo>
                  <a:lnTo>
                    <a:pt x="1063953" y="955567"/>
                  </a:lnTo>
                  <a:lnTo>
                    <a:pt x="1062162" y="957358"/>
                  </a:lnTo>
                  <a:lnTo>
                    <a:pt x="1062162" y="960335"/>
                  </a:lnTo>
                  <a:lnTo>
                    <a:pt x="1066817" y="964991"/>
                  </a:lnTo>
                  <a:lnTo>
                    <a:pt x="1066817" y="958545"/>
                  </a:lnTo>
                  <a:lnTo>
                    <a:pt x="1068608" y="956754"/>
                  </a:lnTo>
                  <a:lnTo>
                    <a:pt x="1068608" y="949356"/>
                  </a:lnTo>
                  <a:lnTo>
                    <a:pt x="1063953" y="949356"/>
                  </a:lnTo>
                  <a:close/>
                  <a:moveTo>
                    <a:pt x="1233698" y="941601"/>
                  </a:moveTo>
                  <a:lnTo>
                    <a:pt x="1231314" y="943985"/>
                  </a:lnTo>
                  <a:lnTo>
                    <a:pt x="1224745" y="943985"/>
                  </a:lnTo>
                  <a:lnTo>
                    <a:pt x="1224745" y="946850"/>
                  </a:lnTo>
                  <a:lnTo>
                    <a:pt x="1225942" y="946850"/>
                  </a:lnTo>
                  <a:lnTo>
                    <a:pt x="1227733" y="948640"/>
                  </a:lnTo>
                  <a:lnTo>
                    <a:pt x="1229523" y="948640"/>
                  </a:lnTo>
                  <a:lnTo>
                    <a:pt x="1231314" y="950431"/>
                  </a:lnTo>
                  <a:lnTo>
                    <a:pt x="1241453" y="950431"/>
                  </a:lnTo>
                  <a:lnTo>
                    <a:pt x="1243244" y="948640"/>
                  </a:lnTo>
                  <a:lnTo>
                    <a:pt x="1244441" y="948640"/>
                  </a:lnTo>
                  <a:lnTo>
                    <a:pt x="1244441" y="945775"/>
                  </a:lnTo>
                  <a:lnTo>
                    <a:pt x="1243244" y="945775"/>
                  </a:lnTo>
                  <a:lnTo>
                    <a:pt x="1241453" y="943985"/>
                  </a:lnTo>
                  <a:lnTo>
                    <a:pt x="1236082" y="943985"/>
                  </a:lnTo>
                  <a:lnTo>
                    <a:pt x="1233698" y="941601"/>
                  </a:lnTo>
                  <a:close/>
                  <a:moveTo>
                    <a:pt x="1043305" y="933241"/>
                  </a:moveTo>
                  <a:lnTo>
                    <a:pt x="1039724" y="936823"/>
                  </a:lnTo>
                  <a:lnTo>
                    <a:pt x="1037933" y="936823"/>
                  </a:lnTo>
                  <a:lnTo>
                    <a:pt x="1036143" y="938613"/>
                  </a:lnTo>
                  <a:lnTo>
                    <a:pt x="1033513" y="938613"/>
                  </a:lnTo>
                  <a:lnTo>
                    <a:pt x="1033513" y="941243"/>
                  </a:lnTo>
                  <a:lnTo>
                    <a:pt x="1031722" y="943033"/>
                  </a:lnTo>
                  <a:lnTo>
                    <a:pt x="1031722" y="947801"/>
                  </a:lnTo>
                  <a:lnTo>
                    <a:pt x="1036378" y="952457"/>
                  </a:lnTo>
                  <a:lnTo>
                    <a:pt x="1036378" y="947801"/>
                  </a:lnTo>
                  <a:lnTo>
                    <a:pt x="1037329" y="946850"/>
                  </a:lnTo>
                  <a:lnTo>
                    <a:pt x="1039724" y="946850"/>
                  </a:lnTo>
                  <a:lnTo>
                    <a:pt x="1040675" y="947801"/>
                  </a:lnTo>
                  <a:lnTo>
                    <a:pt x="1040675" y="951382"/>
                  </a:lnTo>
                  <a:lnTo>
                    <a:pt x="1043305" y="954012"/>
                  </a:lnTo>
                  <a:lnTo>
                    <a:pt x="1048073" y="954012"/>
                  </a:lnTo>
                  <a:lnTo>
                    <a:pt x="1049863" y="952221"/>
                  </a:lnTo>
                  <a:lnTo>
                    <a:pt x="1055235" y="952221"/>
                  </a:lnTo>
                  <a:lnTo>
                    <a:pt x="1063236" y="944220"/>
                  </a:lnTo>
                  <a:lnTo>
                    <a:pt x="1063236" y="939452"/>
                  </a:lnTo>
                  <a:lnTo>
                    <a:pt x="1058816" y="935032"/>
                  </a:lnTo>
                  <a:lnTo>
                    <a:pt x="1055235" y="935032"/>
                  </a:lnTo>
                  <a:lnTo>
                    <a:pt x="1053444" y="933241"/>
                  </a:lnTo>
                  <a:lnTo>
                    <a:pt x="1043305" y="933241"/>
                  </a:lnTo>
                  <a:close/>
                  <a:moveTo>
                    <a:pt x="1141786" y="927870"/>
                  </a:moveTo>
                  <a:lnTo>
                    <a:pt x="1138563" y="931093"/>
                  </a:lnTo>
                  <a:lnTo>
                    <a:pt x="1143576" y="936106"/>
                  </a:lnTo>
                  <a:lnTo>
                    <a:pt x="1147158" y="936106"/>
                  </a:lnTo>
                  <a:lnTo>
                    <a:pt x="1148948" y="937897"/>
                  </a:lnTo>
                  <a:lnTo>
                    <a:pt x="1159088" y="937897"/>
                  </a:lnTo>
                  <a:lnTo>
                    <a:pt x="1160878" y="936106"/>
                  </a:lnTo>
                  <a:lnTo>
                    <a:pt x="1165534" y="936106"/>
                  </a:lnTo>
                  <a:lnTo>
                    <a:pt x="1159088" y="929660"/>
                  </a:lnTo>
                  <a:lnTo>
                    <a:pt x="1155506" y="929660"/>
                  </a:lnTo>
                  <a:lnTo>
                    <a:pt x="1153716" y="927870"/>
                  </a:lnTo>
                  <a:lnTo>
                    <a:pt x="1141786" y="927870"/>
                  </a:lnTo>
                  <a:close/>
                  <a:moveTo>
                    <a:pt x="1082932" y="879289"/>
                  </a:moveTo>
                  <a:lnTo>
                    <a:pt x="1074696" y="887526"/>
                  </a:lnTo>
                  <a:lnTo>
                    <a:pt x="1074696" y="901247"/>
                  </a:lnTo>
                  <a:lnTo>
                    <a:pt x="1076486" y="903037"/>
                  </a:lnTo>
                  <a:lnTo>
                    <a:pt x="1076486" y="904828"/>
                  </a:lnTo>
                  <a:lnTo>
                    <a:pt x="1084488" y="912829"/>
                  </a:lnTo>
                  <a:lnTo>
                    <a:pt x="1086278" y="912829"/>
                  </a:lnTo>
                  <a:lnTo>
                    <a:pt x="1089020" y="915571"/>
                  </a:lnTo>
                  <a:lnTo>
                    <a:pt x="1089020" y="919991"/>
                  </a:lnTo>
                  <a:lnTo>
                    <a:pt x="1099999" y="919991"/>
                  </a:lnTo>
                  <a:lnTo>
                    <a:pt x="1103580" y="916410"/>
                  </a:lnTo>
                  <a:lnTo>
                    <a:pt x="1105371" y="916410"/>
                  </a:lnTo>
                  <a:lnTo>
                    <a:pt x="1108000" y="913780"/>
                  </a:lnTo>
                  <a:lnTo>
                    <a:pt x="1108000" y="907938"/>
                  </a:lnTo>
                  <a:lnTo>
                    <a:pt x="1102393" y="913545"/>
                  </a:lnTo>
                  <a:lnTo>
                    <a:pt x="1091046" y="913545"/>
                  </a:lnTo>
                  <a:lnTo>
                    <a:pt x="1090095" y="911990"/>
                  </a:lnTo>
                  <a:lnTo>
                    <a:pt x="1091885" y="910199"/>
                  </a:lnTo>
                  <a:lnTo>
                    <a:pt x="1091885" y="908409"/>
                  </a:lnTo>
                  <a:lnTo>
                    <a:pt x="1098208" y="902086"/>
                  </a:lnTo>
                  <a:lnTo>
                    <a:pt x="1099999" y="902086"/>
                  </a:lnTo>
                  <a:lnTo>
                    <a:pt x="1101790" y="900295"/>
                  </a:lnTo>
                  <a:lnTo>
                    <a:pt x="1103580" y="900295"/>
                  </a:lnTo>
                  <a:lnTo>
                    <a:pt x="1105371" y="898505"/>
                  </a:lnTo>
                  <a:lnTo>
                    <a:pt x="1109556" y="898505"/>
                  </a:lnTo>
                  <a:lnTo>
                    <a:pt x="1112717" y="901666"/>
                  </a:lnTo>
                  <a:lnTo>
                    <a:pt x="1114743" y="899640"/>
                  </a:lnTo>
                  <a:lnTo>
                    <a:pt x="1111581" y="896479"/>
                  </a:lnTo>
                  <a:lnTo>
                    <a:pt x="1111581" y="892898"/>
                  </a:lnTo>
                  <a:lnTo>
                    <a:pt x="1109791" y="891107"/>
                  </a:lnTo>
                  <a:lnTo>
                    <a:pt x="1109791" y="889316"/>
                  </a:lnTo>
                  <a:lnTo>
                    <a:pt x="1106568" y="886093"/>
                  </a:lnTo>
                  <a:lnTo>
                    <a:pt x="1104184" y="888477"/>
                  </a:lnTo>
                  <a:lnTo>
                    <a:pt x="1089256" y="888477"/>
                  </a:lnTo>
                  <a:lnTo>
                    <a:pt x="1085675" y="884896"/>
                  </a:lnTo>
                  <a:lnTo>
                    <a:pt x="1083884" y="884896"/>
                  </a:lnTo>
                  <a:lnTo>
                    <a:pt x="1082932" y="883945"/>
                  </a:lnTo>
                  <a:lnTo>
                    <a:pt x="1082932" y="879289"/>
                  </a:lnTo>
                  <a:close/>
                  <a:moveTo>
                    <a:pt x="1042466" y="866991"/>
                  </a:moveTo>
                  <a:lnTo>
                    <a:pt x="1042466" y="870807"/>
                  </a:lnTo>
                  <a:lnTo>
                    <a:pt x="1044256" y="872598"/>
                  </a:lnTo>
                  <a:lnTo>
                    <a:pt x="1044256" y="874388"/>
                  </a:lnTo>
                  <a:lnTo>
                    <a:pt x="1052258" y="882389"/>
                  </a:lnTo>
                  <a:lnTo>
                    <a:pt x="1057629" y="882389"/>
                  </a:lnTo>
                  <a:lnTo>
                    <a:pt x="1059420" y="884180"/>
                  </a:lnTo>
                  <a:lnTo>
                    <a:pt x="1065978" y="884180"/>
                  </a:lnTo>
                  <a:lnTo>
                    <a:pt x="1068608" y="881550"/>
                  </a:lnTo>
                  <a:lnTo>
                    <a:pt x="1068608" y="876783"/>
                  </a:lnTo>
                  <a:lnTo>
                    <a:pt x="1065027" y="873201"/>
                  </a:lnTo>
                  <a:lnTo>
                    <a:pt x="1065027" y="870572"/>
                  </a:lnTo>
                  <a:lnTo>
                    <a:pt x="1062397" y="870572"/>
                  </a:lnTo>
                  <a:lnTo>
                    <a:pt x="1060607" y="868781"/>
                  </a:lnTo>
                  <a:lnTo>
                    <a:pt x="1058816" y="868781"/>
                  </a:lnTo>
                  <a:lnTo>
                    <a:pt x="1057025" y="866991"/>
                  </a:lnTo>
                  <a:lnTo>
                    <a:pt x="1042466" y="866991"/>
                  </a:lnTo>
                  <a:close/>
                  <a:moveTo>
                    <a:pt x="1138205" y="854457"/>
                  </a:moveTo>
                  <a:lnTo>
                    <a:pt x="1133784" y="858877"/>
                  </a:lnTo>
                  <a:lnTo>
                    <a:pt x="1133784" y="860667"/>
                  </a:lnTo>
                  <a:lnTo>
                    <a:pt x="1130203" y="864249"/>
                  </a:lnTo>
                  <a:lnTo>
                    <a:pt x="1130203" y="871881"/>
                  </a:lnTo>
                  <a:lnTo>
                    <a:pt x="1140231" y="861854"/>
                  </a:lnTo>
                  <a:lnTo>
                    <a:pt x="1140231" y="860064"/>
                  </a:lnTo>
                  <a:lnTo>
                    <a:pt x="1142021" y="858273"/>
                  </a:lnTo>
                  <a:lnTo>
                    <a:pt x="1142021" y="854457"/>
                  </a:lnTo>
                  <a:lnTo>
                    <a:pt x="1138205" y="854457"/>
                  </a:lnTo>
                  <a:close/>
                  <a:moveTo>
                    <a:pt x="1112717" y="856902"/>
                  </a:moveTo>
                  <a:lnTo>
                    <a:pt x="1114743" y="854876"/>
                  </a:lnTo>
                  <a:lnTo>
                    <a:pt x="1111162" y="851295"/>
                  </a:lnTo>
                  <a:lnTo>
                    <a:pt x="1109136" y="853321"/>
                  </a:lnTo>
                  <a:lnTo>
                    <a:pt x="1112717" y="856902"/>
                  </a:lnTo>
                  <a:close/>
                  <a:moveTo>
                    <a:pt x="1093441" y="847294"/>
                  </a:moveTo>
                  <a:lnTo>
                    <a:pt x="1091650" y="849085"/>
                  </a:lnTo>
                  <a:lnTo>
                    <a:pt x="1088069" y="849085"/>
                  </a:lnTo>
                  <a:lnTo>
                    <a:pt x="1084488" y="852666"/>
                  </a:lnTo>
                  <a:lnTo>
                    <a:pt x="1081858" y="852666"/>
                  </a:lnTo>
                  <a:lnTo>
                    <a:pt x="1081858" y="855296"/>
                  </a:lnTo>
                  <a:lnTo>
                    <a:pt x="1080068" y="857086"/>
                  </a:lnTo>
                  <a:lnTo>
                    <a:pt x="1080068" y="860064"/>
                  </a:lnTo>
                  <a:lnTo>
                    <a:pt x="1081858" y="861854"/>
                  </a:lnTo>
                  <a:lnTo>
                    <a:pt x="1081858" y="866039"/>
                  </a:lnTo>
                  <a:lnTo>
                    <a:pt x="1080068" y="867830"/>
                  </a:lnTo>
                  <a:lnTo>
                    <a:pt x="1080068" y="871411"/>
                  </a:lnTo>
                  <a:lnTo>
                    <a:pt x="1078277" y="873201"/>
                  </a:lnTo>
                  <a:lnTo>
                    <a:pt x="1078277" y="878808"/>
                  </a:lnTo>
                  <a:lnTo>
                    <a:pt x="1082093" y="878808"/>
                  </a:lnTo>
                  <a:lnTo>
                    <a:pt x="1083884" y="877018"/>
                  </a:lnTo>
                  <a:lnTo>
                    <a:pt x="1085675" y="877018"/>
                  </a:lnTo>
                  <a:lnTo>
                    <a:pt x="1087465" y="875227"/>
                  </a:lnTo>
                  <a:lnTo>
                    <a:pt x="1089256" y="875227"/>
                  </a:lnTo>
                  <a:lnTo>
                    <a:pt x="1091046" y="873437"/>
                  </a:lnTo>
                  <a:lnTo>
                    <a:pt x="1100603" y="873437"/>
                  </a:lnTo>
                  <a:lnTo>
                    <a:pt x="1102393" y="875227"/>
                  </a:lnTo>
                  <a:lnTo>
                    <a:pt x="1104184" y="875227"/>
                  </a:lnTo>
                  <a:lnTo>
                    <a:pt x="1110507" y="881550"/>
                  </a:lnTo>
                  <a:lnTo>
                    <a:pt x="1110507" y="882154"/>
                  </a:lnTo>
                  <a:lnTo>
                    <a:pt x="1109136" y="883525"/>
                  </a:lnTo>
                  <a:lnTo>
                    <a:pt x="1111162" y="885551"/>
                  </a:lnTo>
                  <a:lnTo>
                    <a:pt x="1113372" y="883341"/>
                  </a:lnTo>
                  <a:lnTo>
                    <a:pt x="1113372" y="881550"/>
                  </a:lnTo>
                  <a:lnTo>
                    <a:pt x="1115163" y="879760"/>
                  </a:lnTo>
                  <a:lnTo>
                    <a:pt x="1115163" y="877969"/>
                  </a:lnTo>
                  <a:lnTo>
                    <a:pt x="1116953" y="876179"/>
                  </a:lnTo>
                  <a:lnTo>
                    <a:pt x="1116953" y="874388"/>
                  </a:lnTo>
                  <a:lnTo>
                    <a:pt x="1120770" y="870572"/>
                  </a:lnTo>
                  <a:lnTo>
                    <a:pt x="1112533" y="870572"/>
                  </a:lnTo>
                  <a:lnTo>
                    <a:pt x="1108952" y="866991"/>
                  </a:lnTo>
                  <a:lnTo>
                    <a:pt x="1107161" y="866991"/>
                  </a:lnTo>
                  <a:lnTo>
                    <a:pt x="1106210" y="866039"/>
                  </a:lnTo>
                  <a:lnTo>
                    <a:pt x="1106210" y="864249"/>
                  </a:lnTo>
                  <a:lnTo>
                    <a:pt x="1100838" y="858877"/>
                  </a:lnTo>
                  <a:lnTo>
                    <a:pt x="1100838" y="847294"/>
                  </a:lnTo>
                  <a:lnTo>
                    <a:pt x="1093441" y="847294"/>
                  </a:lnTo>
                  <a:close/>
                  <a:moveTo>
                    <a:pt x="1124596" y="732698"/>
                  </a:moveTo>
                  <a:lnTo>
                    <a:pt x="1134624" y="742726"/>
                  </a:lnTo>
                  <a:lnTo>
                    <a:pt x="1136414" y="742726"/>
                  </a:lnTo>
                  <a:lnTo>
                    <a:pt x="1137366" y="743677"/>
                  </a:lnTo>
                  <a:lnTo>
                    <a:pt x="1137366" y="744281"/>
                  </a:lnTo>
                  <a:lnTo>
                    <a:pt x="1135575" y="746071"/>
                  </a:lnTo>
                  <a:lnTo>
                    <a:pt x="1135575" y="747862"/>
                  </a:lnTo>
                  <a:lnTo>
                    <a:pt x="1133784" y="749653"/>
                  </a:lnTo>
                  <a:lnTo>
                    <a:pt x="1133784" y="751443"/>
                  </a:lnTo>
                  <a:lnTo>
                    <a:pt x="1131994" y="753234"/>
                  </a:lnTo>
                  <a:lnTo>
                    <a:pt x="1131994" y="765164"/>
                  </a:lnTo>
                  <a:lnTo>
                    <a:pt x="1133784" y="766954"/>
                  </a:lnTo>
                  <a:lnTo>
                    <a:pt x="1133784" y="768745"/>
                  </a:lnTo>
                  <a:lnTo>
                    <a:pt x="1135575" y="770535"/>
                  </a:lnTo>
                  <a:lnTo>
                    <a:pt x="1135575" y="773165"/>
                  </a:lnTo>
                  <a:lnTo>
                    <a:pt x="1139391" y="773165"/>
                  </a:lnTo>
                  <a:lnTo>
                    <a:pt x="1141182" y="771375"/>
                  </a:lnTo>
                  <a:lnTo>
                    <a:pt x="1142973" y="771375"/>
                  </a:lnTo>
                  <a:lnTo>
                    <a:pt x="1147393" y="766954"/>
                  </a:lnTo>
                  <a:lnTo>
                    <a:pt x="1147393" y="765164"/>
                  </a:lnTo>
                  <a:lnTo>
                    <a:pt x="1150974" y="761583"/>
                  </a:lnTo>
                  <a:lnTo>
                    <a:pt x="1150974" y="746071"/>
                  </a:lnTo>
                  <a:lnTo>
                    <a:pt x="1149777" y="744874"/>
                  </a:lnTo>
                  <a:lnTo>
                    <a:pt x="1151925" y="742726"/>
                  </a:lnTo>
                  <a:lnTo>
                    <a:pt x="1155506" y="742726"/>
                  </a:lnTo>
                  <a:lnTo>
                    <a:pt x="1161952" y="736279"/>
                  </a:lnTo>
                  <a:lnTo>
                    <a:pt x="1150739" y="736279"/>
                  </a:lnTo>
                  <a:lnTo>
                    <a:pt x="1148948" y="738070"/>
                  </a:lnTo>
                  <a:lnTo>
                    <a:pt x="1143812" y="738070"/>
                  </a:lnTo>
                  <a:lnTo>
                    <a:pt x="1143812" y="737119"/>
                  </a:lnTo>
                  <a:lnTo>
                    <a:pt x="1141182" y="734489"/>
                  </a:lnTo>
                  <a:lnTo>
                    <a:pt x="1139391" y="734489"/>
                  </a:lnTo>
                  <a:lnTo>
                    <a:pt x="1137601" y="732698"/>
                  </a:lnTo>
                  <a:lnTo>
                    <a:pt x="1124596" y="732698"/>
                  </a:lnTo>
                  <a:close/>
                  <a:moveTo>
                    <a:pt x="1143812" y="739380"/>
                  </a:moveTo>
                  <a:lnTo>
                    <a:pt x="1147516" y="743084"/>
                  </a:lnTo>
                  <a:lnTo>
                    <a:pt x="1147158" y="743442"/>
                  </a:lnTo>
                  <a:lnTo>
                    <a:pt x="1141182" y="743442"/>
                  </a:lnTo>
                  <a:lnTo>
                    <a:pt x="1140824" y="743084"/>
                  </a:lnTo>
                  <a:lnTo>
                    <a:pt x="1143812" y="740096"/>
                  </a:lnTo>
                  <a:lnTo>
                    <a:pt x="1143812" y="739380"/>
                  </a:lnTo>
                  <a:close/>
                  <a:moveTo>
                    <a:pt x="1191922" y="696887"/>
                  </a:moveTo>
                  <a:lnTo>
                    <a:pt x="1189292" y="699517"/>
                  </a:lnTo>
                  <a:lnTo>
                    <a:pt x="1189292" y="701307"/>
                  </a:lnTo>
                  <a:lnTo>
                    <a:pt x="1187501" y="703098"/>
                  </a:lnTo>
                  <a:lnTo>
                    <a:pt x="1187501" y="704888"/>
                  </a:lnTo>
                  <a:lnTo>
                    <a:pt x="1185711" y="706679"/>
                  </a:lnTo>
                  <a:lnTo>
                    <a:pt x="1185711" y="718609"/>
                  </a:lnTo>
                  <a:lnTo>
                    <a:pt x="1187501" y="720400"/>
                  </a:lnTo>
                  <a:lnTo>
                    <a:pt x="1187501" y="723981"/>
                  </a:lnTo>
                  <a:lnTo>
                    <a:pt x="1191082" y="727562"/>
                  </a:lnTo>
                  <a:lnTo>
                    <a:pt x="1191082" y="730192"/>
                  </a:lnTo>
                  <a:lnTo>
                    <a:pt x="1193712" y="730192"/>
                  </a:lnTo>
                  <a:lnTo>
                    <a:pt x="1197293" y="733773"/>
                  </a:lnTo>
                  <a:lnTo>
                    <a:pt x="1199084" y="733773"/>
                  </a:lnTo>
                  <a:lnTo>
                    <a:pt x="1200874" y="735563"/>
                  </a:lnTo>
                  <a:lnTo>
                    <a:pt x="1210062" y="735563"/>
                  </a:lnTo>
                  <a:lnTo>
                    <a:pt x="1210062" y="732934"/>
                  </a:lnTo>
                  <a:lnTo>
                    <a:pt x="1213644" y="729352"/>
                  </a:lnTo>
                  <a:lnTo>
                    <a:pt x="1213644" y="712051"/>
                  </a:lnTo>
                  <a:lnTo>
                    <a:pt x="1211853" y="710260"/>
                  </a:lnTo>
                  <a:lnTo>
                    <a:pt x="1211853" y="708470"/>
                  </a:lnTo>
                  <a:lnTo>
                    <a:pt x="1203852" y="700468"/>
                  </a:lnTo>
                  <a:lnTo>
                    <a:pt x="1202061" y="700468"/>
                  </a:lnTo>
                  <a:lnTo>
                    <a:pt x="1200271" y="698678"/>
                  </a:lnTo>
                  <a:lnTo>
                    <a:pt x="1196689" y="698678"/>
                  </a:lnTo>
                  <a:lnTo>
                    <a:pt x="1194899" y="696887"/>
                  </a:lnTo>
                  <a:lnTo>
                    <a:pt x="1191922" y="696887"/>
                  </a:lnTo>
                  <a:close/>
                  <a:moveTo>
                    <a:pt x="1100603" y="668238"/>
                  </a:moveTo>
                  <a:lnTo>
                    <a:pt x="1098812" y="670029"/>
                  </a:lnTo>
                  <a:lnTo>
                    <a:pt x="1095231" y="670029"/>
                  </a:lnTo>
                  <a:lnTo>
                    <a:pt x="1093441" y="671819"/>
                  </a:lnTo>
                  <a:lnTo>
                    <a:pt x="1091650" y="671819"/>
                  </a:lnTo>
                  <a:lnTo>
                    <a:pt x="1087230" y="676239"/>
                  </a:lnTo>
                  <a:lnTo>
                    <a:pt x="1087230" y="678030"/>
                  </a:lnTo>
                  <a:lnTo>
                    <a:pt x="1083649" y="681611"/>
                  </a:lnTo>
                  <a:lnTo>
                    <a:pt x="1083649" y="695332"/>
                  </a:lnTo>
                  <a:lnTo>
                    <a:pt x="1085439" y="697122"/>
                  </a:lnTo>
                  <a:lnTo>
                    <a:pt x="1085439" y="698913"/>
                  </a:lnTo>
                  <a:lnTo>
                    <a:pt x="1089860" y="703333"/>
                  </a:lnTo>
                  <a:lnTo>
                    <a:pt x="1091650" y="703333"/>
                  </a:lnTo>
                  <a:lnTo>
                    <a:pt x="1093441" y="705124"/>
                  </a:lnTo>
                  <a:lnTo>
                    <a:pt x="1095231" y="705124"/>
                  </a:lnTo>
                  <a:lnTo>
                    <a:pt x="1097022" y="706914"/>
                  </a:lnTo>
                  <a:lnTo>
                    <a:pt x="1107161" y="706914"/>
                  </a:lnTo>
                  <a:lnTo>
                    <a:pt x="1108952" y="705124"/>
                  </a:lnTo>
                  <a:lnTo>
                    <a:pt x="1110742" y="705124"/>
                  </a:lnTo>
                  <a:lnTo>
                    <a:pt x="1112533" y="703333"/>
                  </a:lnTo>
                  <a:lnTo>
                    <a:pt x="1114324" y="703333"/>
                  </a:lnTo>
                  <a:lnTo>
                    <a:pt x="1120534" y="697122"/>
                  </a:lnTo>
                  <a:lnTo>
                    <a:pt x="1120534" y="695332"/>
                  </a:lnTo>
                  <a:lnTo>
                    <a:pt x="1122325" y="693541"/>
                  </a:lnTo>
                  <a:lnTo>
                    <a:pt x="1122325" y="691751"/>
                  </a:lnTo>
                  <a:lnTo>
                    <a:pt x="1124115" y="689960"/>
                  </a:lnTo>
                  <a:lnTo>
                    <a:pt x="1124115" y="681611"/>
                  </a:lnTo>
                  <a:lnTo>
                    <a:pt x="1122325" y="679821"/>
                  </a:lnTo>
                  <a:lnTo>
                    <a:pt x="1122325" y="678030"/>
                  </a:lnTo>
                  <a:lnTo>
                    <a:pt x="1120534" y="676239"/>
                  </a:lnTo>
                  <a:lnTo>
                    <a:pt x="1120534" y="673610"/>
                  </a:lnTo>
                  <a:lnTo>
                    <a:pt x="1117905" y="673610"/>
                  </a:lnTo>
                  <a:lnTo>
                    <a:pt x="1114324" y="670029"/>
                  </a:lnTo>
                  <a:lnTo>
                    <a:pt x="1110742" y="670029"/>
                  </a:lnTo>
                  <a:lnTo>
                    <a:pt x="1108952" y="668238"/>
                  </a:lnTo>
                  <a:lnTo>
                    <a:pt x="1100603" y="668238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149" name="Vector layer 7499BC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844133" y="1374139"/>
                  </a:moveTo>
                  <a:lnTo>
                    <a:pt x="846159" y="1376165"/>
                  </a:lnTo>
                  <a:lnTo>
                    <a:pt x="847949" y="1374375"/>
                  </a:lnTo>
                  <a:lnTo>
                    <a:pt x="845923" y="1372349"/>
                  </a:lnTo>
                  <a:lnTo>
                    <a:pt x="844133" y="1374139"/>
                  </a:lnTo>
                  <a:close/>
                  <a:moveTo>
                    <a:pt x="854099" y="1371213"/>
                  </a:moveTo>
                  <a:lnTo>
                    <a:pt x="854099" y="1368348"/>
                  </a:lnTo>
                  <a:lnTo>
                    <a:pt x="852308" y="1368348"/>
                  </a:lnTo>
                  <a:lnTo>
                    <a:pt x="852308" y="1371213"/>
                  </a:lnTo>
                  <a:lnTo>
                    <a:pt x="854099" y="1371213"/>
                  </a:lnTo>
                  <a:close/>
                  <a:moveTo>
                    <a:pt x="840132" y="1362618"/>
                  </a:moveTo>
                  <a:lnTo>
                    <a:pt x="842997" y="1362618"/>
                  </a:lnTo>
                  <a:lnTo>
                    <a:pt x="842997" y="1360828"/>
                  </a:lnTo>
                  <a:lnTo>
                    <a:pt x="840132" y="1360828"/>
                  </a:lnTo>
                  <a:lnTo>
                    <a:pt x="840132" y="1362618"/>
                  </a:lnTo>
                  <a:close/>
                  <a:moveTo>
                    <a:pt x="870214" y="1360470"/>
                  </a:moveTo>
                  <a:lnTo>
                    <a:pt x="870214" y="1357605"/>
                  </a:lnTo>
                  <a:lnTo>
                    <a:pt x="868423" y="1357605"/>
                  </a:lnTo>
                  <a:lnTo>
                    <a:pt x="868423" y="1360470"/>
                  </a:lnTo>
                  <a:lnTo>
                    <a:pt x="870214" y="1360470"/>
                  </a:lnTo>
                  <a:close/>
                  <a:moveTo>
                    <a:pt x="391120" y="1351097"/>
                  </a:moveTo>
                  <a:lnTo>
                    <a:pt x="393146" y="1349072"/>
                  </a:lnTo>
                  <a:lnTo>
                    <a:pt x="391356" y="1347281"/>
                  </a:lnTo>
                  <a:lnTo>
                    <a:pt x="389330" y="1349307"/>
                  </a:lnTo>
                  <a:lnTo>
                    <a:pt x="391120" y="1351097"/>
                  </a:lnTo>
                  <a:close/>
                  <a:moveTo>
                    <a:pt x="739503" y="1346145"/>
                  </a:moveTo>
                  <a:lnTo>
                    <a:pt x="739503" y="1343280"/>
                  </a:lnTo>
                  <a:lnTo>
                    <a:pt x="737712" y="1343280"/>
                  </a:lnTo>
                  <a:lnTo>
                    <a:pt x="737712" y="1346145"/>
                  </a:lnTo>
                  <a:lnTo>
                    <a:pt x="739503" y="1346145"/>
                  </a:lnTo>
                  <a:close/>
                  <a:moveTo>
                    <a:pt x="922140" y="1344355"/>
                  </a:moveTo>
                  <a:lnTo>
                    <a:pt x="922140" y="1341490"/>
                  </a:lnTo>
                  <a:lnTo>
                    <a:pt x="918559" y="1341490"/>
                  </a:lnTo>
                  <a:lnTo>
                    <a:pt x="918559" y="1344355"/>
                  </a:lnTo>
                  <a:lnTo>
                    <a:pt x="922140" y="1344355"/>
                  </a:lnTo>
                  <a:close/>
                  <a:moveTo>
                    <a:pt x="838342" y="1341132"/>
                  </a:moveTo>
                  <a:lnTo>
                    <a:pt x="841206" y="1341132"/>
                  </a:lnTo>
                  <a:lnTo>
                    <a:pt x="841206" y="1339341"/>
                  </a:lnTo>
                  <a:lnTo>
                    <a:pt x="838342" y="1339341"/>
                  </a:lnTo>
                  <a:lnTo>
                    <a:pt x="838342" y="1341132"/>
                  </a:lnTo>
                  <a:close/>
                  <a:moveTo>
                    <a:pt x="763138" y="1333969"/>
                  </a:moveTo>
                  <a:lnTo>
                    <a:pt x="766003" y="1333969"/>
                  </a:lnTo>
                  <a:lnTo>
                    <a:pt x="766003" y="1332179"/>
                  </a:lnTo>
                  <a:lnTo>
                    <a:pt x="763138" y="1332179"/>
                  </a:lnTo>
                  <a:lnTo>
                    <a:pt x="763138" y="1333969"/>
                  </a:lnTo>
                  <a:close/>
                  <a:moveTo>
                    <a:pt x="874572" y="1331401"/>
                  </a:moveTo>
                  <a:lnTo>
                    <a:pt x="876598" y="1329375"/>
                  </a:lnTo>
                  <a:lnTo>
                    <a:pt x="873017" y="1325794"/>
                  </a:lnTo>
                  <a:lnTo>
                    <a:pt x="870991" y="1327820"/>
                  </a:lnTo>
                  <a:lnTo>
                    <a:pt x="874572" y="1331401"/>
                  </a:lnTo>
                  <a:close/>
                  <a:moveTo>
                    <a:pt x="902444" y="1322868"/>
                  </a:moveTo>
                  <a:lnTo>
                    <a:pt x="902444" y="1320003"/>
                  </a:lnTo>
                  <a:lnTo>
                    <a:pt x="900653" y="1320003"/>
                  </a:lnTo>
                  <a:lnTo>
                    <a:pt x="900653" y="1322868"/>
                  </a:lnTo>
                  <a:lnTo>
                    <a:pt x="902444" y="1322868"/>
                  </a:lnTo>
                  <a:close/>
                  <a:moveTo>
                    <a:pt x="893849" y="1320003"/>
                  </a:moveTo>
                  <a:lnTo>
                    <a:pt x="893849" y="1326684"/>
                  </a:lnTo>
                  <a:lnTo>
                    <a:pt x="900530" y="1320003"/>
                  </a:lnTo>
                  <a:lnTo>
                    <a:pt x="893849" y="1320003"/>
                  </a:lnTo>
                  <a:close/>
                  <a:moveTo>
                    <a:pt x="864249" y="1322868"/>
                  </a:moveTo>
                  <a:lnTo>
                    <a:pt x="865620" y="1324239"/>
                  </a:lnTo>
                  <a:lnTo>
                    <a:pt x="867645" y="1322213"/>
                  </a:lnTo>
                  <a:lnTo>
                    <a:pt x="865435" y="1320003"/>
                  </a:lnTo>
                  <a:lnTo>
                    <a:pt x="863051" y="1320003"/>
                  </a:lnTo>
                  <a:lnTo>
                    <a:pt x="863051" y="1322868"/>
                  </a:lnTo>
                  <a:lnTo>
                    <a:pt x="864249" y="1322868"/>
                  </a:lnTo>
                  <a:close/>
                  <a:moveTo>
                    <a:pt x="881735" y="1316841"/>
                  </a:moveTo>
                  <a:lnTo>
                    <a:pt x="883760" y="1318867"/>
                  </a:lnTo>
                  <a:lnTo>
                    <a:pt x="885551" y="1317077"/>
                  </a:lnTo>
                  <a:lnTo>
                    <a:pt x="883525" y="1315051"/>
                  </a:lnTo>
                  <a:lnTo>
                    <a:pt x="881735" y="1316841"/>
                  </a:lnTo>
                  <a:close/>
                  <a:moveTo>
                    <a:pt x="856667" y="1318867"/>
                  </a:moveTo>
                  <a:lnTo>
                    <a:pt x="858693" y="1316841"/>
                  </a:lnTo>
                  <a:lnTo>
                    <a:pt x="856902" y="1315051"/>
                  </a:lnTo>
                  <a:lnTo>
                    <a:pt x="854876" y="1317077"/>
                  </a:lnTo>
                  <a:lnTo>
                    <a:pt x="856667" y="1318867"/>
                  </a:lnTo>
                  <a:close/>
                  <a:moveTo>
                    <a:pt x="695516" y="1315051"/>
                  </a:moveTo>
                  <a:lnTo>
                    <a:pt x="697542" y="1317077"/>
                  </a:lnTo>
                  <a:lnTo>
                    <a:pt x="699332" y="1315286"/>
                  </a:lnTo>
                  <a:lnTo>
                    <a:pt x="697307" y="1313260"/>
                  </a:lnTo>
                  <a:lnTo>
                    <a:pt x="695516" y="1315051"/>
                  </a:lnTo>
                  <a:close/>
                  <a:moveTo>
                    <a:pt x="404667" y="1310334"/>
                  </a:moveTo>
                  <a:lnTo>
                    <a:pt x="404667" y="1307469"/>
                  </a:lnTo>
                  <a:lnTo>
                    <a:pt x="402877" y="1307469"/>
                  </a:lnTo>
                  <a:lnTo>
                    <a:pt x="402877" y="1310334"/>
                  </a:lnTo>
                  <a:lnTo>
                    <a:pt x="404667" y="1310334"/>
                  </a:lnTo>
                  <a:close/>
                  <a:moveTo>
                    <a:pt x="412607" y="1306098"/>
                  </a:moveTo>
                  <a:lnTo>
                    <a:pt x="414633" y="1308124"/>
                  </a:lnTo>
                  <a:lnTo>
                    <a:pt x="416424" y="1306333"/>
                  </a:lnTo>
                  <a:lnTo>
                    <a:pt x="414398" y="1304308"/>
                  </a:lnTo>
                  <a:lnTo>
                    <a:pt x="412607" y="1306098"/>
                  </a:lnTo>
                  <a:close/>
                  <a:moveTo>
                    <a:pt x="745232" y="1305320"/>
                  </a:moveTo>
                  <a:lnTo>
                    <a:pt x="748097" y="1305320"/>
                  </a:lnTo>
                  <a:lnTo>
                    <a:pt x="748097" y="1303530"/>
                  </a:lnTo>
                  <a:lnTo>
                    <a:pt x="745232" y="1303530"/>
                  </a:lnTo>
                  <a:lnTo>
                    <a:pt x="745232" y="1305320"/>
                  </a:lnTo>
                  <a:close/>
                  <a:moveTo>
                    <a:pt x="2095736" y="1300726"/>
                  </a:moveTo>
                  <a:lnTo>
                    <a:pt x="2097762" y="1302752"/>
                  </a:lnTo>
                  <a:lnTo>
                    <a:pt x="2099553" y="1300962"/>
                  </a:lnTo>
                  <a:lnTo>
                    <a:pt x="2097527" y="1298936"/>
                  </a:lnTo>
                  <a:lnTo>
                    <a:pt x="2095736" y="1300726"/>
                  </a:lnTo>
                  <a:close/>
                  <a:moveTo>
                    <a:pt x="2068878" y="1302752"/>
                  </a:moveTo>
                  <a:lnTo>
                    <a:pt x="2070904" y="1300726"/>
                  </a:lnTo>
                  <a:lnTo>
                    <a:pt x="2069113" y="1298936"/>
                  </a:lnTo>
                  <a:lnTo>
                    <a:pt x="2067087" y="1300962"/>
                  </a:lnTo>
                  <a:lnTo>
                    <a:pt x="2068878" y="1302752"/>
                  </a:lnTo>
                  <a:close/>
                  <a:moveTo>
                    <a:pt x="433316" y="1301381"/>
                  </a:moveTo>
                  <a:lnTo>
                    <a:pt x="433316" y="1298516"/>
                  </a:lnTo>
                  <a:lnTo>
                    <a:pt x="427945" y="1298516"/>
                  </a:lnTo>
                  <a:lnTo>
                    <a:pt x="427945" y="1301381"/>
                  </a:lnTo>
                  <a:lnTo>
                    <a:pt x="433316" y="1301381"/>
                  </a:lnTo>
                  <a:close/>
                  <a:moveTo>
                    <a:pt x="840552" y="1283056"/>
                  </a:moveTo>
                  <a:lnTo>
                    <a:pt x="842577" y="1281030"/>
                  </a:lnTo>
                  <a:lnTo>
                    <a:pt x="840787" y="1279240"/>
                  </a:lnTo>
                  <a:lnTo>
                    <a:pt x="838761" y="1281265"/>
                  </a:lnTo>
                  <a:lnTo>
                    <a:pt x="840552" y="1283056"/>
                  </a:lnTo>
                  <a:close/>
                  <a:moveTo>
                    <a:pt x="931870" y="1275894"/>
                  </a:moveTo>
                  <a:lnTo>
                    <a:pt x="933896" y="1273868"/>
                  </a:lnTo>
                  <a:lnTo>
                    <a:pt x="932106" y="1272077"/>
                  </a:lnTo>
                  <a:lnTo>
                    <a:pt x="930080" y="1274103"/>
                  </a:lnTo>
                  <a:lnTo>
                    <a:pt x="931870" y="1275894"/>
                  </a:lnTo>
                  <a:close/>
                  <a:moveTo>
                    <a:pt x="2097527" y="1274103"/>
                  </a:moveTo>
                  <a:lnTo>
                    <a:pt x="2099553" y="1272077"/>
                  </a:lnTo>
                  <a:lnTo>
                    <a:pt x="2097762" y="1270287"/>
                  </a:lnTo>
                  <a:lnTo>
                    <a:pt x="2095736" y="1272313"/>
                  </a:lnTo>
                  <a:lnTo>
                    <a:pt x="2097527" y="1274103"/>
                  </a:lnTo>
                  <a:close/>
                  <a:moveTo>
                    <a:pt x="2067087" y="1272077"/>
                  </a:moveTo>
                  <a:lnTo>
                    <a:pt x="2069113" y="1274103"/>
                  </a:lnTo>
                  <a:lnTo>
                    <a:pt x="2070904" y="1272313"/>
                  </a:lnTo>
                  <a:lnTo>
                    <a:pt x="2068878" y="1270287"/>
                  </a:lnTo>
                  <a:lnTo>
                    <a:pt x="2067087" y="1272077"/>
                  </a:lnTo>
                  <a:close/>
                  <a:moveTo>
                    <a:pt x="612731" y="1262347"/>
                  </a:moveTo>
                  <a:lnTo>
                    <a:pt x="615596" y="1262347"/>
                  </a:lnTo>
                  <a:lnTo>
                    <a:pt x="615596" y="1260556"/>
                  </a:lnTo>
                  <a:lnTo>
                    <a:pt x="612731" y="1260556"/>
                  </a:lnTo>
                  <a:lnTo>
                    <a:pt x="612731" y="1262347"/>
                  </a:lnTo>
                  <a:close/>
                  <a:moveTo>
                    <a:pt x="612731" y="1256975"/>
                  </a:moveTo>
                  <a:lnTo>
                    <a:pt x="615596" y="1256975"/>
                  </a:lnTo>
                  <a:lnTo>
                    <a:pt x="615596" y="1255185"/>
                  </a:lnTo>
                  <a:lnTo>
                    <a:pt x="612731" y="1255185"/>
                  </a:lnTo>
                  <a:lnTo>
                    <a:pt x="612731" y="1256975"/>
                  </a:lnTo>
                  <a:close/>
                  <a:moveTo>
                    <a:pt x="852308" y="1249455"/>
                  </a:moveTo>
                  <a:lnTo>
                    <a:pt x="852308" y="1246590"/>
                  </a:lnTo>
                  <a:lnTo>
                    <a:pt x="850517" y="1246590"/>
                  </a:lnTo>
                  <a:lnTo>
                    <a:pt x="850517" y="1249455"/>
                  </a:lnTo>
                  <a:lnTo>
                    <a:pt x="852308" y="1249455"/>
                  </a:lnTo>
                  <a:close/>
                  <a:moveTo>
                    <a:pt x="683995" y="1247664"/>
                  </a:moveTo>
                  <a:lnTo>
                    <a:pt x="683995" y="1244799"/>
                  </a:lnTo>
                  <a:lnTo>
                    <a:pt x="682204" y="1244799"/>
                  </a:lnTo>
                  <a:lnTo>
                    <a:pt x="682204" y="1247664"/>
                  </a:lnTo>
                  <a:lnTo>
                    <a:pt x="683995" y="1247664"/>
                  </a:lnTo>
                  <a:close/>
                  <a:moveTo>
                    <a:pt x="786415" y="1244441"/>
                  </a:moveTo>
                  <a:lnTo>
                    <a:pt x="789280" y="1244441"/>
                  </a:lnTo>
                  <a:lnTo>
                    <a:pt x="789280" y="1240860"/>
                  </a:lnTo>
                  <a:lnTo>
                    <a:pt x="786415" y="1240860"/>
                  </a:lnTo>
                  <a:lnTo>
                    <a:pt x="786415" y="1244441"/>
                  </a:lnTo>
                  <a:close/>
                  <a:moveTo>
                    <a:pt x="659285" y="1226536"/>
                  </a:moveTo>
                  <a:lnTo>
                    <a:pt x="662150" y="1226536"/>
                  </a:lnTo>
                  <a:lnTo>
                    <a:pt x="662150" y="1221164"/>
                  </a:lnTo>
                  <a:lnTo>
                    <a:pt x="659285" y="1221164"/>
                  </a:lnTo>
                  <a:lnTo>
                    <a:pt x="659285" y="1226536"/>
                  </a:lnTo>
                  <a:close/>
                  <a:moveTo>
                    <a:pt x="788206" y="1217583"/>
                  </a:moveTo>
                  <a:lnTo>
                    <a:pt x="791071" y="1217583"/>
                  </a:lnTo>
                  <a:lnTo>
                    <a:pt x="791071" y="1215792"/>
                  </a:lnTo>
                  <a:lnTo>
                    <a:pt x="788206" y="1215792"/>
                  </a:lnTo>
                  <a:lnTo>
                    <a:pt x="788206" y="1217583"/>
                  </a:lnTo>
                  <a:close/>
                  <a:moveTo>
                    <a:pt x="324092" y="1211853"/>
                  </a:moveTo>
                  <a:lnTo>
                    <a:pt x="324092" y="1208988"/>
                  </a:lnTo>
                  <a:lnTo>
                    <a:pt x="318720" y="1208988"/>
                  </a:lnTo>
                  <a:lnTo>
                    <a:pt x="318720" y="1211853"/>
                  </a:lnTo>
                  <a:lnTo>
                    <a:pt x="324092" y="1211853"/>
                  </a:lnTo>
                  <a:close/>
                  <a:moveTo>
                    <a:pt x="725536" y="1205049"/>
                  </a:moveTo>
                  <a:lnTo>
                    <a:pt x="728401" y="1205049"/>
                  </a:lnTo>
                  <a:lnTo>
                    <a:pt x="728401" y="1203258"/>
                  </a:lnTo>
                  <a:lnTo>
                    <a:pt x="725536" y="1203258"/>
                  </a:lnTo>
                  <a:lnTo>
                    <a:pt x="725536" y="1205049"/>
                  </a:lnTo>
                  <a:close/>
                  <a:moveTo>
                    <a:pt x="711631" y="1204036"/>
                  </a:moveTo>
                  <a:lnTo>
                    <a:pt x="713657" y="1206062"/>
                  </a:lnTo>
                  <a:lnTo>
                    <a:pt x="715448" y="1204271"/>
                  </a:lnTo>
                  <a:lnTo>
                    <a:pt x="713422" y="1202245"/>
                  </a:lnTo>
                  <a:lnTo>
                    <a:pt x="711631" y="1204036"/>
                  </a:lnTo>
                  <a:close/>
                  <a:moveTo>
                    <a:pt x="768510" y="1192515"/>
                  </a:moveTo>
                  <a:lnTo>
                    <a:pt x="771375" y="1192515"/>
                  </a:lnTo>
                  <a:lnTo>
                    <a:pt x="771375" y="1190724"/>
                  </a:lnTo>
                  <a:lnTo>
                    <a:pt x="768510" y="1190724"/>
                  </a:lnTo>
                  <a:lnTo>
                    <a:pt x="768510" y="1192515"/>
                  </a:lnTo>
                  <a:close/>
                  <a:moveTo>
                    <a:pt x="299802" y="1170015"/>
                  </a:moveTo>
                  <a:lnTo>
                    <a:pt x="301827" y="1172041"/>
                  </a:lnTo>
                  <a:lnTo>
                    <a:pt x="303618" y="1170251"/>
                  </a:lnTo>
                  <a:lnTo>
                    <a:pt x="301592" y="1168225"/>
                  </a:lnTo>
                  <a:lnTo>
                    <a:pt x="299802" y="1170015"/>
                  </a:lnTo>
                  <a:close/>
                  <a:moveTo>
                    <a:pt x="587663" y="1167447"/>
                  </a:moveTo>
                  <a:lnTo>
                    <a:pt x="590528" y="1167447"/>
                  </a:lnTo>
                  <a:lnTo>
                    <a:pt x="590528" y="1165656"/>
                  </a:lnTo>
                  <a:lnTo>
                    <a:pt x="587663" y="1165656"/>
                  </a:lnTo>
                  <a:lnTo>
                    <a:pt x="587663" y="1167447"/>
                  </a:lnTo>
                  <a:close/>
                  <a:moveTo>
                    <a:pt x="850517" y="1163508"/>
                  </a:moveTo>
                  <a:lnTo>
                    <a:pt x="850517" y="1160643"/>
                  </a:lnTo>
                  <a:lnTo>
                    <a:pt x="848727" y="1160643"/>
                  </a:lnTo>
                  <a:lnTo>
                    <a:pt x="848727" y="1163508"/>
                  </a:lnTo>
                  <a:lnTo>
                    <a:pt x="850517" y="1163508"/>
                  </a:lnTo>
                  <a:close/>
                  <a:moveTo>
                    <a:pt x="322301" y="1161717"/>
                  </a:moveTo>
                  <a:lnTo>
                    <a:pt x="322301" y="1158852"/>
                  </a:lnTo>
                  <a:lnTo>
                    <a:pt x="320511" y="1158852"/>
                  </a:lnTo>
                  <a:lnTo>
                    <a:pt x="320511" y="1161717"/>
                  </a:lnTo>
                  <a:lnTo>
                    <a:pt x="322301" y="1161717"/>
                  </a:lnTo>
                  <a:close/>
                  <a:moveTo>
                    <a:pt x="696887" y="1158494"/>
                  </a:moveTo>
                  <a:lnTo>
                    <a:pt x="699752" y="1158494"/>
                  </a:lnTo>
                  <a:lnTo>
                    <a:pt x="699752" y="1156704"/>
                  </a:lnTo>
                  <a:lnTo>
                    <a:pt x="696887" y="1156704"/>
                  </a:lnTo>
                  <a:lnTo>
                    <a:pt x="696887" y="1158494"/>
                  </a:lnTo>
                  <a:close/>
                  <a:moveTo>
                    <a:pt x="587663" y="1158494"/>
                  </a:moveTo>
                  <a:lnTo>
                    <a:pt x="590528" y="1158494"/>
                  </a:lnTo>
                  <a:lnTo>
                    <a:pt x="590528" y="1156704"/>
                  </a:lnTo>
                  <a:lnTo>
                    <a:pt x="587663" y="1156704"/>
                  </a:lnTo>
                  <a:lnTo>
                    <a:pt x="587663" y="1158494"/>
                  </a:lnTo>
                  <a:close/>
                  <a:moveTo>
                    <a:pt x="897850" y="1143157"/>
                  </a:moveTo>
                  <a:lnTo>
                    <a:pt x="899876" y="1145183"/>
                  </a:lnTo>
                  <a:lnTo>
                    <a:pt x="901666" y="1143392"/>
                  </a:lnTo>
                  <a:lnTo>
                    <a:pt x="899640" y="1141366"/>
                  </a:lnTo>
                  <a:lnTo>
                    <a:pt x="897850" y="1143157"/>
                  </a:lnTo>
                  <a:close/>
                  <a:moveTo>
                    <a:pt x="829031" y="1143812"/>
                  </a:moveTo>
                  <a:lnTo>
                    <a:pt x="829031" y="1140947"/>
                  </a:lnTo>
                  <a:lnTo>
                    <a:pt x="825450" y="1140947"/>
                  </a:lnTo>
                  <a:lnTo>
                    <a:pt x="825450" y="1143812"/>
                  </a:lnTo>
                  <a:lnTo>
                    <a:pt x="829031" y="1143812"/>
                  </a:lnTo>
                  <a:close/>
                  <a:moveTo>
                    <a:pt x="615954" y="1140231"/>
                  </a:moveTo>
                  <a:lnTo>
                    <a:pt x="615954" y="1137366"/>
                  </a:lnTo>
                  <a:lnTo>
                    <a:pt x="614163" y="1137366"/>
                  </a:lnTo>
                  <a:lnTo>
                    <a:pt x="614163" y="1140231"/>
                  </a:lnTo>
                  <a:lnTo>
                    <a:pt x="615954" y="1140231"/>
                  </a:lnTo>
                  <a:close/>
                  <a:moveTo>
                    <a:pt x="610582" y="1140231"/>
                  </a:moveTo>
                  <a:lnTo>
                    <a:pt x="610582" y="1137366"/>
                  </a:lnTo>
                  <a:lnTo>
                    <a:pt x="608791" y="1137366"/>
                  </a:lnTo>
                  <a:lnTo>
                    <a:pt x="608791" y="1140231"/>
                  </a:lnTo>
                  <a:lnTo>
                    <a:pt x="610582" y="1140231"/>
                  </a:lnTo>
                  <a:close/>
                  <a:moveTo>
                    <a:pt x="899640" y="1118324"/>
                  </a:moveTo>
                  <a:lnTo>
                    <a:pt x="901666" y="1116298"/>
                  </a:lnTo>
                  <a:lnTo>
                    <a:pt x="899876" y="1114508"/>
                  </a:lnTo>
                  <a:lnTo>
                    <a:pt x="897850" y="1116534"/>
                  </a:lnTo>
                  <a:lnTo>
                    <a:pt x="899640" y="1118324"/>
                  </a:lnTo>
                  <a:close/>
                  <a:moveTo>
                    <a:pt x="723387" y="1109791"/>
                  </a:moveTo>
                  <a:lnTo>
                    <a:pt x="723387" y="1106926"/>
                  </a:lnTo>
                  <a:lnTo>
                    <a:pt x="721597" y="1106926"/>
                  </a:lnTo>
                  <a:lnTo>
                    <a:pt x="721597" y="1109791"/>
                  </a:lnTo>
                  <a:lnTo>
                    <a:pt x="723387" y="1109791"/>
                  </a:lnTo>
                  <a:close/>
                  <a:moveTo>
                    <a:pt x="877376" y="1108000"/>
                  </a:moveTo>
                  <a:lnTo>
                    <a:pt x="877376" y="1105135"/>
                  </a:lnTo>
                  <a:lnTo>
                    <a:pt x="875585" y="1105135"/>
                  </a:lnTo>
                  <a:lnTo>
                    <a:pt x="875585" y="1108000"/>
                  </a:lnTo>
                  <a:lnTo>
                    <a:pt x="877376" y="1108000"/>
                  </a:lnTo>
                  <a:close/>
                  <a:moveTo>
                    <a:pt x="753827" y="1102629"/>
                  </a:moveTo>
                  <a:lnTo>
                    <a:pt x="753827" y="1099764"/>
                  </a:lnTo>
                  <a:lnTo>
                    <a:pt x="752036" y="1099764"/>
                  </a:lnTo>
                  <a:lnTo>
                    <a:pt x="752036" y="1102629"/>
                  </a:lnTo>
                  <a:lnTo>
                    <a:pt x="753827" y="1102629"/>
                  </a:lnTo>
                  <a:close/>
                  <a:moveTo>
                    <a:pt x="662508" y="1081142"/>
                  </a:moveTo>
                  <a:lnTo>
                    <a:pt x="662508" y="1078277"/>
                  </a:lnTo>
                  <a:lnTo>
                    <a:pt x="660718" y="1078277"/>
                  </a:lnTo>
                  <a:lnTo>
                    <a:pt x="660718" y="1081142"/>
                  </a:lnTo>
                  <a:lnTo>
                    <a:pt x="662508" y="1081142"/>
                  </a:lnTo>
                  <a:close/>
                  <a:moveTo>
                    <a:pt x="653555" y="1081142"/>
                  </a:moveTo>
                  <a:lnTo>
                    <a:pt x="653555" y="1078277"/>
                  </a:lnTo>
                  <a:lnTo>
                    <a:pt x="651765" y="1078277"/>
                  </a:lnTo>
                  <a:lnTo>
                    <a:pt x="651765" y="1081142"/>
                  </a:lnTo>
                  <a:lnTo>
                    <a:pt x="653555" y="1081142"/>
                  </a:lnTo>
                  <a:close/>
                  <a:moveTo>
                    <a:pt x="736699" y="1067953"/>
                  </a:moveTo>
                  <a:lnTo>
                    <a:pt x="738725" y="1069979"/>
                  </a:lnTo>
                  <a:lnTo>
                    <a:pt x="740515" y="1068188"/>
                  </a:lnTo>
                  <a:lnTo>
                    <a:pt x="738490" y="1066163"/>
                  </a:lnTo>
                  <a:lnTo>
                    <a:pt x="736699" y="1067953"/>
                  </a:lnTo>
                  <a:close/>
                  <a:moveTo>
                    <a:pt x="793219" y="1066817"/>
                  </a:moveTo>
                  <a:lnTo>
                    <a:pt x="793219" y="1063953"/>
                  </a:lnTo>
                  <a:lnTo>
                    <a:pt x="787848" y="1063953"/>
                  </a:lnTo>
                  <a:lnTo>
                    <a:pt x="787848" y="1066817"/>
                  </a:lnTo>
                  <a:lnTo>
                    <a:pt x="793219" y="1066817"/>
                  </a:lnTo>
                  <a:close/>
                  <a:moveTo>
                    <a:pt x="691515" y="1067176"/>
                  </a:moveTo>
                  <a:lnTo>
                    <a:pt x="694380" y="1067176"/>
                  </a:lnTo>
                  <a:lnTo>
                    <a:pt x="694380" y="1065385"/>
                  </a:lnTo>
                  <a:lnTo>
                    <a:pt x="691515" y="1065385"/>
                  </a:lnTo>
                  <a:lnTo>
                    <a:pt x="691515" y="1067176"/>
                  </a:lnTo>
                  <a:close/>
                  <a:moveTo>
                    <a:pt x="772510" y="1066398"/>
                  </a:moveTo>
                  <a:lnTo>
                    <a:pt x="774536" y="1064372"/>
                  </a:lnTo>
                  <a:lnTo>
                    <a:pt x="772746" y="1062582"/>
                  </a:lnTo>
                  <a:lnTo>
                    <a:pt x="770720" y="1064607"/>
                  </a:lnTo>
                  <a:lnTo>
                    <a:pt x="772510" y="1066398"/>
                  </a:lnTo>
                  <a:close/>
                  <a:moveTo>
                    <a:pt x="886329" y="1059655"/>
                  </a:moveTo>
                  <a:lnTo>
                    <a:pt x="886329" y="1056790"/>
                  </a:lnTo>
                  <a:lnTo>
                    <a:pt x="884538" y="1056790"/>
                  </a:lnTo>
                  <a:lnTo>
                    <a:pt x="884538" y="1059655"/>
                  </a:lnTo>
                  <a:lnTo>
                    <a:pt x="886329" y="1059655"/>
                  </a:lnTo>
                  <a:close/>
                  <a:moveTo>
                    <a:pt x="760989" y="1059655"/>
                  </a:moveTo>
                  <a:lnTo>
                    <a:pt x="760989" y="1056790"/>
                  </a:lnTo>
                  <a:lnTo>
                    <a:pt x="759199" y="1056790"/>
                  </a:lnTo>
                  <a:lnTo>
                    <a:pt x="759199" y="1059655"/>
                  </a:lnTo>
                  <a:lnTo>
                    <a:pt x="760989" y="1059655"/>
                  </a:lnTo>
                  <a:close/>
                  <a:moveTo>
                    <a:pt x="755618" y="1059655"/>
                  </a:moveTo>
                  <a:lnTo>
                    <a:pt x="755618" y="1056790"/>
                  </a:lnTo>
                  <a:lnTo>
                    <a:pt x="753827" y="1056790"/>
                  </a:lnTo>
                  <a:lnTo>
                    <a:pt x="753827" y="1059655"/>
                  </a:lnTo>
                  <a:lnTo>
                    <a:pt x="755618" y="1059655"/>
                  </a:lnTo>
                  <a:close/>
                  <a:moveTo>
                    <a:pt x="691515" y="1058223"/>
                  </a:moveTo>
                  <a:lnTo>
                    <a:pt x="694380" y="1058223"/>
                  </a:lnTo>
                  <a:lnTo>
                    <a:pt x="694380" y="1056432"/>
                  </a:lnTo>
                  <a:lnTo>
                    <a:pt x="691515" y="1056432"/>
                  </a:lnTo>
                  <a:lnTo>
                    <a:pt x="691515" y="1058223"/>
                  </a:lnTo>
                  <a:close/>
                  <a:moveTo>
                    <a:pt x="789638" y="1054283"/>
                  </a:moveTo>
                  <a:lnTo>
                    <a:pt x="789638" y="1051419"/>
                  </a:lnTo>
                  <a:lnTo>
                    <a:pt x="786057" y="1051419"/>
                  </a:lnTo>
                  <a:lnTo>
                    <a:pt x="786057" y="1054283"/>
                  </a:lnTo>
                  <a:lnTo>
                    <a:pt x="789638" y="1054283"/>
                  </a:lnTo>
                  <a:close/>
                  <a:moveTo>
                    <a:pt x="632427" y="1060013"/>
                  </a:moveTo>
                  <a:lnTo>
                    <a:pt x="635292" y="1060013"/>
                  </a:lnTo>
                  <a:lnTo>
                    <a:pt x="635292" y="1052851"/>
                  </a:lnTo>
                  <a:lnTo>
                    <a:pt x="632427" y="1052851"/>
                  </a:lnTo>
                  <a:lnTo>
                    <a:pt x="632427" y="1060013"/>
                  </a:lnTo>
                  <a:close/>
                  <a:moveTo>
                    <a:pt x="772510" y="1048492"/>
                  </a:moveTo>
                  <a:lnTo>
                    <a:pt x="774536" y="1046466"/>
                  </a:lnTo>
                  <a:lnTo>
                    <a:pt x="772746" y="1044676"/>
                  </a:lnTo>
                  <a:lnTo>
                    <a:pt x="770720" y="1046702"/>
                  </a:lnTo>
                  <a:lnTo>
                    <a:pt x="772510" y="1048492"/>
                  </a:lnTo>
                  <a:close/>
                  <a:moveTo>
                    <a:pt x="750604" y="1045689"/>
                  </a:moveTo>
                  <a:lnTo>
                    <a:pt x="753469" y="1045689"/>
                  </a:lnTo>
                  <a:lnTo>
                    <a:pt x="753469" y="1040317"/>
                  </a:lnTo>
                  <a:lnTo>
                    <a:pt x="750604" y="1040317"/>
                  </a:lnTo>
                  <a:lnTo>
                    <a:pt x="750604" y="1045689"/>
                  </a:lnTo>
                  <a:close/>
                  <a:moveTo>
                    <a:pt x="638218" y="1041095"/>
                  </a:moveTo>
                  <a:lnTo>
                    <a:pt x="640244" y="1043121"/>
                  </a:lnTo>
                  <a:lnTo>
                    <a:pt x="642034" y="1041330"/>
                  </a:lnTo>
                  <a:lnTo>
                    <a:pt x="640009" y="1039304"/>
                  </a:lnTo>
                  <a:lnTo>
                    <a:pt x="638218" y="1041095"/>
                  </a:lnTo>
                  <a:close/>
                  <a:moveTo>
                    <a:pt x="807902" y="1031364"/>
                  </a:moveTo>
                  <a:lnTo>
                    <a:pt x="810767" y="1031364"/>
                  </a:lnTo>
                  <a:lnTo>
                    <a:pt x="810767" y="1029574"/>
                  </a:lnTo>
                  <a:lnTo>
                    <a:pt x="807902" y="1029574"/>
                  </a:lnTo>
                  <a:lnTo>
                    <a:pt x="807902" y="1031364"/>
                  </a:lnTo>
                  <a:close/>
                  <a:moveTo>
                    <a:pt x="764929" y="1034945"/>
                  </a:moveTo>
                  <a:lnTo>
                    <a:pt x="767793" y="1034945"/>
                  </a:lnTo>
                  <a:lnTo>
                    <a:pt x="767793" y="1027783"/>
                  </a:lnTo>
                  <a:lnTo>
                    <a:pt x="764929" y="1027783"/>
                  </a:lnTo>
                  <a:lnTo>
                    <a:pt x="764929" y="1034945"/>
                  </a:lnTo>
                  <a:close/>
                  <a:moveTo>
                    <a:pt x="730550" y="1022053"/>
                  </a:moveTo>
                  <a:lnTo>
                    <a:pt x="730550" y="1019188"/>
                  </a:lnTo>
                  <a:lnTo>
                    <a:pt x="728759" y="1019188"/>
                  </a:lnTo>
                  <a:lnTo>
                    <a:pt x="728759" y="1022053"/>
                  </a:lnTo>
                  <a:lnTo>
                    <a:pt x="730550" y="1022053"/>
                  </a:lnTo>
                  <a:close/>
                  <a:moveTo>
                    <a:pt x="802950" y="1018053"/>
                  </a:moveTo>
                  <a:lnTo>
                    <a:pt x="804976" y="1016027"/>
                  </a:lnTo>
                  <a:lnTo>
                    <a:pt x="803185" y="1014236"/>
                  </a:lnTo>
                  <a:lnTo>
                    <a:pt x="801159" y="1016262"/>
                  </a:lnTo>
                  <a:lnTo>
                    <a:pt x="802950" y="1018053"/>
                  </a:lnTo>
                  <a:close/>
                  <a:moveTo>
                    <a:pt x="770720" y="1016027"/>
                  </a:moveTo>
                  <a:lnTo>
                    <a:pt x="772746" y="1018053"/>
                  </a:lnTo>
                  <a:lnTo>
                    <a:pt x="774536" y="1016262"/>
                  </a:lnTo>
                  <a:lnTo>
                    <a:pt x="772510" y="1014236"/>
                  </a:lnTo>
                  <a:lnTo>
                    <a:pt x="770720" y="1016027"/>
                  </a:lnTo>
                  <a:close/>
                  <a:moveTo>
                    <a:pt x="791429" y="1011310"/>
                  </a:moveTo>
                  <a:lnTo>
                    <a:pt x="791429" y="1008445"/>
                  </a:lnTo>
                  <a:lnTo>
                    <a:pt x="784267" y="1008445"/>
                  </a:lnTo>
                  <a:lnTo>
                    <a:pt x="784267" y="1011310"/>
                  </a:lnTo>
                  <a:lnTo>
                    <a:pt x="791429" y="1011310"/>
                  </a:lnTo>
                  <a:close/>
                  <a:moveTo>
                    <a:pt x="694738" y="993404"/>
                  </a:moveTo>
                  <a:lnTo>
                    <a:pt x="694738" y="990539"/>
                  </a:lnTo>
                  <a:lnTo>
                    <a:pt x="691157" y="990539"/>
                  </a:lnTo>
                  <a:lnTo>
                    <a:pt x="691157" y="993404"/>
                  </a:lnTo>
                  <a:lnTo>
                    <a:pt x="694738" y="993404"/>
                  </a:lnTo>
                  <a:close/>
                  <a:moveTo>
                    <a:pt x="687576" y="993404"/>
                  </a:moveTo>
                  <a:lnTo>
                    <a:pt x="687576" y="990539"/>
                  </a:lnTo>
                  <a:lnTo>
                    <a:pt x="685786" y="990539"/>
                  </a:lnTo>
                  <a:lnTo>
                    <a:pt x="685786" y="993404"/>
                  </a:lnTo>
                  <a:lnTo>
                    <a:pt x="687576" y="993404"/>
                  </a:lnTo>
                  <a:close/>
                  <a:moveTo>
                    <a:pt x="916768" y="991614"/>
                  </a:moveTo>
                  <a:lnTo>
                    <a:pt x="916768" y="988749"/>
                  </a:lnTo>
                  <a:lnTo>
                    <a:pt x="914978" y="988749"/>
                  </a:lnTo>
                  <a:lnTo>
                    <a:pt x="914978" y="991614"/>
                  </a:lnTo>
                  <a:lnTo>
                    <a:pt x="916768" y="991614"/>
                  </a:lnTo>
                  <a:close/>
                  <a:moveTo>
                    <a:pt x="674029" y="987613"/>
                  </a:moveTo>
                  <a:lnTo>
                    <a:pt x="676055" y="985587"/>
                  </a:lnTo>
                  <a:lnTo>
                    <a:pt x="674265" y="983797"/>
                  </a:lnTo>
                  <a:lnTo>
                    <a:pt x="672239" y="985823"/>
                  </a:lnTo>
                  <a:lnTo>
                    <a:pt x="674029" y="987613"/>
                  </a:lnTo>
                  <a:close/>
                  <a:moveTo>
                    <a:pt x="933241" y="972276"/>
                  </a:moveTo>
                  <a:lnTo>
                    <a:pt x="936106" y="972276"/>
                  </a:lnTo>
                  <a:lnTo>
                    <a:pt x="936106" y="970485"/>
                  </a:lnTo>
                  <a:lnTo>
                    <a:pt x="933241" y="970485"/>
                  </a:lnTo>
                  <a:lnTo>
                    <a:pt x="933241" y="972276"/>
                  </a:lnTo>
                  <a:close/>
                  <a:moveTo>
                    <a:pt x="782476" y="964755"/>
                  </a:moveTo>
                  <a:lnTo>
                    <a:pt x="782476" y="961890"/>
                  </a:lnTo>
                  <a:lnTo>
                    <a:pt x="777104" y="961890"/>
                  </a:lnTo>
                  <a:lnTo>
                    <a:pt x="777104" y="964755"/>
                  </a:lnTo>
                  <a:lnTo>
                    <a:pt x="782476" y="964755"/>
                  </a:lnTo>
                  <a:close/>
                  <a:moveTo>
                    <a:pt x="711212" y="965113"/>
                  </a:moveTo>
                  <a:lnTo>
                    <a:pt x="714077" y="965113"/>
                  </a:lnTo>
                  <a:lnTo>
                    <a:pt x="714077" y="963323"/>
                  </a:lnTo>
                  <a:lnTo>
                    <a:pt x="711212" y="963323"/>
                  </a:lnTo>
                  <a:lnTo>
                    <a:pt x="711212" y="965113"/>
                  </a:lnTo>
                  <a:close/>
                  <a:moveTo>
                    <a:pt x="918559" y="954012"/>
                  </a:moveTo>
                  <a:lnTo>
                    <a:pt x="918559" y="951147"/>
                  </a:lnTo>
                  <a:lnTo>
                    <a:pt x="916768" y="951147"/>
                  </a:lnTo>
                  <a:lnTo>
                    <a:pt x="916768" y="954012"/>
                  </a:lnTo>
                  <a:lnTo>
                    <a:pt x="918559" y="954012"/>
                  </a:lnTo>
                  <a:close/>
                  <a:moveTo>
                    <a:pt x="894269" y="944640"/>
                  </a:moveTo>
                  <a:lnTo>
                    <a:pt x="896294" y="942614"/>
                  </a:lnTo>
                  <a:lnTo>
                    <a:pt x="894504" y="940823"/>
                  </a:lnTo>
                  <a:lnTo>
                    <a:pt x="892478" y="942849"/>
                  </a:lnTo>
                  <a:lnTo>
                    <a:pt x="894269" y="944640"/>
                  </a:lnTo>
                  <a:close/>
                  <a:moveTo>
                    <a:pt x="863829" y="942614"/>
                  </a:moveTo>
                  <a:lnTo>
                    <a:pt x="865855" y="944640"/>
                  </a:lnTo>
                  <a:lnTo>
                    <a:pt x="867645" y="942849"/>
                  </a:lnTo>
                  <a:lnTo>
                    <a:pt x="865620" y="940823"/>
                  </a:lnTo>
                  <a:lnTo>
                    <a:pt x="863829" y="942614"/>
                  </a:lnTo>
                  <a:close/>
                  <a:moveTo>
                    <a:pt x="870991" y="937242"/>
                  </a:moveTo>
                  <a:lnTo>
                    <a:pt x="873017" y="939268"/>
                  </a:lnTo>
                  <a:lnTo>
                    <a:pt x="874808" y="937477"/>
                  </a:lnTo>
                  <a:lnTo>
                    <a:pt x="872782" y="935452"/>
                  </a:lnTo>
                  <a:lnTo>
                    <a:pt x="870991" y="937242"/>
                  </a:lnTo>
                  <a:close/>
                  <a:moveTo>
                    <a:pt x="896059" y="933661"/>
                  </a:moveTo>
                  <a:lnTo>
                    <a:pt x="898085" y="935687"/>
                  </a:lnTo>
                  <a:lnTo>
                    <a:pt x="899876" y="933896"/>
                  </a:lnTo>
                  <a:lnTo>
                    <a:pt x="897850" y="931870"/>
                  </a:lnTo>
                  <a:lnTo>
                    <a:pt x="896059" y="933661"/>
                  </a:lnTo>
                  <a:close/>
                  <a:moveTo>
                    <a:pt x="795788" y="928525"/>
                  </a:moveTo>
                  <a:lnTo>
                    <a:pt x="797813" y="926499"/>
                  </a:lnTo>
                  <a:lnTo>
                    <a:pt x="796023" y="924708"/>
                  </a:lnTo>
                  <a:lnTo>
                    <a:pt x="793997" y="926734"/>
                  </a:lnTo>
                  <a:lnTo>
                    <a:pt x="795788" y="928525"/>
                  </a:lnTo>
                  <a:close/>
                  <a:moveTo>
                    <a:pt x="645380" y="885551"/>
                  </a:moveTo>
                  <a:lnTo>
                    <a:pt x="647406" y="883525"/>
                  </a:lnTo>
                  <a:lnTo>
                    <a:pt x="645616" y="881735"/>
                  </a:lnTo>
                  <a:lnTo>
                    <a:pt x="643590" y="883760"/>
                  </a:lnTo>
                  <a:lnTo>
                    <a:pt x="645380" y="885551"/>
                  </a:lnTo>
                  <a:close/>
                  <a:moveTo>
                    <a:pt x="745652" y="870991"/>
                  </a:moveTo>
                  <a:lnTo>
                    <a:pt x="747678" y="873017"/>
                  </a:lnTo>
                  <a:lnTo>
                    <a:pt x="749468" y="871227"/>
                  </a:lnTo>
                  <a:lnTo>
                    <a:pt x="747442" y="869201"/>
                  </a:lnTo>
                  <a:lnTo>
                    <a:pt x="745652" y="870991"/>
                  </a:lnTo>
                  <a:close/>
                  <a:moveTo>
                    <a:pt x="660718" y="842997"/>
                  </a:moveTo>
                  <a:lnTo>
                    <a:pt x="660718" y="840132"/>
                  </a:lnTo>
                  <a:lnTo>
                    <a:pt x="658927" y="840132"/>
                  </a:lnTo>
                  <a:lnTo>
                    <a:pt x="658927" y="842997"/>
                  </a:lnTo>
                  <a:lnTo>
                    <a:pt x="660718" y="842997"/>
                  </a:lnTo>
                  <a:close/>
                  <a:moveTo>
                    <a:pt x="710854" y="832254"/>
                  </a:moveTo>
                  <a:lnTo>
                    <a:pt x="710854" y="829389"/>
                  </a:lnTo>
                  <a:lnTo>
                    <a:pt x="709063" y="829389"/>
                  </a:lnTo>
                  <a:lnTo>
                    <a:pt x="709063" y="832254"/>
                  </a:lnTo>
                  <a:lnTo>
                    <a:pt x="710854" y="832254"/>
                  </a:lnTo>
                  <a:close/>
                  <a:moveTo>
                    <a:pt x="801159" y="819300"/>
                  </a:moveTo>
                  <a:lnTo>
                    <a:pt x="803185" y="817274"/>
                  </a:lnTo>
                  <a:lnTo>
                    <a:pt x="801395" y="815484"/>
                  </a:lnTo>
                  <a:lnTo>
                    <a:pt x="799369" y="817510"/>
                  </a:lnTo>
                  <a:lnTo>
                    <a:pt x="801159" y="819300"/>
                  </a:lnTo>
                  <a:close/>
                  <a:moveTo>
                    <a:pt x="736279" y="811125"/>
                  </a:moveTo>
                  <a:lnTo>
                    <a:pt x="739144" y="811125"/>
                  </a:lnTo>
                  <a:lnTo>
                    <a:pt x="739144" y="805753"/>
                  </a:lnTo>
                  <a:lnTo>
                    <a:pt x="736279" y="805753"/>
                  </a:lnTo>
                  <a:lnTo>
                    <a:pt x="736279" y="811125"/>
                  </a:lnTo>
                  <a:close/>
                  <a:moveTo>
                    <a:pt x="731327" y="794232"/>
                  </a:moveTo>
                  <a:lnTo>
                    <a:pt x="733353" y="792207"/>
                  </a:lnTo>
                  <a:lnTo>
                    <a:pt x="731563" y="790416"/>
                  </a:lnTo>
                  <a:lnTo>
                    <a:pt x="729537" y="792442"/>
                  </a:lnTo>
                  <a:lnTo>
                    <a:pt x="731327" y="794232"/>
                  </a:lnTo>
                  <a:close/>
                  <a:moveTo>
                    <a:pt x="460952" y="715448"/>
                  </a:moveTo>
                  <a:lnTo>
                    <a:pt x="462978" y="713422"/>
                  </a:lnTo>
                  <a:lnTo>
                    <a:pt x="461188" y="711631"/>
                  </a:lnTo>
                  <a:lnTo>
                    <a:pt x="459162" y="713657"/>
                  </a:lnTo>
                  <a:lnTo>
                    <a:pt x="460952" y="715448"/>
                  </a:lnTo>
                  <a:close/>
                  <a:moveTo>
                    <a:pt x="451580" y="696529"/>
                  </a:moveTo>
                  <a:lnTo>
                    <a:pt x="454445" y="696529"/>
                  </a:lnTo>
                  <a:lnTo>
                    <a:pt x="454445" y="692948"/>
                  </a:lnTo>
                  <a:lnTo>
                    <a:pt x="451580" y="692948"/>
                  </a:lnTo>
                  <a:lnTo>
                    <a:pt x="451580" y="696529"/>
                  </a:lnTo>
                  <a:close/>
                  <a:moveTo>
                    <a:pt x="448418" y="686799"/>
                  </a:moveTo>
                  <a:lnTo>
                    <a:pt x="450444" y="684773"/>
                  </a:lnTo>
                  <a:lnTo>
                    <a:pt x="445073" y="679401"/>
                  </a:lnTo>
                  <a:lnTo>
                    <a:pt x="443047" y="681427"/>
                  </a:lnTo>
                  <a:lnTo>
                    <a:pt x="448418" y="686799"/>
                  </a:lnTo>
                  <a:close/>
                  <a:moveTo>
                    <a:pt x="531797" y="674684"/>
                  </a:moveTo>
                  <a:lnTo>
                    <a:pt x="531797" y="671819"/>
                  </a:lnTo>
                  <a:lnTo>
                    <a:pt x="530007" y="671819"/>
                  </a:lnTo>
                  <a:lnTo>
                    <a:pt x="530007" y="674684"/>
                  </a:lnTo>
                  <a:lnTo>
                    <a:pt x="531797" y="674684"/>
                  </a:lnTo>
                  <a:close/>
                  <a:moveTo>
                    <a:pt x="526426" y="674684"/>
                  </a:moveTo>
                  <a:lnTo>
                    <a:pt x="526426" y="671819"/>
                  </a:lnTo>
                  <a:lnTo>
                    <a:pt x="524635" y="671819"/>
                  </a:lnTo>
                  <a:lnTo>
                    <a:pt x="524635" y="674684"/>
                  </a:lnTo>
                  <a:lnTo>
                    <a:pt x="526426" y="674684"/>
                  </a:lnTo>
                  <a:close/>
                  <a:moveTo>
                    <a:pt x="444837" y="647171"/>
                  </a:moveTo>
                  <a:lnTo>
                    <a:pt x="446863" y="649197"/>
                  </a:lnTo>
                  <a:lnTo>
                    <a:pt x="448654" y="647406"/>
                  </a:lnTo>
                  <a:lnTo>
                    <a:pt x="446628" y="645380"/>
                  </a:lnTo>
                  <a:lnTo>
                    <a:pt x="444837" y="647171"/>
                  </a:lnTo>
                  <a:close/>
                  <a:moveTo>
                    <a:pt x="473486" y="625684"/>
                  </a:moveTo>
                  <a:lnTo>
                    <a:pt x="475512" y="627710"/>
                  </a:lnTo>
                  <a:lnTo>
                    <a:pt x="477303" y="625919"/>
                  </a:lnTo>
                  <a:lnTo>
                    <a:pt x="475277" y="623894"/>
                  </a:lnTo>
                  <a:lnTo>
                    <a:pt x="473486" y="625684"/>
                  </a:lnTo>
                  <a:close/>
                  <a:moveTo>
                    <a:pt x="531797" y="624548"/>
                  </a:moveTo>
                  <a:lnTo>
                    <a:pt x="531797" y="621683"/>
                  </a:lnTo>
                  <a:lnTo>
                    <a:pt x="530007" y="621683"/>
                  </a:lnTo>
                  <a:lnTo>
                    <a:pt x="530007" y="624548"/>
                  </a:lnTo>
                  <a:lnTo>
                    <a:pt x="531797" y="624548"/>
                  </a:lnTo>
                  <a:close/>
                  <a:moveTo>
                    <a:pt x="524635" y="624548"/>
                  </a:moveTo>
                  <a:lnTo>
                    <a:pt x="524635" y="621683"/>
                  </a:lnTo>
                  <a:lnTo>
                    <a:pt x="522844" y="621683"/>
                  </a:lnTo>
                  <a:lnTo>
                    <a:pt x="522844" y="624548"/>
                  </a:lnTo>
                  <a:lnTo>
                    <a:pt x="524635" y="624548"/>
                  </a:lnTo>
                  <a:close/>
                  <a:moveTo>
                    <a:pt x="567608" y="458026"/>
                  </a:moveTo>
                  <a:lnTo>
                    <a:pt x="567608" y="455161"/>
                  </a:lnTo>
                  <a:lnTo>
                    <a:pt x="564027" y="455161"/>
                  </a:lnTo>
                  <a:lnTo>
                    <a:pt x="564027" y="458026"/>
                  </a:lnTo>
                  <a:lnTo>
                    <a:pt x="567608" y="458026"/>
                  </a:lnTo>
                  <a:close/>
                  <a:moveTo>
                    <a:pt x="262200" y="450444"/>
                  </a:moveTo>
                  <a:lnTo>
                    <a:pt x="264226" y="448418"/>
                  </a:lnTo>
                  <a:lnTo>
                    <a:pt x="258854" y="443047"/>
                  </a:lnTo>
                  <a:lnTo>
                    <a:pt x="256828" y="445073"/>
                  </a:lnTo>
                  <a:lnTo>
                    <a:pt x="262200" y="450444"/>
                  </a:lnTo>
                  <a:close/>
                  <a:moveTo>
                    <a:pt x="589453" y="436897"/>
                  </a:moveTo>
                  <a:lnTo>
                    <a:pt x="592318" y="436897"/>
                  </a:lnTo>
                  <a:lnTo>
                    <a:pt x="592318" y="435107"/>
                  </a:lnTo>
                  <a:lnTo>
                    <a:pt x="589453" y="435107"/>
                  </a:lnTo>
                  <a:lnTo>
                    <a:pt x="589453" y="436897"/>
                  </a:lnTo>
                  <a:close/>
                  <a:moveTo>
                    <a:pt x="251037" y="431526"/>
                  </a:moveTo>
                  <a:lnTo>
                    <a:pt x="253902" y="431526"/>
                  </a:lnTo>
                  <a:lnTo>
                    <a:pt x="253902" y="429735"/>
                  </a:lnTo>
                  <a:lnTo>
                    <a:pt x="251037" y="429735"/>
                  </a:lnTo>
                  <a:lnTo>
                    <a:pt x="251037" y="431526"/>
                  </a:lnTo>
                  <a:close/>
                  <a:moveTo>
                    <a:pt x="539318" y="433316"/>
                  </a:moveTo>
                  <a:lnTo>
                    <a:pt x="542182" y="433316"/>
                  </a:lnTo>
                  <a:lnTo>
                    <a:pt x="542182" y="427945"/>
                  </a:lnTo>
                  <a:lnTo>
                    <a:pt x="539318" y="427945"/>
                  </a:lnTo>
                  <a:lnTo>
                    <a:pt x="539318" y="433316"/>
                  </a:lnTo>
                  <a:close/>
                  <a:moveTo>
                    <a:pt x="589453" y="427945"/>
                  </a:moveTo>
                  <a:lnTo>
                    <a:pt x="592318" y="427945"/>
                  </a:lnTo>
                  <a:lnTo>
                    <a:pt x="592318" y="426154"/>
                  </a:lnTo>
                  <a:lnTo>
                    <a:pt x="589453" y="426154"/>
                  </a:lnTo>
                  <a:lnTo>
                    <a:pt x="589453" y="427945"/>
                  </a:lnTo>
                  <a:close/>
                  <a:moveTo>
                    <a:pt x="251037" y="424363"/>
                  </a:moveTo>
                  <a:lnTo>
                    <a:pt x="253902" y="424363"/>
                  </a:lnTo>
                  <a:lnTo>
                    <a:pt x="253902" y="422573"/>
                  </a:lnTo>
                  <a:lnTo>
                    <a:pt x="251037" y="422573"/>
                  </a:lnTo>
                  <a:lnTo>
                    <a:pt x="251037" y="424363"/>
                  </a:lnTo>
                  <a:close/>
                  <a:moveTo>
                    <a:pt x="256828" y="409026"/>
                  </a:moveTo>
                  <a:lnTo>
                    <a:pt x="258854" y="411052"/>
                  </a:lnTo>
                  <a:lnTo>
                    <a:pt x="264226" y="405680"/>
                  </a:lnTo>
                  <a:lnTo>
                    <a:pt x="262200" y="403654"/>
                  </a:lnTo>
                  <a:lnTo>
                    <a:pt x="256828" y="409026"/>
                  </a:lnTo>
                  <a:close/>
                  <a:moveTo>
                    <a:pt x="281118" y="400728"/>
                  </a:moveTo>
                  <a:lnTo>
                    <a:pt x="281118" y="397863"/>
                  </a:lnTo>
                  <a:lnTo>
                    <a:pt x="279328" y="397863"/>
                  </a:lnTo>
                  <a:lnTo>
                    <a:pt x="279328" y="400728"/>
                  </a:lnTo>
                  <a:lnTo>
                    <a:pt x="281118" y="400728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150" name="Vector layer F76868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48677" y="1351517"/>
                  </a:moveTo>
                  <a:lnTo>
                    <a:pt x="1050048" y="1352888"/>
                  </a:lnTo>
                  <a:lnTo>
                    <a:pt x="1052073" y="1350862"/>
                  </a:lnTo>
                  <a:lnTo>
                    <a:pt x="1049863" y="1348652"/>
                  </a:lnTo>
                  <a:lnTo>
                    <a:pt x="1047479" y="1348652"/>
                  </a:lnTo>
                  <a:lnTo>
                    <a:pt x="1047479" y="1351517"/>
                  </a:lnTo>
                  <a:lnTo>
                    <a:pt x="1048677" y="1351517"/>
                  </a:lnTo>
                  <a:close/>
                  <a:moveTo>
                    <a:pt x="1039304" y="1350862"/>
                  </a:moveTo>
                  <a:lnTo>
                    <a:pt x="1041330" y="1352888"/>
                  </a:lnTo>
                  <a:lnTo>
                    <a:pt x="1043121" y="1351097"/>
                  </a:lnTo>
                  <a:lnTo>
                    <a:pt x="1041095" y="1349072"/>
                  </a:lnTo>
                  <a:lnTo>
                    <a:pt x="1039304" y="1350862"/>
                  </a:lnTo>
                  <a:close/>
                  <a:moveTo>
                    <a:pt x="1116718" y="1339699"/>
                  </a:moveTo>
                  <a:lnTo>
                    <a:pt x="1112298" y="1344119"/>
                  </a:lnTo>
                  <a:lnTo>
                    <a:pt x="1112298" y="1348887"/>
                  </a:lnTo>
                  <a:lnTo>
                    <a:pt x="1114927" y="1351517"/>
                  </a:lnTo>
                  <a:lnTo>
                    <a:pt x="1116718" y="1351517"/>
                  </a:lnTo>
                  <a:lnTo>
                    <a:pt x="1120299" y="1355098"/>
                  </a:lnTo>
                  <a:lnTo>
                    <a:pt x="1126857" y="1355098"/>
                  </a:lnTo>
                  <a:lnTo>
                    <a:pt x="1128648" y="1353307"/>
                  </a:lnTo>
                  <a:lnTo>
                    <a:pt x="1129252" y="1353307"/>
                  </a:lnTo>
                  <a:lnTo>
                    <a:pt x="1131042" y="1355098"/>
                  </a:lnTo>
                  <a:lnTo>
                    <a:pt x="1137601" y="1355098"/>
                  </a:lnTo>
                  <a:lnTo>
                    <a:pt x="1142614" y="1350084"/>
                  </a:lnTo>
                  <a:lnTo>
                    <a:pt x="1140231" y="1347701"/>
                  </a:lnTo>
                  <a:lnTo>
                    <a:pt x="1140231" y="1345910"/>
                  </a:lnTo>
                  <a:lnTo>
                    <a:pt x="1137601" y="1343280"/>
                  </a:lnTo>
                  <a:lnTo>
                    <a:pt x="1135810" y="1343280"/>
                  </a:lnTo>
                  <a:lnTo>
                    <a:pt x="1132229" y="1339699"/>
                  </a:lnTo>
                  <a:lnTo>
                    <a:pt x="1116718" y="1339699"/>
                  </a:lnTo>
                  <a:close/>
                  <a:moveTo>
                    <a:pt x="1045095" y="1325375"/>
                  </a:moveTo>
                  <a:lnTo>
                    <a:pt x="1040675" y="1329795"/>
                  </a:lnTo>
                  <a:lnTo>
                    <a:pt x="1040675" y="1331586"/>
                  </a:lnTo>
                  <a:lnTo>
                    <a:pt x="1038291" y="1333969"/>
                  </a:lnTo>
                  <a:lnTo>
                    <a:pt x="1043540" y="1339218"/>
                  </a:lnTo>
                  <a:lnTo>
                    <a:pt x="1043540" y="1334563"/>
                  </a:lnTo>
                  <a:lnTo>
                    <a:pt x="1044492" y="1333611"/>
                  </a:lnTo>
                  <a:lnTo>
                    <a:pt x="1047121" y="1333611"/>
                  </a:lnTo>
                  <a:lnTo>
                    <a:pt x="1047121" y="1330982"/>
                  </a:lnTo>
                  <a:lnTo>
                    <a:pt x="1052728" y="1325375"/>
                  </a:lnTo>
                  <a:lnTo>
                    <a:pt x="1045095" y="1325375"/>
                  </a:lnTo>
                  <a:close/>
                  <a:moveTo>
                    <a:pt x="1122325" y="1321558"/>
                  </a:moveTo>
                  <a:lnTo>
                    <a:pt x="1118509" y="1325375"/>
                  </a:lnTo>
                  <a:lnTo>
                    <a:pt x="1113137" y="1325375"/>
                  </a:lnTo>
                  <a:lnTo>
                    <a:pt x="1108481" y="1330030"/>
                  </a:lnTo>
                  <a:lnTo>
                    <a:pt x="1116114" y="1330030"/>
                  </a:lnTo>
                  <a:lnTo>
                    <a:pt x="1117905" y="1328240"/>
                  </a:lnTo>
                  <a:lnTo>
                    <a:pt x="1122325" y="1328240"/>
                  </a:lnTo>
                  <a:lnTo>
                    <a:pt x="1122325" y="1321558"/>
                  </a:lnTo>
                  <a:close/>
                  <a:moveTo>
                    <a:pt x="1124115" y="1312606"/>
                  </a:moveTo>
                  <a:lnTo>
                    <a:pt x="1117434" y="1319287"/>
                  </a:lnTo>
                  <a:lnTo>
                    <a:pt x="1124115" y="1319287"/>
                  </a:lnTo>
                  <a:lnTo>
                    <a:pt x="1124115" y="1312606"/>
                  </a:lnTo>
                  <a:close/>
                  <a:moveTo>
                    <a:pt x="1053209" y="1307111"/>
                  </a:moveTo>
                  <a:lnTo>
                    <a:pt x="1052851" y="1310457"/>
                  </a:lnTo>
                  <a:lnTo>
                    <a:pt x="1051654" y="1309260"/>
                  </a:lnTo>
                  <a:lnTo>
                    <a:pt x="1049863" y="1309260"/>
                  </a:lnTo>
                  <a:lnTo>
                    <a:pt x="1047479" y="1306876"/>
                  </a:lnTo>
                  <a:lnTo>
                    <a:pt x="1045095" y="1309260"/>
                  </a:lnTo>
                  <a:lnTo>
                    <a:pt x="1040675" y="1309260"/>
                  </a:lnTo>
                  <a:lnTo>
                    <a:pt x="1040675" y="1317496"/>
                  </a:lnTo>
                  <a:lnTo>
                    <a:pt x="1045095" y="1317496"/>
                  </a:lnTo>
                  <a:lnTo>
                    <a:pt x="1046047" y="1318448"/>
                  </a:lnTo>
                  <a:lnTo>
                    <a:pt x="1046047" y="1323103"/>
                  </a:lnTo>
                  <a:lnTo>
                    <a:pt x="1051296" y="1317854"/>
                  </a:lnTo>
                  <a:lnTo>
                    <a:pt x="1049505" y="1316064"/>
                  </a:lnTo>
                  <a:lnTo>
                    <a:pt x="1049863" y="1315706"/>
                  </a:lnTo>
                  <a:lnTo>
                    <a:pt x="1058100" y="1315706"/>
                  </a:lnTo>
                  <a:lnTo>
                    <a:pt x="1054877" y="1312483"/>
                  </a:lnTo>
                  <a:lnTo>
                    <a:pt x="1056074" y="1311285"/>
                  </a:lnTo>
                  <a:lnTo>
                    <a:pt x="1053209" y="1307111"/>
                  </a:lnTo>
                  <a:close/>
                  <a:moveTo>
                    <a:pt x="1035304" y="1287773"/>
                  </a:moveTo>
                  <a:lnTo>
                    <a:pt x="1035304" y="1290403"/>
                  </a:lnTo>
                  <a:lnTo>
                    <a:pt x="1033933" y="1291774"/>
                  </a:lnTo>
                  <a:lnTo>
                    <a:pt x="1035958" y="1293799"/>
                  </a:lnTo>
                  <a:lnTo>
                    <a:pt x="1041985" y="1287773"/>
                  </a:lnTo>
                  <a:lnTo>
                    <a:pt x="1035304" y="1287773"/>
                  </a:lnTo>
                  <a:close/>
                  <a:moveTo>
                    <a:pt x="1058581" y="1283834"/>
                  </a:moveTo>
                  <a:lnTo>
                    <a:pt x="1061446" y="1283834"/>
                  </a:lnTo>
                  <a:lnTo>
                    <a:pt x="1061446" y="1282043"/>
                  </a:lnTo>
                  <a:lnTo>
                    <a:pt x="1058581" y="1282043"/>
                  </a:lnTo>
                  <a:lnTo>
                    <a:pt x="1058581" y="1283834"/>
                  </a:lnTo>
                  <a:close/>
                  <a:moveTo>
                    <a:pt x="1045095" y="1280611"/>
                  </a:moveTo>
                  <a:lnTo>
                    <a:pt x="1043305" y="1282401"/>
                  </a:lnTo>
                  <a:lnTo>
                    <a:pt x="1040675" y="1282401"/>
                  </a:lnTo>
                  <a:lnTo>
                    <a:pt x="1040675" y="1287057"/>
                  </a:lnTo>
                  <a:lnTo>
                    <a:pt x="1044492" y="1287057"/>
                  </a:lnTo>
                  <a:lnTo>
                    <a:pt x="1046282" y="1285266"/>
                  </a:lnTo>
                  <a:lnTo>
                    <a:pt x="1048073" y="1285266"/>
                  </a:lnTo>
                  <a:lnTo>
                    <a:pt x="1049863" y="1283476"/>
                  </a:lnTo>
                  <a:lnTo>
                    <a:pt x="1051060" y="1283476"/>
                  </a:lnTo>
                  <a:lnTo>
                    <a:pt x="1051060" y="1280611"/>
                  </a:lnTo>
                  <a:lnTo>
                    <a:pt x="1045095" y="1280611"/>
                  </a:lnTo>
                  <a:close/>
                  <a:moveTo>
                    <a:pt x="1054764" y="1266286"/>
                  </a:moveTo>
                  <a:lnTo>
                    <a:pt x="1061446" y="1272967"/>
                  </a:lnTo>
                  <a:lnTo>
                    <a:pt x="1061446" y="1266286"/>
                  </a:lnTo>
                  <a:lnTo>
                    <a:pt x="1054764" y="1266286"/>
                  </a:lnTo>
                  <a:close/>
                  <a:moveTo>
                    <a:pt x="1049628" y="1256975"/>
                  </a:moveTo>
                  <a:lnTo>
                    <a:pt x="1049628" y="1258172"/>
                  </a:lnTo>
                  <a:lnTo>
                    <a:pt x="1047837" y="1259963"/>
                  </a:lnTo>
                  <a:lnTo>
                    <a:pt x="1047837" y="1268312"/>
                  </a:lnTo>
                  <a:lnTo>
                    <a:pt x="1049628" y="1270102"/>
                  </a:lnTo>
                  <a:lnTo>
                    <a:pt x="1049628" y="1275474"/>
                  </a:lnTo>
                  <a:lnTo>
                    <a:pt x="1053209" y="1279055"/>
                  </a:lnTo>
                  <a:lnTo>
                    <a:pt x="1053209" y="1283711"/>
                  </a:lnTo>
                  <a:lnTo>
                    <a:pt x="1057025" y="1279894"/>
                  </a:lnTo>
                  <a:lnTo>
                    <a:pt x="1059655" y="1279894"/>
                  </a:lnTo>
                  <a:lnTo>
                    <a:pt x="1059655" y="1271658"/>
                  </a:lnTo>
                  <a:lnTo>
                    <a:pt x="1057025" y="1271658"/>
                  </a:lnTo>
                  <a:lnTo>
                    <a:pt x="1054283" y="1268916"/>
                  </a:lnTo>
                  <a:lnTo>
                    <a:pt x="1054283" y="1267125"/>
                  </a:lnTo>
                  <a:lnTo>
                    <a:pt x="1052493" y="1265335"/>
                  </a:lnTo>
                  <a:lnTo>
                    <a:pt x="1052493" y="1263544"/>
                  </a:lnTo>
                  <a:lnTo>
                    <a:pt x="1051296" y="1262347"/>
                  </a:lnTo>
                  <a:lnTo>
                    <a:pt x="1052493" y="1261150"/>
                  </a:lnTo>
                  <a:lnTo>
                    <a:pt x="1049628" y="1256975"/>
                  </a:lnTo>
                  <a:close/>
                  <a:moveTo>
                    <a:pt x="1044256" y="1242651"/>
                  </a:moveTo>
                  <a:lnTo>
                    <a:pt x="1047121" y="1242651"/>
                  </a:lnTo>
                  <a:lnTo>
                    <a:pt x="1047121" y="1240860"/>
                  </a:lnTo>
                  <a:lnTo>
                    <a:pt x="1044256" y="1240860"/>
                  </a:lnTo>
                  <a:lnTo>
                    <a:pt x="1044256" y="1242651"/>
                  </a:lnTo>
                  <a:close/>
                  <a:moveTo>
                    <a:pt x="1107765" y="1217941"/>
                  </a:moveTo>
                  <a:lnTo>
                    <a:pt x="1105135" y="1220571"/>
                  </a:lnTo>
                  <a:lnTo>
                    <a:pt x="1105135" y="1225942"/>
                  </a:lnTo>
                  <a:lnTo>
                    <a:pt x="1101319" y="1229759"/>
                  </a:lnTo>
                  <a:lnTo>
                    <a:pt x="1111346" y="1229759"/>
                  </a:lnTo>
                  <a:lnTo>
                    <a:pt x="1113137" y="1231549"/>
                  </a:lnTo>
                  <a:lnTo>
                    <a:pt x="1115286" y="1231907"/>
                  </a:lnTo>
                  <a:lnTo>
                    <a:pt x="1114927" y="1232265"/>
                  </a:lnTo>
                  <a:lnTo>
                    <a:pt x="1108952" y="1232265"/>
                  </a:lnTo>
                  <a:lnTo>
                    <a:pt x="1107161" y="1230475"/>
                  </a:lnTo>
                  <a:lnTo>
                    <a:pt x="1101554" y="1230475"/>
                  </a:lnTo>
                  <a:lnTo>
                    <a:pt x="1101554" y="1234895"/>
                  </a:lnTo>
                  <a:lnTo>
                    <a:pt x="1101196" y="1235253"/>
                  </a:lnTo>
                  <a:lnTo>
                    <a:pt x="1099048" y="1233105"/>
                  </a:lnTo>
                  <a:lnTo>
                    <a:pt x="1099048" y="1229523"/>
                  </a:lnTo>
                  <a:lnTo>
                    <a:pt x="1097850" y="1228326"/>
                  </a:lnTo>
                  <a:lnTo>
                    <a:pt x="1098208" y="1227968"/>
                  </a:lnTo>
                  <a:lnTo>
                    <a:pt x="1101790" y="1227968"/>
                  </a:lnTo>
                  <a:lnTo>
                    <a:pt x="1104000" y="1225758"/>
                  </a:lnTo>
                  <a:lnTo>
                    <a:pt x="1101974" y="1223732"/>
                  </a:lnTo>
                  <a:lnTo>
                    <a:pt x="1100603" y="1225103"/>
                  </a:lnTo>
                  <a:lnTo>
                    <a:pt x="1099999" y="1225103"/>
                  </a:lnTo>
                  <a:lnTo>
                    <a:pt x="1096183" y="1221287"/>
                  </a:lnTo>
                  <a:lnTo>
                    <a:pt x="1096183" y="1225942"/>
                  </a:lnTo>
                  <a:lnTo>
                    <a:pt x="1094392" y="1227733"/>
                  </a:lnTo>
                  <a:lnTo>
                    <a:pt x="1094392" y="1229523"/>
                  </a:lnTo>
                  <a:lnTo>
                    <a:pt x="1089020" y="1234895"/>
                  </a:lnTo>
                  <a:lnTo>
                    <a:pt x="1088662" y="1237044"/>
                  </a:lnTo>
                  <a:lnTo>
                    <a:pt x="1087465" y="1235847"/>
                  </a:lnTo>
                  <a:lnTo>
                    <a:pt x="1082697" y="1235847"/>
                  </a:lnTo>
                  <a:lnTo>
                    <a:pt x="1080907" y="1237637"/>
                  </a:lnTo>
                  <a:lnTo>
                    <a:pt x="1077326" y="1237637"/>
                  </a:lnTo>
                  <a:lnTo>
                    <a:pt x="1075535" y="1239428"/>
                  </a:lnTo>
                  <a:lnTo>
                    <a:pt x="1074338" y="1239428"/>
                  </a:lnTo>
                  <a:lnTo>
                    <a:pt x="1074338" y="1242293"/>
                  </a:lnTo>
                  <a:lnTo>
                    <a:pt x="1075535" y="1242293"/>
                  </a:lnTo>
                  <a:lnTo>
                    <a:pt x="1077326" y="1244083"/>
                  </a:lnTo>
                  <a:lnTo>
                    <a:pt x="1081142" y="1244083"/>
                  </a:lnTo>
                  <a:lnTo>
                    <a:pt x="1081142" y="1241453"/>
                  </a:lnTo>
                  <a:lnTo>
                    <a:pt x="1083291" y="1239305"/>
                  </a:lnTo>
                  <a:lnTo>
                    <a:pt x="1083649" y="1239663"/>
                  </a:lnTo>
                  <a:lnTo>
                    <a:pt x="1083649" y="1241453"/>
                  </a:lnTo>
                  <a:lnTo>
                    <a:pt x="1086636" y="1244441"/>
                  </a:lnTo>
                  <a:lnTo>
                    <a:pt x="1085439" y="1245638"/>
                  </a:lnTo>
                  <a:lnTo>
                    <a:pt x="1085081" y="1247787"/>
                  </a:lnTo>
                  <a:lnTo>
                    <a:pt x="1084723" y="1244799"/>
                  </a:lnTo>
                  <a:lnTo>
                    <a:pt x="1080068" y="1244799"/>
                  </a:lnTo>
                  <a:lnTo>
                    <a:pt x="1080068" y="1252197"/>
                  </a:lnTo>
                  <a:lnTo>
                    <a:pt x="1081858" y="1253987"/>
                  </a:lnTo>
                  <a:lnTo>
                    <a:pt x="1081858" y="1256617"/>
                  </a:lnTo>
                  <a:lnTo>
                    <a:pt x="1084488" y="1256617"/>
                  </a:lnTo>
                  <a:lnTo>
                    <a:pt x="1088427" y="1260556"/>
                  </a:lnTo>
                  <a:lnTo>
                    <a:pt x="1085439" y="1263544"/>
                  </a:lnTo>
                  <a:lnTo>
                    <a:pt x="1085439" y="1268916"/>
                  </a:lnTo>
                  <a:lnTo>
                    <a:pt x="1083649" y="1270706"/>
                  </a:lnTo>
                  <a:lnTo>
                    <a:pt x="1083649" y="1272497"/>
                  </a:lnTo>
                  <a:lnTo>
                    <a:pt x="1082697" y="1273448"/>
                  </a:lnTo>
                  <a:lnTo>
                    <a:pt x="1080907" y="1273448"/>
                  </a:lnTo>
                  <a:lnTo>
                    <a:pt x="1077326" y="1277030"/>
                  </a:lnTo>
                  <a:lnTo>
                    <a:pt x="1073744" y="1277030"/>
                  </a:lnTo>
                  <a:lnTo>
                    <a:pt x="1071954" y="1278820"/>
                  </a:lnTo>
                  <a:lnTo>
                    <a:pt x="1069559" y="1278820"/>
                  </a:lnTo>
                  <a:lnTo>
                    <a:pt x="1067769" y="1277030"/>
                  </a:lnTo>
                  <a:lnTo>
                    <a:pt x="1061927" y="1277030"/>
                  </a:lnTo>
                  <a:lnTo>
                    <a:pt x="1069324" y="1284427"/>
                  </a:lnTo>
                  <a:lnTo>
                    <a:pt x="1069324" y="1288008"/>
                  </a:lnTo>
                  <a:lnTo>
                    <a:pt x="1072312" y="1290996"/>
                  </a:lnTo>
                  <a:lnTo>
                    <a:pt x="1068966" y="1291354"/>
                  </a:lnTo>
                  <a:lnTo>
                    <a:pt x="1068966" y="1294219"/>
                  </a:lnTo>
                  <a:lnTo>
                    <a:pt x="1072312" y="1294577"/>
                  </a:lnTo>
                  <a:lnTo>
                    <a:pt x="1070757" y="1294935"/>
                  </a:lnTo>
                  <a:lnTo>
                    <a:pt x="1070757" y="1297800"/>
                  </a:lnTo>
                  <a:lnTo>
                    <a:pt x="1073141" y="1297800"/>
                  </a:lnTo>
                  <a:lnTo>
                    <a:pt x="1074931" y="1296009"/>
                  </a:lnTo>
                  <a:lnTo>
                    <a:pt x="1075535" y="1296009"/>
                  </a:lnTo>
                  <a:lnTo>
                    <a:pt x="1076486" y="1296961"/>
                  </a:lnTo>
                  <a:lnTo>
                    <a:pt x="1076486" y="1298751"/>
                  </a:lnTo>
                  <a:lnTo>
                    <a:pt x="1084488" y="1306753"/>
                  </a:lnTo>
                  <a:lnTo>
                    <a:pt x="1088069" y="1306753"/>
                  </a:lnTo>
                  <a:lnTo>
                    <a:pt x="1089020" y="1307704"/>
                  </a:lnTo>
                  <a:lnTo>
                    <a:pt x="1089020" y="1312360"/>
                  </a:lnTo>
                  <a:lnTo>
                    <a:pt x="1092837" y="1308543"/>
                  </a:lnTo>
                  <a:lnTo>
                    <a:pt x="1095231" y="1308543"/>
                  </a:lnTo>
                  <a:lnTo>
                    <a:pt x="1097022" y="1310334"/>
                  </a:lnTo>
                  <a:lnTo>
                    <a:pt x="1098812" y="1310334"/>
                  </a:lnTo>
                  <a:lnTo>
                    <a:pt x="1100961" y="1312483"/>
                  </a:lnTo>
                  <a:lnTo>
                    <a:pt x="1098812" y="1314631"/>
                  </a:lnTo>
                  <a:lnTo>
                    <a:pt x="1097022" y="1314631"/>
                  </a:lnTo>
                  <a:lnTo>
                    <a:pt x="1095231" y="1316422"/>
                  </a:lnTo>
                  <a:lnTo>
                    <a:pt x="1093676" y="1315470"/>
                  </a:lnTo>
                  <a:lnTo>
                    <a:pt x="1093676" y="1314273"/>
                  </a:lnTo>
                  <a:lnTo>
                    <a:pt x="1090811" y="1314273"/>
                  </a:lnTo>
                  <a:lnTo>
                    <a:pt x="1090811" y="1315470"/>
                  </a:lnTo>
                  <a:lnTo>
                    <a:pt x="1089256" y="1316422"/>
                  </a:lnTo>
                  <a:lnTo>
                    <a:pt x="1085439" y="1312606"/>
                  </a:lnTo>
                  <a:lnTo>
                    <a:pt x="1085439" y="1317261"/>
                  </a:lnTo>
                  <a:lnTo>
                    <a:pt x="1083649" y="1319052"/>
                  </a:lnTo>
                  <a:lnTo>
                    <a:pt x="1083649" y="1326214"/>
                  </a:lnTo>
                  <a:lnTo>
                    <a:pt x="1081858" y="1328004"/>
                  </a:lnTo>
                  <a:lnTo>
                    <a:pt x="1081858" y="1329795"/>
                  </a:lnTo>
                  <a:lnTo>
                    <a:pt x="1080068" y="1331586"/>
                  </a:lnTo>
                  <a:lnTo>
                    <a:pt x="1080068" y="1333376"/>
                  </a:lnTo>
                  <a:lnTo>
                    <a:pt x="1078277" y="1335167"/>
                  </a:lnTo>
                  <a:lnTo>
                    <a:pt x="1078277" y="1338144"/>
                  </a:lnTo>
                  <a:lnTo>
                    <a:pt x="1081858" y="1341725"/>
                  </a:lnTo>
                  <a:lnTo>
                    <a:pt x="1081858" y="1342329"/>
                  </a:lnTo>
                  <a:lnTo>
                    <a:pt x="1078277" y="1345910"/>
                  </a:lnTo>
                  <a:lnTo>
                    <a:pt x="1078277" y="1348887"/>
                  </a:lnTo>
                  <a:lnTo>
                    <a:pt x="1080907" y="1351517"/>
                  </a:lnTo>
                  <a:lnTo>
                    <a:pt x="1082697" y="1351517"/>
                  </a:lnTo>
                  <a:lnTo>
                    <a:pt x="1085439" y="1354259"/>
                  </a:lnTo>
                  <a:lnTo>
                    <a:pt x="1085439" y="1358444"/>
                  </a:lnTo>
                  <a:lnTo>
                    <a:pt x="1081858" y="1362025"/>
                  </a:lnTo>
                  <a:lnTo>
                    <a:pt x="1081858" y="1364409"/>
                  </a:lnTo>
                  <a:lnTo>
                    <a:pt x="1084723" y="1364409"/>
                  </a:lnTo>
                  <a:lnTo>
                    <a:pt x="1084723" y="1363212"/>
                  </a:lnTo>
                  <a:lnTo>
                    <a:pt x="1088304" y="1359631"/>
                  </a:lnTo>
                  <a:lnTo>
                    <a:pt x="1088304" y="1349491"/>
                  </a:lnTo>
                  <a:lnTo>
                    <a:pt x="1086514" y="1347701"/>
                  </a:lnTo>
                  <a:lnTo>
                    <a:pt x="1086514" y="1347097"/>
                  </a:lnTo>
                  <a:lnTo>
                    <a:pt x="1089256" y="1344355"/>
                  </a:lnTo>
                  <a:lnTo>
                    <a:pt x="1091885" y="1344355"/>
                  </a:lnTo>
                  <a:lnTo>
                    <a:pt x="1091885" y="1338748"/>
                  </a:lnTo>
                  <a:lnTo>
                    <a:pt x="1089256" y="1336118"/>
                  </a:lnTo>
                  <a:lnTo>
                    <a:pt x="1082093" y="1336118"/>
                  </a:lnTo>
                  <a:lnTo>
                    <a:pt x="1081735" y="1335760"/>
                  </a:lnTo>
                  <a:lnTo>
                    <a:pt x="1091885" y="1325610"/>
                  </a:lnTo>
                  <a:lnTo>
                    <a:pt x="1091885" y="1322029"/>
                  </a:lnTo>
                  <a:lnTo>
                    <a:pt x="1094034" y="1319880"/>
                  </a:lnTo>
                  <a:lnTo>
                    <a:pt x="1094392" y="1322868"/>
                  </a:lnTo>
                  <a:lnTo>
                    <a:pt x="1099048" y="1322868"/>
                  </a:lnTo>
                  <a:lnTo>
                    <a:pt x="1099048" y="1318448"/>
                  </a:lnTo>
                  <a:lnTo>
                    <a:pt x="1101790" y="1315706"/>
                  </a:lnTo>
                  <a:lnTo>
                    <a:pt x="1103580" y="1315706"/>
                  </a:lnTo>
                  <a:lnTo>
                    <a:pt x="1109791" y="1309495"/>
                  </a:lnTo>
                  <a:lnTo>
                    <a:pt x="1109791" y="1307704"/>
                  </a:lnTo>
                  <a:lnTo>
                    <a:pt x="1111581" y="1305914"/>
                  </a:lnTo>
                  <a:lnTo>
                    <a:pt x="1111581" y="1304123"/>
                  </a:lnTo>
                  <a:lnTo>
                    <a:pt x="1113372" y="1302333"/>
                  </a:lnTo>
                  <a:lnTo>
                    <a:pt x="1113372" y="1293984"/>
                  </a:lnTo>
                  <a:lnTo>
                    <a:pt x="1111581" y="1292193"/>
                  </a:lnTo>
                  <a:lnTo>
                    <a:pt x="1111581" y="1289563"/>
                  </a:lnTo>
                  <a:lnTo>
                    <a:pt x="1104184" y="1289563"/>
                  </a:lnTo>
                  <a:lnTo>
                    <a:pt x="1102393" y="1291354"/>
                  </a:lnTo>
                  <a:lnTo>
                    <a:pt x="1100603" y="1291354"/>
                  </a:lnTo>
                  <a:lnTo>
                    <a:pt x="1094392" y="1297565"/>
                  </a:lnTo>
                  <a:lnTo>
                    <a:pt x="1094392" y="1299355"/>
                  </a:lnTo>
                  <a:lnTo>
                    <a:pt x="1092602" y="1301146"/>
                  </a:lnTo>
                  <a:lnTo>
                    <a:pt x="1092602" y="1302937"/>
                  </a:lnTo>
                  <a:lnTo>
                    <a:pt x="1090453" y="1305085"/>
                  </a:lnTo>
                  <a:lnTo>
                    <a:pt x="1085675" y="1300307"/>
                  </a:lnTo>
                  <a:lnTo>
                    <a:pt x="1083884" y="1300307"/>
                  </a:lnTo>
                  <a:lnTo>
                    <a:pt x="1082093" y="1298516"/>
                  </a:lnTo>
                  <a:lnTo>
                    <a:pt x="1080303" y="1298516"/>
                  </a:lnTo>
                  <a:lnTo>
                    <a:pt x="1079351" y="1297565"/>
                  </a:lnTo>
                  <a:lnTo>
                    <a:pt x="1079351" y="1295774"/>
                  </a:lnTo>
                  <a:lnTo>
                    <a:pt x="1078154" y="1294577"/>
                  </a:lnTo>
                  <a:lnTo>
                    <a:pt x="1078512" y="1294219"/>
                  </a:lnTo>
                  <a:lnTo>
                    <a:pt x="1083884" y="1294219"/>
                  </a:lnTo>
                  <a:lnTo>
                    <a:pt x="1085675" y="1292428"/>
                  </a:lnTo>
                  <a:lnTo>
                    <a:pt x="1087465" y="1292428"/>
                  </a:lnTo>
                  <a:lnTo>
                    <a:pt x="1089256" y="1290638"/>
                  </a:lnTo>
                  <a:lnTo>
                    <a:pt x="1091046" y="1290638"/>
                  </a:lnTo>
                  <a:lnTo>
                    <a:pt x="1093676" y="1288008"/>
                  </a:lnTo>
                  <a:lnTo>
                    <a:pt x="1093676" y="1286218"/>
                  </a:lnTo>
                  <a:lnTo>
                    <a:pt x="1097257" y="1282636"/>
                  </a:lnTo>
                  <a:lnTo>
                    <a:pt x="1097257" y="1277030"/>
                  </a:lnTo>
                  <a:lnTo>
                    <a:pt x="1089860" y="1277030"/>
                  </a:lnTo>
                  <a:lnTo>
                    <a:pt x="1088069" y="1278820"/>
                  </a:lnTo>
                  <a:lnTo>
                    <a:pt x="1084488" y="1278820"/>
                  </a:lnTo>
                  <a:lnTo>
                    <a:pt x="1083291" y="1280017"/>
                  </a:lnTo>
                  <a:lnTo>
                    <a:pt x="1082932" y="1279659"/>
                  </a:lnTo>
                  <a:lnTo>
                    <a:pt x="1082932" y="1279055"/>
                  </a:lnTo>
                  <a:lnTo>
                    <a:pt x="1086514" y="1275474"/>
                  </a:lnTo>
                  <a:lnTo>
                    <a:pt x="1086514" y="1271893"/>
                  </a:lnTo>
                  <a:lnTo>
                    <a:pt x="1088304" y="1270102"/>
                  </a:lnTo>
                  <a:lnTo>
                    <a:pt x="1088304" y="1266521"/>
                  </a:lnTo>
                  <a:lnTo>
                    <a:pt x="1091046" y="1263779"/>
                  </a:lnTo>
                  <a:lnTo>
                    <a:pt x="1093676" y="1263779"/>
                  </a:lnTo>
                  <a:lnTo>
                    <a:pt x="1093676" y="1259124"/>
                  </a:lnTo>
                  <a:lnTo>
                    <a:pt x="1091046" y="1259124"/>
                  </a:lnTo>
                  <a:lnTo>
                    <a:pt x="1090095" y="1258172"/>
                  </a:lnTo>
                  <a:lnTo>
                    <a:pt x="1090095" y="1253987"/>
                  </a:lnTo>
                  <a:lnTo>
                    <a:pt x="1091650" y="1253036"/>
                  </a:lnTo>
                  <a:lnTo>
                    <a:pt x="1095231" y="1256617"/>
                  </a:lnTo>
                  <a:lnTo>
                    <a:pt x="1100603" y="1256617"/>
                  </a:lnTo>
                  <a:lnTo>
                    <a:pt x="1102393" y="1258408"/>
                  </a:lnTo>
                  <a:lnTo>
                    <a:pt x="1108952" y="1258408"/>
                  </a:lnTo>
                  <a:lnTo>
                    <a:pt x="1112298" y="1255062"/>
                  </a:lnTo>
                  <a:lnTo>
                    <a:pt x="1112298" y="1258408"/>
                  </a:lnTo>
                  <a:lnTo>
                    <a:pt x="1116718" y="1258408"/>
                  </a:lnTo>
                  <a:lnTo>
                    <a:pt x="1118509" y="1260198"/>
                  </a:lnTo>
                  <a:lnTo>
                    <a:pt x="1123276" y="1260198"/>
                  </a:lnTo>
                  <a:lnTo>
                    <a:pt x="1125906" y="1257569"/>
                  </a:lnTo>
                  <a:lnTo>
                    <a:pt x="1125906" y="1252197"/>
                  </a:lnTo>
                  <a:lnTo>
                    <a:pt x="1127697" y="1250406"/>
                  </a:lnTo>
                  <a:lnTo>
                    <a:pt x="1127697" y="1247429"/>
                  </a:lnTo>
                  <a:lnTo>
                    <a:pt x="1125906" y="1245638"/>
                  </a:lnTo>
                  <a:lnTo>
                    <a:pt x="1125906" y="1234895"/>
                  </a:lnTo>
                  <a:lnTo>
                    <a:pt x="1124115" y="1233105"/>
                  </a:lnTo>
                  <a:lnTo>
                    <a:pt x="1124115" y="1228920"/>
                  </a:lnTo>
                  <a:lnTo>
                    <a:pt x="1125067" y="1227968"/>
                  </a:lnTo>
                  <a:lnTo>
                    <a:pt x="1126857" y="1227968"/>
                  </a:lnTo>
                  <a:lnTo>
                    <a:pt x="1128648" y="1226178"/>
                  </a:lnTo>
                  <a:lnTo>
                    <a:pt x="1130439" y="1226178"/>
                  </a:lnTo>
                  <a:lnTo>
                    <a:pt x="1133068" y="1223548"/>
                  </a:lnTo>
                  <a:lnTo>
                    <a:pt x="1133068" y="1219731"/>
                  </a:lnTo>
                  <a:lnTo>
                    <a:pt x="1130439" y="1219731"/>
                  </a:lnTo>
                  <a:lnTo>
                    <a:pt x="1128648" y="1217941"/>
                  </a:lnTo>
                  <a:lnTo>
                    <a:pt x="1114088" y="1217941"/>
                  </a:lnTo>
                  <a:lnTo>
                    <a:pt x="1114088" y="1222596"/>
                  </a:lnTo>
                  <a:lnTo>
                    <a:pt x="1116718" y="1222596"/>
                  </a:lnTo>
                  <a:lnTo>
                    <a:pt x="1119460" y="1225338"/>
                  </a:lnTo>
                  <a:lnTo>
                    <a:pt x="1119460" y="1225942"/>
                  </a:lnTo>
                  <a:lnTo>
                    <a:pt x="1117311" y="1228091"/>
                  </a:lnTo>
                  <a:lnTo>
                    <a:pt x="1116114" y="1226894"/>
                  </a:lnTo>
                  <a:lnTo>
                    <a:pt x="1110742" y="1226894"/>
                  </a:lnTo>
                  <a:lnTo>
                    <a:pt x="1108594" y="1224745"/>
                  </a:lnTo>
                  <a:lnTo>
                    <a:pt x="1110742" y="1222596"/>
                  </a:lnTo>
                  <a:lnTo>
                    <a:pt x="1113372" y="1222596"/>
                  </a:lnTo>
                  <a:lnTo>
                    <a:pt x="1113372" y="1217941"/>
                  </a:lnTo>
                  <a:lnTo>
                    <a:pt x="1107765" y="1217941"/>
                  </a:lnTo>
                  <a:close/>
                  <a:moveTo>
                    <a:pt x="1114927" y="1253752"/>
                  </a:moveTo>
                  <a:lnTo>
                    <a:pt x="1108952" y="1253752"/>
                  </a:lnTo>
                  <a:lnTo>
                    <a:pt x="1106210" y="1251010"/>
                  </a:lnTo>
                  <a:lnTo>
                    <a:pt x="1106210" y="1249220"/>
                  </a:lnTo>
                  <a:lnTo>
                    <a:pt x="1102629" y="1245638"/>
                  </a:lnTo>
                  <a:lnTo>
                    <a:pt x="1102629" y="1245035"/>
                  </a:lnTo>
                  <a:lnTo>
                    <a:pt x="1104419" y="1243244"/>
                  </a:lnTo>
                  <a:lnTo>
                    <a:pt x="1104419" y="1241453"/>
                  </a:lnTo>
                  <a:lnTo>
                    <a:pt x="1108952" y="1236921"/>
                  </a:lnTo>
                  <a:lnTo>
                    <a:pt x="1110742" y="1236921"/>
                  </a:lnTo>
                  <a:lnTo>
                    <a:pt x="1112533" y="1235130"/>
                  </a:lnTo>
                  <a:lnTo>
                    <a:pt x="1116114" y="1235130"/>
                  </a:lnTo>
                  <a:lnTo>
                    <a:pt x="1117311" y="1233933"/>
                  </a:lnTo>
                  <a:lnTo>
                    <a:pt x="1123041" y="1239663"/>
                  </a:lnTo>
                  <a:lnTo>
                    <a:pt x="1123041" y="1243848"/>
                  </a:lnTo>
                  <a:lnTo>
                    <a:pt x="1121251" y="1245638"/>
                  </a:lnTo>
                  <a:lnTo>
                    <a:pt x="1121251" y="1247429"/>
                  </a:lnTo>
                  <a:lnTo>
                    <a:pt x="1114927" y="1253752"/>
                  </a:lnTo>
                  <a:close/>
                  <a:moveTo>
                    <a:pt x="1100838" y="1250406"/>
                  </a:moveTo>
                  <a:lnTo>
                    <a:pt x="1101196" y="1250048"/>
                  </a:lnTo>
                  <a:lnTo>
                    <a:pt x="1101554" y="1250406"/>
                  </a:lnTo>
                  <a:lnTo>
                    <a:pt x="1101196" y="1251368"/>
                  </a:lnTo>
                  <a:lnTo>
                    <a:pt x="1100838" y="1250406"/>
                  </a:lnTo>
                  <a:close/>
                  <a:moveTo>
                    <a:pt x="1097257" y="1305914"/>
                  </a:moveTo>
                  <a:lnTo>
                    <a:pt x="1097615" y="1305556"/>
                  </a:lnTo>
                  <a:lnTo>
                    <a:pt x="1097973" y="1305914"/>
                  </a:lnTo>
                  <a:lnTo>
                    <a:pt x="1097615" y="1306876"/>
                  </a:lnTo>
                  <a:lnTo>
                    <a:pt x="1097257" y="1305914"/>
                  </a:lnTo>
                  <a:close/>
                  <a:moveTo>
                    <a:pt x="1095466" y="1302333"/>
                  </a:moveTo>
                  <a:lnTo>
                    <a:pt x="1095825" y="1301975"/>
                  </a:lnTo>
                  <a:lnTo>
                    <a:pt x="1096183" y="1302333"/>
                  </a:lnTo>
                  <a:lnTo>
                    <a:pt x="1095825" y="1303295"/>
                  </a:lnTo>
                  <a:lnTo>
                    <a:pt x="1095466" y="1302333"/>
                  </a:lnTo>
                  <a:close/>
                  <a:moveTo>
                    <a:pt x="1088304" y="1246825"/>
                  </a:moveTo>
                  <a:lnTo>
                    <a:pt x="1088662" y="1246467"/>
                  </a:lnTo>
                  <a:lnTo>
                    <a:pt x="1089020" y="1246825"/>
                  </a:lnTo>
                  <a:lnTo>
                    <a:pt x="1088662" y="1247787"/>
                  </a:lnTo>
                  <a:lnTo>
                    <a:pt x="1088304" y="1246825"/>
                  </a:lnTo>
                  <a:close/>
                  <a:moveTo>
                    <a:pt x="1074573" y="1285624"/>
                  </a:moveTo>
                  <a:lnTo>
                    <a:pt x="1075535" y="1285266"/>
                  </a:lnTo>
                  <a:lnTo>
                    <a:pt x="1076486" y="1286821"/>
                  </a:lnTo>
                  <a:lnTo>
                    <a:pt x="1076128" y="1287180"/>
                  </a:lnTo>
                  <a:lnTo>
                    <a:pt x="1074573" y="1285624"/>
                  </a:lnTo>
                  <a:close/>
                  <a:moveTo>
                    <a:pt x="1076128" y="1291231"/>
                  </a:moveTo>
                  <a:lnTo>
                    <a:pt x="1076486" y="1292193"/>
                  </a:lnTo>
                  <a:lnTo>
                    <a:pt x="1074931" y="1293145"/>
                  </a:lnTo>
                  <a:lnTo>
                    <a:pt x="1074573" y="1292786"/>
                  </a:lnTo>
                  <a:lnTo>
                    <a:pt x="1076128" y="1291231"/>
                  </a:lnTo>
                  <a:close/>
                  <a:moveTo>
                    <a:pt x="1050702" y="1199800"/>
                  </a:moveTo>
                  <a:lnTo>
                    <a:pt x="1044256" y="1206246"/>
                  </a:lnTo>
                  <a:lnTo>
                    <a:pt x="1044256" y="1211853"/>
                  </a:lnTo>
                  <a:lnTo>
                    <a:pt x="1046886" y="1211853"/>
                  </a:lnTo>
                  <a:lnTo>
                    <a:pt x="1047837" y="1212804"/>
                  </a:lnTo>
                  <a:lnTo>
                    <a:pt x="1047837" y="1213408"/>
                  </a:lnTo>
                  <a:lnTo>
                    <a:pt x="1046047" y="1215199"/>
                  </a:lnTo>
                  <a:lnTo>
                    <a:pt x="1046047" y="1218176"/>
                  </a:lnTo>
                  <a:lnTo>
                    <a:pt x="1048677" y="1220806"/>
                  </a:lnTo>
                  <a:lnTo>
                    <a:pt x="1052258" y="1220806"/>
                  </a:lnTo>
                  <a:lnTo>
                    <a:pt x="1054048" y="1222596"/>
                  </a:lnTo>
                  <a:lnTo>
                    <a:pt x="1055839" y="1222596"/>
                  </a:lnTo>
                  <a:lnTo>
                    <a:pt x="1056790" y="1223548"/>
                  </a:lnTo>
                  <a:lnTo>
                    <a:pt x="1056790" y="1227129"/>
                  </a:lnTo>
                  <a:lnTo>
                    <a:pt x="1057987" y="1228326"/>
                  </a:lnTo>
                  <a:lnTo>
                    <a:pt x="1056432" y="1228684"/>
                  </a:lnTo>
                  <a:lnTo>
                    <a:pt x="1056432" y="1231549"/>
                  </a:lnTo>
                  <a:lnTo>
                    <a:pt x="1057629" y="1231549"/>
                  </a:lnTo>
                  <a:lnTo>
                    <a:pt x="1058581" y="1233105"/>
                  </a:lnTo>
                  <a:lnTo>
                    <a:pt x="1057629" y="1234056"/>
                  </a:lnTo>
                  <a:lnTo>
                    <a:pt x="1055839" y="1234056"/>
                  </a:lnTo>
                  <a:lnTo>
                    <a:pt x="1054048" y="1235847"/>
                  </a:lnTo>
                  <a:lnTo>
                    <a:pt x="1051419" y="1235847"/>
                  </a:lnTo>
                  <a:lnTo>
                    <a:pt x="1051419" y="1245638"/>
                  </a:lnTo>
                  <a:lnTo>
                    <a:pt x="1049628" y="1247429"/>
                  </a:lnTo>
                  <a:lnTo>
                    <a:pt x="1049628" y="1250406"/>
                  </a:lnTo>
                  <a:lnTo>
                    <a:pt x="1054283" y="1255062"/>
                  </a:lnTo>
                  <a:lnTo>
                    <a:pt x="1054283" y="1250406"/>
                  </a:lnTo>
                  <a:lnTo>
                    <a:pt x="1063472" y="1241218"/>
                  </a:lnTo>
                  <a:lnTo>
                    <a:pt x="1057025" y="1241218"/>
                  </a:lnTo>
                  <a:lnTo>
                    <a:pt x="1054877" y="1239070"/>
                  </a:lnTo>
                  <a:lnTo>
                    <a:pt x="1055235" y="1238711"/>
                  </a:lnTo>
                  <a:lnTo>
                    <a:pt x="1061211" y="1238711"/>
                  </a:lnTo>
                  <a:lnTo>
                    <a:pt x="1063001" y="1240502"/>
                  </a:lnTo>
                  <a:lnTo>
                    <a:pt x="1066817" y="1240502"/>
                  </a:lnTo>
                  <a:lnTo>
                    <a:pt x="1066817" y="1234895"/>
                  </a:lnTo>
                  <a:lnTo>
                    <a:pt x="1064188" y="1232265"/>
                  </a:lnTo>
                  <a:lnTo>
                    <a:pt x="1062397" y="1232265"/>
                  </a:lnTo>
                  <a:lnTo>
                    <a:pt x="1061446" y="1231314"/>
                  </a:lnTo>
                  <a:lnTo>
                    <a:pt x="1061446" y="1230710"/>
                  </a:lnTo>
                  <a:lnTo>
                    <a:pt x="1063830" y="1228326"/>
                  </a:lnTo>
                  <a:lnTo>
                    <a:pt x="1061446" y="1225942"/>
                  </a:lnTo>
                  <a:lnTo>
                    <a:pt x="1061446" y="1219731"/>
                  </a:lnTo>
                  <a:lnTo>
                    <a:pt x="1058816" y="1219731"/>
                  </a:lnTo>
                  <a:lnTo>
                    <a:pt x="1057865" y="1218780"/>
                  </a:lnTo>
                  <a:lnTo>
                    <a:pt x="1057865" y="1211618"/>
                  </a:lnTo>
                  <a:lnTo>
                    <a:pt x="1050702" y="1204456"/>
                  </a:lnTo>
                  <a:lnTo>
                    <a:pt x="1050702" y="1199800"/>
                  </a:lnTo>
                  <a:close/>
                  <a:moveTo>
                    <a:pt x="1046047" y="1187143"/>
                  </a:moveTo>
                  <a:lnTo>
                    <a:pt x="1046047" y="1198480"/>
                  </a:lnTo>
                  <a:lnTo>
                    <a:pt x="1049270" y="1201703"/>
                  </a:lnTo>
                  <a:lnTo>
                    <a:pt x="1051654" y="1199319"/>
                  </a:lnTo>
                  <a:lnTo>
                    <a:pt x="1056309" y="1199319"/>
                  </a:lnTo>
                  <a:lnTo>
                    <a:pt x="1048912" y="1191922"/>
                  </a:lnTo>
                  <a:lnTo>
                    <a:pt x="1046047" y="1187143"/>
                  </a:lnTo>
                  <a:close/>
                  <a:moveTo>
                    <a:pt x="1040675" y="1174967"/>
                  </a:moveTo>
                  <a:lnTo>
                    <a:pt x="1040675" y="1178784"/>
                  </a:lnTo>
                  <a:lnTo>
                    <a:pt x="1044256" y="1182365"/>
                  </a:lnTo>
                  <a:lnTo>
                    <a:pt x="1044256" y="1184995"/>
                  </a:lnTo>
                  <a:lnTo>
                    <a:pt x="1052493" y="1184995"/>
                  </a:lnTo>
                  <a:lnTo>
                    <a:pt x="1052493" y="1181178"/>
                  </a:lnTo>
                  <a:lnTo>
                    <a:pt x="1050702" y="1179388"/>
                  </a:lnTo>
                  <a:lnTo>
                    <a:pt x="1050702" y="1176758"/>
                  </a:lnTo>
                  <a:lnTo>
                    <a:pt x="1048073" y="1176758"/>
                  </a:lnTo>
                  <a:lnTo>
                    <a:pt x="1046282" y="1174967"/>
                  </a:lnTo>
                  <a:lnTo>
                    <a:pt x="1040675" y="1174967"/>
                  </a:lnTo>
                  <a:close/>
                  <a:moveTo>
                    <a:pt x="1050467" y="1157062"/>
                  </a:moveTo>
                  <a:lnTo>
                    <a:pt x="1047837" y="1159691"/>
                  </a:lnTo>
                  <a:lnTo>
                    <a:pt x="1047837" y="1165063"/>
                  </a:lnTo>
                  <a:lnTo>
                    <a:pt x="1046047" y="1166854"/>
                  </a:lnTo>
                  <a:lnTo>
                    <a:pt x="1046047" y="1169831"/>
                  </a:lnTo>
                  <a:lnTo>
                    <a:pt x="1047837" y="1171622"/>
                  </a:lnTo>
                  <a:lnTo>
                    <a:pt x="1047837" y="1172819"/>
                  </a:lnTo>
                  <a:lnTo>
                    <a:pt x="1050702" y="1172819"/>
                  </a:lnTo>
                  <a:lnTo>
                    <a:pt x="1050702" y="1171622"/>
                  </a:lnTo>
                  <a:lnTo>
                    <a:pt x="1056667" y="1165656"/>
                  </a:lnTo>
                  <a:lnTo>
                    <a:pt x="1054283" y="1163273"/>
                  </a:lnTo>
                  <a:lnTo>
                    <a:pt x="1054283" y="1157062"/>
                  </a:lnTo>
                  <a:lnTo>
                    <a:pt x="1050467" y="1157062"/>
                  </a:lnTo>
                  <a:close/>
                  <a:moveTo>
                    <a:pt x="1042466" y="1137366"/>
                  </a:moveTo>
                  <a:lnTo>
                    <a:pt x="1042466" y="1139995"/>
                  </a:lnTo>
                  <a:lnTo>
                    <a:pt x="1041514" y="1140947"/>
                  </a:lnTo>
                  <a:lnTo>
                    <a:pt x="1036143" y="1140947"/>
                  </a:lnTo>
                  <a:lnTo>
                    <a:pt x="1033513" y="1143576"/>
                  </a:lnTo>
                  <a:lnTo>
                    <a:pt x="1033513" y="1147393"/>
                  </a:lnTo>
                  <a:lnTo>
                    <a:pt x="1037933" y="1147393"/>
                  </a:lnTo>
                  <a:lnTo>
                    <a:pt x="1041750" y="1151209"/>
                  </a:lnTo>
                  <a:lnTo>
                    <a:pt x="1041750" y="1146554"/>
                  </a:lnTo>
                  <a:lnTo>
                    <a:pt x="1043540" y="1144763"/>
                  </a:lnTo>
                  <a:lnTo>
                    <a:pt x="1043540" y="1142973"/>
                  </a:lnTo>
                  <a:lnTo>
                    <a:pt x="1044492" y="1142021"/>
                  </a:lnTo>
                  <a:lnTo>
                    <a:pt x="1050938" y="1142021"/>
                  </a:lnTo>
                  <a:lnTo>
                    <a:pt x="1046282" y="1137366"/>
                  </a:lnTo>
                  <a:lnTo>
                    <a:pt x="1042466" y="1137366"/>
                  </a:lnTo>
                  <a:close/>
                  <a:moveTo>
                    <a:pt x="1045095" y="1130203"/>
                  </a:moveTo>
                  <a:lnTo>
                    <a:pt x="1042466" y="1132833"/>
                  </a:lnTo>
                  <a:lnTo>
                    <a:pt x="1042466" y="1136649"/>
                  </a:lnTo>
                  <a:lnTo>
                    <a:pt x="1047121" y="1136649"/>
                  </a:lnTo>
                  <a:lnTo>
                    <a:pt x="1047121" y="1134020"/>
                  </a:lnTo>
                  <a:lnTo>
                    <a:pt x="1050938" y="1130203"/>
                  </a:lnTo>
                  <a:lnTo>
                    <a:pt x="1045095" y="1130203"/>
                  </a:lnTo>
                  <a:close/>
                  <a:moveTo>
                    <a:pt x="1056432" y="1124238"/>
                  </a:moveTo>
                  <a:lnTo>
                    <a:pt x="1054048" y="1126622"/>
                  </a:lnTo>
                  <a:lnTo>
                    <a:pt x="1052258" y="1126622"/>
                  </a:lnTo>
                  <a:lnTo>
                    <a:pt x="1047602" y="1131278"/>
                  </a:lnTo>
                  <a:lnTo>
                    <a:pt x="1052258" y="1131278"/>
                  </a:lnTo>
                  <a:lnTo>
                    <a:pt x="1054048" y="1133068"/>
                  </a:lnTo>
                  <a:lnTo>
                    <a:pt x="1057629" y="1133068"/>
                  </a:lnTo>
                  <a:lnTo>
                    <a:pt x="1060013" y="1135452"/>
                  </a:lnTo>
                  <a:lnTo>
                    <a:pt x="1067053" y="1128413"/>
                  </a:lnTo>
                  <a:lnTo>
                    <a:pt x="1062397" y="1128413"/>
                  </a:lnTo>
                  <a:lnTo>
                    <a:pt x="1060607" y="1126622"/>
                  </a:lnTo>
                  <a:lnTo>
                    <a:pt x="1058816" y="1126622"/>
                  </a:lnTo>
                  <a:lnTo>
                    <a:pt x="1056432" y="1124238"/>
                  </a:lnTo>
                  <a:close/>
                  <a:moveTo>
                    <a:pt x="1078697" y="1120115"/>
                  </a:moveTo>
                  <a:lnTo>
                    <a:pt x="1080722" y="1118089"/>
                  </a:lnTo>
                  <a:lnTo>
                    <a:pt x="1078932" y="1116298"/>
                  </a:lnTo>
                  <a:lnTo>
                    <a:pt x="1076906" y="1118324"/>
                  </a:lnTo>
                  <a:lnTo>
                    <a:pt x="1078697" y="1120115"/>
                  </a:lnTo>
                  <a:close/>
                  <a:moveTo>
                    <a:pt x="1047837" y="1112062"/>
                  </a:moveTo>
                  <a:lnTo>
                    <a:pt x="1047837" y="1116718"/>
                  </a:lnTo>
                  <a:lnTo>
                    <a:pt x="1046886" y="1117669"/>
                  </a:lnTo>
                  <a:lnTo>
                    <a:pt x="1044256" y="1117669"/>
                  </a:lnTo>
                  <a:lnTo>
                    <a:pt x="1044256" y="1121486"/>
                  </a:lnTo>
                  <a:lnTo>
                    <a:pt x="1046886" y="1124115"/>
                  </a:lnTo>
                  <a:lnTo>
                    <a:pt x="1048677" y="1124115"/>
                  </a:lnTo>
                  <a:lnTo>
                    <a:pt x="1050467" y="1125906"/>
                  </a:lnTo>
                  <a:lnTo>
                    <a:pt x="1054283" y="1125906"/>
                  </a:lnTo>
                  <a:lnTo>
                    <a:pt x="1054283" y="1122090"/>
                  </a:lnTo>
                  <a:lnTo>
                    <a:pt x="1051296" y="1119102"/>
                  </a:lnTo>
                  <a:lnTo>
                    <a:pt x="1053086" y="1117311"/>
                  </a:lnTo>
                  <a:lnTo>
                    <a:pt x="1047837" y="1112062"/>
                  </a:lnTo>
                  <a:close/>
                  <a:moveTo>
                    <a:pt x="1050467" y="1087230"/>
                  </a:moveTo>
                  <a:lnTo>
                    <a:pt x="1044256" y="1093441"/>
                  </a:lnTo>
                  <a:lnTo>
                    <a:pt x="1044256" y="1098812"/>
                  </a:lnTo>
                  <a:lnTo>
                    <a:pt x="1042466" y="1100603"/>
                  </a:lnTo>
                  <a:lnTo>
                    <a:pt x="1042466" y="1103580"/>
                  </a:lnTo>
                  <a:lnTo>
                    <a:pt x="1044256" y="1105371"/>
                  </a:lnTo>
                  <a:lnTo>
                    <a:pt x="1044256" y="1111581"/>
                  </a:lnTo>
                  <a:lnTo>
                    <a:pt x="1046886" y="1111581"/>
                  </a:lnTo>
                  <a:lnTo>
                    <a:pt x="1048257" y="1112953"/>
                  </a:lnTo>
                  <a:lnTo>
                    <a:pt x="1050283" y="1110927"/>
                  </a:lnTo>
                  <a:lnTo>
                    <a:pt x="1048912" y="1109556"/>
                  </a:lnTo>
                  <a:lnTo>
                    <a:pt x="1048912" y="1105371"/>
                  </a:lnTo>
                  <a:lnTo>
                    <a:pt x="1050702" y="1103580"/>
                  </a:lnTo>
                  <a:lnTo>
                    <a:pt x="1050702" y="1101790"/>
                  </a:lnTo>
                  <a:lnTo>
                    <a:pt x="1058816" y="1093676"/>
                  </a:lnTo>
                  <a:lnTo>
                    <a:pt x="1060607" y="1093676"/>
                  </a:lnTo>
                  <a:lnTo>
                    <a:pt x="1062397" y="1091885"/>
                  </a:lnTo>
                  <a:lnTo>
                    <a:pt x="1067176" y="1091885"/>
                  </a:lnTo>
                  <a:lnTo>
                    <a:pt x="1067176" y="1089020"/>
                  </a:lnTo>
                  <a:lnTo>
                    <a:pt x="1065978" y="1089020"/>
                  </a:lnTo>
                  <a:lnTo>
                    <a:pt x="1064188" y="1087230"/>
                  </a:lnTo>
                  <a:lnTo>
                    <a:pt x="1050467" y="1087230"/>
                  </a:lnTo>
                  <a:close/>
                  <a:moveTo>
                    <a:pt x="1084488" y="1080068"/>
                  </a:moveTo>
                  <a:lnTo>
                    <a:pt x="1082697" y="1081858"/>
                  </a:lnTo>
                  <a:lnTo>
                    <a:pt x="1080907" y="1081858"/>
                  </a:lnTo>
                  <a:lnTo>
                    <a:pt x="1079116" y="1083649"/>
                  </a:lnTo>
                  <a:lnTo>
                    <a:pt x="1076486" y="1083649"/>
                  </a:lnTo>
                  <a:lnTo>
                    <a:pt x="1076486" y="1086278"/>
                  </a:lnTo>
                  <a:lnTo>
                    <a:pt x="1075535" y="1087230"/>
                  </a:lnTo>
                  <a:lnTo>
                    <a:pt x="1071954" y="1087230"/>
                  </a:lnTo>
                  <a:lnTo>
                    <a:pt x="1067298" y="1091885"/>
                  </a:lnTo>
                  <a:lnTo>
                    <a:pt x="1073744" y="1091885"/>
                  </a:lnTo>
                  <a:lnTo>
                    <a:pt x="1077919" y="1096060"/>
                  </a:lnTo>
                  <a:lnTo>
                    <a:pt x="1079709" y="1094269"/>
                  </a:lnTo>
                  <a:lnTo>
                    <a:pt x="1080907" y="1095466"/>
                  </a:lnTo>
                  <a:lnTo>
                    <a:pt x="1084488" y="1095466"/>
                  </a:lnTo>
                  <a:lnTo>
                    <a:pt x="1086278" y="1097257"/>
                  </a:lnTo>
                  <a:lnTo>
                    <a:pt x="1088069" y="1097257"/>
                  </a:lnTo>
                  <a:lnTo>
                    <a:pt x="1091885" y="1101073"/>
                  </a:lnTo>
                  <a:lnTo>
                    <a:pt x="1091885" y="1090811"/>
                  </a:lnTo>
                  <a:lnTo>
                    <a:pt x="1085675" y="1090811"/>
                  </a:lnTo>
                  <a:lnTo>
                    <a:pt x="1083884" y="1089020"/>
                  </a:lnTo>
                  <a:lnTo>
                    <a:pt x="1080907" y="1089020"/>
                  </a:lnTo>
                  <a:lnTo>
                    <a:pt x="1079709" y="1090218"/>
                  </a:lnTo>
                  <a:lnTo>
                    <a:pt x="1078154" y="1088662"/>
                  </a:lnTo>
                  <a:lnTo>
                    <a:pt x="1078512" y="1088304"/>
                  </a:lnTo>
                  <a:lnTo>
                    <a:pt x="1082093" y="1088304"/>
                  </a:lnTo>
                  <a:lnTo>
                    <a:pt x="1090330" y="1080068"/>
                  </a:lnTo>
                  <a:lnTo>
                    <a:pt x="1084488" y="1080068"/>
                  </a:lnTo>
                  <a:close/>
                  <a:moveTo>
                    <a:pt x="1086514" y="1170905"/>
                  </a:moveTo>
                  <a:lnTo>
                    <a:pt x="1090811" y="1175203"/>
                  </a:lnTo>
                  <a:lnTo>
                    <a:pt x="1090811" y="1176993"/>
                  </a:lnTo>
                  <a:lnTo>
                    <a:pt x="1092602" y="1178784"/>
                  </a:lnTo>
                  <a:lnTo>
                    <a:pt x="1092602" y="1181413"/>
                  </a:lnTo>
                  <a:lnTo>
                    <a:pt x="1107765" y="1181413"/>
                  </a:lnTo>
                  <a:lnTo>
                    <a:pt x="1111704" y="1185353"/>
                  </a:lnTo>
                  <a:lnTo>
                    <a:pt x="1109556" y="1187501"/>
                  </a:lnTo>
                  <a:lnTo>
                    <a:pt x="1101790" y="1187501"/>
                  </a:lnTo>
                  <a:lnTo>
                    <a:pt x="1099999" y="1185711"/>
                  </a:lnTo>
                  <a:lnTo>
                    <a:pt x="1098208" y="1185711"/>
                  </a:lnTo>
                  <a:lnTo>
                    <a:pt x="1096418" y="1183920"/>
                  </a:lnTo>
                  <a:lnTo>
                    <a:pt x="1092602" y="1183920"/>
                  </a:lnTo>
                  <a:lnTo>
                    <a:pt x="1092602" y="1190366"/>
                  </a:lnTo>
                  <a:lnTo>
                    <a:pt x="1097022" y="1190366"/>
                  </a:lnTo>
                  <a:lnTo>
                    <a:pt x="1097380" y="1190724"/>
                  </a:lnTo>
                  <a:lnTo>
                    <a:pt x="1094392" y="1191082"/>
                  </a:lnTo>
                  <a:lnTo>
                    <a:pt x="1094392" y="1200271"/>
                  </a:lnTo>
                  <a:lnTo>
                    <a:pt x="1097022" y="1202900"/>
                  </a:lnTo>
                  <a:lnTo>
                    <a:pt x="1100838" y="1202900"/>
                  </a:lnTo>
                  <a:lnTo>
                    <a:pt x="1100838" y="1200271"/>
                  </a:lnTo>
                  <a:lnTo>
                    <a:pt x="1102629" y="1198480"/>
                  </a:lnTo>
                  <a:lnTo>
                    <a:pt x="1102629" y="1196689"/>
                  </a:lnTo>
                  <a:lnTo>
                    <a:pt x="1103580" y="1195738"/>
                  </a:lnTo>
                  <a:lnTo>
                    <a:pt x="1108952" y="1195738"/>
                  </a:lnTo>
                  <a:lnTo>
                    <a:pt x="1110742" y="1193947"/>
                  </a:lnTo>
                  <a:lnTo>
                    <a:pt x="1114927" y="1193947"/>
                  </a:lnTo>
                  <a:lnTo>
                    <a:pt x="1115879" y="1194899"/>
                  </a:lnTo>
                  <a:lnTo>
                    <a:pt x="1115879" y="1197293"/>
                  </a:lnTo>
                  <a:lnTo>
                    <a:pt x="1110507" y="1202665"/>
                  </a:lnTo>
                  <a:lnTo>
                    <a:pt x="1110507" y="1211618"/>
                  </a:lnTo>
                  <a:lnTo>
                    <a:pt x="1108717" y="1213408"/>
                  </a:lnTo>
                  <a:lnTo>
                    <a:pt x="1108717" y="1217225"/>
                  </a:lnTo>
                  <a:lnTo>
                    <a:pt x="1112533" y="1217225"/>
                  </a:lnTo>
                  <a:lnTo>
                    <a:pt x="1116953" y="1212804"/>
                  </a:lnTo>
                  <a:lnTo>
                    <a:pt x="1116953" y="1211014"/>
                  </a:lnTo>
                  <a:lnTo>
                    <a:pt x="1120534" y="1207433"/>
                  </a:lnTo>
                  <a:lnTo>
                    <a:pt x="1120534" y="1195503"/>
                  </a:lnTo>
                  <a:lnTo>
                    <a:pt x="1118744" y="1193712"/>
                  </a:lnTo>
                  <a:lnTo>
                    <a:pt x="1118744" y="1190131"/>
                  </a:lnTo>
                  <a:lnTo>
                    <a:pt x="1116953" y="1188340"/>
                  </a:lnTo>
                  <a:lnTo>
                    <a:pt x="1116953" y="1179388"/>
                  </a:lnTo>
                  <a:lnTo>
                    <a:pt x="1113372" y="1175807"/>
                  </a:lnTo>
                  <a:lnTo>
                    <a:pt x="1113372" y="1175203"/>
                  </a:lnTo>
                  <a:lnTo>
                    <a:pt x="1114324" y="1174251"/>
                  </a:lnTo>
                  <a:lnTo>
                    <a:pt x="1117905" y="1174251"/>
                  </a:lnTo>
                  <a:lnTo>
                    <a:pt x="1124115" y="1168040"/>
                  </a:lnTo>
                  <a:lnTo>
                    <a:pt x="1124115" y="1165063"/>
                  </a:lnTo>
                  <a:lnTo>
                    <a:pt x="1120534" y="1161482"/>
                  </a:lnTo>
                  <a:lnTo>
                    <a:pt x="1120534" y="1159691"/>
                  </a:lnTo>
                  <a:lnTo>
                    <a:pt x="1116114" y="1155271"/>
                  </a:lnTo>
                  <a:lnTo>
                    <a:pt x="1114324" y="1155271"/>
                  </a:lnTo>
                  <a:lnTo>
                    <a:pt x="1112533" y="1153481"/>
                  </a:lnTo>
                  <a:lnTo>
                    <a:pt x="1110742" y="1153481"/>
                  </a:lnTo>
                  <a:lnTo>
                    <a:pt x="1108952" y="1151690"/>
                  </a:lnTo>
                  <a:lnTo>
                    <a:pt x="1096418" y="1151690"/>
                  </a:lnTo>
                  <a:lnTo>
                    <a:pt x="1096060" y="1151332"/>
                  </a:lnTo>
                  <a:lnTo>
                    <a:pt x="1097257" y="1150135"/>
                  </a:lnTo>
                  <a:lnTo>
                    <a:pt x="1097257" y="1143576"/>
                  </a:lnTo>
                  <a:lnTo>
                    <a:pt x="1093676" y="1139995"/>
                  </a:lnTo>
                  <a:lnTo>
                    <a:pt x="1093676" y="1138205"/>
                  </a:lnTo>
                  <a:lnTo>
                    <a:pt x="1090095" y="1134624"/>
                  </a:lnTo>
                  <a:lnTo>
                    <a:pt x="1090095" y="1132229"/>
                  </a:lnTo>
                  <a:lnTo>
                    <a:pt x="1092837" y="1129487"/>
                  </a:lnTo>
                  <a:lnTo>
                    <a:pt x="1095466" y="1129487"/>
                  </a:lnTo>
                  <a:lnTo>
                    <a:pt x="1095466" y="1123880"/>
                  </a:lnTo>
                  <a:lnTo>
                    <a:pt x="1092479" y="1120892"/>
                  </a:lnTo>
                  <a:lnTo>
                    <a:pt x="1092837" y="1120534"/>
                  </a:lnTo>
                  <a:lnTo>
                    <a:pt x="1098208" y="1120534"/>
                  </a:lnTo>
                  <a:lnTo>
                    <a:pt x="1099999" y="1118744"/>
                  </a:lnTo>
                  <a:lnTo>
                    <a:pt x="1101790" y="1118744"/>
                  </a:lnTo>
                  <a:lnTo>
                    <a:pt x="1103580" y="1116953"/>
                  </a:lnTo>
                  <a:lnTo>
                    <a:pt x="1108952" y="1116953"/>
                  </a:lnTo>
                  <a:lnTo>
                    <a:pt x="1112533" y="1113372"/>
                  </a:lnTo>
                  <a:lnTo>
                    <a:pt x="1115163" y="1113372"/>
                  </a:lnTo>
                  <a:lnTo>
                    <a:pt x="1115163" y="1110742"/>
                  </a:lnTo>
                  <a:lnTo>
                    <a:pt x="1119695" y="1106210"/>
                  </a:lnTo>
                  <a:lnTo>
                    <a:pt x="1123276" y="1106210"/>
                  </a:lnTo>
                  <a:lnTo>
                    <a:pt x="1125067" y="1104419"/>
                  </a:lnTo>
                  <a:lnTo>
                    <a:pt x="1127697" y="1104419"/>
                  </a:lnTo>
                  <a:lnTo>
                    <a:pt x="1127697" y="1099764"/>
                  </a:lnTo>
                  <a:lnTo>
                    <a:pt x="1121486" y="1099764"/>
                  </a:lnTo>
                  <a:lnTo>
                    <a:pt x="1120534" y="1098812"/>
                  </a:lnTo>
                  <a:lnTo>
                    <a:pt x="1120534" y="1095231"/>
                  </a:lnTo>
                  <a:lnTo>
                    <a:pt x="1118744" y="1093441"/>
                  </a:lnTo>
                  <a:lnTo>
                    <a:pt x="1118744" y="1089860"/>
                  </a:lnTo>
                  <a:lnTo>
                    <a:pt x="1116953" y="1088069"/>
                  </a:lnTo>
                  <a:lnTo>
                    <a:pt x="1116953" y="1086278"/>
                  </a:lnTo>
                  <a:lnTo>
                    <a:pt x="1110384" y="1079709"/>
                  </a:lnTo>
                  <a:lnTo>
                    <a:pt x="1112175" y="1077919"/>
                  </a:lnTo>
                  <a:lnTo>
                    <a:pt x="1108358" y="1074103"/>
                  </a:lnTo>
                  <a:lnTo>
                    <a:pt x="1105975" y="1076486"/>
                  </a:lnTo>
                  <a:lnTo>
                    <a:pt x="1101790" y="1076486"/>
                  </a:lnTo>
                  <a:lnTo>
                    <a:pt x="1101431" y="1076128"/>
                  </a:lnTo>
                  <a:lnTo>
                    <a:pt x="1103580" y="1075770"/>
                  </a:lnTo>
                  <a:lnTo>
                    <a:pt x="1108000" y="1071350"/>
                  </a:lnTo>
                  <a:lnTo>
                    <a:pt x="1108000" y="1069559"/>
                  </a:lnTo>
                  <a:lnTo>
                    <a:pt x="1111817" y="1065743"/>
                  </a:lnTo>
                  <a:lnTo>
                    <a:pt x="1105975" y="1065743"/>
                  </a:lnTo>
                  <a:lnTo>
                    <a:pt x="1102393" y="1069324"/>
                  </a:lnTo>
                  <a:lnTo>
                    <a:pt x="1099764" y="1069324"/>
                  </a:lnTo>
                  <a:lnTo>
                    <a:pt x="1099764" y="1071954"/>
                  </a:lnTo>
                  <a:lnTo>
                    <a:pt x="1096183" y="1075535"/>
                  </a:lnTo>
                  <a:lnTo>
                    <a:pt x="1096183" y="1077326"/>
                  </a:lnTo>
                  <a:lnTo>
                    <a:pt x="1095231" y="1078277"/>
                  </a:lnTo>
                  <a:lnTo>
                    <a:pt x="1094627" y="1078277"/>
                  </a:lnTo>
                  <a:lnTo>
                    <a:pt x="1092837" y="1076486"/>
                  </a:lnTo>
                  <a:lnTo>
                    <a:pt x="1085204" y="1076486"/>
                  </a:lnTo>
                  <a:lnTo>
                    <a:pt x="1089860" y="1081142"/>
                  </a:lnTo>
                  <a:lnTo>
                    <a:pt x="1091650" y="1081142"/>
                  </a:lnTo>
                  <a:lnTo>
                    <a:pt x="1093441" y="1082932"/>
                  </a:lnTo>
                  <a:lnTo>
                    <a:pt x="1096418" y="1082932"/>
                  </a:lnTo>
                  <a:lnTo>
                    <a:pt x="1098208" y="1081142"/>
                  </a:lnTo>
                  <a:lnTo>
                    <a:pt x="1099999" y="1081142"/>
                  </a:lnTo>
                  <a:lnTo>
                    <a:pt x="1101790" y="1079351"/>
                  </a:lnTo>
                  <a:lnTo>
                    <a:pt x="1105975" y="1079351"/>
                  </a:lnTo>
                  <a:lnTo>
                    <a:pt x="1106926" y="1080303"/>
                  </a:lnTo>
                  <a:lnTo>
                    <a:pt x="1106926" y="1082697"/>
                  </a:lnTo>
                  <a:lnTo>
                    <a:pt x="1105135" y="1084488"/>
                  </a:lnTo>
                  <a:lnTo>
                    <a:pt x="1105135" y="1087465"/>
                  </a:lnTo>
                  <a:lnTo>
                    <a:pt x="1106926" y="1089256"/>
                  </a:lnTo>
                  <a:lnTo>
                    <a:pt x="1106926" y="1092837"/>
                  </a:lnTo>
                  <a:lnTo>
                    <a:pt x="1108717" y="1094627"/>
                  </a:lnTo>
                  <a:lnTo>
                    <a:pt x="1108717" y="1105975"/>
                  </a:lnTo>
                  <a:lnTo>
                    <a:pt x="1106926" y="1107765"/>
                  </a:lnTo>
                  <a:lnTo>
                    <a:pt x="1106926" y="1109556"/>
                  </a:lnTo>
                  <a:lnTo>
                    <a:pt x="1106568" y="1109914"/>
                  </a:lnTo>
                  <a:lnTo>
                    <a:pt x="1105790" y="1109136"/>
                  </a:lnTo>
                  <a:lnTo>
                    <a:pt x="1103764" y="1111162"/>
                  </a:lnTo>
                  <a:lnTo>
                    <a:pt x="1104542" y="1111940"/>
                  </a:lnTo>
                  <a:lnTo>
                    <a:pt x="1102393" y="1114088"/>
                  </a:lnTo>
                  <a:lnTo>
                    <a:pt x="1097973" y="1114088"/>
                  </a:lnTo>
                  <a:lnTo>
                    <a:pt x="1097973" y="1116718"/>
                  </a:lnTo>
                  <a:lnTo>
                    <a:pt x="1097022" y="1117669"/>
                  </a:lnTo>
                  <a:lnTo>
                    <a:pt x="1089256" y="1117669"/>
                  </a:lnTo>
                  <a:lnTo>
                    <a:pt x="1086872" y="1115286"/>
                  </a:lnTo>
                  <a:lnTo>
                    <a:pt x="1083649" y="1118509"/>
                  </a:lnTo>
                  <a:lnTo>
                    <a:pt x="1083649" y="1120299"/>
                  </a:lnTo>
                  <a:lnTo>
                    <a:pt x="1080068" y="1123880"/>
                  </a:lnTo>
                  <a:lnTo>
                    <a:pt x="1080068" y="1129487"/>
                  </a:lnTo>
                  <a:lnTo>
                    <a:pt x="1082697" y="1129487"/>
                  </a:lnTo>
                  <a:lnTo>
                    <a:pt x="1086636" y="1133426"/>
                  </a:lnTo>
                  <a:lnTo>
                    <a:pt x="1084488" y="1135575"/>
                  </a:lnTo>
                  <a:lnTo>
                    <a:pt x="1076251" y="1135575"/>
                  </a:lnTo>
                  <a:lnTo>
                    <a:pt x="1080068" y="1139391"/>
                  </a:lnTo>
                  <a:lnTo>
                    <a:pt x="1080068" y="1141182"/>
                  </a:lnTo>
                  <a:lnTo>
                    <a:pt x="1081858" y="1142973"/>
                  </a:lnTo>
                  <a:lnTo>
                    <a:pt x="1081858" y="1144763"/>
                  </a:lnTo>
                  <a:lnTo>
                    <a:pt x="1083649" y="1146554"/>
                  </a:lnTo>
                  <a:lnTo>
                    <a:pt x="1083649" y="1156110"/>
                  </a:lnTo>
                  <a:lnTo>
                    <a:pt x="1082278" y="1157481"/>
                  </a:lnTo>
                  <a:lnTo>
                    <a:pt x="1084303" y="1159507"/>
                  </a:lnTo>
                  <a:lnTo>
                    <a:pt x="1085675" y="1158136"/>
                  </a:lnTo>
                  <a:lnTo>
                    <a:pt x="1086636" y="1158494"/>
                  </a:lnTo>
                  <a:lnTo>
                    <a:pt x="1083649" y="1161482"/>
                  </a:lnTo>
                  <a:lnTo>
                    <a:pt x="1083649" y="1163273"/>
                  </a:lnTo>
                  <a:lnTo>
                    <a:pt x="1081265" y="1165656"/>
                  </a:lnTo>
                  <a:lnTo>
                    <a:pt x="1083055" y="1167447"/>
                  </a:lnTo>
                  <a:lnTo>
                    <a:pt x="1079709" y="1167805"/>
                  </a:lnTo>
                  <a:lnTo>
                    <a:pt x="1079709" y="1170670"/>
                  </a:lnTo>
                  <a:lnTo>
                    <a:pt x="1080907" y="1170670"/>
                  </a:lnTo>
                  <a:lnTo>
                    <a:pt x="1086514" y="1176277"/>
                  </a:lnTo>
                  <a:lnTo>
                    <a:pt x="1086514" y="1170905"/>
                  </a:lnTo>
                  <a:close/>
                  <a:moveTo>
                    <a:pt x="1086749" y="1169596"/>
                  </a:moveTo>
                  <a:lnTo>
                    <a:pt x="1091046" y="1165298"/>
                  </a:lnTo>
                  <a:lnTo>
                    <a:pt x="1092602" y="1166250"/>
                  </a:lnTo>
                  <a:lnTo>
                    <a:pt x="1092602" y="1168040"/>
                  </a:lnTo>
                  <a:lnTo>
                    <a:pt x="1093799" y="1169238"/>
                  </a:lnTo>
                  <a:lnTo>
                    <a:pt x="1093441" y="1169596"/>
                  </a:lnTo>
                  <a:lnTo>
                    <a:pt x="1086749" y="1169596"/>
                  </a:lnTo>
                  <a:close/>
                  <a:moveTo>
                    <a:pt x="1114324" y="1102629"/>
                  </a:moveTo>
                  <a:lnTo>
                    <a:pt x="1116718" y="1102629"/>
                  </a:lnTo>
                  <a:lnTo>
                    <a:pt x="1117669" y="1104184"/>
                  </a:lnTo>
                  <a:lnTo>
                    <a:pt x="1116718" y="1105135"/>
                  </a:lnTo>
                  <a:lnTo>
                    <a:pt x="1112533" y="1105135"/>
                  </a:lnTo>
                  <a:lnTo>
                    <a:pt x="1112175" y="1104777"/>
                  </a:lnTo>
                  <a:lnTo>
                    <a:pt x="1114324" y="1102629"/>
                  </a:lnTo>
                  <a:close/>
                  <a:moveTo>
                    <a:pt x="1108594" y="1190724"/>
                  </a:moveTo>
                  <a:lnTo>
                    <a:pt x="1108952" y="1190366"/>
                  </a:lnTo>
                  <a:lnTo>
                    <a:pt x="1109914" y="1190724"/>
                  </a:lnTo>
                  <a:lnTo>
                    <a:pt x="1109556" y="1191082"/>
                  </a:lnTo>
                  <a:lnTo>
                    <a:pt x="1108594" y="1190724"/>
                  </a:lnTo>
                  <a:close/>
                  <a:moveTo>
                    <a:pt x="1099641" y="1171028"/>
                  </a:moveTo>
                  <a:lnTo>
                    <a:pt x="1099999" y="1170670"/>
                  </a:lnTo>
                  <a:lnTo>
                    <a:pt x="1104184" y="1170670"/>
                  </a:lnTo>
                  <a:lnTo>
                    <a:pt x="1105975" y="1172461"/>
                  </a:lnTo>
                  <a:lnTo>
                    <a:pt x="1108123" y="1172819"/>
                  </a:lnTo>
                  <a:lnTo>
                    <a:pt x="1105371" y="1173177"/>
                  </a:lnTo>
                  <a:lnTo>
                    <a:pt x="1103580" y="1171386"/>
                  </a:lnTo>
                  <a:lnTo>
                    <a:pt x="1099999" y="1171386"/>
                  </a:lnTo>
                  <a:lnTo>
                    <a:pt x="1099641" y="1171028"/>
                  </a:lnTo>
                  <a:close/>
                  <a:moveTo>
                    <a:pt x="1091885" y="1146554"/>
                  </a:moveTo>
                  <a:lnTo>
                    <a:pt x="1092243" y="1144405"/>
                  </a:lnTo>
                  <a:lnTo>
                    <a:pt x="1092602" y="1144763"/>
                  </a:lnTo>
                  <a:lnTo>
                    <a:pt x="1092602" y="1151925"/>
                  </a:lnTo>
                  <a:lnTo>
                    <a:pt x="1094392" y="1153716"/>
                  </a:lnTo>
                  <a:lnTo>
                    <a:pt x="1094392" y="1157901"/>
                  </a:lnTo>
                  <a:lnTo>
                    <a:pt x="1091650" y="1160643"/>
                  </a:lnTo>
                  <a:lnTo>
                    <a:pt x="1089256" y="1160643"/>
                  </a:lnTo>
                  <a:lnTo>
                    <a:pt x="1088898" y="1160285"/>
                  </a:lnTo>
                  <a:lnTo>
                    <a:pt x="1090095" y="1159088"/>
                  </a:lnTo>
                  <a:lnTo>
                    <a:pt x="1090095" y="1148344"/>
                  </a:lnTo>
                  <a:lnTo>
                    <a:pt x="1091885" y="1146554"/>
                  </a:lnTo>
                  <a:close/>
                  <a:moveTo>
                    <a:pt x="1071115" y="1051060"/>
                  </a:moveTo>
                  <a:lnTo>
                    <a:pt x="1071115" y="1052258"/>
                  </a:lnTo>
                  <a:lnTo>
                    <a:pt x="1069324" y="1054048"/>
                  </a:lnTo>
                  <a:lnTo>
                    <a:pt x="1069324" y="1067053"/>
                  </a:lnTo>
                  <a:lnTo>
                    <a:pt x="1072547" y="1063830"/>
                  </a:lnTo>
                  <a:lnTo>
                    <a:pt x="1072905" y="1064792"/>
                  </a:lnTo>
                  <a:lnTo>
                    <a:pt x="1070521" y="1067176"/>
                  </a:lnTo>
                  <a:lnTo>
                    <a:pt x="1073744" y="1070399"/>
                  </a:lnTo>
                  <a:lnTo>
                    <a:pt x="1078512" y="1070399"/>
                  </a:lnTo>
                  <a:lnTo>
                    <a:pt x="1082093" y="1066817"/>
                  </a:lnTo>
                  <a:lnTo>
                    <a:pt x="1083884" y="1066817"/>
                  </a:lnTo>
                  <a:lnTo>
                    <a:pt x="1088304" y="1062397"/>
                  </a:lnTo>
                  <a:lnTo>
                    <a:pt x="1088304" y="1060607"/>
                  </a:lnTo>
                  <a:lnTo>
                    <a:pt x="1090095" y="1058816"/>
                  </a:lnTo>
                  <a:lnTo>
                    <a:pt x="1090095" y="1055235"/>
                  </a:lnTo>
                  <a:lnTo>
                    <a:pt x="1093911" y="1051419"/>
                  </a:lnTo>
                  <a:lnTo>
                    <a:pt x="1084488" y="1051419"/>
                  </a:lnTo>
                  <a:lnTo>
                    <a:pt x="1082697" y="1053209"/>
                  </a:lnTo>
                  <a:lnTo>
                    <a:pt x="1080907" y="1053209"/>
                  </a:lnTo>
                  <a:lnTo>
                    <a:pt x="1079116" y="1055000"/>
                  </a:lnTo>
                  <a:lnTo>
                    <a:pt x="1077326" y="1055000"/>
                  </a:lnTo>
                  <a:lnTo>
                    <a:pt x="1076128" y="1056197"/>
                  </a:lnTo>
                  <a:lnTo>
                    <a:pt x="1075770" y="1054048"/>
                  </a:lnTo>
                  <a:lnTo>
                    <a:pt x="1073980" y="1052258"/>
                  </a:lnTo>
                  <a:lnTo>
                    <a:pt x="1071115" y="1051060"/>
                  </a:lnTo>
                  <a:close/>
                  <a:moveTo>
                    <a:pt x="1054048" y="1040675"/>
                  </a:moveTo>
                  <a:lnTo>
                    <a:pt x="1051419" y="1043305"/>
                  </a:lnTo>
                  <a:lnTo>
                    <a:pt x="1051419" y="1058816"/>
                  </a:lnTo>
                  <a:lnTo>
                    <a:pt x="1055000" y="1062397"/>
                  </a:lnTo>
                  <a:lnTo>
                    <a:pt x="1055000" y="1064188"/>
                  </a:lnTo>
                  <a:lnTo>
                    <a:pt x="1057629" y="1066817"/>
                  </a:lnTo>
                  <a:lnTo>
                    <a:pt x="1059420" y="1066817"/>
                  </a:lnTo>
                  <a:lnTo>
                    <a:pt x="1061804" y="1069201"/>
                  </a:lnTo>
                  <a:lnTo>
                    <a:pt x="1065027" y="1065978"/>
                  </a:lnTo>
                  <a:lnTo>
                    <a:pt x="1065027" y="1060607"/>
                  </a:lnTo>
                  <a:lnTo>
                    <a:pt x="1066817" y="1058816"/>
                  </a:lnTo>
                  <a:lnTo>
                    <a:pt x="1066817" y="1055839"/>
                  </a:lnTo>
                  <a:lnTo>
                    <a:pt x="1065027" y="1054048"/>
                  </a:lnTo>
                  <a:lnTo>
                    <a:pt x="1065027" y="1048677"/>
                  </a:lnTo>
                  <a:lnTo>
                    <a:pt x="1061446" y="1045095"/>
                  </a:lnTo>
                  <a:lnTo>
                    <a:pt x="1061446" y="1042466"/>
                  </a:lnTo>
                  <a:lnTo>
                    <a:pt x="1058816" y="1042466"/>
                  </a:lnTo>
                  <a:lnTo>
                    <a:pt x="1057025" y="1040675"/>
                  </a:lnTo>
                  <a:lnTo>
                    <a:pt x="1054048" y="1040675"/>
                  </a:lnTo>
                  <a:close/>
                  <a:moveTo>
                    <a:pt x="1105975" y="1008445"/>
                  </a:moveTo>
                  <a:lnTo>
                    <a:pt x="1102393" y="1012026"/>
                  </a:lnTo>
                  <a:lnTo>
                    <a:pt x="1099764" y="1012026"/>
                  </a:lnTo>
                  <a:lnTo>
                    <a:pt x="1099764" y="1017633"/>
                  </a:lnTo>
                  <a:lnTo>
                    <a:pt x="1102393" y="1020263"/>
                  </a:lnTo>
                  <a:lnTo>
                    <a:pt x="1104184" y="1020263"/>
                  </a:lnTo>
                  <a:lnTo>
                    <a:pt x="1105975" y="1022053"/>
                  </a:lnTo>
                  <a:lnTo>
                    <a:pt x="1107765" y="1022053"/>
                  </a:lnTo>
                  <a:lnTo>
                    <a:pt x="1109914" y="1024202"/>
                  </a:lnTo>
                  <a:lnTo>
                    <a:pt x="1108717" y="1025399"/>
                  </a:lnTo>
                  <a:lnTo>
                    <a:pt x="1108717" y="1027190"/>
                  </a:lnTo>
                  <a:lnTo>
                    <a:pt x="1104900" y="1031006"/>
                  </a:lnTo>
                  <a:lnTo>
                    <a:pt x="1110742" y="1031006"/>
                  </a:lnTo>
                  <a:lnTo>
                    <a:pt x="1113372" y="1028376"/>
                  </a:lnTo>
                  <a:lnTo>
                    <a:pt x="1113372" y="1026586"/>
                  </a:lnTo>
                  <a:lnTo>
                    <a:pt x="1114927" y="1025634"/>
                  </a:lnTo>
                  <a:lnTo>
                    <a:pt x="1115879" y="1026586"/>
                  </a:lnTo>
                  <a:lnTo>
                    <a:pt x="1115879" y="1028376"/>
                  </a:lnTo>
                  <a:lnTo>
                    <a:pt x="1117669" y="1030167"/>
                  </a:lnTo>
                  <a:lnTo>
                    <a:pt x="1117669" y="1031958"/>
                  </a:lnTo>
                  <a:lnTo>
                    <a:pt x="1122090" y="1036378"/>
                  </a:lnTo>
                  <a:lnTo>
                    <a:pt x="1123880" y="1036378"/>
                  </a:lnTo>
                  <a:lnTo>
                    <a:pt x="1127461" y="1039959"/>
                  </a:lnTo>
                  <a:lnTo>
                    <a:pt x="1134859" y="1039959"/>
                  </a:lnTo>
                  <a:lnTo>
                    <a:pt x="1134859" y="1037329"/>
                  </a:lnTo>
                  <a:lnTo>
                    <a:pt x="1136649" y="1035539"/>
                  </a:lnTo>
                  <a:lnTo>
                    <a:pt x="1136649" y="1023609"/>
                  </a:lnTo>
                  <a:lnTo>
                    <a:pt x="1134859" y="1021818"/>
                  </a:lnTo>
                  <a:lnTo>
                    <a:pt x="1134859" y="1020028"/>
                  </a:lnTo>
                  <a:lnTo>
                    <a:pt x="1133068" y="1018237"/>
                  </a:lnTo>
                  <a:lnTo>
                    <a:pt x="1133068" y="1016446"/>
                  </a:lnTo>
                  <a:lnTo>
                    <a:pt x="1131278" y="1014656"/>
                  </a:lnTo>
                  <a:lnTo>
                    <a:pt x="1131278" y="1012026"/>
                  </a:lnTo>
                  <a:lnTo>
                    <a:pt x="1128648" y="1012026"/>
                  </a:lnTo>
                  <a:lnTo>
                    <a:pt x="1126857" y="1010236"/>
                  </a:lnTo>
                  <a:lnTo>
                    <a:pt x="1125067" y="1010236"/>
                  </a:lnTo>
                  <a:lnTo>
                    <a:pt x="1123276" y="1008445"/>
                  </a:lnTo>
                  <a:lnTo>
                    <a:pt x="1116718" y="1008445"/>
                  </a:lnTo>
                  <a:lnTo>
                    <a:pt x="1115521" y="1009642"/>
                  </a:lnTo>
                  <a:lnTo>
                    <a:pt x="1114324" y="1008445"/>
                  </a:lnTo>
                  <a:lnTo>
                    <a:pt x="1105975" y="1008445"/>
                  </a:lnTo>
                  <a:close/>
                  <a:moveTo>
                    <a:pt x="1121486" y="1014891"/>
                  </a:moveTo>
                  <a:lnTo>
                    <a:pt x="1127461" y="1014891"/>
                  </a:lnTo>
                  <a:lnTo>
                    <a:pt x="1128413" y="1016446"/>
                  </a:lnTo>
                  <a:lnTo>
                    <a:pt x="1127461" y="1017398"/>
                  </a:lnTo>
                  <a:lnTo>
                    <a:pt x="1125671" y="1017398"/>
                  </a:lnTo>
                  <a:lnTo>
                    <a:pt x="1123880" y="1019188"/>
                  </a:lnTo>
                  <a:lnTo>
                    <a:pt x="1122090" y="1019188"/>
                  </a:lnTo>
                  <a:lnTo>
                    <a:pt x="1120299" y="1020979"/>
                  </a:lnTo>
                  <a:lnTo>
                    <a:pt x="1114324" y="1020979"/>
                  </a:lnTo>
                  <a:lnTo>
                    <a:pt x="1113965" y="1020621"/>
                  </a:lnTo>
                  <a:lnTo>
                    <a:pt x="1116114" y="1018472"/>
                  </a:lnTo>
                  <a:lnTo>
                    <a:pt x="1117905" y="1018472"/>
                  </a:lnTo>
                  <a:lnTo>
                    <a:pt x="1121486" y="1014891"/>
                  </a:lnTo>
                  <a:close/>
                  <a:moveTo>
                    <a:pt x="1095231" y="994121"/>
                  </a:moveTo>
                  <a:lnTo>
                    <a:pt x="1092602" y="996750"/>
                  </a:lnTo>
                  <a:lnTo>
                    <a:pt x="1092602" y="1006890"/>
                  </a:lnTo>
                  <a:lnTo>
                    <a:pt x="1095231" y="1009519"/>
                  </a:lnTo>
                  <a:lnTo>
                    <a:pt x="1101790" y="1009519"/>
                  </a:lnTo>
                  <a:lnTo>
                    <a:pt x="1105371" y="1005938"/>
                  </a:lnTo>
                  <a:lnTo>
                    <a:pt x="1108000" y="1005938"/>
                  </a:lnTo>
                  <a:lnTo>
                    <a:pt x="1108000" y="1003309"/>
                  </a:lnTo>
                  <a:lnTo>
                    <a:pt x="1110384" y="1000925"/>
                  </a:lnTo>
                  <a:lnTo>
                    <a:pt x="1107161" y="997702"/>
                  </a:lnTo>
                  <a:lnTo>
                    <a:pt x="1105371" y="997702"/>
                  </a:lnTo>
                  <a:lnTo>
                    <a:pt x="1103580" y="995911"/>
                  </a:lnTo>
                  <a:lnTo>
                    <a:pt x="1099999" y="995911"/>
                  </a:lnTo>
                  <a:lnTo>
                    <a:pt x="1098208" y="994121"/>
                  </a:lnTo>
                  <a:lnTo>
                    <a:pt x="1095231" y="994121"/>
                  </a:lnTo>
                  <a:close/>
                  <a:moveTo>
                    <a:pt x="1104184" y="897430"/>
                  </a:moveTo>
                  <a:lnTo>
                    <a:pt x="1102393" y="899221"/>
                  </a:lnTo>
                  <a:lnTo>
                    <a:pt x="1100603" y="899221"/>
                  </a:lnTo>
                  <a:lnTo>
                    <a:pt x="1098812" y="901011"/>
                  </a:lnTo>
                  <a:lnTo>
                    <a:pt x="1097022" y="901011"/>
                  </a:lnTo>
                  <a:lnTo>
                    <a:pt x="1090811" y="907222"/>
                  </a:lnTo>
                  <a:lnTo>
                    <a:pt x="1090811" y="909013"/>
                  </a:lnTo>
                  <a:lnTo>
                    <a:pt x="1089020" y="910803"/>
                  </a:lnTo>
                  <a:lnTo>
                    <a:pt x="1089020" y="914620"/>
                  </a:lnTo>
                  <a:lnTo>
                    <a:pt x="1103580" y="914620"/>
                  </a:lnTo>
                  <a:lnTo>
                    <a:pt x="1107161" y="911038"/>
                  </a:lnTo>
                  <a:lnTo>
                    <a:pt x="1108952" y="911038"/>
                  </a:lnTo>
                  <a:lnTo>
                    <a:pt x="1111581" y="908409"/>
                  </a:lnTo>
                  <a:lnTo>
                    <a:pt x="1111581" y="906618"/>
                  </a:lnTo>
                  <a:lnTo>
                    <a:pt x="1113372" y="904828"/>
                  </a:lnTo>
                  <a:lnTo>
                    <a:pt x="1113372" y="900060"/>
                  </a:lnTo>
                  <a:lnTo>
                    <a:pt x="1110742" y="897430"/>
                  </a:lnTo>
                  <a:lnTo>
                    <a:pt x="1104184" y="897430"/>
                  </a:lnTo>
                  <a:close/>
                  <a:moveTo>
                    <a:pt x="1084488" y="885971"/>
                  </a:moveTo>
                  <a:lnTo>
                    <a:pt x="1088069" y="889552"/>
                  </a:lnTo>
                  <a:lnTo>
                    <a:pt x="1092243" y="889552"/>
                  </a:lnTo>
                  <a:lnTo>
                    <a:pt x="1092243" y="886687"/>
                  </a:lnTo>
                  <a:lnTo>
                    <a:pt x="1089256" y="886687"/>
                  </a:lnTo>
                  <a:lnTo>
                    <a:pt x="1085675" y="883106"/>
                  </a:lnTo>
                  <a:lnTo>
                    <a:pt x="1083291" y="883106"/>
                  </a:lnTo>
                  <a:lnTo>
                    <a:pt x="1083291" y="885971"/>
                  </a:lnTo>
                  <a:lnTo>
                    <a:pt x="1084488" y="885971"/>
                  </a:lnTo>
                  <a:close/>
                  <a:moveTo>
                    <a:pt x="1089860" y="872362"/>
                  </a:moveTo>
                  <a:lnTo>
                    <a:pt x="1088069" y="874153"/>
                  </a:lnTo>
                  <a:lnTo>
                    <a:pt x="1086278" y="874153"/>
                  </a:lnTo>
                  <a:lnTo>
                    <a:pt x="1084488" y="875943"/>
                  </a:lnTo>
                  <a:lnTo>
                    <a:pt x="1082697" y="875943"/>
                  </a:lnTo>
                  <a:lnTo>
                    <a:pt x="1080068" y="878573"/>
                  </a:lnTo>
                  <a:lnTo>
                    <a:pt x="1080068" y="882389"/>
                  </a:lnTo>
                  <a:lnTo>
                    <a:pt x="1083884" y="882389"/>
                  </a:lnTo>
                  <a:lnTo>
                    <a:pt x="1085675" y="880599"/>
                  </a:lnTo>
                  <a:lnTo>
                    <a:pt x="1097022" y="880599"/>
                  </a:lnTo>
                  <a:lnTo>
                    <a:pt x="1098812" y="882389"/>
                  </a:lnTo>
                  <a:lnTo>
                    <a:pt x="1100603" y="882389"/>
                  </a:lnTo>
                  <a:lnTo>
                    <a:pt x="1102393" y="884180"/>
                  </a:lnTo>
                  <a:lnTo>
                    <a:pt x="1104184" y="884180"/>
                  </a:lnTo>
                  <a:lnTo>
                    <a:pt x="1105135" y="885131"/>
                  </a:lnTo>
                  <a:lnTo>
                    <a:pt x="1104184" y="886687"/>
                  </a:lnTo>
                  <a:lnTo>
                    <a:pt x="1102987" y="886687"/>
                  </a:lnTo>
                  <a:lnTo>
                    <a:pt x="1102987" y="889552"/>
                  </a:lnTo>
                  <a:lnTo>
                    <a:pt x="1105371" y="889552"/>
                  </a:lnTo>
                  <a:lnTo>
                    <a:pt x="1111581" y="883341"/>
                  </a:lnTo>
                  <a:lnTo>
                    <a:pt x="1111581" y="880364"/>
                  </a:lnTo>
                  <a:lnTo>
                    <a:pt x="1105371" y="874153"/>
                  </a:lnTo>
                  <a:lnTo>
                    <a:pt x="1103580" y="874153"/>
                  </a:lnTo>
                  <a:lnTo>
                    <a:pt x="1101790" y="872362"/>
                  </a:lnTo>
                  <a:lnTo>
                    <a:pt x="1089860" y="872362"/>
                  </a:lnTo>
                  <a:close/>
                  <a:moveTo>
                    <a:pt x="1078277" y="856012"/>
                  </a:moveTo>
                  <a:lnTo>
                    <a:pt x="1078277" y="860667"/>
                  </a:lnTo>
                  <a:lnTo>
                    <a:pt x="1076486" y="862458"/>
                  </a:lnTo>
                  <a:lnTo>
                    <a:pt x="1076486" y="877253"/>
                  </a:lnTo>
                  <a:lnTo>
                    <a:pt x="1081142" y="872598"/>
                  </a:lnTo>
                  <a:lnTo>
                    <a:pt x="1081142" y="869016"/>
                  </a:lnTo>
                  <a:lnTo>
                    <a:pt x="1082932" y="867226"/>
                  </a:lnTo>
                  <a:lnTo>
                    <a:pt x="1082932" y="860667"/>
                  </a:lnTo>
                  <a:lnTo>
                    <a:pt x="1078277" y="856012"/>
                  </a:lnTo>
                  <a:close/>
                  <a:moveTo>
                    <a:pt x="1099764" y="845269"/>
                  </a:moveTo>
                  <a:lnTo>
                    <a:pt x="1099764" y="860064"/>
                  </a:lnTo>
                  <a:lnTo>
                    <a:pt x="1105135" y="865435"/>
                  </a:lnTo>
                  <a:lnTo>
                    <a:pt x="1105135" y="868065"/>
                  </a:lnTo>
                  <a:lnTo>
                    <a:pt x="1107765" y="868065"/>
                  </a:lnTo>
                  <a:lnTo>
                    <a:pt x="1111346" y="871646"/>
                  </a:lnTo>
                  <a:lnTo>
                    <a:pt x="1118744" y="871646"/>
                  </a:lnTo>
                  <a:lnTo>
                    <a:pt x="1118744" y="864249"/>
                  </a:lnTo>
                  <a:lnTo>
                    <a:pt x="1116953" y="862458"/>
                  </a:lnTo>
                  <a:lnTo>
                    <a:pt x="1116953" y="860667"/>
                  </a:lnTo>
                  <a:lnTo>
                    <a:pt x="1115163" y="858877"/>
                  </a:lnTo>
                  <a:lnTo>
                    <a:pt x="1115163" y="857086"/>
                  </a:lnTo>
                  <a:lnTo>
                    <a:pt x="1108952" y="850876"/>
                  </a:lnTo>
                  <a:lnTo>
                    <a:pt x="1107161" y="850876"/>
                  </a:lnTo>
                  <a:lnTo>
                    <a:pt x="1105371" y="849085"/>
                  </a:lnTo>
                  <a:lnTo>
                    <a:pt x="1103580" y="849085"/>
                  </a:lnTo>
                  <a:lnTo>
                    <a:pt x="1099764" y="845269"/>
                  </a:lnTo>
                  <a:close/>
                  <a:moveTo>
                    <a:pt x="1144170" y="737477"/>
                  </a:moveTo>
                  <a:lnTo>
                    <a:pt x="1137130" y="744516"/>
                  </a:lnTo>
                  <a:lnTo>
                    <a:pt x="1151209" y="744516"/>
                  </a:lnTo>
                  <a:lnTo>
                    <a:pt x="1144170" y="737477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151" name="Vector layer F76666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40317" y="1313915"/>
                  </a:moveTo>
                  <a:lnTo>
                    <a:pt x="1040317" y="1311050"/>
                  </a:lnTo>
                  <a:lnTo>
                    <a:pt x="1036736" y="1311050"/>
                  </a:lnTo>
                  <a:lnTo>
                    <a:pt x="1036736" y="1313915"/>
                  </a:lnTo>
                  <a:lnTo>
                    <a:pt x="1040317" y="1313915"/>
                  </a:lnTo>
                  <a:close/>
                  <a:moveTo>
                    <a:pt x="1099764" y="1251604"/>
                  </a:moveTo>
                  <a:lnTo>
                    <a:pt x="1102629" y="1251604"/>
                  </a:lnTo>
                  <a:lnTo>
                    <a:pt x="1102629" y="1249813"/>
                  </a:lnTo>
                  <a:lnTo>
                    <a:pt x="1099764" y="1249813"/>
                  </a:lnTo>
                  <a:lnTo>
                    <a:pt x="1099764" y="1251604"/>
                  </a:lnTo>
                  <a:close/>
                  <a:moveTo>
                    <a:pt x="1087230" y="1246825"/>
                  </a:moveTo>
                  <a:lnTo>
                    <a:pt x="1087230" y="1248022"/>
                  </a:lnTo>
                  <a:lnTo>
                    <a:pt x="1090095" y="1248022"/>
                  </a:lnTo>
                  <a:lnTo>
                    <a:pt x="1090095" y="1245638"/>
                  </a:lnTo>
                  <a:lnTo>
                    <a:pt x="1087885" y="1243428"/>
                  </a:lnTo>
                  <a:lnTo>
                    <a:pt x="1085859" y="1245454"/>
                  </a:lnTo>
                  <a:lnTo>
                    <a:pt x="1087230" y="1246825"/>
                  </a:lnTo>
                  <a:close/>
                  <a:moveTo>
                    <a:pt x="1104777" y="1231549"/>
                  </a:moveTo>
                  <a:lnTo>
                    <a:pt x="1105975" y="1231549"/>
                  </a:lnTo>
                  <a:lnTo>
                    <a:pt x="1107765" y="1233340"/>
                  </a:lnTo>
                  <a:lnTo>
                    <a:pt x="1114927" y="1233340"/>
                  </a:lnTo>
                  <a:lnTo>
                    <a:pt x="1115286" y="1233698"/>
                  </a:lnTo>
                  <a:lnTo>
                    <a:pt x="1114927" y="1234056"/>
                  </a:lnTo>
                  <a:lnTo>
                    <a:pt x="1111346" y="1234056"/>
                  </a:lnTo>
                  <a:lnTo>
                    <a:pt x="1109556" y="1235847"/>
                  </a:lnTo>
                  <a:lnTo>
                    <a:pt x="1107765" y="1235847"/>
                  </a:lnTo>
                  <a:lnTo>
                    <a:pt x="1103345" y="1240267"/>
                  </a:lnTo>
                  <a:lnTo>
                    <a:pt x="1103345" y="1242057"/>
                  </a:lnTo>
                  <a:lnTo>
                    <a:pt x="1101554" y="1243848"/>
                  </a:lnTo>
                  <a:lnTo>
                    <a:pt x="1101554" y="1246825"/>
                  </a:lnTo>
                  <a:lnTo>
                    <a:pt x="1105135" y="1250406"/>
                  </a:lnTo>
                  <a:lnTo>
                    <a:pt x="1105135" y="1252197"/>
                  </a:lnTo>
                  <a:lnTo>
                    <a:pt x="1107765" y="1254827"/>
                  </a:lnTo>
                  <a:lnTo>
                    <a:pt x="1109556" y="1254827"/>
                  </a:lnTo>
                  <a:lnTo>
                    <a:pt x="1111940" y="1257210"/>
                  </a:lnTo>
                  <a:lnTo>
                    <a:pt x="1114324" y="1254827"/>
                  </a:lnTo>
                  <a:lnTo>
                    <a:pt x="1116114" y="1254827"/>
                  </a:lnTo>
                  <a:lnTo>
                    <a:pt x="1122325" y="1248616"/>
                  </a:lnTo>
                  <a:lnTo>
                    <a:pt x="1122325" y="1246825"/>
                  </a:lnTo>
                  <a:lnTo>
                    <a:pt x="1124115" y="1245035"/>
                  </a:lnTo>
                  <a:lnTo>
                    <a:pt x="1124115" y="1238476"/>
                  </a:lnTo>
                  <a:lnTo>
                    <a:pt x="1116114" y="1230475"/>
                  </a:lnTo>
                  <a:lnTo>
                    <a:pt x="1114324" y="1230475"/>
                  </a:lnTo>
                  <a:lnTo>
                    <a:pt x="1112533" y="1228684"/>
                  </a:lnTo>
                  <a:lnTo>
                    <a:pt x="1104777" y="1231549"/>
                  </a:lnTo>
                  <a:close/>
                  <a:moveTo>
                    <a:pt x="1113730" y="1219138"/>
                  </a:moveTo>
                  <a:lnTo>
                    <a:pt x="1111346" y="1221522"/>
                  </a:lnTo>
                  <a:lnTo>
                    <a:pt x="1109556" y="1221522"/>
                  </a:lnTo>
                  <a:lnTo>
                    <a:pt x="1106333" y="1224745"/>
                  </a:lnTo>
                  <a:lnTo>
                    <a:pt x="1109556" y="1227968"/>
                  </a:lnTo>
                  <a:lnTo>
                    <a:pt x="1114927" y="1227968"/>
                  </a:lnTo>
                  <a:lnTo>
                    <a:pt x="1117311" y="1230352"/>
                  </a:lnTo>
                  <a:lnTo>
                    <a:pt x="1120534" y="1227129"/>
                  </a:lnTo>
                  <a:lnTo>
                    <a:pt x="1120534" y="1224152"/>
                  </a:lnTo>
                  <a:lnTo>
                    <a:pt x="1117905" y="1221522"/>
                  </a:lnTo>
                  <a:lnTo>
                    <a:pt x="1116114" y="1221522"/>
                  </a:lnTo>
                  <a:lnTo>
                    <a:pt x="1113730" y="1219138"/>
                  </a:lnTo>
                  <a:close/>
                  <a:moveTo>
                    <a:pt x="1110149" y="1192157"/>
                  </a:moveTo>
                  <a:lnTo>
                    <a:pt x="1110149" y="1189292"/>
                  </a:lnTo>
                  <a:lnTo>
                    <a:pt x="1108358" y="1189292"/>
                  </a:lnTo>
                  <a:lnTo>
                    <a:pt x="1108358" y="1192157"/>
                  </a:lnTo>
                  <a:lnTo>
                    <a:pt x="1110149" y="1192157"/>
                  </a:lnTo>
                  <a:close/>
                  <a:moveTo>
                    <a:pt x="1096602" y="1170251"/>
                  </a:moveTo>
                  <a:lnTo>
                    <a:pt x="1098812" y="1172461"/>
                  </a:lnTo>
                  <a:lnTo>
                    <a:pt x="1102393" y="1172461"/>
                  </a:lnTo>
                  <a:lnTo>
                    <a:pt x="1104184" y="1174251"/>
                  </a:lnTo>
                  <a:lnTo>
                    <a:pt x="1108358" y="1174251"/>
                  </a:lnTo>
                  <a:lnTo>
                    <a:pt x="1108358" y="1171386"/>
                  </a:lnTo>
                  <a:lnTo>
                    <a:pt x="1107161" y="1171386"/>
                  </a:lnTo>
                  <a:lnTo>
                    <a:pt x="1105371" y="1169596"/>
                  </a:lnTo>
                  <a:lnTo>
                    <a:pt x="1099999" y="1169596"/>
                  </a:lnTo>
                  <a:lnTo>
                    <a:pt x="1096602" y="1170251"/>
                  </a:lnTo>
                  <a:close/>
                  <a:moveTo>
                    <a:pt x="1090811" y="1144170"/>
                  </a:moveTo>
                  <a:lnTo>
                    <a:pt x="1090811" y="1145367"/>
                  </a:lnTo>
                  <a:lnTo>
                    <a:pt x="1089020" y="1147158"/>
                  </a:lnTo>
                  <a:lnTo>
                    <a:pt x="1089020" y="1157901"/>
                  </a:lnTo>
                  <a:lnTo>
                    <a:pt x="1085204" y="1161717"/>
                  </a:lnTo>
                  <a:lnTo>
                    <a:pt x="1092837" y="1161717"/>
                  </a:lnTo>
                  <a:lnTo>
                    <a:pt x="1095466" y="1159088"/>
                  </a:lnTo>
                  <a:lnTo>
                    <a:pt x="1095466" y="1153716"/>
                  </a:lnTo>
                  <a:lnTo>
                    <a:pt x="1096837" y="1152345"/>
                  </a:lnTo>
                  <a:lnTo>
                    <a:pt x="1094812" y="1150319"/>
                  </a:lnTo>
                  <a:lnTo>
                    <a:pt x="1094034" y="1151097"/>
                  </a:lnTo>
                  <a:lnTo>
                    <a:pt x="1093676" y="1150739"/>
                  </a:lnTo>
                  <a:lnTo>
                    <a:pt x="1090811" y="1144170"/>
                  </a:lnTo>
                  <a:close/>
                  <a:moveTo>
                    <a:pt x="1040317" y="1138440"/>
                  </a:moveTo>
                  <a:lnTo>
                    <a:pt x="1040317" y="1135575"/>
                  </a:lnTo>
                  <a:lnTo>
                    <a:pt x="1038527" y="1135575"/>
                  </a:lnTo>
                  <a:lnTo>
                    <a:pt x="1038527" y="1138440"/>
                  </a:lnTo>
                  <a:lnTo>
                    <a:pt x="1040317" y="1138440"/>
                  </a:lnTo>
                  <a:close/>
                  <a:moveTo>
                    <a:pt x="1113137" y="1101554"/>
                  </a:moveTo>
                  <a:lnTo>
                    <a:pt x="1108481" y="1106210"/>
                  </a:lnTo>
                  <a:lnTo>
                    <a:pt x="1118744" y="1106210"/>
                  </a:lnTo>
                  <a:lnTo>
                    <a:pt x="1118744" y="1101554"/>
                  </a:lnTo>
                  <a:lnTo>
                    <a:pt x="1113137" y="1101554"/>
                  </a:lnTo>
                  <a:close/>
                  <a:moveTo>
                    <a:pt x="1100603" y="1078277"/>
                  </a:moveTo>
                  <a:lnTo>
                    <a:pt x="1098812" y="1080068"/>
                  </a:lnTo>
                  <a:lnTo>
                    <a:pt x="1097022" y="1080068"/>
                  </a:lnTo>
                  <a:lnTo>
                    <a:pt x="1095231" y="1081858"/>
                  </a:lnTo>
                  <a:lnTo>
                    <a:pt x="1094627" y="1081858"/>
                  </a:lnTo>
                  <a:lnTo>
                    <a:pt x="1092837" y="1080068"/>
                  </a:lnTo>
                  <a:lnTo>
                    <a:pt x="1088069" y="1080068"/>
                  </a:lnTo>
                  <a:lnTo>
                    <a:pt x="1078042" y="1090095"/>
                  </a:lnTo>
                  <a:lnTo>
                    <a:pt x="1082697" y="1090095"/>
                  </a:lnTo>
                  <a:lnTo>
                    <a:pt x="1084488" y="1091885"/>
                  </a:lnTo>
                  <a:lnTo>
                    <a:pt x="1089860" y="1091885"/>
                  </a:lnTo>
                  <a:lnTo>
                    <a:pt x="1090811" y="1092837"/>
                  </a:lnTo>
                  <a:lnTo>
                    <a:pt x="1090811" y="1097022"/>
                  </a:lnTo>
                  <a:lnTo>
                    <a:pt x="1090453" y="1097380"/>
                  </a:lnTo>
                  <a:lnTo>
                    <a:pt x="1089256" y="1096183"/>
                  </a:lnTo>
                  <a:lnTo>
                    <a:pt x="1087465" y="1096183"/>
                  </a:lnTo>
                  <a:lnTo>
                    <a:pt x="1085675" y="1094392"/>
                  </a:lnTo>
                  <a:lnTo>
                    <a:pt x="1082093" y="1094392"/>
                  </a:lnTo>
                  <a:lnTo>
                    <a:pt x="1079709" y="1092008"/>
                  </a:lnTo>
                  <a:lnTo>
                    <a:pt x="1077919" y="1093799"/>
                  </a:lnTo>
                  <a:lnTo>
                    <a:pt x="1074931" y="1090811"/>
                  </a:lnTo>
                  <a:lnTo>
                    <a:pt x="1061211" y="1090811"/>
                  </a:lnTo>
                  <a:lnTo>
                    <a:pt x="1059420" y="1092602"/>
                  </a:lnTo>
                  <a:lnTo>
                    <a:pt x="1057629" y="1092602"/>
                  </a:lnTo>
                  <a:lnTo>
                    <a:pt x="1049628" y="1100603"/>
                  </a:lnTo>
                  <a:lnTo>
                    <a:pt x="1049628" y="1102393"/>
                  </a:lnTo>
                  <a:lnTo>
                    <a:pt x="1047837" y="1104184"/>
                  </a:lnTo>
                  <a:lnTo>
                    <a:pt x="1047837" y="1110742"/>
                  </a:lnTo>
                  <a:lnTo>
                    <a:pt x="1049035" y="1111940"/>
                  </a:lnTo>
                  <a:lnTo>
                    <a:pt x="1047244" y="1113730"/>
                  </a:lnTo>
                  <a:lnTo>
                    <a:pt x="1050825" y="1117311"/>
                  </a:lnTo>
                  <a:lnTo>
                    <a:pt x="1049035" y="1119102"/>
                  </a:lnTo>
                  <a:lnTo>
                    <a:pt x="1053209" y="1123276"/>
                  </a:lnTo>
                  <a:lnTo>
                    <a:pt x="1053209" y="1125906"/>
                  </a:lnTo>
                  <a:lnTo>
                    <a:pt x="1055839" y="1125906"/>
                  </a:lnTo>
                  <a:lnTo>
                    <a:pt x="1057629" y="1127697"/>
                  </a:lnTo>
                  <a:lnTo>
                    <a:pt x="1059420" y="1127697"/>
                  </a:lnTo>
                  <a:lnTo>
                    <a:pt x="1061211" y="1129487"/>
                  </a:lnTo>
                  <a:lnTo>
                    <a:pt x="1063359" y="1129845"/>
                  </a:lnTo>
                  <a:lnTo>
                    <a:pt x="1060013" y="1133191"/>
                  </a:lnTo>
                  <a:lnTo>
                    <a:pt x="1058816" y="1131994"/>
                  </a:lnTo>
                  <a:lnTo>
                    <a:pt x="1055235" y="1131994"/>
                  </a:lnTo>
                  <a:lnTo>
                    <a:pt x="1053444" y="1130203"/>
                  </a:lnTo>
                  <a:lnTo>
                    <a:pt x="1048677" y="1130203"/>
                  </a:lnTo>
                  <a:lnTo>
                    <a:pt x="1046047" y="1132833"/>
                  </a:lnTo>
                  <a:lnTo>
                    <a:pt x="1046047" y="1134624"/>
                  </a:lnTo>
                  <a:lnTo>
                    <a:pt x="1043663" y="1137007"/>
                  </a:lnTo>
                  <a:lnTo>
                    <a:pt x="1047244" y="1140589"/>
                  </a:lnTo>
                  <a:lnTo>
                    <a:pt x="1046886" y="1140947"/>
                  </a:lnTo>
                  <a:lnTo>
                    <a:pt x="1042466" y="1140947"/>
                  </a:lnTo>
                  <a:lnTo>
                    <a:pt x="1042466" y="1143576"/>
                  </a:lnTo>
                  <a:lnTo>
                    <a:pt x="1040675" y="1145367"/>
                  </a:lnTo>
                  <a:lnTo>
                    <a:pt x="1040675" y="1149183"/>
                  </a:lnTo>
                  <a:lnTo>
                    <a:pt x="1045095" y="1149183"/>
                  </a:lnTo>
                  <a:lnTo>
                    <a:pt x="1048677" y="1152764"/>
                  </a:lnTo>
                  <a:lnTo>
                    <a:pt x="1050467" y="1152764"/>
                  </a:lnTo>
                  <a:lnTo>
                    <a:pt x="1051419" y="1153716"/>
                  </a:lnTo>
                  <a:lnTo>
                    <a:pt x="1051419" y="1157297"/>
                  </a:lnTo>
                  <a:lnTo>
                    <a:pt x="1053209" y="1159088"/>
                  </a:lnTo>
                  <a:lnTo>
                    <a:pt x="1053209" y="1164459"/>
                  </a:lnTo>
                  <a:lnTo>
                    <a:pt x="1054406" y="1165656"/>
                  </a:lnTo>
                  <a:lnTo>
                    <a:pt x="1049628" y="1170435"/>
                  </a:lnTo>
                  <a:lnTo>
                    <a:pt x="1049628" y="1172225"/>
                  </a:lnTo>
                  <a:lnTo>
                    <a:pt x="1044021" y="1177832"/>
                  </a:lnTo>
                  <a:lnTo>
                    <a:pt x="1048677" y="1177832"/>
                  </a:lnTo>
                  <a:lnTo>
                    <a:pt x="1049628" y="1178784"/>
                  </a:lnTo>
                  <a:lnTo>
                    <a:pt x="1049628" y="1180574"/>
                  </a:lnTo>
                  <a:lnTo>
                    <a:pt x="1051419" y="1182365"/>
                  </a:lnTo>
                  <a:lnTo>
                    <a:pt x="1050467" y="1183920"/>
                  </a:lnTo>
                  <a:lnTo>
                    <a:pt x="1044021" y="1183920"/>
                  </a:lnTo>
                  <a:lnTo>
                    <a:pt x="1047837" y="1187737"/>
                  </a:lnTo>
                  <a:lnTo>
                    <a:pt x="1047837" y="1193108"/>
                  </a:lnTo>
                  <a:lnTo>
                    <a:pt x="1052616" y="1197887"/>
                  </a:lnTo>
                  <a:lnTo>
                    <a:pt x="1050467" y="1198245"/>
                  </a:lnTo>
                  <a:lnTo>
                    <a:pt x="1047244" y="1201468"/>
                  </a:lnTo>
                  <a:lnTo>
                    <a:pt x="1049628" y="1203852"/>
                  </a:lnTo>
                  <a:lnTo>
                    <a:pt x="1049628" y="1205642"/>
                  </a:lnTo>
                  <a:lnTo>
                    <a:pt x="1056790" y="1212804"/>
                  </a:lnTo>
                  <a:lnTo>
                    <a:pt x="1056790" y="1220806"/>
                  </a:lnTo>
                  <a:lnTo>
                    <a:pt x="1059420" y="1220806"/>
                  </a:lnTo>
                  <a:lnTo>
                    <a:pt x="1060371" y="1221757"/>
                  </a:lnTo>
                  <a:lnTo>
                    <a:pt x="1060371" y="1227129"/>
                  </a:lnTo>
                  <a:lnTo>
                    <a:pt x="1061569" y="1228326"/>
                  </a:lnTo>
                  <a:lnTo>
                    <a:pt x="1060371" y="1229523"/>
                  </a:lnTo>
                  <a:lnTo>
                    <a:pt x="1060371" y="1233340"/>
                  </a:lnTo>
                  <a:lnTo>
                    <a:pt x="1063001" y="1233340"/>
                  </a:lnTo>
                  <a:lnTo>
                    <a:pt x="1065743" y="1236082"/>
                  </a:lnTo>
                  <a:lnTo>
                    <a:pt x="1065743" y="1238476"/>
                  </a:lnTo>
                  <a:lnTo>
                    <a:pt x="1064792" y="1239428"/>
                  </a:lnTo>
                  <a:lnTo>
                    <a:pt x="1064188" y="1239428"/>
                  </a:lnTo>
                  <a:lnTo>
                    <a:pt x="1062397" y="1237637"/>
                  </a:lnTo>
                  <a:lnTo>
                    <a:pt x="1051183" y="1237637"/>
                  </a:lnTo>
                  <a:lnTo>
                    <a:pt x="1055839" y="1242293"/>
                  </a:lnTo>
                  <a:lnTo>
                    <a:pt x="1059420" y="1242293"/>
                  </a:lnTo>
                  <a:lnTo>
                    <a:pt x="1059778" y="1242651"/>
                  </a:lnTo>
                  <a:lnTo>
                    <a:pt x="1053209" y="1249220"/>
                  </a:lnTo>
                  <a:lnTo>
                    <a:pt x="1053209" y="1251010"/>
                  </a:lnTo>
                  <a:lnTo>
                    <a:pt x="1051419" y="1252801"/>
                  </a:lnTo>
                  <a:lnTo>
                    <a:pt x="1051419" y="1259963"/>
                  </a:lnTo>
                  <a:lnTo>
                    <a:pt x="1049035" y="1262347"/>
                  </a:lnTo>
                  <a:lnTo>
                    <a:pt x="1051419" y="1264731"/>
                  </a:lnTo>
                  <a:lnTo>
                    <a:pt x="1051419" y="1266521"/>
                  </a:lnTo>
                  <a:lnTo>
                    <a:pt x="1053209" y="1268312"/>
                  </a:lnTo>
                  <a:lnTo>
                    <a:pt x="1053209" y="1270102"/>
                  </a:lnTo>
                  <a:lnTo>
                    <a:pt x="1055839" y="1272732"/>
                  </a:lnTo>
                  <a:lnTo>
                    <a:pt x="1057629" y="1272732"/>
                  </a:lnTo>
                  <a:lnTo>
                    <a:pt x="1058581" y="1273684"/>
                  </a:lnTo>
                  <a:lnTo>
                    <a:pt x="1058581" y="1277869"/>
                  </a:lnTo>
                  <a:lnTo>
                    <a:pt x="1057629" y="1278820"/>
                  </a:lnTo>
                  <a:lnTo>
                    <a:pt x="1055839" y="1278820"/>
                  </a:lnTo>
                  <a:lnTo>
                    <a:pt x="1054048" y="1280611"/>
                  </a:lnTo>
                  <a:lnTo>
                    <a:pt x="1052258" y="1280611"/>
                  </a:lnTo>
                  <a:lnTo>
                    <a:pt x="1050467" y="1282401"/>
                  </a:lnTo>
                  <a:lnTo>
                    <a:pt x="1048677" y="1282401"/>
                  </a:lnTo>
                  <a:lnTo>
                    <a:pt x="1046886" y="1284192"/>
                  </a:lnTo>
                  <a:lnTo>
                    <a:pt x="1045095" y="1284192"/>
                  </a:lnTo>
                  <a:lnTo>
                    <a:pt x="1043305" y="1285982"/>
                  </a:lnTo>
                  <a:lnTo>
                    <a:pt x="1041514" y="1285982"/>
                  </a:lnTo>
                  <a:lnTo>
                    <a:pt x="1033278" y="1294219"/>
                  </a:lnTo>
                  <a:lnTo>
                    <a:pt x="1037933" y="1294219"/>
                  </a:lnTo>
                  <a:lnTo>
                    <a:pt x="1039724" y="1296009"/>
                  </a:lnTo>
                  <a:lnTo>
                    <a:pt x="1045095" y="1296009"/>
                  </a:lnTo>
                  <a:lnTo>
                    <a:pt x="1048677" y="1299591"/>
                  </a:lnTo>
                  <a:lnTo>
                    <a:pt x="1050467" y="1299591"/>
                  </a:lnTo>
                  <a:lnTo>
                    <a:pt x="1051419" y="1300542"/>
                  </a:lnTo>
                  <a:lnTo>
                    <a:pt x="1051419" y="1302333"/>
                  </a:lnTo>
                  <a:lnTo>
                    <a:pt x="1053209" y="1304123"/>
                  </a:lnTo>
                  <a:lnTo>
                    <a:pt x="1053209" y="1305914"/>
                  </a:lnTo>
                  <a:lnTo>
                    <a:pt x="1055000" y="1307704"/>
                  </a:lnTo>
                  <a:lnTo>
                    <a:pt x="1055000" y="1310099"/>
                  </a:lnTo>
                  <a:lnTo>
                    <a:pt x="1054642" y="1310457"/>
                  </a:lnTo>
                  <a:lnTo>
                    <a:pt x="1053864" y="1309679"/>
                  </a:lnTo>
                  <a:lnTo>
                    <a:pt x="1051838" y="1311705"/>
                  </a:lnTo>
                  <a:lnTo>
                    <a:pt x="1054406" y="1314273"/>
                  </a:lnTo>
                  <a:lnTo>
                    <a:pt x="1054048" y="1314631"/>
                  </a:lnTo>
                  <a:lnTo>
                    <a:pt x="1045812" y="1314631"/>
                  </a:lnTo>
                  <a:lnTo>
                    <a:pt x="1049035" y="1317854"/>
                  </a:lnTo>
                  <a:lnTo>
                    <a:pt x="1047837" y="1319052"/>
                  </a:lnTo>
                  <a:lnTo>
                    <a:pt x="1047837" y="1322029"/>
                  </a:lnTo>
                  <a:lnTo>
                    <a:pt x="1049628" y="1323819"/>
                  </a:lnTo>
                  <a:lnTo>
                    <a:pt x="1049628" y="1326214"/>
                  </a:lnTo>
                  <a:lnTo>
                    <a:pt x="1046047" y="1329795"/>
                  </a:lnTo>
                  <a:lnTo>
                    <a:pt x="1046047" y="1331586"/>
                  </a:lnTo>
                  <a:lnTo>
                    <a:pt x="1045095" y="1332537"/>
                  </a:lnTo>
                  <a:lnTo>
                    <a:pt x="1042466" y="1332537"/>
                  </a:lnTo>
                  <a:lnTo>
                    <a:pt x="1042466" y="1338983"/>
                  </a:lnTo>
                  <a:lnTo>
                    <a:pt x="1045095" y="1338983"/>
                  </a:lnTo>
                  <a:lnTo>
                    <a:pt x="1053209" y="1347097"/>
                  </a:lnTo>
                  <a:lnTo>
                    <a:pt x="1053209" y="1347701"/>
                  </a:lnTo>
                  <a:lnTo>
                    <a:pt x="1052258" y="1348652"/>
                  </a:lnTo>
                  <a:lnTo>
                    <a:pt x="1050467" y="1348652"/>
                  </a:lnTo>
                  <a:lnTo>
                    <a:pt x="1048677" y="1350443"/>
                  </a:lnTo>
                  <a:lnTo>
                    <a:pt x="1048073" y="1350443"/>
                  </a:lnTo>
                  <a:lnTo>
                    <a:pt x="1046282" y="1348652"/>
                  </a:lnTo>
                  <a:lnTo>
                    <a:pt x="1043305" y="1348652"/>
                  </a:lnTo>
                  <a:lnTo>
                    <a:pt x="1040675" y="1351282"/>
                  </a:lnTo>
                  <a:lnTo>
                    <a:pt x="1040675" y="1355098"/>
                  </a:lnTo>
                  <a:lnTo>
                    <a:pt x="1048073" y="1355098"/>
                  </a:lnTo>
                  <a:lnTo>
                    <a:pt x="1051654" y="1351517"/>
                  </a:lnTo>
                  <a:lnTo>
                    <a:pt x="1066582" y="1351517"/>
                  </a:lnTo>
                  <a:lnTo>
                    <a:pt x="1070163" y="1355098"/>
                  </a:lnTo>
                  <a:lnTo>
                    <a:pt x="1071954" y="1355098"/>
                  </a:lnTo>
                  <a:lnTo>
                    <a:pt x="1072905" y="1356050"/>
                  </a:lnTo>
                  <a:lnTo>
                    <a:pt x="1072905" y="1357840"/>
                  </a:lnTo>
                  <a:lnTo>
                    <a:pt x="1079116" y="1364051"/>
                  </a:lnTo>
                  <a:lnTo>
                    <a:pt x="1082093" y="1364051"/>
                  </a:lnTo>
                  <a:lnTo>
                    <a:pt x="1086514" y="1359631"/>
                  </a:lnTo>
                  <a:lnTo>
                    <a:pt x="1086514" y="1353072"/>
                  </a:lnTo>
                  <a:lnTo>
                    <a:pt x="1083884" y="1350443"/>
                  </a:lnTo>
                  <a:lnTo>
                    <a:pt x="1082093" y="1350443"/>
                  </a:lnTo>
                  <a:lnTo>
                    <a:pt x="1079351" y="1347701"/>
                  </a:lnTo>
                  <a:lnTo>
                    <a:pt x="1079351" y="1347097"/>
                  </a:lnTo>
                  <a:lnTo>
                    <a:pt x="1082932" y="1343516"/>
                  </a:lnTo>
                  <a:lnTo>
                    <a:pt x="1082932" y="1340538"/>
                  </a:lnTo>
                  <a:lnTo>
                    <a:pt x="1079351" y="1336957"/>
                  </a:lnTo>
                  <a:lnTo>
                    <a:pt x="1079351" y="1336353"/>
                  </a:lnTo>
                  <a:lnTo>
                    <a:pt x="1081142" y="1334563"/>
                  </a:lnTo>
                  <a:lnTo>
                    <a:pt x="1081142" y="1332772"/>
                  </a:lnTo>
                  <a:lnTo>
                    <a:pt x="1082932" y="1330982"/>
                  </a:lnTo>
                  <a:lnTo>
                    <a:pt x="1082932" y="1329191"/>
                  </a:lnTo>
                  <a:lnTo>
                    <a:pt x="1084723" y="1327401"/>
                  </a:lnTo>
                  <a:lnTo>
                    <a:pt x="1084723" y="1320238"/>
                  </a:lnTo>
                  <a:lnTo>
                    <a:pt x="1086514" y="1318448"/>
                  </a:lnTo>
                  <a:lnTo>
                    <a:pt x="1086872" y="1316299"/>
                  </a:lnTo>
                  <a:lnTo>
                    <a:pt x="1088069" y="1317496"/>
                  </a:lnTo>
                  <a:lnTo>
                    <a:pt x="1091885" y="1317496"/>
                  </a:lnTo>
                  <a:lnTo>
                    <a:pt x="1092243" y="1314508"/>
                  </a:lnTo>
                  <a:lnTo>
                    <a:pt x="1092602" y="1317496"/>
                  </a:lnTo>
                  <a:lnTo>
                    <a:pt x="1096418" y="1317496"/>
                  </a:lnTo>
                  <a:lnTo>
                    <a:pt x="1098208" y="1315706"/>
                  </a:lnTo>
                  <a:lnTo>
                    <a:pt x="1099999" y="1315706"/>
                  </a:lnTo>
                  <a:lnTo>
                    <a:pt x="1103222" y="1312483"/>
                  </a:lnTo>
                  <a:lnTo>
                    <a:pt x="1099999" y="1309260"/>
                  </a:lnTo>
                  <a:lnTo>
                    <a:pt x="1097850" y="1308902"/>
                  </a:lnTo>
                  <a:lnTo>
                    <a:pt x="1099048" y="1307704"/>
                  </a:lnTo>
                  <a:lnTo>
                    <a:pt x="1099048" y="1304727"/>
                  </a:lnTo>
                  <a:lnTo>
                    <a:pt x="1097257" y="1302937"/>
                  </a:lnTo>
                  <a:lnTo>
                    <a:pt x="1097257" y="1301739"/>
                  </a:lnTo>
                  <a:lnTo>
                    <a:pt x="1094392" y="1301739"/>
                  </a:lnTo>
                  <a:lnTo>
                    <a:pt x="1094392" y="1304123"/>
                  </a:lnTo>
                  <a:lnTo>
                    <a:pt x="1096183" y="1305914"/>
                  </a:lnTo>
                  <a:lnTo>
                    <a:pt x="1096183" y="1306518"/>
                  </a:lnTo>
                  <a:lnTo>
                    <a:pt x="1095231" y="1307469"/>
                  </a:lnTo>
                  <a:lnTo>
                    <a:pt x="1091650" y="1307469"/>
                  </a:lnTo>
                  <a:lnTo>
                    <a:pt x="1090453" y="1308666"/>
                  </a:lnTo>
                  <a:lnTo>
                    <a:pt x="1090095" y="1305679"/>
                  </a:lnTo>
                  <a:lnTo>
                    <a:pt x="1085675" y="1305679"/>
                  </a:lnTo>
                  <a:lnTo>
                    <a:pt x="1077561" y="1297565"/>
                  </a:lnTo>
                  <a:lnTo>
                    <a:pt x="1077561" y="1294935"/>
                  </a:lnTo>
                  <a:lnTo>
                    <a:pt x="1073744" y="1294935"/>
                  </a:lnTo>
                  <a:lnTo>
                    <a:pt x="1071954" y="1296726"/>
                  </a:lnTo>
                  <a:lnTo>
                    <a:pt x="1071350" y="1296726"/>
                  </a:lnTo>
                  <a:lnTo>
                    <a:pt x="1070399" y="1295774"/>
                  </a:lnTo>
                  <a:lnTo>
                    <a:pt x="1070399" y="1293984"/>
                  </a:lnTo>
                  <a:lnTo>
                    <a:pt x="1069201" y="1292786"/>
                  </a:lnTo>
                  <a:lnTo>
                    <a:pt x="1071954" y="1292428"/>
                  </a:lnTo>
                  <a:lnTo>
                    <a:pt x="1073744" y="1294219"/>
                  </a:lnTo>
                  <a:lnTo>
                    <a:pt x="1077561" y="1294219"/>
                  </a:lnTo>
                  <a:lnTo>
                    <a:pt x="1077561" y="1287538"/>
                  </a:lnTo>
                  <a:lnTo>
                    <a:pt x="1074338" y="1290761"/>
                  </a:lnTo>
                  <a:lnTo>
                    <a:pt x="1070399" y="1286821"/>
                  </a:lnTo>
                  <a:lnTo>
                    <a:pt x="1070399" y="1283240"/>
                  </a:lnTo>
                  <a:lnTo>
                    <a:pt x="1065620" y="1278462"/>
                  </a:lnTo>
                  <a:lnTo>
                    <a:pt x="1066582" y="1278104"/>
                  </a:lnTo>
                  <a:lnTo>
                    <a:pt x="1068373" y="1279894"/>
                  </a:lnTo>
                  <a:lnTo>
                    <a:pt x="1073141" y="1279894"/>
                  </a:lnTo>
                  <a:lnTo>
                    <a:pt x="1074931" y="1278104"/>
                  </a:lnTo>
                  <a:lnTo>
                    <a:pt x="1078512" y="1278104"/>
                  </a:lnTo>
                  <a:lnTo>
                    <a:pt x="1082093" y="1274523"/>
                  </a:lnTo>
                  <a:lnTo>
                    <a:pt x="1084723" y="1274523"/>
                  </a:lnTo>
                  <a:lnTo>
                    <a:pt x="1084723" y="1271893"/>
                  </a:lnTo>
                  <a:lnTo>
                    <a:pt x="1086514" y="1270102"/>
                  </a:lnTo>
                  <a:lnTo>
                    <a:pt x="1086514" y="1264731"/>
                  </a:lnTo>
                  <a:lnTo>
                    <a:pt x="1090688" y="1260556"/>
                  </a:lnTo>
                  <a:lnTo>
                    <a:pt x="1085675" y="1255543"/>
                  </a:lnTo>
                  <a:lnTo>
                    <a:pt x="1083884" y="1255543"/>
                  </a:lnTo>
                  <a:lnTo>
                    <a:pt x="1082932" y="1254591"/>
                  </a:lnTo>
                  <a:lnTo>
                    <a:pt x="1082932" y="1252801"/>
                  </a:lnTo>
                  <a:lnTo>
                    <a:pt x="1081142" y="1251010"/>
                  </a:lnTo>
                  <a:lnTo>
                    <a:pt x="1081142" y="1243009"/>
                  </a:lnTo>
                  <a:lnTo>
                    <a:pt x="1078512" y="1243009"/>
                  </a:lnTo>
                  <a:lnTo>
                    <a:pt x="1076722" y="1241218"/>
                  </a:lnTo>
                  <a:lnTo>
                    <a:pt x="1074573" y="1240860"/>
                  </a:lnTo>
                  <a:lnTo>
                    <a:pt x="1076722" y="1240502"/>
                  </a:lnTo>
                  <a:lnTo>
                    <a:pt x="1078512" y="1238711"/>
                  </a:lnTo>
                  <a:lnTo>
                    <a:pt x="1082093" y="1238711"/>
                  </a:lnTo>
                  <a:lnTo>
                    <a:pt x="1083884" y="1236921"/>
                  </a:lnTo>
                  <a:lnTo>
                    <a:pt x="1089256" y="1236921"/>
                  </a:lnTo>
                  <a:lnTo>
                    <a:pt x="1092243" y="1233933"/>
                  </a:lnTo>
                  <a:lnTo>
                    <a:pt x="1094034" y="1235724"/>
                  </a:lnTo>
                  <a:lnTo>
                    <a:pt x="1097850" y="1231907"/>
                  </a:lnTo>
                  <a:lnTo>
                    <a:pt x="1095466" y="1229523"/>
                  </a:lnTo>
                  <a:lnTo>
                    <a:pt x="1095466" y="1228920"/>
                  </a:lnTo>
                  <a:lnTo>
                    <a:pt x="1097257" y="1227129"/>
                  </a:lnTo>
                  <a:lnTo>
                    <a:pt x="1097615" y="1224980"/>
                  </a:lnTo>
                  <a:lnTo>
                    <a:pt x="1098812" y="1226178"/>
                  </a:lnTo>
                  <a:lnTo>
                    <a:pt x="1101790" y="1226178"/>
                  </a:lnTo>
                  <a:lnTo>
                    <a:pt x="1103580" y="1224387"/>
                  </a:lnTo>
                  <a:lnTo>
                    <a:pt x="1106210" y="1224387"/>
                  </a:lnTo>
                  <a:lnTo>
                    <a:pt x="1106210" y="1221757"/>
                  </a:lnTo>
                  <a:lnTo>
                    <a:pt x="1109791" y="1218176"/>
                  </a:lnTo>
                  <a:lnTo>
                    <a:pt x="1109791" y="1214595"/>
                  </a:lnTo>
                  <a:lnTo>
                    <a:pt x="1111581" y="1212804"/>
                  </a:lnTo>
                  <a:lnTo>
                    <a:pt x="1111581" y="1203852"/>
                  </a:lnTo>
                  <a:lnTo>
                    <a:pt x="1116953" y="1198480"/>
                  </a:lnTo>
                  <a:lnTo>
                    <a:pt x="1116953" y="1192873"/>
                  </a:lnTo>
                  <a:lnTo>
                    <a:pt x="1109556" y="1192873"/>
                  </a:lnTo>
                  <a:lnTo>
                    <a:pt x="1107765" y="1194664"/>
                  </a:lnTo>
                  <a:lnTo>
                    <a:pt x="1101554" y="1194664"/>
                  </a:lnTo>
                  <a:lnTo>
                    <a:pt x="1101554" y="1197293"/>
                  </a:lnTo>
                  <a:lnTo>
                    <a:pt x="1099764" y="1199084"/>
                  </a:lnTo>
                  <a:lnTo>
                    <a:pt x="1099764" y="1200874"/>
                  </a:lnTo>
                  <a:lnTo>
                    <a:pt x="1098208" y="1201826"/>
                  </a:lnTo>
                  <a:lnTo>
                    <a:pt x="1095466" y="1199084"/>
                  </a:lnTo>
                  <a:lnTo>
                    <a:pt x="1095466" y="1193108"/>
                  </a:lnTo>
                  <a:lnTo>
                    <a:pt x="1096418" y="1192157"/>
                  </a:lnTo>
                  <a:lnTo>
                    <a:pt x="1097615" y="1192157"/>
                  </a:lnTo>
                  <a:lnTo>
                    <a:pt x="1097615" y="1189292"/>
                  </a:lnTo>
                  <a:lnTo>
                    <a:pt x="1094627" y="1189292"/>
                  </a:lnTo>
                  <a:lnTo>
                    <a:pt x="1093676" y="1188340"/>
                  </a:lnTo>
                  <a:lnTo>
                    <a:pt x="1093676" y="1185946"/>
                  </a:lnTo>
                  <a:lnTo>
                    <a:pt x="1095231" y="1184995"/>
                  </a:lnTo>
                  <a:lnTo>
                    <a:pt x="1097022" y="1186785"/>
                  </a:lnTo>
                  <a:lnTo>
                    <a:pt x="1098812" y="1186785"/>
                  </a:lnTo>
                  <a:lnTo>
                    <a:pt x="1100603" y="1188576"/>
                  </a:lnTo>
                  <a:lnTo>
                    <a:pt x="1110742" y="1188576"/>
                  </a:lnTo>
                  <a:lnTo>
                    <a:pt x="1113965" y="1185353"/>
                  </a:lnTo>
                  <a:lnTo>
                    <a:pt x="1108952" y="1180339"/>
                  </a:lnTo>
                  <a:lnTo>
                    <a:pt x="1094627" y="1180339"/>
                  </a:lnTo>
                  <a:lnTo>
                    <a:pt x="1093676" y="1179388"/>
                  </a:lnTo>
                  <a:lnTo>
                    <a:pt x="1093676" y="1177597"/>
                  </a:lnTo>
                  <a:lnTo>
                    <a:pt x="1091885" y="1175807"/>
                  </a:lnTo>
                  <a:lnTo>
                    <a:pt x="1091885" y="1174016"/>
                  </a:lnTo>
                  <a:lnTo>
                    <a:pt x="1088304" y="1170435"/>
                  </a:lnTo>
                  <a:lnTo>
                    <a:pt x="1088304" y="1169238"/>
                  </a:lnTo>
                  <a:lnTo>
                    <a:pt x="1085439" y="1169238"/>
                  </a:lnTo>
                  <a:lnTo>
                    <a:pt x="1085081" y="1172584"/>
                  </a:lnTo>
                  <a:lnTo>
                    <a:pt x="1082093" y="1169596"/>
                  </a:lnTo>
                  <a:lnTo>
                    <a:pt x="1079945" y="1169238"/>
                  </a:lnTo>
                  <a:lnTo>
                    <a:pt x="1080303" y="1168880"/>
                  </a:lnTo>
                  <a:lnTo>
                    <a:pt x="1086749" y="1168880"/>
                  </a:lnTo>
                  <a:lnTo>
                    <a:pt x="1083526" y="1165656"/>
                  </a:lnTo>
                  <a:lnTo>
                    <a:pt x="1084723" y="1164459"/>
                  </a:lnTo>
                  <a:lnTo>
                    <a:pt x="1084723" y="1159691"/>
                  </a:lnTo>
                  <a:lnTo>
                    <a:pt x="1083526" y="1158494"/>
                  </a:lnTo>
                  <a:lnTo>
                    <a:pt x="1084723" y="1157297"/>
                  </a:lnTo>
                  <a:lnTo>
                    <a:pt x="1084723" y="1145367"/>
                  </a:lnTo>
                  <a:lnTo>
                    <a:pt x="1082932" y="1143576"/>
                  </a:lnTo>
                  <a:lnTo>
                    <a:pt x="1082932" y="1141786"/>
                  </a:lnTo>
                  <a:lnTo>
                    <a:pt x="1081142" y="1139995"/>
                  </a:lnTo>
                  <a:lnTo>
                    <a:pt x="1081142" y="1138205"/>
                  </a:lnTo>
                  <a:lnTo>
                    <a:pt x="1079945" y="1137007"/>
                  </a:lnTo>
                  <a:lnTo>
                    <a:pt x="1080303" y="1136649"/>
                  </a:lnTo>
                  <a:lnTo>
                    <a:pt x="1085675" y="1136649"/>
                  </a:lnTo>
                  <a:lnTo>
                    <a:pt x="1088898" y="1133426"/>
                  </a:lnTo>
                  <a:lnTo>
                    <a:pt x="1083884" y="1128413"/>
                  </a:lnTo>
                  <a:lnTo>
                    <a:pt x="1082093" y="1128413"/>
                  </a:lnTo>
                  <a:lnTo>
                    <a:pt x="1081142" y="1127461"/>
                  </a:lnTo>
                  <a:lnTo>
                    <a:pt x="1081142" y="1125067"/>
                  </a:lnTo>
                  <a:lnTo>
                    <a:pt x="1084723" y="1121486"/>
                  </a:lnTo>
                  <a:lnTo>
                    <a:pt x="1084723" y="1119695"/>
                  </a:lnTo>
                  <a:lnTo>
                    <a:pt x="1086872" y="1117547"/>
                  </a:lnTo>
                  <a:lnTo>
                    <a:pt x="1088069" y="1118744"/>
                  </a:lnTo>
                  <a:lnTo>
                    <a:pt x="1099048" y="1118744"/>
                  </a:lnTo>
                  <a:lnTo>
                    <a:pt x="1099048" y="1116114"/>
                  </a:lnTo>
                  <a:lnTo>
                    <a:pt x="1099999" y="1115163"/>
                  </a:lnTo>
                  <a:lnTo>
                    <a:pt x="1103580" y="1115163"/>
                  </a:lnTo>
                  <a:lnTo>
                    <a:pt x="1108000" y="1110742"/>
                  </a:lnTo>
                  <a:lnTo>
                    <a:pt x="1108000" y="1108952"/>
                  </a:lnTo>
                  <a:lnTo>
                    <a:pt x="1109791" y="1107161"/>
                  </a:lnTo>
                  <a:lnTo>
                    <a:pt x="1109791" y="1093441"/>
                  </a:lnTo>
                  <a:lnTo>
                    <a:pt x="1108000" y="1091650"/>
                  </a:lnTo>
                  <a:lnTo>
                    <a:pt x="1108000" y="1088069"/>
                  </a:lnTo>
                  <a:lnTo>
                    <a:pt x="1106210" y="1086278"/>
                  </a:lnTo>
                  <a:lnTo>
                    <a:pt x="1106210" y="1085675"/>
                  </a:lnTo>
                  <a:lnTo>
                    <a:pt x="1108000" y="1083884"/>
                  </a:lnTo>
                  <a:lnTo>
                    <a:pt x="1108000" y="1078277"/>
                  </a:lnTo>
                  <a:lnTo>
                    <a:pt x="1100603" y="1078277"/>
                  </a:lnTo>
                  <a:close/>
                  <a:moveTo>
                    <a:pt x="1058458" y="1267719"/>
                  </a:moveTo>
                  <a:lnTo>
                    <a:pt x="1059420" y="1267360"/>
                  </a:lnTo>
                  <a:lnTo>
                    <a:pt x="1060371" y="1268916"/>
                  </a:lnTo>
                  <a:lnTo>
                    <a:pt x="1060013" y="1269274"/>
                  </a:lnTo>
                  <a:lnTo>
                    <a:pt x="1058458" y="1267719"/>
                  </a:lnTo>
                  <a:close/>
                  <a:moveTo>
                    <a:pt x="1059655" y="1282636"/>
                  </a:moveTo>
                  <a:lnTo>
                    <a:pt x="1060013" y="1282278"/>
                  </a:lnTo>
                  <a:lnTo>
                    <a:pt x="1060371" y="1282636"/>
                  </a:lnTo>
                  <a:lnTo>
                    <a:pt x="1060013" y="1283598"/>
                  </a:lnTo>
                  <a:lnTo>
                    <a:pt x="1059655" y="1282636"/>
                  </a:lnTo>
                  <a:close/>
                  <a:moveTo>
                    <a:pt x="1071115" y="1065385"/>
                  </a:moveTo>
                  <a:lnTo>
                    <a:pt x="1073980" y="1065385"/>
                  </a:lnTo>
                  <a:lnTo>
                    <a:pt x="1073980" y="1063594"/>
                  </a:lnTo>
                  <a:lnTo>
                    <a:pt x="1071115" y="1063594"/>
                  </a:lnTo>
                  <a:lnTo>
                    <a:pt x="1071115" y="1065385"/>
                  </a:lnTo>
                  <a:close/>
                  <a:moveTo>
                    <a:pt x="1040317" y="1065027"/>
                  </a:moveTo>
                  <a:lnTo>
                    <a:pt x="1040317" y="1062162"/>
                  </a:lnTo>
                  <a:lnTo>
                    <a:pt x="1038527" y="1062162"/>
                  </a:lnTo>
                  <a:lnTo>
                    <a:pt x="1038527" y="1065027"/>
                  </a:lnTo>
                  <a:lnTo>
                    <a:pt x="1040317" y="1065027"/>
                  </a:lnTo>
                  <a:close/>
                  <a:moveTo>
                    <a:pt x="1040317" y="1050702"/>
                  </a:moveTo>
                  <a:lnTo>
                    <a:pt x="1040317" y="1047837"/>
                  </a:lnTo>
                  <a:lnTo>
                    <a:pt x="1038527" y="1047837"/>
                  </a:lnTo>
                  <a:lnTo>
                    <a:pt x="1038527" y="1050702"/>
                  </a:lnTo>
                  <a:lnTo>
                    <a:pt x="1040317" y="1050702"/>
                  </a:lnTo>
                  <a:close/>
                  <a:moveTo>
                    <a:pt x="1120299" y="1013817"/>
                  </a:moveTo>
                  <a:lnTo>
                    <a:pt x="1116718" y="1017398"/>
                  </a:lnTo>
                  <a:lnTo>
                    <a:pt x="1114927" y="1017398"/>
                  </a:lnTo>
                  <a:lnTo>
                    <a:pt x="1110272" y="1022053"/>
                  </a:lnTo>
                  <a:lnTo>
                    <a:pt x="1121486" y="1022053"/>
                  </a:lnTo>
                  <a:lnTo>
                    <a:pt x="1123276" y="1020263"/>
                  </a:lnTo>
                  <a:lnTo>
                    <a:pt x="1125067" y="1020263"/>
                  </a:lnTo>
                  <a:lnTo>
                    <a:pt x="1126857" y="1018472"/>
                  </a:lnTo>
                  <a:lnTo>
                    <a:pt x="1129487" y="1018472"/>
                  </a:lnTo>
                  <a:lnTo>
                    <a:pt x="1129487" y="1013817"/>
                  </a:lnTo>
                  <a:lnTo>
                    <a:pt x="1120299" y="1013817"/>
                  </a:lnTo>
                  <a:close/>
                  <a:moveTo>
                    <a:pt x="1084488" y="879525"/>
                  </a:moveTo>
                  <a:lnTo>
                    <a:pt x="1079832" y="884180"/>
                  </a:lnTo>
                  <a:lnTo>
                    <a:pt x="1084488" y="884180"/>
                  </a:lnTo>
                  <a:lnTo>
                    <a:pt x="1088069" y="887761"/>
                  </a:lnTo>
                  <a:lnTo>
                    <a:pt x="1091650" y="887761"/>
                  </a:lnTo>
                  <a:lnTo>
                    <a:pt x="1093441" y="889552"/>
                  </a:lnTo>
                  <a:lnTo>
                    <a:pt x="1101790" y="889552"/>
                  </a:lnTo>
                  <a:lnTo>
                    <a:pt x="1103580" y="887761"/>
                  </a:lnTo>
                  <a:lnTo>
                    <a:pt x="1106210" y="887761"/>
                  </a:lnTo>
                  <a:lnTo>
                    <a:pt x="1106210" y="883106"/>
                  </a:lnTo>
                  <a:lnTo>
                    <a:pt x="1103580" y="883106"/>
                  </a:lnTo>
                  <a:lnTo>
                    <a:pt x="1101790" y="881315"/>
                  </a:lnTo>
                  <a:lnTo>
                    <a:pt x="1099999" y="881315"/>
                  </a:lnTo>
                  <a:lnTo>
                    <a:pt x="1098208" y="879525"/>
                  </a:lnTo>
                  <a:lnTo>
                    <a:pt x="1084488" y="87952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152" name="Vector layer 7A7C91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930080" y="1711001"/>
                  </a:moveTo>
                  <a:lnTo>
                    <a:pt x="932106" y="1708975"/>
                  </a:lnTo>
                  <a:lnTo>
                    <a:pt x="930315" y="1707184"/>
                  </a:lnTo>
                  <a:lnTo>
                    <a:pt x="928289" y="1709210"/>
                  </a:lnTo>
                  <a:lnTo>
                    <a:pt x="930080" y="1711001"/>
                  </a:lnTo>
                  <a:close/>
                  <a:moveTo>
                    <a:pt x="1035723" y="1694650"/>
                  </a:moveTo>
                  <a:lnTo>
                    <a:pt x="1037749" y="1696676"/>
                  </a:lnTo>
                  <a:lnTo>
                    <a:pt x="1039539" y="1694885"/>
                  </a:lnTo>
                  <a:lnTo>
                    <a:pt x="1037514" y="1692860"/>
                  </a:lnTo>
                  <a:lnTo>
                    <a:pt x="1035723" y="1694650"/>
                  </a:lnTo>
                  <a:close/>
                  <a:moveTo>
                    <a:pt x="1037514" y="1684142"/>
                  </a:moveTo>
                  <a:lnTo>
                    <a:pt x="1039539" y="1682116"/>
                  </a:lnTo>
                  <a:lnTo>
                    <a:pt x="1037749" y="1680326"/>
                  </a:lnTo>
                  <a:lnTo>
                    <a:pt x="1035723" y="1682352"/>
                  </a:lnTo>
                  <a:lnTo>
                    <a:pt x="1037514" y="1684142"/>
                  </a:lnTo>
                  <a:close/>
                  <a:moveTo>
                    <a:pt x="1035304" y="1667014"/>
                  </a:moveTo>
                  <a:lnTo>
                    <a:pt x="1038168" y="1667014"/>
                  </a:lnTo>
                  <a:lnTo>
                    <a:pt x="1038168" y="1665224"/>
                  </a:lnTo>
                  <a:lnTo>
                    <a:pt x="1035304" y="1665224"/>
                  </a:lnTo>
                  <a:lnTo>
                    <a:pt x="1035304" y="1667014"/>
                  </a:lnTo>
                  <a:close/>
                  <a:moveTo>
                    <a:pt x="1035304" y="1652690"/>
                  </a:moveTo>
                  <a:lnTo>
                    <a:pt x="1038168" y="1652690"/>
                  </a:lnTo>
                  <a:lnTo>
                    <a:pt x="1038168" y="1650899"/>
                  </a:lnTo>
                  <a:lnTo>
                    <a:pt x="1035304" y="1650899"/>
                  </a:lnTo>
                  <a:lnTo>
                    <a:pt x="1035304" y="1652690"/>
                  </a:lnTo>
                  <a:close/>
                  <a:moveTo>
                    <a:pt x="1035304" y="1635981"/>
                  </a:moveTo>
                  <a:lnTo>
                    <a:pt x="1035304" y="1638365"/>
                  </a:lnTo>
                  <a:lnTo>
                    <a:pt x="1038168" y="1638365"/>
                  </a:lnTo>
                  <a:lnTo>
                    <a:pt x="1038168" y="1637168"/>
                  </a:lnTo>
                  <a:lnTo>
                    <a:pt x="1039539" y="1635797"/>
                  </a:lnTo>
                  <a:lnTo>
                    <a:pt x="1037514" y="1633771"/>
                  </a:lnTo>
                  <a:lnTo>
                    <a:pt x="1035304" y="1635981"/>
                  </a:lnTo>
                  <a:close/>
                  <a:moveTo>
                    <a:pt x="928289" y="1580054"/>
                  </a:moveTo>
                  <a:lnTo>
                    <a:pt x="930315" y="1582080"/>
                  </a:lnTo>
                  <a:lnTo>
                    <a:pt x="932525" y="1579870"/>
                  </a:lnTo>
                  <a:lnTo>
                    <a:pt x="932525" y="1577486"/>
                  </a:lnTo>
                  <a:lnTo>
                    <a:pt x="929660" y="1577486"/>
                  </a:lnTo>
                  <a:lnTo>
                    <a:pt x="929660" y="1578683"/>
                  </a:lnTo>
                  <a:lnTo>
                    <a:pt x="928289" y="1580054"/>
                  </a:lnTo>
                  <a:close/>
                  <a:moveTo>
                    <a:pt x="929660" y="1563755"/>
                  </a:moveTo>
                  <a:lnTo>
                    <a:pt x="929660" y="1564952"/>
                  </a:lnTo>
                  <a:lnTo>
                    <a:pt x="932525" y="1564952"/>
                  </a:lnTo>
                  <a:lnTo>
                    <a:pt x="932525" y="1562568"/>
                  </a:lnTo>
                  <a:lnTo>
                    <a:pt x="930315" y="1560358"/>
                  </a:lnTo>
                  <a:lnTo>
                    <a:pt x="928289" y="1562384"/>
                  </a:lnTo>
                  <a:lnTo>
                    <a:pt x="929660" y="1563755"/>
                  </a:lnTo>
                  <a:close/>
                  <a:moveTo>
                    <a:pt x="929660" y="1549430"/>
                  </a:moveTo>
                  <a:lnTo>
                    <a:pt x="929660" y="1550628"/>
                  </a:lnTo>
                  <a:lnTo>
                    <a:pt x="932525" y="1550628"/>
                  </a:lnTo>
                  <a:lnTo>
                    <a:pt x="932525" y="1548244"/>
                  </a:lnTo>
                  <a:lnTo>
                    <a:pt x="930315" y="1546034"/>
                  </a:lnTo>
                  <a:lnTo>
                    <a:pt x="928289" y="1548059"/>
                  </a:lnTo>
                  <a:lnTo>
                    <a:pt x="929660" y="1549430"/>
                  </a:lnTo>
                  <a:close/>
                  <a:moveTo>
                    <a:pt x="929660" y="1505863"/>
                  </a:moveTo>
                  <a:lnTo>
                    <a:pt x="932525" y="1505863"/>
                  </a:lnTo>
                  <a:lnTo>
                    <a:pt x="932525" y="1504073"/>
                  </a:lnTo>
                  <a:lnTo>
                    <a:pt x="929660" y="1504073"/>
                  </a:lnTo>
                  <a:lnTo>
                    <a:pt x="929660" y="1505863"/>
                  </a:lnTo>
                  <a:close/>
                  <a:moveTo>
                    <a:pt x="928289" y="1492317"/>
                  </a:moveTo>
                  <a:lnTo>
                    <a:pt x="930315" y="1494342"/>
                  </a:lnTo>
                  <a:lnTo>
                    <a:pt x="932525" y="1492132"/>
                  </a:lnTo>
                  <a:lnTo>
                    <a:pt x="932525" y="1489748"/>
                  </a:lnTo>
                  <a:lnTo>
                    <a:pt x="929660" y="1489748"/>
                  </a:lnTo>
                  <a:lnTo>
                    <a:pt x="929660" y="1490946"/>
                  </a:lnTo>
                  <a:lnTo>
                    <a:pt x="928289" y="1492317"/>
                  </a:lnTo>
                  <a:close/>
                  <a:moveTo>
                    <a:pt x="929660" y="1476017"/>
                  </a:moveTo>
                  <a:lnTo>
                    <a:pt x="929660" y="1477214"/>
                  </a:lnTo>
                  <a:lnTo>
                    <a:pt x="932525" y="1477214"/>
                  </a:lnTo>
                  <a:lnTo>
                    <a:pt x="932525" y="1474831"/>
                  </a:lnTo>
                  <a:lnTo>
                    <a:pt x="930315" y="1472620"/>
                  </a:lnTo>
                  <a:lnTo>
                    <a:pt x="928289" y="1474646"/>
                  </a:lnTo>
                  <a:lnTo>
                    <a:pt x="929660" y="1476017"/>
                  </a:lnTo>
                  <a:close/>
                  <a:moveTo>
                    <a:pt x="929302" y="1446417"/>
                  </a:moveTo>
                  <a:lnTo>
                    <a:pt x="929302" y="1443552"/>
                  </a:lnTo>
                  <a:lnTo>
                    <a:pt x="927512" y="1443552"/>
                  </a:lnTo>
                  <a:lnTo>
                    <a:pt x="927512" y="1446417"/>
                  </a:lnTo>
                  <a:lnTo>
                    <a:pt x="929302" y="1446417"/>
                  </a:lnTo>
                  <a:close/>
                  <a:moveTo>
                    <a:pt x="928289" y="1418904"/>
                  </a:moveTo>
                  <a:lnTo>
                    <a:pt x="930315" y="1420929"/>
                  </a:lnTo>
                  <a:lnTo>
                    <a:pt x="932525" y="1418719"/>
                  </a:lnTo>
                  <a:lnTo>
                    <a:pt x="932525" y="1416335"/>
                  </a:lnTo>
                  <a:lnTo>
                    <a:pt x="929660" y="1416335"/>
                  </a:lnTo>
                  <a:lnTo>
                    <a:pt x="929660" y="1417533"/>
                  </a:lnTo>
                  <a:lnTo>
                    <a:pt x="928289" y="1418904"/>
                  </a:lnTo>
                  <a:close/>
                  <a:moveTo>
                    <a:pt x="928289" y="1404579"/>
                  </a:moveTo>
                  <a:lnTo>
                    <a:pt x="930315" y="1406605"/>
                  </a:lnTo>
                  <a:lnTo>
                    <a:pt x="932525" y="1404395"/>
                  </a:lnTo>
                  <a:lnTo>
                    <a:pt x="932525" y="1401417"/>
                  </a:lnTo>
                  <a:lnTo>
                    <a:pt x="930315" y="1399207"/>
                  </a:lnTo>
                  <a:lnTo>
                    <a:pt x="928289" y="1401233"/>
                  </a:lnTo>
                  <a:lnTo>
                    <a:pt x="929660" y="1402604"/>
                  </a:lnTo>
                  <a:lnTo>
                    <a:pt x="929660" y="1403208"/>
                  </a:lnTo>
                  <a:lnTo>
                    <a:pt x="928289" y="1404579"/>
                  </a:lnTo>
                  <a:close/>
                  <a:moveTo>
                    <a:pt x="1953862" y="1369781"/>
                  </a:moveTo>
                  <a:lnTo>
                    <a:pt x="1956727" y="1369781"/>
                  </a:lnTo>
                  <a:lnTo>
                    <a:pt x="1956727" y="1367990"/>
                  </a:lnTo>
                  <a:lnTo>
                    <a:pt x="1953862" y="1367990"/>
                  </a:lnTo>
                  <a:lnTo>
                    <a:pt x="1953862" y="1369781"/>
                  </a:lnTo>
                  <a:close/>
                  <a:moveTo>
                    <a:pt x="1939538" y="1369781"/>
                  </a:moveTo>
                  <a:lnTo>
                    <a:pt x="1942403" y="1369781"/>
                  </a:lnTo>
                  <a:lnTo>
                    <a:pt x="1942403" y="1367990"/>
                  </a:lnTo>
                  <a:lnTo>
                    <a:pt x="1939538" y="1367990"/>
                  </a:lnTo>
                  <a:lnTo>
                    <a:pt x="1939538" y="1369781"/>
                  </a:lnTo>
                  <a:close/>
                  <a:moveTo>
                    <a:pt x="1928794" y="1369781"/>
                  </a:moveTo>
                  <a:lnTo>
                    <a:pt x="1931659" y="1369781"/>
                  </a:lnTo>
                  <a:lnTo>
                    <a:pt x="1931659" y="1367990"/>
                  </a:lnTo>
                  <a:lnTo>
                    <a:pt x="1928794" y="1367990"/>
                  </a:lnTo>
                  <a:lnTo>
                    <a:pt x="1928794" y="1369781"/>
                  </a:lnTo>
                  <a:close/>
                  <a:moveTo>
                    <a:pt x="1866125" y="1369781"/>
                  </a:moveTo>
                  <a:lnTo>
                    <a:pt x="1868990" y="1369781"/>
                  </a:lnTo>
                  <a:lnTo>
                    <a:pt x="1868990" y="1367990"/>
                  </a:lnTo>
                  <a:lnTo>
                    <a:pt x="1866125" y="1367990"/>
                  </a:lnTo>
                  <a:lnTo>
                    <a:pt x="1866125" y="1369781"/>
                  </a:lnTo>
                  <a:close/>
                  <a:moveTo>
                    <a:pt x="1855381" y="1369781"/>
                  </a:moveTo>
                  <a:lnTo>
                    <a:pt x="1858246" y="1369781"/>
                  </a:lnTo>
                  <a:lnTo>
                    <a:pt x="1858246" y="1367990"/>
                  </a:lnTo>
                  <a:lnTo>
                    <a:pt x="1855381" y="1367990"/>
                  </a:lnTo>
                  <a:lnTo>
                    <a:pt x="1855381" y="1369781"/>
                  </a:lnTo>
                  <a:close/>
                  <a:moveTo>
                    <a:pt x="1841057" y="1369781"/>
                  </a:moveTo>
                  <a:lnTo>
                    <a:pt x="1843922" y="1369781"/>
                  </a:lnTo>
                  <a:lnTo>
                    <a:pt x="1843922" y="1367990"/>
                  </a:lnTo>
                  <a:lnTo>
                    <a:pt x="1841057" y="1367990"/>
                  </a:lnTo>
                  <a:lnTo>
                    <a:pt x="1841057" y="1369781"/>
                  </a:lnTo>
                  <a:close/>
                  <a:moveTo>
                    <a:pt x="1792712" y="1369781"/>
                  </a:moveTo>
                  <a:lnTo>
                    <a:pt x="1795577" y="1369781"/>
                  </a:lnTo>
                  <a:lnTo>
                    <a:pt x="1795577" y="1367990"/>
                  </a:lnTo>
                  <a:lnTo>
                    <a:pt x="1792712" y="1367990"/>
                  </a:lnTo>
                  <a:lnTo>
                    <a:pt x="1792712" y="1369781"/>
                  </a:lnTo>
                  <a:close/>
                  <a:moveTo>
                    <a:pt x="1778387" y="1369781"/>
                  </a:moveTo>
                  <a:lnTo>
                    <a:pt x="1781252" y="1369781"/>
                  </a:lnTo>
                  <a:lnTo>
                    <a:pt x="1781252" y="1367990"/>
                  </a:lnTo>
                  <a:lnTo>
                    <a:pt x="1778387" y="1367990"/>
                  </a:lnTo>
                  <a:lnTo>
                    <a:pt x="1778387" y="1369781"/>
                  </a:lnTo>
                  <a:close/>
                  <a:moveTo>
                    <a:pt x="1767644" y="1369781"/>
                  </a:moveTo>
                  <a:lnTo>
                    <a:pt x="1770509" y="1369781"/>
                  </a:lnTo>
                  <a:lnTo>
                    <a:pt x="1770509" y="1367990"/>
                  </a:lnTo>
                  <a:lnTo>
                    <a:pt x="1767644" y="1367990"/>
                  </a:lnTo>
                  <a:lnTo>
                    <a:pt x="1767644" y="1369781"/>
                  </a:lnTo>
                  <a:close/>
                  <a:moveTo>
                    <a:pt x="1704974" y="1369781"/>
                  </a:moveTo>
                  <a:lnTo>
                    <a:pt x="1707839" y="1369781"/>
                  </a:lnTo>
                  <a:lnTo>
                    <a:pt x="1707839" y="1367990"/>
                  </a:lnTo>
                  <a:lnTo>
                    <a:pt x="1704974" y="1367990"/>
                  </a:lnTo>
                  <a:lnTo>
                    <a:pt x="1704974" y="1369781"/>
                  </a:lnTo>
                  <a:close/>
                  <a:moveTo>
                    <a:pt x="1679906" y="1369781"/>
                  </a:moveTo>
                  <a:lnTo>
                    <a:pt x="1682771" y="1369781"/>
                  </a:lnTo>
                  <a:lnTo>
                    <a:pt x="1682771" y="1367990"/>
                  </a:lnTo>
                  <a:lnTo>
                    <a:pt x="1679906" y="1367990"/>
                  </a:lnTo>
                  <a:lnTo>
                    <a:pt x="1679906" y="1369781"/>
                  </a:lnTo>
                  <a:close/>
                  <a:moveTo>
                    <a:pt x="1617236" y="1369781"/>
                  </a:moveTo>
                  <a:lnTo>
                    <a:pt x="1620101" y="1369781"/>
                  </a:lnTo>
                  <a:lnTo>
                    <a:pt x="1620101" y="1367990"/>
                  </a:lnTo>
                  <a:lnTo>
                    <a:pt x="1617236" y="1367990"/>
                  </a:lnTo>
                  <a:lnTo>
                    <a:pt x="1617236" y="1369781"/>
                  </a:lnTo>
                  <a:close/>
                  <a:moveTo>
                    <a:pt x="1606493" y="1369781"/>
                  </a:moveTo>
                  <a:lnTo>
                    <a:pt x="1609358" y="1369781"/>
                  </a:lnTo>
                  <a:lnTo>
                    <a:pt x="1609358" y="1367990"/>
                  </a:lnTo>
                  <a:lnTo>
                    <a:pt x="1606493" y="1367990"/>
                  </a:lnTo>
                  <a:lnTo>
                    <a:pt x="1606493" y="1369781"/>
                  </a:lnTo>
                  <a:close/>
                  <a:moveTo>
                    <a:pt x="1592169" y="1369781"/>
                  </a:moveTo>
                  <a:lnTo>
                    <a:pt x="1595033" y="1369781"/>
                  </a:lnTo>
                  <a:lnTo>
                    <a:pt x="1595033" y="1367990"/>
                  </a:lnTo>
                  <a:lnTo>
                    <a:pt x="1592169" y="1367990"/>
                  </a:lnTo>
                  <a:lnTo>
                    <a:pt x="1592169" y="1369781"/>
                  </a:lnTo>
                  <a:close/>
                  <a:moveTo>
                    <a:pt x="1543823" y="1369781"/>
                  </a:moveTo>
                  <a:lnTo>
                    <a:pt x="1546688" y="1369781"/>
                  </a:lnTo>
                  <a:lnTo>
                    <a:pt x="1546688" y="1367990"/>
                  </a:lnTo>
                  <a:lnTo>
                    <a:pt x="1543823" y="1367990"/>
                  </a:lnTo>
                  <a:lnTo>
                    <a:pt x="1543823" y="1369781"/>
                  </a:lnTo>
                  <a:close/>
                  <a:moveTo>
                    <a:pt x="1529499" y="1369781"/>
                  </a:moveTo>
                  <a:lnTo>
                    <a:pt x="1532364" y="1369781"/>
                  </a:lnTo>
                  <a:lnTo>
                    <a:pt x="1532364" y="1367990"/>
                  </a:lnTo>
                  <a:lnTo>
                    <a:pt x="1529499" y="1367990"/>
                  </a:lnTo>
                  <a:lnTo>
                    <a:pt x="1529499" y="1369781"/>
                  </a:lnTo>
                  <a:close/>
                  <a:moveTo>
                    <a:pt x="1518756" y="1369781"/>
                  </a:moveTo>
                  <a:lnTo>
                    <a:pt x="1521620" y="1369781"/>
                  </a:lnTo>
                  <a:lnTo>
                    <a:pt x="1521620" y="1367990"/>
                  </a:lnTo>
                  <a:lnTo>
                    <a:pt x="1518756" y="1367990"/>
                  </a:lnTo>
                  <a:lnTo>
                    <a:pt x="1518756" y="1369781"/>
                  </a:lnTo>
                  <a:close/>
                  <a:moveTo>
                    <a:pt x="1456086" y="1369781"/>
                  </a:moveTo>
                  <a:lnTo>
                    <a:pt x="1458951" y="1369781"/>
                  </a:lnTo>
                  <a:lnTo>
                    <a:pt x="1458951" y="1367990"/>
                  </a:lnTo>
                  <a:lnTo>
                    <a:pt x="1456086" y="1367990"/>
                  </a:lnTo>
                  <a:lnTo>
                    <a:pt x="1456086" y="1369781"/>
                  </a:lnTo>
                  <a:close/>
                  <a:moveTo>
                    <a:pt x="1445342" y="1369781"/>
                  </a:moveTo>
                  <a:lnTo>
                    <a:pt x="1448207" y="1369781"/>
                  </a:lnTo>
                  <a:lnTo>
                    <a:pt x="1448207" y="1367990"/>
                  </a:lnTo>
                  <a:lnTo>
                    <a:pt x="1445342" y="1367990"/>
                  </a:lnTo>
                  <a:lnTo>
                    <a:pt x="1445342" y="1369781"/>
                  </a:lnTo>
                  <a:close/>
                  <a:moveTo>
                    <a:pt x="1431018" y="1369781"/>
                  </a:moveTo>
                  <a:lnTo>
                    <a:pt x="1433883" y="1369781"/>
                  </a:lnTo>
                  <a:lnTo>
                    <a:pt x="1433883" y="1367990"/>
                  </a:lnTo>
                  <a:lnTo>
                    <a:pt x="1431018" y="1367990"/>
                  </a:lnTo>
                  <a:lnTo>
                    <a:pt x="1431018" y="1369781"/>
                  </a:lnTo>
                  <a:close/>
                  <a:moveTo>
                    <a:pt x="1382673" y="1369781"/>
                  </a:moveTo>
                  <a:lnTo>
                    <a:pt x="1385538" y="1369781"/>
                  </a:lnTo>
                  <a:lnTo>
                    <a:pt x="1385538" y="1367990"/>
                  </a:lnTo>
                  <a:lnTo>
                    <a:pt x="1382673" y="1367990"/>
                  </a:lnTo>
                  <a:lnTo>
                    <a:pt x="1382673" y="1369781"/>
                  </a:lnTo>
                  <a:close/>
                  <a:moveTo>
                    <a:pt x="1368348" y="1369781"/>
                  </a:moveTo>
                  <a:lnTo>
                    <a:pt x="1371213" y="1369781"/>
                  </a:lnTo>
                  <a:lnTo>
                    <a:pt x="1371213" y="1367990"/>
                  </a:lnTo>
                  <a:lnTo>
                    <a:pt x="1368348" y="1367990"/>
                  </a:lnTo>
                  <a:lnTo>
                    <a:pt x="1368348" y="1369781"/>
                  </a:lnTo>
                  <a:close/>
                  <a:moveTo>
                    <a:pt x="1357605" y="1369781"/>
                  </a:moveTo>
                  <a:lnTo>
                    <a:pt x="1360470" y="1369781"/>
                  </a:lnTo>
                  <a:lnTo>
                    <a:pt x="1360470" y="1367990"/>
                  </a:lnTo>
                  <a:lnTo>
                    <a:pt x="1357605" y="1367990"/>
                  </a:lnTo>
                  <a:lnTo>
                    <a:pt x="1357605" y="1369781"/>
                  </a:lnTo>
                  <a:close/>
                  <a:moveTo>
                    <a:pt x="1294935" y="1369781"/>
                  </a:moveTo>
                  <a:lnTo>
                    <a:pt x="1297800" y="1369781"/>
                  </a:lnTo>
                  <a:lnTo>
                    <a:pt x="1297800" y="1367990"/>
                  </a:lnTo>
                  <a:lnTo>
                    <a:pt x="1294935" y="1367990"/>
                  </a:lnTo>
                  <a:lnTo>
                    <a:pt x="1294935" y="1369781"/>
                  </a:lnTo>
                  <a:close/>
                  <a:moveTo>
                    <a:pt x="1269867" y="1369781"/>
                  </a:moveTo>
                  <a:lnTo>
                    <a:pt x="1272732" y="1369781"/>
                  </a:lnTo>
                  <a:lnTo>
                    <a:pt x="1272732" y="1367990"/>
                  </a:lnTo>
                  <a:lnTo>
                    <a:pt x="1269867" y="1367990"/>
                  </a:lnTo>
                  <a:lnTo>
                    <a:pt x="1269867" y="1369781"/>
                  </a:lnTo>
                  <a:close/>
                  <a:moveTo>
                    <a:pt x="1207198" y="1369781"/>
                  </a:moveTo>
                  <a:lnTo>
                    <a:pt x="1210062" y="1369781"/>
                  </a:lnTo>
                  <a:lnTo>
                    <a:pt x="1210062" y="1367990"/>
                  </a:lnTo>
                  <a:lnTo>
                    <a:pt x="1207198" y="1367990"/>
                  </a:lnTo>
                  <a:lnTo>
                    <a:pt x="1207198" y="1369781"/>
                  </a:lnTo>
                  <a:close/>
                  <a:moveTo>
                    <a:pt x="1196454" y="1369781"/>
                  </a:moveTo>
                  <a:lnTo>
                    <a:pt x="1199319" y="1369781"/>
                  </a:lnTo>
                  <a:lnTo>
                    <a:pt x="1199319" y="1367990"/>
                  </a:lnTo>
                  <a:lnTo>
                    <a:pt x="1196454" y="1367990"/>
                  </a:lnTo>
                  <a:lnTo>
                    <a:pt x="1196454" y="1369781"/>
                  </a:lnTo>
                  <a:close/>
                  <a:moveTo>
                    <a:pt x="1182130" y="1369781"/>
                  </a:moveTo>
                  <a:lnTo>
                    <a:pt x="1184995" y="1369781"/>
                  </a:lnTo>
                  <a:lnTo>
                    <a:pt x="1184995" y="1367990"/>
                  </a:lnTo>
                  <a:lnTo>
                    <a:pt x="1182130" y="1367990"/>
                  </a:lnTo>
                  <a:lnTo>
                    <a:pt x="1182130" y="1369781"/>
                  </a:lnTo>
                  <a:close/>
                  <a:moveTo>
                    <a:pt x="1080068" y="1369781"/>
                  </a:moveTo>
                  <a:lnTo>
                    <a:pt x="1082932" y="1369781"/>
                  </a:lnTo>
                  <a:lnTo>
                    <a:pt x="1082932" y="1367990"/>
                  </a:lnTo>
                  <a:lnTo>
                    <a:pt x="1080068" y="1367990"/>
                  </a:lnTo>
                  <a:lnTo>
                    <a:pt x="1080068" y="1369781"/>
                  </a:lnTo>
                  <a:close/>
                  <a:moveTo>
                    <a:pt x="1074696" y="1369781"/>
                  </a:moveTo>
                  <a:lnTo>
                    <a:pt x="1077561" y="1369781"/>
                  </a:lnTo>
                  <a:lnTo>
                    <a:pt x="1077561" y="1367990"/>
                  </a:lnTo>
                  <a:lnTo>
                    <a:pt x="1074696" y="1367990"/>
                  </a:lnTo>
                  <a:lnTo>
                    <a:pt x="1074696" y="1369781"/>
                  </a:lnTo>
                  <a:close/>
                  <a:moveTo>
                    <a:pt x="1060371" y="1369781"/>
                  </a:moveTo>
                  <a:lnTo>
                    <a:pt x="1063236" y="1369781"/>
                  </a:lnTo>
                  <a:lnTo>
                    <a:pt x="1063236" y="1367990"/>
                  </a:lnTo>
                  <a:lnTo>
                    <a:pt x="1060371" y="1367990"/>
                  </a:lnTo>
                  <a:lnTo>
                    <a:pt x="1060371" y="1369781"/>
                  </a:lnTo>
                  <a:close/>
                  <a:moveTo>
                    <a:pt x="972634" y="1369781"/>
                  </a:moveTo>
                  <a:lnTo>
                    <a:pt x="975499" y="1369781"/>
                  </a:lnTo>
                  <a:lnTo>
                    <a:pt x="975499" y="1367990"/>
                  </a:lnTo>
                  <a:lnTo>
                    <a:pt x="972634" y="1367990"/>
                  </a:lnTo>
                  <a:lnTo>
                    <a:pt x="972634" y="1369781"/>
                  </a:lnTo>
                  <a:close/>
                  <a:moveTo>
                    <a:pt x="958309" y="1369781"/>
                  </a:moveTo>
                  <a:lnTo>
                    <a:pt x="961174" y="1369781"/>
                  </a:lnTo>
                  <a:lnTo>
                    <a:pt x="961174" y="1367990"/>
                  </a:lnTo>
                  <a:lnTo>
                    <a:pt x="958309" y="1367990"/>
                  </a:lnTo>
                  <a:lnTo>
                    <a:pt x="958309" y="1369781"/>
                  </a:lnTo>
                  <a:close/>
                  <a:moveTo>
                    <a:pt x="947566" y="1369781"/>
                  </a:moveTo>
                  <a:lnTo>
                    <a:pt x="950431" y="1369781"/>
                  </a:lnTo>
                  <a:lnTo>
                    <a:pt x="950431" y="1367990"/>
                  </a:lnTo>
                  <a:lnTo>
                    <a:pt x="947566" y="1367990"/>
                  </a:lnTo>
                  <a:lnTo>
                    <a:pt x="947566" y="1369781"/>
                  </a:lnTo>
                  <a:close/>
                  <a:moveTo>
                    <a:pt x="933241" y="1369781"/>
                  </a:moveTo>
                  <a:lnTo>
                    <a:pt x="936106" y="1369781"/>
                  </a:lnTo>
                  <a:lnTo>
                    <a:pt x="936106" y="1367990"/>
                  </a:lnTo>
                  <a:lnTo>
                    <a:pt x="933241" y="1367990"/>
                  </a:lnTo>
                  <a:lnTo>
                    <a:pt x="933241" y="1369781"/>
                  </a:lnTo>
                  <a:close/>
                  <a:moveTo>
                    <a:pt x="918917" y="1369781"/>
                  </a:moveTo>
                  <a:lnTo>
                    <a:pt x="921782" y="1369781"/>
                  </a:lnTo>
                  <a:lnTo>
                    <a:pt x="921782" y="1367990"/>
                  </a:lnTo>
                  <a:lnTo>
                    <a:pt x="918917" y="1367990"/>
                  </a:lnTo>
                  <a:lnTo>
                    <a:pt x="918917" y="1369781"/>
                  </a:lnTo>
                  <a:close/>
                  <a:moveTo>
                    <a:pt x="899221" y="1369781"/>
                  </a:moveTo>
                  <a:lnTo>
                    <a:pt x="902086" y="1369781"/>
                  </a:lnTo>
                  <a:lnTo>
                    <a:pt x="902086" y="1367990"/>
                  </a:lnTo>
                  <a:lnTo>
                    <a:pt x="899221" y="1367990"/>
                  </a:lnTo>
                  <a:lnTo>
                    <a:pt x="899221" y="1369781"/>
                  </a:lnTo>
                  <a:close/>
                  <a:moveTo>
                    <a:pt x="797159" y="1369781"/>
                  </a:moveTo>
                  <a:lnTo>
                    <a:pt x="800024" y="1369781"/>
                  </a:lnTo>
                  <a:lnTo>
                    <a:pt x="800024" y="1367990"/>
                  </a:lnTo>
                  <a:lnTo>
                    <a:pt x="797159" y="1367990"/>
                  </a:lnTo>
                  <a:lnTo>
                    <a:pt x="797159" y="1369781"/>
                  </a:lnTo>
                  <a:close/>
                  <a:moveTo>
                    <a:pt x="786415" y="1369781"/>
                  </a:moveTo>
                  <a:lnTo>
                    <a:pt x="789280" y="1369781"/>
                  </a:lnTo>
                  <a:lnTo>
                    <a:pt x="789280" y="1367990"/>
                  </a:lnTo>
                  <a:lnTo>
                    <a:pt x="786415" y="1367990"/>
                  </a:lnTo>
                  <a:lnTo>
                    <a:pt x="786415" y="1369781"/>
                  </a:lnTo>
                  <a:close/>
                  <a:moveTo>
                    <a:pt x="772091" y="1369781"/>
                  </a:moveTo>
                  <a:lnTo>
                    <a:pt x="774956" y="1369781"/>
                  </a:lnTo>
                  <a:lnTo>
                    <a:pt x="774956" y="1367990"/>
                  </a:lnTo>
                  <a:lnTo>
                    <a:pt x="772091" y="1367990"/>
                  </a:lnTo>
                  <a:lnTo>
                    <a:pt x="772091" y="1369781"/>
                  </a:lnTo>
                  <a:close/>
                  <a:moveTo>
                    <a:pt x="723746" y="1369781"/>
                  </a:moveTo>
                  <a:lnTo>
                    <a:pt x="726610" y="1369781"/>
                  </a:lnTo>
                  <a:lnTo>
                    <a:pt x="726610" y="1367990"/>
                  </a:lnTo>
                  <a:lnTo>
                    <a:pt x="723746" y="1367990"/>
                  </a:lnTo>
                  <a:lnTo>
                    <a:pt x="723746" y="1369781"/>
                  </a:lnTo>
                  <a:close/>
                  <a:moveTo>
                    <a:pt x="709421" y="1369781"/>
                  </a:moveTo>
                  <a:lnTo>
                    <a:pt x="712286" y="1369781"/>
                  </a:lnTo>
                  <a:lnTo>
                    <a:pt x="712286" y="1367990"/>
                  </a:lnTo>
                  <a:lnTo>
                    <a:pt x="709421" y="1367990"/>
                  </a:lnTo>
                  <a:lnTo>
                    <a:pt x="709421" y="1369781"/>
                  </a:lnTo>
                  <a:close/>
                  <a:moveTo>
                    <a:pt x="698678" y="1369781"/>
                  </a:moveTo>
                  <a:lnTo>
                    <a:pt x="701543" y="1369781"/>
                  </a:lnTo>
                  <a:lnTo>
                    <a:pt x="701543" y="1367990"/>
                  </a:lnTo>
                  <a:lnTo>
                    <a:pt x="698678" y="1367990"/>
                  </a:lnTo>
                  <a:lnTo>
                    <a:pt x="698678" y="1369781"/>
                  </a:lnTo>
                  <a:close/>
                  <a:moveTo>
                    <a:pt x="636008" y="1369781"/>
                  </a:moveTo>
                  <a:lnTo>
                    <a:pt x="638873" y="1369781"/>
                  </a:lnTo>
                  <a:lnTo>
                    <a:pt x="638873" y="1367990"/>
                  </a:lnTo>
                  <a:lnTo>
                    <a:pt x="636008" y="1367990"/>
                  </a:lnTo>
                  <a:lnTo>
                    <a:pt x="636008" y="1369781"/>
                  </a:lnTo>
                  <a:close/>
                  <a:moveTo>
                    <a:pt x="610940" y="1369781"/>
                  </a:moveTo>
                  <a:lnTo>
                    <a:pt x="613805" y="1369781"/>
                  </a:lnTo>
                  <a:lnTo>
                    <a:pt x="613805" y="1367990"/>
                  </a:lnTo>
                  <a:lnTo>
                    <a:pt x="610940" y="1367990"/>
                  </a:lnTo>
                  <a:lnTo>
                    <a:pt x="610940" y="1369781"/>
                  </a:lnTo>
                  <a:close/>
                  <a:moveTo>
                    <a:pt x="562595" y="1369781"/>
                  </a:moveTo>
                  <a:lnTo>
                    <a:pt x="565460" y="1369781"/>
                  </a:lnTo>
                  <a:lnTo>
                    <a:pt x="565460" y="1367990"/>
                  </a:lnTo>
                  <a:lnTo>
                    <a:pt x="562595" y="1367990"/>
                  </a:lnTo>
                  <a:lnTo>
                    <a:pt x="562595" y="1369781"/>
                  </a:lnTo>
                  <a:close/>
                  <a:moveTo>
                    <a:pt x="548270" y="1369781"/>
                  </a:moveTo>
                  <a:lnTo>
                    <a:pt x="551135" y="1369781"/>
                  </a:lnTo>
                  <a:lnTo>
                    <a:pt x="551135" y="1367990"/>
                  </a:lnTo>
                  <a:lnTo>
                    <a:pt x="548270" y="1367990"/>
                  </a:lnTo>
                  <a:lnTo>
                    <a:pt x="548270" y="1369781"/>
                  </a:lnTo>
                  <a:close/>
                  <a:moveTo>
                    <a:pt x="537527" y="1369781"/>
                  </a:moveTo>
                  <a:lnTo>
                    <a:pt x="540392" y="1369781"/>
                  </a:lnTo>
                  <a:lnTo>
                    <a:pt x="540392" y="1367990"/>
                  </a:lnTo>
                  <a:lnTo>
                    <a:pt x="537527" y="1367990"/>
                  </a:lnTo>
                  <a:lnTo>
                    <a:pt x="537527" y="1369781"/>
                  </a:lnTo>
                  <a:close/>
                  <a:moveTo>
                    <a:pt x="523203" y="1369781"/>
                  </a:moveTo>
                  <a:lnTo>
                    <a:pt x="526067" y="1369781"/>
                  </a:lnTo>
                  <a:lnTo>
                    <a:pt x="526067" y="1367990"/>
                  </a:lnTo>
                  <a:lnTo>
                    <a:pt x="523203" y="1367990"/>
                  </a:lnTo>
                  <a:lnTo>
                    <a:pt x="523203" y="1369781"/>
                  </a:lnTo>
                  <a:close/>
                  <a:moveTo>
                    <a:pt x="474857" y="1369781"/>
                  </a:moveTo>
                  <a:lnTo>
                    <a:pt x="477722" y="1369781"/>
                  </a:lnTo>
                  <a:lnTo>
                    <a:pt x="477722" y="1367990"/>
                  </a:lnTo>
                  <a:lnTo>
                    <a:pt x="474857" y="1367990"/>
                  </a:lnTo>
                  <a:lnTo>
                    <a:pt x="474857" y="1369781"/>
                  </a:lnTo>
                  <a:close/>
                  <a:moveTo>
                    <a:pt x="449789" y="1369781"/>
                  </a:moveTo>
                  <a:lnTo>
                    <a:pt x="452654" y="1369781"/>
                  </a:lnTo>
                  <a:lnTo>
                    <a:pt x="452654" y="1367990"/>
                  </a:lnTo>
                  <a:lnTo>
                    <a:pt x="449789" y="1367990"/>
                  </a:lnTo>
                  <a:lnTo>
                    <a:pt x="449789" y="1369781"/>
                  </a:lnTo>
                  <a:close/>
                  <a:moveTo>
                    <a:pt x="387120" y="1369781"/>
                  </a:moveTo>
                  <a:lnTo>
                    <a:pt x="389985" y="1369781"/>
                  </a:lnTo>
                  <a:lnTo>
                    <a:pt x="389985" y="1367990"/>
                  </a:lnTo>
                  <a:lnTo>
                    <a:pt x="387120" y="1367990"/>
                  </a:lnTo>
                  <a:lnTo>
                    <a:pt x="387120" y="1369781"/>
                  </a:lnTo>
                  <a:close/>
                  <a:moveTo>
                    <a:pt x="376376" y="1369781"/>
                  </a:moveTo>
                  <a:lnTo>
                    <a:pt x="379241" y="1369781"/>
                  </a:lnTo>
                  <a:lnTo>
                    <a:pt x="379241" y="1367990"/>
                  </a:lnTo>
                  <a:lnTo>
                    <a:pt x="376376" y="1367990"/>
                  </a:lnTo>
                  <a:lnTo>
                    <a:pt x="376376" y="1369781"/>
                  </a:lnTo>
                  <a:close/>
                  <a:moveTo>
                    <a:pt x="362052" y="1369781"/>
                  </a:moveTo>
                  <a:lnTo>
                    <a:pt x="364917" y="1369781"/>
                  </a:lnTo>
                  <a:lnTo>
                    <a:pt x="364917" y="1367990"/>
                  </a:lnTo>
                  <a:lnTo>
                    <a:pt x="362052" y="1367990"/>
                  </a:lnTo>
                  <a:lnTo>
                    <a:pt x="362052" y="1369781"/>
                  </a:lnTo>
                  <a:close/>
                  <a:moveTo>
                    <a:pt x="313707" y="1369781"/>
                  </a:moveTo>
                  <a:lnTo>
                    <a:pt x="316572" y="1369781"/>
                  </a:lnTo>
                  <a:lnTo>
                    <a:pt x="316572" y="1367990"/>
                  </a:lnTo>
                  <a:lnTo>
                    <a:pt x="313707" y="1367990"/>
                  </a:lnTo>
                  <a:lnTo>
                    <a:pt x="313707" y="1369781"/>
                  </a:lnTo>
                  <a:close/>
                  <a:moveTo>
                    <a:pt x="299382" y="1369781"/>
                  </a:moveTo>
                  <a:lnTo>
                    <a:pt x="302247" y="1369781"/>
                  </a:lnTo>
                  <a:lnTo>
                    <a:pt x="302247" y="1367990"/>
                  </a:lnTo>
                  <a:lnTo>
                    <a:pt x="299382" y="1367990"/>
                  </a:lnTo>
                  <a:lnTo>
                    <a:pt x="299382" y="1369781"/>
                  </a:lnTo>
                  <a:close/>
                  <a:moveTo>
                    <a:pt x="288639" y="1369781"/>
                  </a:moveTo>
                  <a:lnTo>
                    <a:pt x="291504" y="1369781"/>
                  </a:lnTo>
                  <a:lnTo>
                    <a:pt x="291504" y="1367990"/>
                  </a:lnTo>
                  <a:lnTo>
                    <a:pt x="288639" y="1367990"/>
                  </a:lnTo>
                  <a:lnTo>
                    <a:pt x="288639" y="1369781"/>
                  </a:lnTo>
                  <a:close/>
                  <a:moveTo>
                    <a:pt x="225969" y="1369781"/>
                  </a:moveTo>
                  <a:lnTo>
                    <a:pt x="228834" y="1369781"/>
                  </a:lnTo>
                  <a:lnTo>
                    <a:pt x="228834" y="1367990"/>
                  </a:lnTo>
                  <a:lnTo>
                    <a:pt x="225969" y="1367990"/>
                  </a:lnTo>
                  <a:lnTo>
                    <a:pt x="225969" y="1369781"/>
                  </a:lnTo>
                  <a:close/>
                  <a:moveTo>
                    <a:pt x="200901" y="1369781"/>
                  </a:moveTo>
                  <a:lnTo>
                    <a:pt x="203766" y="1369781"/>
                  </a:lnTo>
                  <a:lnTo>
                    <a:pt x="203766" y="1367990"/>
                  </a:lnTo>
                  <a:lnTo>
                    <a:pt x="200901" y="1367990"/>
                  </a:lnTo>
                  <a:lnTo>
                    <a:pt x="200901" y="1369781"/>
                  </a:lnTo>
                  <a:close/>
                  <a:moveTo>
                    <a:pt x="1035304" y="1081500"/>
                  </a:moveTo>
                  <a:lnTo>
                    <a:pt x="1038168" y="1081500"/>
                  </a:lnTo>
                  <a:lnTo>
                    <a:pt x="1038168" y="1079709"/>
                  </a:lnTo>
                  <a:lnTo>
                    <a:pt x="1035304" y="1079709"/>
                  </a:lnTo>
                  <a:lnTo>
                    <a:pt x="1035304" y="1081500"/>
                  </a:lnTo>
                  <a:close/>
                  <a:moveTo>
                    <a:pt x="1035723" y="1035723"/>
                  </a:moveTo>
                  <a:lnTo>
                    <a:pt x="1037749" y="1037749"/>
                  </a:lnTo>
                  <a:lnTo>
                    <a:pt x="1039539" y="1035958"/>
                  </a:lnTo>
                  <a:lnTo>
                    <a:pt x="1037514" y="1033933"/>
                  </a:lnTo>
                  <a:lnTo>
                    <a:pt x="1035723" y="1035723"/>
                  </a:lnTo>
                  <a:close/>
                  <a:moveTo>
                    <a:pt x="1035304" y="993762"/>
                  </a:moveTo>
                  <a:lnTo>
                    <a:pt x="1038168" y="993762"/>
                  </a:lnTo>
                  <a:lnTo>
                    <a:pt x="1038168" y="991972"/>
                  </a:lnTo>
                  <a:lnTo>
                    <a:pt x="1035304" y="991972"/>
                  </a:lnTo>
                  <a:lnTo>
                    <a:pt x="1035304" y="993762"/>
                  </a:lnTo>
                  <a:close/>
                  <a:moveTo>
                    <a:pt x="1035304" y="979438"/>
                  </a:moveTo>
                  <a:lnTo>
                    <a:pt x="1038168" y="979438"/>
                  </a:lnTo>
                  <a:lnTo>
                    <a:pt x="1038168" y="977647"/>
                  </a:lnTo>
                  <a:lnTo>
                    <a:pt x="1035304" y="977647"/>
                  </a:lnTo>
                  <a:lnTo>
                    <a:pt x="1035304" y="979438"/>
                  </a:lnTo>
                  <a:close/>
                  <a:moveTo>
                    <a:pt x="2065297" y="910619"/>
                  </a:moveTo>
                  <a:lnTo>
                    <a:pt x="2067323" y="908593"/>
                  </a:lnTo>
                  <a:lnTo>
                    <a:pt x="2063741" y="905012"/>
                  </a:lnTo>
                  <a:lnTo>
                    <a:pt x="2061716" y="907038"/>
                  </a:lnTo>
                  <a:lnTo>
                    <a:pt x="2065297" y="910619"/>
                  </a:lnTo>
                  <a:close/>
                  <a:moveTo>
                    <a:pt x="1035304" y="906025"/>
                  </a:moveTo>
                  <a:lnTo>
                    <a:pt x="1038168" y="906025"/>
                  </a:lnTo>
                  <a:lnTo>
                    <a:pt x="1038168" y="904234"/>
                  </a:lnTo>
                  <a:lnTo>
                    <a:pt x="1035304" y="904234"/>
                  </a:lnTo>
                  <a:lnTo>
                    <a:pt x="1035304" y="906025"/>
                  </a:lnTo>
                  <a:close/>
                  <a:moveTo>
                    <a:pt x="1037514" y="849740"/>
                  </a:moveTo>
                  <a:lnTo>
                    <a:pt x="1039539" y="847714"/>
                  </a:lnTo>
                  <a:lnTo>
                    <a:pt x="1037749" y="845923"/>
                  </a:lnTo>
                  <a:lnTo>
                    <a:pt x="1035723" y="847949"/>
                  </a:lnTo>
                  <a:lnTo>
                    <a:pt x="1037514" y="849740"/>
                  </a:lnTo>
                  <a:close/>
                  <a:moveTo>
                    <a:pt x="1035304" y="832612"/>
                  </a:moveTo>
                  <a:lnTo>
                    <a:pt x="1038168" y="832612"/>
                  </a:lnTo>
                  <a:lnTo>
                    <a:pt x="1038168" y="830821"/>
                  </a:lnTo>
                  <a:lnTo>
                    <a:pt x="1035304" y="830821"/>
                  </a:lnTo>
                  <a:lnTo>
                    <a:pt x="1035304" y="832612"/>
                  </a:lnTo>
                  <a:close/>
                  <a:moveTo>
                    <a:pt x="1035304" y="818287"/>
                  </a:moveTo>
                  <a:lnTo>
                    <a:pt x="1038168" y="818287"/>
                  </a:lnTo>
                  <a:lnTo>
                    <a:pt x="1038168" y="816497"/>
                  </a:lnTo>
                  <a:lnTo>
                    <a:pt x="1035304" y="816497"/>
                  </a:lnTo>
                  <a:lnTo>
                    <a:pt x="1035304" y="818287"/>
                  </a:lnTo>
                  <a:close/>
                  <a:moveTo>
                    <a:pt x="1035304" y="801579"/>
                  </a:moveTo>
                  <a:lnTo>
                    <a:pt x="1035304" y="803963"/>
                  </a:lnTo>
                  <a:lnTo>
                    <a:pt x="1038168" y="803963"/>
                  </a:lnTo>
                  <a:lnTo>
                    <a:pt x="1038168" y="802766"/>
                  </a:lnTo>
                  <a:lnTo>
                    <a:pt x="1039539" y="801395"/>
                  </a:lnTo>
                  <a:lnTo>
                    <a:pt x="1037514" y="799369"/>
                  </a:lnTo>
                  <a:lnTo>
                    <a:pt x="1035304" y="801579"/>
                  </a:lnTo>
                  <a:close/>
                  <a:moveTo>
                    <a:pt x="1035723" y="786835"/>
                  </a:moveTo>
                  <a:lnTo>
                    <a:pt x="1037749" y="788861"/>
                  </a:lnTo>
                  <a:lnTo>
                    <a:pt x="1039539" y="787070"/>
                  </a:lnTo>
                  <a:lnTo>
                    <a:pt x="1037514" y="785044"/>
                  </a:lnTo>
                  <a:lnTo>
                    <a:pt x="1035723" y="786835"/>
                  </a:lnTo>
                  <a:close/>
                  <a:moveTo>
                    <a:pt x="1037514" y="776327"/>
                  </a:moveTo>
                  <a:lnTo>
                    <a:pt x="1039539" y="774301"/>
                  </a:lnTo>
                  <a:lnTo>
                    <a:pt x="1037749" y="772510"/>
                  </a:lnTo>
                  <a:lnTo>
                    <a:pt x="1035723" y="774536"/>
                  </a:lnTo>
                  <a:lnTo>
                    <a:pt x="1037514" y="776327"/>
                  </a:lnTo>
                  <a:close/>
                  <a:moveTo>
                    <a:pt x="1035304" y="759792"/>
                  </a:moveTo>
                  <a:lnTo>
                    <a:pt x="1037514" y="762002"/>
                  </a:lnTo>
                  <a:lnTo>
                    <a:pt x="1039539" y="759976"/>
                  </a:lnTo>
                  <a:lnTo>
                    <a:pt x="1038168" y="758605"/>
                  </a:lnTo>
                  <a:lnTo>
                    <a:pt x="1038168" y="757408"/>
                  </a:lnTo>
                  <a:lnTo>
                    <a:pt x="1035304" y="757408"/>
                  </a:lnTo>
                  <a:lnTo>
                    <a:pt x="1035304" y="759792"/>
                  </a:lnTo>
                  <a:close/>
                  <a:moveTo>
                    <a:pt x="1035304" y="744874"/>
                  </a:moveTo>
                  <a:lnTo>
                    <a:pt x="1038168" y="744874"/>
                  </a:lnTo>
                  <a:lnTo>
                    <a:pt x="1038168" y="743084"/>
                  </a:lnTo>
                  <a:lnTo>
                    <a:pt x="1035304" y="743084"/>
                  </a:lnTo>
                  <a:lnTo>
                    <a:pt x="1035304" y="744874"/>
                  </a:lnTo>
                  <a:close/>
                  <a:moveTo>
                    <a:pt x="1035304" y="730550"/>
                  </a:moveTo>
                  <a:lnTo>
                    <a:pt x="1038168" y="730550"/>
                  </a:lnTo>
                  <a:lnTo>
                    <a:pt x="1038168" y="728759"/>
                  </a:lnTo>
                  <a:lnTo>
                    <a:pt x="1035304" y="728759"/>
                  </a:lnTo>
                  <a:lnTo>
                    <a:pt x="1035304" y="730550"/>
                  </a:lnTo>
                  <a:close/>
                  <a:moveTo>
                    <a:pt x="1035723" y="713422"/>
                  </a:moveTo>
                  <a:lnTo>
                    <a:pt x="1037749" y="715448"/>
                  </a:lnTo>
                  <a:lnTo>
                    <a:pt x="1039539" y="713657"/>
                  </a:lnTo>
                  <a:lnTo>
                    <a:pt x="1037514" y="711631"/>
                  </a:lnTo>
                  <a:lnTo>
                    <a:pt x="1035723" y="713422"/>
                  </a:lnTo>
                  <a:close/>
                  <a:moveTo>
                    <a:pt x="1035723" y="699097"/>
                  </a:moveTo>
                  <a:lnTo>
                    <a:pt x="1037749" y="701123"/>
                  </a:lnTo>
                  <a:lnTo>
                    <a:pt x="1039539" y="699332"/>
                  </a:lnTo>
                  <a:lnTo>
                    <a:pt x="1037514" y="697307"/>
                  </a:lnTo>
                  <a:lnTo>
                    <a:pt x="1035723" y="699097"/>
                  </a:lnTo>
                  <a:close/>
                  <a:moveTo>
                    <a:pt x="1037514" y="688589"/>
                  </a:moveTo>
                  <a:lnTo>
                    <a:pt x="1039539" y="686563"/>
                  </a:lnTo>
                  <a:lnTo>
                    <a:pt x="1037749" y="684773"/>
                  </a:lnTo>
                  <a:lnTo>
                    <a:pt x="1035723" y="686799"/>
                  </a:lnTo>
                  <a:lnTo>
                    <a:pt x="1037514" y="688589"/>
                  </a:lnTo>
                  <a:close/>
                  <a:moveTo>
                    <a:pt x="1035304" y="671461"/>
                  </a:moveTo>
                  <a:lnTo>
                    <a:pt x="1038168" y="671461"/>
                  </a:lnTo>
                  <a:lnTo>
                    <a:pt x="1038168" y="669671"/>
                  </a:lnTo>
                  <a:lnTo>
                    <a:pt x="1035304" y="669671"/>
                  </a:lnTo>
                  <a:lnTo>
                    <a:pt x="1035304" y="671461"/>
                  </a:lnTo>
                  <a:close/>
                  <a:moveTo>
                    <a:pt x="1035304" y="657137"/>
                  </a:moveTo>
                  <a:lnTo>
                    <a:pt x="1038168" y="657137"/>
                  </a:lnTo>
                  <a:lnTo>
                    <a:pt x="1038168" y="655346"/>
                  </a:lnTo>
                  <a:lnTo>
                    <a:pt x="1035304" y="655346"/>
                  </a:lnTo>
                  <a:lnTo>
                    <a:pt x="1035304" y="657137"/>
                  </a:lnTo>
                  <a:close/>
                  <a:moveTo>
                    <a:pt x="1035304" y="642812"/>
                  </a:moveTo>
                  <a:lnTo>
                    <a:pt x="1038168" y="642812"/>
                  </a:lnTo>
                  <a:lnTo>
                    <a:pt x="1038168" y="641022"/>
                  </a:lnTo>
                  <a:lnTo>
                    <a:pt x="1035304" y="641022"/>
                  </a:lnTo>
                  <a:lnTo>
                    <a:pt x="1035304" y="642812"/>
                  </a:lnTo>
                  <a:close/>
                  <a:moveTo>
                    <a:pt x="1035723" y="625684"/>
                  </a:moveTo>
                  <a:lnTo>
                    <a:pt x="1037749" y="627710"/>
                  </a:lnTo>
                  <a:lnTo>
                    <a:pt x="1039539" y="625919"/>
                  </a:lnTo>
                  <a:lnTo>
                    <a:pt x="1037514" y="623894"/>
                  </a:lnTo>
                  <a:lnTo>
                    <a:pt x="1035723" y="625684"/>
                  </a:lnTo>
                  <a:close/>
                  <a:moveTo>
                    <a:pt x="1037514" y="600851"/>
                  </a:moveTo>
                  <a:lnTo>
                    <a:pt x="1039539" y="598826"/>
                  </a:lnTo>
                  <a:lnTo>
                    <a:pt x="1037749" y="597035"/>
                  </a:lnTo>
                  <a:lnTo>
                    <a:pt x="1035723" y="599061"/>
                  </a:lnTo>
                  <a:lnTo>
                    <a:pt x="1037514" y="600851"/>
                  </a:lnTo>
                  <a:close/>
                  <a:moveTo>
                    <a:pt x="1035304" y="583724"/>
                  </a:moveTo>
                  <a:lnTo>
                    <a:pt x="1038168" y="583724"/>
                  </a:lnTo>
                  <a:lnTo>
                    <a:pt x="1038168" y="581933"/>
                  </a:lnTo>
                  <a:lnTo>
                    <a:pt x="1035304" y="581933"/>
                  </a:lnTo>
                  <a:lnTo>
                    <a:pt x="1035304" y="583724"/>
                  </a:lnTo>
                  <a:close/>
                  <a:moveTo>
                    <a:pt x="1035304" y="569399"/>
                  </a:moveTo>
                  <a:lnTo>
                    <a:pt x="1038168" y="569399"/>
                  </a:lnTo>
                  <a:lnTo>
                    <a:pt x="1038168" y="567608"/>
                  </a:lnTo>
                  <a:lnTo>
                    <a:pt x="1035304" y="567608"/>
                  </a:lnTo>
                  <a:lnTo>
                    <a:pt x="1035304" y="569399"/>
                  </a:lnTo>
                  <a:close/>
                  <a:moveTo>
                    <a:pt x="1035304" y="552691"/>
                  </a:moveTo>
                  <a:lnTo>
                    <a:pt x="1035304" y="555075"/>
                  </a:lnTo>
                  <a:lnTo>
                    <a:pt x="1038168" y="555075"/>
                  </a:lnTo>
                  <a:lnTo>
                    <a:pt x="1038168" y="553877"/>
                  </a:lnTo>
                  <a:lnTo>
                    <a:pt x="1039539" y="552506"/>
                  </a:lnTo>
                  <a:lnTo>
                    <a:pt x="1037514" y="550481"/>
                  </a:lnTo>
                  <a:lnTo>
                    <a:pt x="1035304" y="552691"/>
                  </a:lnTo>
                  <a:close/>
                  <a:moveTo>
                    <a:pt x="1035723" y="537947"/>
                  </a:moveTo>
                  <a:lnTo>
                    <a:pt x="1037749" y="539972"/>
                  </a:lnTo>
                  <a:lnTo>
                    <a:pt x="1039539" y="538182"/>
                  </a:lnTo>
                  <a:lnTo>
                    <a:pt x="1037514" y="536156"/>
                  </a:lnTo>
                  <a:lnTo>
                    <a:pt x="1035723" y="537947"/>
                  </a:lnTo>
                  <a:close/>
                  <a:moveTo>
                    <a:pt x="1037514" y="527438"/>
                  </a:moveTo>
                  <a:lnTo>
                    <a:pt x="1039539" y="525413"/>
                  </a:lnTo>
                  <a:lnTo>
                    <a:pt x="1037749" y="523622"/>
                  </a:lnTo>
                  <a:lnTo>
                    <a:pt x="1035723" y="525648"/>
                  </a:lnTo>
                  <a:lnTo>
                    <a:pt x="1037514" y="527438"/>
                  </a:lnTo>
                  <a:close/>
                  <a:moveTo>
                    <a:pt x="1035304" y="510904"/>
                  </a:moveTo>
                  <a:lnTo>
                    <a:pt x="1037514" y="513114"/>
                  </a:lnTo>
                  <a:lnTo>
                    <a:pt x="1039539" y="511088"/>
                  </a:lnTo>
                  <a:lnTo>
                    <a:pt x="1038168" y="509717"/>
                  </a:lnTo>
                  <a:lnTo>
                    <a:pt x="1038168" y="508520"/>
                  </a:lnTo>
                  <a:lnTo>
                    <a:pt x="1035304" y="508520"/>
                  </a:lnTo>
                  <a:lnTo>
                    <a:pt x="1035304" y="510904"/>
                  </a:lnTo>
                  <a:close/>
                  <a:moveTo>
                    <a:pt x="1035304" y="495986"/>
                  </a:moveTo>
                  <a:lnTo>
                    <a:pt x="1038168" y="495986"/>
                  </a:lnTo>
                  <a:lnTo>
                    <a:pt x="1038168" y="494195"/>
                  </a:lnTo>
                  <a:lnTo>
                    <a:pt x="1035304" y="494195"/>
                  </a:lnTo>
                  <a:lnTo>
                    <a:pt x="1035304" y="495986"/>
                  </a:lnTo>
                  <a:close/>
                  <a:moveTo>
                    <a:pt x="1035304" y="481661"/>
                  </a:moveTo>
                  <a:lnTo>
                    <a:pt x="1038168" y="481661"/>
                  </a:lnTo>
                  <a:lnTo>
                    <a:pt x="1038168" y="479871"/>
                  </a:lnTo>
                  <a:lnTo>
                    <a:pt x="1035304" y="479871"/>
                  </a:lnTo>
                  <a:lnTo>
                    <a:pt x="1035304" y="481661"/>
                  </a:lnTo>
                  <a:close/>
                  <a:moveTo>
                    <a:pt x="1035723" y="464533"/>
                  </a:moveTo>
                  <a:lnTo>
                    <a:pt x="1037749" y="466559"/>
                  </a:lnTo>
                  <a:lnTo>
                    <a:pt x="1039539" y="464769"/>
                  </a:lnTo>
                  <a:lnTo>
                    <a:pt x="1037514" y="462743"/>
                  </a:lnTo>
                  <a:lnTo>
                    <a:pt x="1035723" y="464533"/>
                  </a:lnTo>
                  <a:close/>
                  <a:moveTo>
                    <a:pt x="1035723" y="450209"/>
                  </a:moveTo>
                  <a:lnTo>
                    <a:pt x="1037749" y="452235"/>
                  </a:lnTo>
                  <a:lnTo>
                    <a:pt x="1039539" y="450444"/>
                  </a:lnTo>
                  <a:lnTo>
                    <a:pt x="1037514" y="448418"/>
                  </a:lnTo>
                  <a:lnTo>
                    <a:pt x="1035723" y="450209"/>
                  </a:lnTo>
                  <a:close/>
                  <a:moveTo>
                    <a:pt x="1037514" y="439701"/>
                  </a:moveTo>
                  <a:lnTo>
                    <a:pt x="1039539" y="437675"/>
                  </a:lnTo>
                  <a:lnTo>
                    <a:pt x="1037749" y="435884"/>
                  </a:lnTo>
                  <a:lnTo>
                    <a:pt x="1035723" y="437910"/>
                  </a:lnTo>
                  <a:lnTo>
                    <a:pt x="1037514" y="439701"/>
                  </a:lnTo>
                  <a:close/>
                  <a:moveTo>
                    <a:pt x="1035304" y="422573"/>
                  </a:moveTo>
                  <a:lnTo>
                    <a:pt x="1038168" y="422573"/>
                  </a:lnTo>
                  <a:lnTo>
                    <a:pt x="1038168" y="420782"/>
                  </a:lnTo>
                  <a:lnTo>
                    <a:pt x="1035304" y="420782"/>
                  </a:lnTo>
                  <a:lnTo>
                    <a:pt x="1035304" y="422573"/>
                  </a:lnTo>
                  <a:close/>
                  <a:moveTo>
                    <a:pt x="1035304" y="408248"/>
                  </a:moveTo>
                  <a:lnTo>
                    <a:pt x="1038168" y="408248"/>
                  </a:lnTo>
                  <a:lnTo>
                    <a:pt x="1038168" y="406458"/>
                  </a:lnTo>
                  <a:lnTo>
                    <a:pt x="1035304" y="406458"/>
                  </a:lnTo>
                  <a:lnTo>
                    <a:pt x="1035304" y="408248"/>
                  </a:lnTo>
                  <a:close/>
                  <a:moveTo>
                    <a:pt x="1035304" y="393924"/>
                  </a:moveTo>
                  <a:lnTo>
                    <a:pt x="1038168" y="393924"/>
                  </a:lnTo>
                  <a:lnTo>
                    <a:pt x="1038168" y="392133"/>
                  </a:lnTo>
                  <a:lnTo>
                    <a:pt x="1035304" y="392133"/>
                  </a:lnTo>
                  <a:lnTo>
                    <a:pt x="1035304" y="393924"/>
                  </a:lnTo>
                  <a:close/>
                  <a:moveTo>
                    <a:pt x="1035723" y="376796"/>
                  </a:moveTo>
                  <a:lnTo>
                    <a:pt x="1037749" y="378822"/>
                  </a:lnTo>
                  <a:lnTo>
                    <a:pt x="1039539" y="377031"/>
                  </a:lnTo>
                  <a:lnTo>
                    <a:pt x="1037514" y="375005"/>
                  </a:lnTo>
                  <a:lnTo>
                    <a:pt x="1035723" y="376796"/>
                  </a:lnTo>
                  <a:close/>
                  <a:moveTo>
                    <a:pt x="1037514" y="366288"/>
                  </a:moveTo>
                  <a:lnTo>
                    <a:pt x="1039539" y="364262"/>
                  </a:lnTo>
                  <a:lnTo>
                    <a:pt x="1037749" y="362471"/>
                  </a:lnTo>
                  <a:lnTo>
                    <a:pt x="1035723" y="364497"/>
                  </a:lnTo>
                  <a:lnTo>
                    <a:pt x="1037514" y="366288"/>
                  </a:lnTo>
                  <a:close/>
                  <a:moveTo>
                    <a:pt x="1037514" y="351963"/>
                  </a:moveTo>
                  <a:lnTo>
                    <a:pt x="1039539" y="349937"/>
                  </a:lnTo>
                  <a:lnTo>
                    <a:pt x="1037749" y="348147"/>
                  </a:lnTo>
                  <a:lnTo>
                    <a:pt x="1035723" y="350173"/>
                  </a:lnTo>
                  <a:lnTo>
                    <a:pt x="1037514" y="351963"/>
                  </a:lnTo>
                  <a:close/>
                  <a:moveTo>
                    <a:pt x="1035304" y="334835"/>
                  </a:moveTo>
                  <a:lnTo>
                    <a:pt x="1038168" y="334835"/>
                  </a:lnTo>
                  <a:lnTo>
                    <a:pt x="1038168" y="333045"/>
                  </a:lnTo>
                  <a:lnTo>
                    <a:pt x="1035304" y="333045"/>
                  </a:lnTo>
                  <a:lnTo>
                    <a:pt x="1035304" y="334835"/>
                  </a:lnTo>
                  <a:close/>
                  <a:moveTo>
                    <a:pt x="1035304" y="320511"/>
                  </a:moveTo>
                  <a:lnTo>
                    <a:pt x="1038168" y="320511"/>
                  </a:lnTo>
                  <a:lnTo>
                    <a:pt x="1038168" y="318720"/>
                  </a:lnTo>
                  <a:lnTo>
                    <a:pt x="1035304" y="318720"/>
                  </a:lnTo>
                  <a:lnTo>
                    <a:pt x="1035304" y="320511"/>
                  </a:lnTo>
                  <a:close/>
                  <a:moveTo>
                    <a:pt x="1035304" y="303802"/>
                  </a:moveTo>
                  <a:lnTo>
                    <a:pt x="1035304" y="306186"/>
                  </a:lnTo>
                  <a:lnTo>
                    <a:pt x="1038168" y="306186"/>
                  </a:lnTo>
                  <a:lnTo>
                    <a:pt x="1038168" y="304989"/>
                  </a:lnTo>
                  <a:lnTo>
                    <a:pt x="1039539" y="303618"/>
                  </a:lnTo>
                  <a:lnTo>
                    <a:pt x="1037514" y="301592"/>
                  </a:lnTo>
                  <a:lnTo>
                    <a:pt x="1035304" y="303802"/>
                  </a:lnTo>
                  <a:close/>
                  <a:moveTo>
                    <a:pt x="1035723" y="289058"/>
                  </a:moveTo>
                  <a:lnTo>
                    <a:pt x="1037749" y="291084"/>
                  </a:lnTo>
                  <a:lnTo>
                    <a:pt x="1039539" y="289294"/>
                  </a:lnTo>
                  <a:lnTo>
                    <a:pt x="1037514" y="287268"/>
                  </a:lnTo>
                  <a:lnTo>
                    <a:pt x="1035723" y="289058"/>
                  </a:lnTo>
                  <a:close/>
                  <a:moveTo>
                    <a:pt x="1037514" y="278550"/>
                  </a:moveTo>
                  <a:lnTo>
                    <a:pt x="1039539" y="276524"/>
                  </a:lnTo>
                  <a:lnTo>
                    <a:pt x="1037749" y="274734"/>
                  </a:lnTo>
                  <a:lnTo>
                    <a:pt x="1035723" y="276760"/>
                  </a:lnTo>
                  <a:lnTo>
                    <a:pt x="1037514" y="278550"/>
                  </a:lnTo>
                  <a:close/>
                  <a:moveTo>
                    <a:pt x="1035304" y="262016"/>
                  </a:moveTo>
                  <a:lnTo>
                    <a:pt x="1037514" y="264226"/>
                  </a:lnTo>
                  <a:lnTo>
                    <a:pt x="1039539" y="262200"/>
                  </a:lnTo>
                  <a:lnTo>
                    <a:pt x="1038168" y="260829"/>
                  </a:lnTo>
                  <a:lnTo>
                    <a:pt x="1038168" y="259632"/>
                  </a:lnTo>
                  <a:lnTo>
                    <a:pt x="1035304" y="259632"/>
                  </a:lnTo>
                  <a:lnTo>
                    <a:pt x="1035304" y="262016"/>
                  </a:lnTo>
                  <a:close/>
                  <a:moveTo>
                    <a:pt x="1035304" y="247098"/>
                  </a:moveTo>
                  <a:lnTo>
                    <a:pt x="1038168" y="247098"/>
                  </a:lnTo>
                  <a:lnTo>
                    <a:pt x="1038168" y="245307"/>
                  </a:lnTo>
                  <a:lnTo>
                    <a:pt x="1035304" y="245307"/>
                  </a:lnTo>
                  <a:lnTo>
                    <a:pt x="1035304" y="247098"/>
                  </a:lnTo>
                  <a:close/>
                  <a:moveTo>
                    <a:pt x="1035304" y="232773"/>
                  </a:moveTo>
                  <a:lnTo>
                    <a:pt x="1038168" y="232773"/>
                  </a:lnTo>
                  <a:lnTo>
                    <a:pt x="1038168" y="230983"/>
                  </a:lnTo>
                  <a:lnTo>
                    <a:pt x="1035304" y="230983"/>
                  </a:lnTo>
                  <a:lnTo>
                    <a:pt x="1035304" y="232773"/>
                  </a:lnTo>
                  <a:close/>
                  <a:moveTo>
                    <a:pt x="1035723" y="215645"/>
                  </a:moveTo>
                  <a:lnTo>
                    <a:pt x="1037749" y="217671"/>
                  </a:lnTo>
                  <a:lnTo>
                    <a:pt x="1039539" y="215880"/>
                  </a:lnTo>
                  <a:lnTo>
                    <a:pt x="1037514" y="213855"/>
                  </a:lnTo>
                  <a:lnTo>
                    <a:pt x="1035723" y="215645"/>
                  </a:lnTo>
                  <a:close/>
                  <a:moveTo>
                    <a:pt x="1035723" y="201321"/>
                  </a:moveTo>
                  <a:lnTo>
                    <a:pt x="1037749" y="203347"/>
                  </a:lnTo>
                  <a:lnTo>
                    <a:pt x="1039539" y="201556"/>
                  </a:lnTo>
                  <a:lnTo>
                    <a:pt x="1037514" y="199530"/>
                  </a:lnTo>
                  <a:lnTo>
                    <a:pt x="1035723" y="201321"/>
                  </a:lnTo>
                  <a:close/>
                  <a:moveTo>
                    <a:pt x="1037514" y="190813"/>
                  </a:moveTo>
                  <a:lnTo>
                    <a:pt x="1039539" y="188787"/>
                  </a:lnTo>
                  <a:lnTo>
                    <a:pt x="1037749" y="186996"/>
                  </a:lnTo>
                  <a:lnTo>
                    <a:pt x="1035723" y="189022"/>
                  </a:lnTo>
                  <a:lnTo>
                    <a:pt x="1037514" y="190813"/>
                  </a:lnTo>
                  <a:close/>
                  <a:moveTo>
                    <a:pt x="1035304" y="173685"/>
                  </a:moveTo>
                  <a:lnTo>
                    <a:pt x="1038168" y="173685"/>
                  </a:lnTo>
                  <a:lnTo>
                    <a:pt x="1038168" y="171894"/>
                  </a:lnTo>
                  <a:lnTo>
                    <a:pt x="1035304" y="171894"/>
                  </a:lnTo>
                  <a:lnTo>
                    <a:pt x="1035304" y="173685"/>
                  </a:lnTo>
                  <a:close/>
                  <a:moveTo>
                    <a:pt x="1035304" y="159360"/>
                  </a:moveTo>
                  <a:lnTo>
                    <a:pt x="1038168" y="159360"/>
                  </a:lnTo>
                  <a:lnTo>
                    <a:pt x="1038168" y="157570"/>
                  </a:lnTo>
                  <a:lnTo>
                    <a:pt x="1035304" y="157570"/>
                  </a:lnTo>
                  <a:lnTo>
                    <a:pt x="1035304" y="159360"/>
                  </a:lnTo>
                  <a:close/>
                  <a:moveTo>
                    <a:pt x="1035304" y="145036"/>
                  </a:moveTo>
                  <a:lnTo>
                    <a:pt x="1038168" y="145036"/>
                  </a:lnTo>
                  <a:lnTo>
                    <a:pt x="1038168" y="143245"/>
                  </a:lnTo>
                  <a:lnTo>
                    <a:pt x="1035304" y="143245"/>
                  </a:lnTo>
                  <a:lnTo>
                    <a:pt x="1035304" y="145036"/>
                  </a:lnTo>
                  <a:close/>
                  <a:moveTo>
                    <a:pt x="1035723" y="127908"/>
                  </a:moveTo>
                  <a:lnTo>
                    <a:pt x="1037749" y="129933"/>
                  </a:lnTo>
                  <a:lnTo>
                    <a:pt x="1039539" y="128143"/>
                  </a:lnTo>
                  <a:lnTo>
                    <a:pt x="1037514" y="126117"/>
                  </a:lnTo>
                  <a:lnTo>
                    <a:pt x="1035723" y="127908"/>
                  </a:lnTo>
                  <a:close/>
                  <a:moveTo>
                    <a:pt x="1037514" y="117399"/>
                  </a:moveTo>
                  <a:lnTo>
                    <a:pt x="1039539" y="115374"/>
                  </a:lnTo>
                  <a:lnTo>
                    <a:pt x="1037749" y="113583"/>
                  </a:lnTo>
                  <a:lnTo>
                    <a:pt x="1035723" y="115609"/>
                  </a:lnTo>
                  <a:lnTo>
                    <a:pt x="1037514" y="117399"/>
                  </a:lnTo>
                  <a:close/>
                  <a:moveTo>
                    <a:pt x="1037514" y="103075"/>
                  </a:moveTo>
                  <a:lnTo>
                    <a:pt x="1039539" y="101049"/>
                  </a:lnTo>
                  <a:lnTo>
                    <a:pt x="1037749" y="99259"/>
                  </a:lnTo>
                  <a:lnTo>
                    <a:pt x="1035723" y="101284"/>
                  </a:lnTo>
                  <a:lnTo>
                    <a:pt x="1037514" y="103075"/>
                  </a:lnTo>
                  <a:close/>
                  <a:moveTo>
                    <a:pt x="1035304" y="85947"/>
                  </a:moveTo>
                  <a:lnTo>
                    <a:pt x="1038168" y="85947"/>
                  </a:lnTo>
                  <a:lnTo>
                    <a:pt x="1038168" y="84156"/>
                  </a:lnTo>
                  <a:lnTo>
                    <a:pt x="1035304" y="84156"/>
                  </a:lnTo>
                  <a:lnTo>
                    <a:pt x="1035304" y="85947"/>
                  </a:lnTo>
                  <a:close/>
                  <a:moveTo>
                    <a:pt x="1035304" y="71623"/>
                  </a:moveTo>
                  <a:lnTo>
                    <a:pt x="1038168" y="71623"/>
                  </a:lnTo>
                  <a:lnTo>
                    <a:pt x="1038168" y="69832"/>
                  </a:lnTo>
                  <a:lnTo>
                    <a:pt x="1035304" y="69832"/>
                  </a:lnTo>
                  <a:lnTo>
                    <a:pt x="1035304" y="71623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153" name="Vector layer 437CB0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786180" y="1357605"/>
                  </a:moveTo>
                  <a:lnTo>
                    <a:pt x="790835" y="1362260"/>
                  </a:lnTo>
                  <a:lnTo>
                    <a:pt x="804556" y="1362260"/>
                  </a:lnTo>
                  <a:lnTo>
                    <a:pt x="806347" y="1360470"/>
                  </a:lnTo>
                  <a:lnTo>
                    <a:pt x="807544" y="1360470"/>
                  </a:lnTo>
                  <a:lnTo>
                    <a:pt x="807544" y="1357605"/>
                  </a:lnTo>
                  <a:lnTo>
                    <a:pt x="805160" y="1357605"/>
                  </a:lnTo>
                  <a:lnTo>
                    <a:pt x="803369" y="1359395"/>
                  </a:lnTo>
                  <a:lnTo>
                    <a:pt x="800975" y="1359395"/>
                  </a:lnTo>
                  <a:lnTo>
                    <a:pt x="799184" y="1357605"/>
                  </a:lnTo>
                  <a:lnTo>
                    <a:pt x="786180" y="1357605"/>
                  </a:lnTo>
                  <a:close/>
                  <a:moveTo>
                    <a:pt x="873795" y="1358679"/>
                  </a:moveTo>
                  <a:lnTo>
                    <a:pt x="873795" y="1355814"/>
                  </a:lnTo>
                  <a:lnTo>
                    <a:pt x="872004" y="1355814"/>
                  </a:lnTo>
                  <a:lnTo>
                    <a:pt x="872004" y="1358679"/>
                  </a:lnTo>
                  <a:lnTo>
                    <a:pt x="873795" y="1358679"/>
                  </a:lnTo>
                  <a:close/>
                  <a:moveTo>
                    <a:pt x="841923" y="1355814"/>
                  </a:moveTo>
                  <a:lnTo>
                    <a:pt x="841923" y="1362025"/>
                  </a:lnTo>
                  <a:lnTo>
                    <a:pt x="839539" y="1364409"/>
                  </a:lnTo>
                  <a:lnTo>
                    <a:pt x="842762" y="1367632"/>
                  </a:lnTo>
                  <a:lnTo>
                    <a:pt x="846343" y="1367632"/>
                  </a:lnTo>
                  <a:lnTo>
                    <a:pt x="847294" y="1369187"/>
                  </a:lnTo>
                  <a:lnTo>
                    <a:pt x="846343" y="1370139"/>
                  </a:lnTo>
                  <a:lnTo>
                    <a:pt x="839897" y="1370139"/>
                  </a:lnTo>
                  <a:lnTo>
                    <a:pt x="845146" y="1375388"/>
                  </a:lnTo>
                  <a:lnTo>
                    <a:pt x="847530" y="1373004"/>
                  </a:lnTo>
                  <a:lnTo>
                    <a:pt x="849320" y="1373004"/>
                  </a:lnTo>
                  <a:lnTo>
                    <a:pt x="852901" y="1369423"/>
                  </a:lnTo>
                  <a:lnTo>
                    <a:pt x="856482" y="1369423"/>
                  </a:lnTo>
                  <a:lnTo>
                    <a:pt x="866510" y="1359395"/>
                  </a:lnTo>
                  <a:lnTo>
                    <a:pt x="860667" y="1359395"/>
                  </a:lnTo>
                  <a:lnTo>
                    <a:pt x="858877" y="1361186"/>
                  </a:lnTo>
                  <a:lnTo>
                    <a:pt x="858273" y="1361186"/>
                  </a:lnTo>
                  <a:lnTo>
                    <a:pt x="856482" y="1359395"/>
                  </a:lnTo>
                  <a:lnTo>
                    <a:pt x="851111" y="1359395"/>
                  </a:lnTo>
                  <a:lnTo>
                    <a:pt x="847530" y="1355814"/>
                  </a:lnTo>
                  <a:lnTo>
                    <a:pt x="841923" y="1355814"/>
                  </a:lnTo>
                  <a:close/>
                  <a:moveTo>
                    <a:pt x="877734" y="1342922"/>
                  </a:moveTo>
                  <a:lnTo>
                    <a:pt x="877734" y="1347701"/>
                  </a:lnTo>
                  <a:lnTo>
                    <a:pt x="875943" y="1349491"/>
                  </a:lnTo>
                  <a:lnTo>
                    <a:pt x="875943" y="1354259"/>
                  </a:lnTo>
                  <a:lnTo>
                    <a:pt x="877734" y="1356050"/>
                  </a:lnTo>
                  <a:lnTo>
                    <a:pt x="877734" y="1360705"/>
                  </a:lnTo>
                  <a:lnTo>
                    <a:pt x="881550" y="1356889"/>
                  </a:lnTo>
                  <a:lnTo>
                    <a:pt x="886329" y="1356889"/>
                  </a:lnTo>
                  <a:lnTo>
                    <a:pt x="886329" y="1354024"/>
                  </a:lnTo>
                  <a:lnTo>
                    <a:pt x="885131" y="1354024"/>
                  </a:lnTo>
                  <a:lnTo>
                    <a:pt x="882389" y="1351282"/>
                  </a:lnTo>
                  <a:lnTo>
                    <a:pt x="882389" y="1349491"/>
                  </a:lnTo>
                  <a:lnTo>
                    <a:pt x="880599" y="1347701"/>
                  </a:lnTo>
                  <a:lnTo>
                    <a:pt x="877734" y="1342922"/>
                  </a:lnTo>
                  <a:close/>
                  <a:moveTo>
                    <a:pt x="917126" y="1336118"/>
                  </a:moveTo>
                  <a:lnTo>
                    <a:pt x="917126" y="1340538"/>
                  </a:lnTo>
                  <a:lnTo>
                    <a:pt x="914384" y="1343280"/>
                  </a:lnTo>
                  <a:lnTo>
                    <a:pt x="913780" y="1343280"/>
                  </a:lnTo>
                  <a:lnTo>
                    <a:pt x="908174" y="1337673"/>
                  </a:lnTo>
                  <a:lnTo>
                    <a:pt x="908174" y="1347701"/>
                  </a:lnTo>
                  <a:lnTo>
                    <a:pt x="906383" y="1349491"/>
                  </a:lnTo>
                  <a:lnTo>
                    <a:pt x="906383" y="1351282"/>
                  </a:lnTo>
                  <a:lnTo>
                    <a:pt x="904592" y="1353072"/>
                  </a:lnTo>
                  <a:lnTo>
                    <a:pt x="904592" y="1354863"/>
                  </a:lnTo>
                  <a:lnTo>
                    <a:pt x="900776" y="1358679"/>
                  </a:lnTo>
                  <a:lnTo>
                    <a:pt x="906618" y="1358679"/>
                  </a:lnTo>
                  <a:lnTo>
                    <a:pt x="910199" y="1355098"/>
                  </a:lnTo>
                  <a:lnTo>
                    <a:pt x="912829" y="1355098"/>
                  </a:lnTo>
                  <a:lnTo>
                    <a:pt x="912829" y="1352468"/>
                  </a:lnTo>
                  <a:lnTo>
                    <a:pt x="916410" y="1348887"/>
                  </a:lnTo>
                  <a:lnTo>
                    <a:pt x="916410" y="1345306"/>
                  </a:lnTo>
                  <a:lnTo>
                    <a:pt x="919152" y="1342564"/>
                  </a:lnTo>
                  <a:lnTo>
                    <a:pt x="928105" y="1342564"/>
                  </a:lnTo>
                  <a:lnTo>
                    <a:pt x="932760" y="1337909"/>
                  </a:lnTo>
                  <a:lnTo>
                    <a:pt x="922733" y="1337909"/>
                  </a:lnTo>
                  <a:lnTo>
                    <a:pt x="920943" y="1336118"/>
                  </a:lnTo>
                  <a:lnTo>
                    <a:pt x="917126" y="1336118"/>
                  </a:lnTo>
                  <a:close/>
                  <a:moveTo>
                    <a:pt x="882154" y="1325375"/>
                  </a:moveTo>
                  <a:lnTo>
                    <a:pt x="880364" y="1327165"/>
                  </a:lnTo>
                  <a:lnTo>
                    <a:pt x="878573" y="1327165"/>
                  </a:lnTo>
                  <a:lnTo>
                    <a:pt x="875943" y="1329795"/>
                  </a:lnTo>
                  <a:lnTo>
                    <a:pt x="875943" y="1332772"/>
                  </a:lnTo>
                  <a:lnTo>
                    <a:pt x="877734" y="1334563"/>
                  </a:lnTo>
                  <a:lnTo>
                    <a:pt x="877734" y="1339341"/>
                  </a:lnTo>
                  <a:lnTo>
                    <a:pt x="880599" y="1339341"/>
                  </a:lnTo>
                  <a:lnTo>
                    <a:pt x="880599" y="1334563"/>
                  </a:lnTo>
                  <a:lnTo>
                    <a:pt x="882389" y="1332772"/>
                  </a:lnTo>
                  <a:lnTo>
                    <a:pt x="882389" y="1330982"/>
                  </a:lnTo>
                  <a:lnTo>
                    <a:pt x="887996" y="1325375"/>
                  </a:lnTo>
                  <a:lnTo>
                    <a:pt x="882154" y="1325375"/>
                  </a:lnTo>
                  <a:close/>
                  <a:moveTo>
                    <a:pt x="906383" y="1323226"/>
                  </a:moveTo>
                  <a:lnTo>
                    <a:pt x="909248" y="1323226"/>
                  </a:lnTo>
                  <a:lnTo>
                    <a:pt x="909248" y="1321435"/>
                  </a:lnTo>
                  <a:lnTo>
                    <a:pt x="906383" y="1321435"/>
                  </a:lnTo>
                  <a:lnTo>
                    <a:pt x="906383" y="1323226"/>
                  </a:lnTo>
                  <a:close/>
                  <a:moveTo>
                    <a:pt x="798591" y="1321077"/>
                  </a:moveTo>
                  <a:lnTo>
                    <a:pt x="801579" y="1321077"/>
                  </a:lnTo>
                  <a:lnTo>
                    <a:pt x="803369" y="1322868"/>
                  </a:lnTo>
                  <a:lnTo>
                    <a:pt x="806951" y="1322868"/>
                  </a:lnTo>
                  <a:lnTo>
                    <a:pt x="810532" y="1326449"/>
                  </a:lnTo>
                  <a:lnTo>
                    <a:pt x="812322" y="1326449"/>
                  </a:lnTo>
                  <a:lnTo>
                    <a:pt x="813274" y="1327401"/>
                  </a:lnTo>
                  <a:lnTo>
                    <a:pt x="813274" y="1329191"/>
                  </a:lnTo>
                  <a:lnTo>
                    <a:pt x="816855" y="1332772"/>
                  </a:lnTo>
                  <a:lnTo>
                    <a:pt x="816855" y="1334563"/>
                  </a:lnTo>
                  <a:lnTo>
                    <a:pt x="818645" y="1336353"/>
                  </a:lnTo>
                  <a:lnTo>
                    <a:pt x="818645" y="1346503"/>
                  </a:lnTo>
                  <a:lnTo>
                    <a:pt x="821510" y="1346503"/>
                  </a:lnTo>
                  <a:lnTo>
                    <a:pt x="821510" y="1345306"/>
                  </a:lnTo>
                  <a:lnTo>
                    <a:pt x="823301" y="1343516"/>
                  </a:lnTo>
                  <a:lnTo>
                    <a:pt x="823301" y="1333376"/>
                  </a:lnTo>
                  <a:lnTo>
                    <a:pt x="821510" y="1331586"/>
                  </a:lnTo>
                  <a:lnTo>
                    <a:pt x="821510" y="1329795"/>
                  </a:lnTo>
                  <a:lnTo>
                    <a:pt x="819720" y="1328004"/>
                  </a:lnTo>
                  <a:lnTo>
                    <a:pt x="819720" y="1326214"/>
                  </a:lnTo>
                  <a:lnTo>
                    <a:pt x="813509" y="1320003"/>
                  </a:lnTo>
                  <a:lnTo>
                    <a:pt x="811718" y="1320003"/>
                  </a:lnTo>
                  <a:lnTo>
                    <a:pt x="809928" y="1318212"/>
                  </a:lnTo>
                  <a:lnTo>
                    <a:pt x="798591" y="1321077"/>
                  </a:lnTo>
                  <a:close/>
                  <a:moveTo>
                    <a:pt x="778302" y="1316422"/>
                  </a:moveTo>
                  <a:lnTo>
                    <a:pt x="776511" y="1318212"/>
                  </a:lnTo>
                  <a:lnTo>
                    <a:pt x="774720" y="1318212"/>
                  </a:lnTo>
                  <a:lnTo>
                    <a:pt x="771139" y="1321794"/>
                  </a:lnTo>
                  <a:lnTo>
                    <a:pt x="768510" y="1321794"/>
                  </a:lnTo>
                  <a:lnTo>
                    <a:pt x="768510" y="1324423"/>
                  </a:lnTo>
                  <a:lnTo>
                    <a:pt x="764929" y="1328004"/>
                  </a:lnTo>
                  <a:lnTo>
                    <a:pt x="764929" y="1333376"/>
                  </a:lnTo>
                  <a:lnTo>
                    <a:pt x="763138" y="1335167"/>
                  </a:lnTo>
                  <a:lnTo>
                    <a:pt x="763138" y="1339934"/>
                  </a:lnTo>
                  <a:lnTo>
                    <a:pt x="764929" y="1341725"/>
                  </a:lnTo>
                  <a:lnTo>
                    <a:pt x="764929" y="1345306"/>
                  </a:lnTo>
                  <a:lnTo>
                    <a:pt x="766719" y="1347097"/>
                  </a:lnTo>
                  <a:lnTo>
                    <a:pt x="766719" y="1348887"/>
                  </a:lnTo>
                  <a:lnTo>
                    <a:pt x="772930" y="1355098"/>
                  </a:lnTo>
                  <a:lnTo>
                    <a:pt x="774720" y="1355098"/>
                  </a:lnTo>
                  <a:lnTo>
                    <a:pt x="776511" y="1356889"/>
                  </a:lnTo>
                  <a:lnTo>
                    <a:pt x="780092" y="1356889"/>
                  </a:lnTo>
                  <a:lnTo>
                    <a:pt x="781463" y="1358260"/>
                  </a:lnTo>
                  <a:lnTo>
                    <a:pt x="783489" y="1356234"/>
                  </a:lnTo>
                  <a:lnTo>
                    <a:pt x="782118" y="1354863"/>
                  </a:lnTo>
                  <a:lnTo>
                    <a:pt x="782118" y="1353072"/>
                  </a:lnTo>
                  <a:lnTo>
                    <a:pt x="778537" y="1349491"/>
                  </a:lnTo>
                  <a:lnTo>
                    <a:pt x="778537" y="1334563"/>
                  </a:lnTo>
                  <a:lnTo>
                    <a:pt x="782118" y="1330982"/>
                  </a:lnTo>
                  <a:lnTo>
                    <a:pt x="782118" y="1329191"/>
                  </a:lnTo>
                  <a:lnTo>
                    <a:pt x="788441" y="1322868"/>
                  </a:lnTo>
                  <a:lnTo>
                    <a:pt x="790232" y="1322868"/>
                  </a:lnTo>
                  <a:lnTo>
                    <a:pt x="793455" y="1319645"/>
                  </a:lnTo>
                  <a:lnTo>
                    <a:pt x="790232" y="1316422"/>
                  </a:lnTo>
                  <a:lnTo>
                    <a:pt x="778302" y="1316422"/>
                  </a:lnTo>
                  <a:close/>
                  <a:moveTo>
                    <a:pt x="747023" y="1307234"/>
                  </a:moveTo>
                  <a:lnTo>
                    <a:pt x="747023" y="1313680"/>
                  </a:lnTo>
                  <a:lnTo>
                    <a:pt x="745232" y="1315470"/>
                  </a:lnTo>
                  <a:lnTo>
                    <a:pt x="745232" y="1317261"/>
                  </a:lnTo>
                  <a:lnTo>
                    <a:pt x="741651" y="1320842"/>
                  </a:lnTo>
                  <a:lnTo>
                    <a:pt x="741651" y="1322633"/>
                  </a:lnTo>
                  <a:lnTo>
                    <a:pt x="740700" y="1323584"/>
                  </a:lnTo>
                  <a:lnTo>
                    <a:pt x="738909" y="1323584"/>
                  </a:lnTo>
                  <a:lnTo>
                    <a:pt x="734489" y="1328004"/>
                  </a:lnTo>
                  <a:lnTo>
                    <a:pt x="734489" y="1335167"/>
                  </a:lnTo>
                  <a:lnTo>
                    <a:pt x="732698" y="1336957"/>
                  </a:lnTo>
                  <a:lnTo>
                    <a:pt x="732698" y="1338748"/>
                  </a:lnTo>
                  <a:lnTo>
                    <a:pt x="725301" y="1346145"/>
                  </a:lnTo>
                  <a:lnTo>
                    <a:pt x="736515" y="1346145"/>
                  </a:lnTo>
                  <a:lnTo>
                    <a:pt x="738305" y="1344355"/>
                  </a:lnTo>
                  <a:lnTo>
                    <a:pt x="741886" y="1344355"/>
                  </a:lnTo>
                  <a:lnTo>
                    <a:pt x="743677" y="1342564"/>
                  </a:lnTo>
                  <a:lnTo>
                    <a:pt x="745468" y="1342564"/>
                  </a:lnTo>
                  <a:lnTo>
                    <a:pt x="753469" y="1334563"/>
                  </a:lnTo>
                  <a:lnTo>
                    <a:pt x="753469" y="1330982"/>
                  </a:lnTo>
                  <a:lnTo>
                    <a:pt x="755259" y="1329191"/>
                  </a:lnTo>
                  <a:lnTo>
                    <a:pt x="755259" y="1319052"/>
                  </a:lnTo>
                  <a:lnTo>
                    <a:pt x="753469" y="1317261"/>
                  </a:lnTo>
                  <a:lnTo>
                    <a:pt x="753469" y="1313680"/>
                  </a:lnTo>
                  <a:lnTo>
                    <a:pt x="747023" y="1307234"/>
                  </a:lnTo>
                  <a:close/>
                  <a:moveTo>
                    <a:pt x="705124" y="1307234"/>
                  </a:moveTo>
                  <a:lnTo>
                    <a:pt x="693306" y="1319052"/>
                  </a:lnTo>
                  <a:lnTo>
                    <a:pt x="693306" y="1320842"/>
                  </a:lnTo>
                  <a:lnTo>
                    <a:pt x="691515" y="1322633"/>
                  </a:lnTo>
                  <a:lnTo>
                    <a:pt x="691515" y="1334563"/>
                  </a:lnTo>
                  <a:lnTo>
                    <a:pt x="693306" y="1336353"/>
                  </a:lnTo>
                  <a:lnTo>
                    <a:pt x="693306" y="1339934"/>
                  </a:lnTo>
                  <a:lnTo>
                    <a:pt x="701307" y="1347936"/>
                  </a:lnTo>
                  <a:lnTo>
                    <a:pt x="703098" y="1347936"/>
                  </a:lnTo>
                  <a:lnTo>
                    <a:pt x="704888" y="1349726"/>
                  </a:lnTo>
                  <a:lnTo>
                    <a:pt x="708470" y="1349726"/>
                  </a:lnTo>
                  <a:lnTo>
                    <a:pt x="710260" y="1351517"/>
                  </a:lnTo>
                  <a:lnTo>
                    <a:pt x="716819" y="1351517"/>
                  </a:lnTo>
                  <a:lnTo>
                    <a:pt x="718609" y="1349726"/>
                  </a:lnTo>
                  <a:lnTo>
                    <a:pt x="722190" y="1349726"/>
                  </a:lnTo>
                  <a:lnTo>
                    <a:pt x="724820" y="1347097"/>
                  </a:lnTo>
                  <a:lnTo>
                    <a:pt x="724820" y="1344119"/>
                  </a:lnTo>
                  <a:lnTo>
                    <a:pt x="722190" y="1341490"/>
                  </a:lnTo>
                  <a:lnTo>
                    <a:pt x="720400" y="1341490"/>
                  </a:lnTo>
                  <a:lnTo>
                    <a:pt x="715867" y="1336957"/>
                  </a:lnTo>
                  <a:lnTo>
                    <a:pt x="715867" y="1335167"/>
                  </a:lnTo>
                  <a:lnTo>
                    <a:pt x="714077" y="1333376"/>
                  </a:lnTo>
                  <a:lnTo>
                    <a:pt x="714077" y="1331586"/>
                  </a:lnTo>
                  <a:lnTo>
                    <a:pt x="712286" y="1329795"/>
                  </a:lnTo>
                  <a:lnTo>
                    <a:pt x="712286" y="1324423"/>
                  </a:lnTo>
                  <a:lnTo>
                    <a:pt x="706914" y="1319052"/>
                  </a:lnTo>
                  <a:lnTo>
                    <a:pt x="706914" y="1317261"/>
                  </a:lnTo>
                  <a:lnTo>
                    <a:pt x="705124" y="1315470"/>
                  </a:lnTo>
                  <a:lnTo>
                    <a:pt x="705124" y="1307234"/>
                  </a:lnTo>
                  <a:close/>
                  <a:moveTo>
                    <a:pt x="405864" y="1307469"/>
                  </a:moveTo>
                  <a:lnTo>
                    <a:pt x="404074" y="1309260"/>
                  </a:lnTo>
                  <a:lnTo>
                    <a:pt x="398702" y="1309260"/>
                  </a:lnTo>
                  <a:lnTo>
                    <a:pt x="396912" y="1311050"/>
                  </a:lnTo>
                  <a:lnTo>
                    <a:pt x="395121" y="1311050"/>
                  </a:lnTo>
                  <a:lnTo>
                    <a:pt x="387120" y="1319052"/>
                  </a:lnTo>
                  <a:lnTo>
                    <a:pt x="387120" y="1320842"/>
                  </a:lnTo>
                  <a:lnTo>
                    <a:pt x="385329" y="1322633"/>
                  </a:lnTo>
                  <a:lnTo>
                    <a:pt x="385329" y="1326214"/>
                  </a:lnTo>
                  <a:lnTo>
                    <a:pt x="383539" y="1328004"/>
                  </a:lnTo>
                  <a:lnTo>
                    <a:pt x="383539" y="1336353"/>
                  </a:lnTo>
                  <a:lnTo>
                    <a:pt x="385329" y="1338144"/>
                  </a:lnTo>
                  <a:lnTo>
                    <a:pt x="385329" y="1341725"/>
                  </a:lnTo>
                  <a:lnTo>
                    <a:pt x="387120" y="1343516"/>
                  </a:lnTo>
                  <a:lnTo>
                    <a:pt x="387120" y="1345306"/>
                  </a:lnTo>
                  <a:lnTo>
                    <a:pt x="395121" y="1353307"/>
                  </a:lnTo>
                  <a:lnTo>
                    <a:pt x="396912" y="1353307"/>
                  </a:lnTo>
                  <a:lnTo>
                    <a:pt x="398702" y="1355098"/>
                  </a:lnTo>
                  <a:lnTo>
                    <a:pt x="402283" y="1355098"/>
                  </a:lnTo>
                  <a:lnTo>
                    <a:pt x="404074" y="1356889"/>
                  </a:lnTo>
                  <a:lnTo>
                    <a:pt x="412423" y="1356889"/>
                  </a:lnTo>
                  <a:lnTo>
                    <a:pt x="414213" y="1355098"/>
                  </a:lnTo>
                  <a:lnTo>
                    <a:pt x="417795" y="1355098"/>
                  </a:lnTo>
                  <a:lnTo>
                    <a:pt x="419585" y="1353307"/>
                  </a:lnTo>
                  <a:lnTo>
                    <a:pt x="421376" y="1353307"/>
                  </a:lnTo>
                  <a:lnTo>
                    <a:pt x="427822" y="1346861"/>
                  </a:lnTo>
                  <a:lnTo>
                    <a:pt x="423166" y="1346861"/>
                  </a:lnTo>
                  <a:lnTo>
                    <a:pt x="421376" y="1345071"/>
                  </a:lnTo>
                  <a:lnTo>
                    <a:pt x="419585" y="1345071"/>
                  </a:lnTo>
                  <a:lnTo>
                    <a:pt x="416004" y="1341490"/>
                  </a:lnTo>
                  <a:lnTo>
                    <a:pt x="414213" y="1341490"/>
                  </a:lnTo>
                  <a:lnTo>
                    <a:pt x="411471" y="1338748"/>
                  </a:lnTo>
                  <a:lnTo>
                    <a:pt x="411471" y="1336957"/>
                  </a:lnTo>
                  <a:lnTo>
                    <a:pt x="407890" y="1333376"/>
                  </a:lnTo>
                  <a:lnTo>
                    <a:pt x="407890" y="1329795"/>
                  </a:lnTo>
                  <a:lnTo>
                    <a:pt x="406100" y="1328004"/>
                  </a:lnTo>
                  <a:lnTo>
                    <a:pt x="406100" y="1318448"/>
                  </a:lnTo>
                  <a:lnTo>
                    <a:pt x="407890" y="1316657"/>
                  </a:lnTo>
                  <a:lnTo>
                    <a:pt x="407890" y="1314867"/>
                  </a:lnTo>
                  <a:lnTo>
                    <a:pt x="409681" y="1313076"/>
                  </a:lnTo>
                  <a:lnTo>
                    <a:pt x="409681" y="1311285"/>
                  </a:lnTo>
                  <a:lnTo>
                    <a:pt x="413497" y="1307469"/>
                  </a:lnTo>
                  <a:lnTo>
                    <a:pt x="405864" y="1307469"/>
                  </a:lnTo>
                  <a:close/>
                  <a:moveTo>
                    <a:pt x="934674" y="1303295"/>
                  </a:moveTo>
                  <a:lnTo>
                    <a:pt x="929067" y="1308902"/>
                  </a:lnTo>
                  <a:lnTo>
                    <a:pt x="935032" y="1314867"/>
                  </a:lnTo>
                  <a:lnTo>
                    <a:pt x="935032" y="1316657"/>
                  </a:lnTo>
                  <a:lnTo>
                    <a:pt x="936823" y="1318448"/>
                  </a:lnTo>
                  <a:lnTo>
                    <a:pt x="936823" y="1322029"/>
                  </a:lnTo>
                  <a:lnTo>
                    <a:pt x="938613" y="1323819"/>
                  </a:lnTo>
                  <a:lnTo>
                    <a:pt x="938613" y="1326214"/>
                  </a:lnTo>
                  <a:lnTo>
                    <a:pt x="936823" y="1328004"/>
                  </a:lnTo>
                  <a:lnTo>
                    <a:pt x="936823" y="1331586"/>
                  </a:lnTo>
                  <a:lnTo>
                    <a:pt x="933661" y="1334747"/>
                  </a:lnTo>
                  <a:lnTo>
                    <a:pt x="935687" y="1336773"/>
                  </a:lnTo>
                  <a:lnTo>
                    <a:pt x="943269" y="1329191"/>
                  </a:lnTo>
                  <a:lnTo>
                    <a:pt x="943269" y="1325610"/>
                  </a:lnTo>
                  <a:lnTo>
                    <a:pt x="945059" y="1323819"/>
                  </a:lnTo>
                  <a:lnTo>
                    <a:pt x="945059" y="1315470"/>
                  </a:lnTo>
                  <a:lnTo>
                    <a:pt x="943269" y="1313680"/>
                  </a:lnTo>
                  <a:lnTo>
                    <a:pt x="943269" y="1311889"/>
                  </a:lnTo>
                  <a:lnTo>
                    <a:pt x="941478" y="1310099"/>
                  </a:lnTo>
                  <a:lnTo>
                    <a:pt x="941478" y="1308308"/>
                  </a:lnTo>
                  <a:lnTo>
                    <a:pt x="938848" y="1305679"/>
                  </a:lnTo>
                  <a:lnTo>
                    <a:pt x="937058" y="1305679"/>
                  </a:lnTo>
                  <a:lnTo>
                    <a:pt x="934674" y="1303295"/>
                  </a:lnTo>
                  <a:close/>
                  <a:moveTo>
                    <a:pt x="897072" y="1303295"/>
                  </a:moveTo>
                  <a:lnTo>
                    <a:pt x="894688" y="1305679"/>
                  </a:lnTo>
                  <a:lnTo>
                    <a:pt x="891107" y="1305679"/>
                  </a:lnTo>
                  <a:lnTo>
                    <a:pt x="888477" y="1308308"/>
                  </a:lnTo>
                  <a:lnTo>
                    <a:pt x="888477" y="1310099"/>
                  </a:lnTo>
                  <a:lnTo>
                    <a:pt x="886687" y="1311889"/>
                  </a:lnTo>
                  <a:lnTo>
                    <a:pt x="886687" y="1313680"/>
                  </a:lnTo>
                  <a:lnTo>
                    <a:pt x="884303" y="1316064"/>
                  </a:lnTo>
                  <a:lnTo>
                    <a:pt x="887526" y="1319287"/>
                  </a:lnTo>
                  <a:lnTo>
                    <a:pt x="889316" y="1319287"/>
                  </a:lnTo>
                  <a:lnTo>
                    <a:pt x="891107" y="1321077"/>
                  </a:lnTo>
                  <a:lnTo>
                    <a:pt x="896479" y="1321077"/>
                  </a:lnTo>
                  <a:lnTo>
                    <a:pt x="896837" y="1321435"/>
                  </a:lnTo>
                  <a:lnTo>
                    <a:pt x="891823" y="1326449"/>
                  </a:lnTo>
                  <a:lnTo>
                    <a:pt x="896479" y="1326449"/>
                  </a:lnTo>
                  <a:lnTo>
                    <a:pt x="898269" y="1328240"/>
                  </a:lnTo>
                  <a:lnTo>
                    <a:pt x="902086" y="1328240"/>
                  </a:lnTo>
                  <a:lnTo>
                    <a:pt x="902086" y="1322633"/>
                  </a:lnTo>
                  <a:lnTo>
                    <a:pt x="900888" y="1321435"/>
                  </a:lnTo>
                  <a:lnTo>
                    <a:pt x="903876" y="1318448"/>
                  </a:lnTo>
                  <a:lnTo>
                    <a:pt x="903876" y="1316657"/>
                  </a:lnTo>
                  <a:lnTo>
                    <a:pt x="905667" y="1314867"/>
                  </a:lnTo>
                  <a:lnTo>
                    <a:pt x="905667" y="1311050"/>
                  </a:lnTo>
                  <a:lnTo>
                    <a:pt x="903037" y="1311050"/>
                  </a:lnTo>
                  <a:lnTo>
                    <a:pt x="900295" y="1308308"/>
                  </a:lnTo>
                  <a:lnTo>
                    <a:pt x="900295" y="1306518"/>
                  </a:lnTo>
                  <a:lnTo>
                    <a:pt x="897072" y="1303295"/>
                  </a:lnTo>
                  <a:close/>
                  <a:moveTo>
                    <a:pt x="421980" y="1300307"/>
                  </a:moveTo>
                  <a:lnTo>
                    <a:pt x="420189" y="1302097"/>
                  </a:lnTo>
                  <a:lnTo>
                    <a:pt x="418398" y="1302097"/>
                  </a:lnTo>
                  <a:lnTo>
                    <a:pt x="413385" y="1307111"/>
                  </a:lnTo>
                  <a:lnTo>
                    <a:pt x="416608" y="1310334"/>
                  </a:lnTo>
                  <a:lnTo>
                    <a:pt x="418398" y="1310334"/>
                  </a:lnTo>
                  <a:lnTo>
                    <a:pt x="420189" y="1312125"/>
                  </a:lnTo>
                  <a:lnTo>
                    <a:pt x="421980" y="1312125"/>
                  </a:lnTo>
                  <a:lnTo>
                    <a:pt x="428303" y="1318448"/>
                  </a:lnTo>
                  <a:lnTo>
                    <a:pt x="428303" y="1320238"/>
                  </a:lnTo>
                  <a:lnTo>
                    <a:pt x="430093" y="1322029"/>
                  </a:lnTo>
                  <a:lnTo>
                    <a:pt x="430093" y="1323819"/>
                  </a:lnTo>
                  <a:lnTo>
                    <a:pt x="431884" y="1325610"/>
                  </a:lnTo>
                  <a:lnTo>
                    <a:pt x="431884" y="1338748"/>
                  </a:lnTo>
                  <a:lnTo>
                    <a:pt x="430093" y="1340538"/>
                  </a:lnTo>
                  <a:lnTo>
                    <a:pt x="430093" y="1342329"/>
                  </a:lnTo>
                  <a:lnTo>
                    <a:pt x="428303" y="1344119"/>
                  </a:lnTo>
                  <a:lnTo>
                    <a:pt x="428303" y="1347936"/>
                  </a:lnTo>
                  <a:lnTo>
                    <a:pt x="433910" y="1347936"/>
                  </a:lnTo>
                  <a:lnTo>
                    <a:pt x="435700" y="1346145"/>
                  </a:lnTo>
                  <a:lnTo>
                    <a:pt x="439281" y="1346145"/>
                  </a:lnTo>
                  <a:lnTo>
                    <a:pt x="441072" y="1344355"/>
                  </a:lnTo>
                  <a:lnTo>
                    <a:pt x="442862" y="1344355"/>
                  </a:lnTo>
                  <a:lnTo>
                    <a:pt x="446444" y="1340774"/>
                  </a:lnTo>
                  <a:lnTo>
                    <a:pt x="449073" y="1340774"/>
                  </a:lnTo>
                  <a:lnTo>
                    <a:pt x="449073" y="1338144"/>
                  </a:lnTo>
                  <a:lnTo>
                    <a:pt x="452654" y="1334563"/>
                  </a:lnTo>
                  <a:lnTo>
                    <a:pt x="452654" y="1330982"/>
                  </a:lnTo>
                  <a:lnTo>
                    <a:pt x="454445" y="1329191"/>
                  </a:lnTo>
                  <a:lnTo>
                    <a:pt x="454445" y="1317261"/>
                  </a:lnTo>
                  <a:lnTo>
                    <a:pt x="452654" y="1315470"/>
                  </a:lnTo>
                  <a:lnTo>
                    <a:pt x="452654" y="1313680"/>
                  </a:lnTo>
                  <a:lnTo>
                    <a:pt x="450864" y="1311889"/>
                  </a:lnTo>
                  <a:lnTo>
                    <a:pt x="450864" y="1310099"/>
                  </a:lnTo>
                  <a:lnTo>
                    <a:pt x="442862" y="1302097"/>
                  </a:lnTo>
                  <a:lnTo>
                    <a:pt x="441072" y="1302097"/>
                  </a:lnTo>
                  <a:lnTo>
                    <a:pt x="439281" y="1300307"/>
                  </a:lnTo>
                  <a:lnTo>
                    <a:pt x="421980" y="1300307"/>
                  </a:lnTo>
                  <a:close/>
                  <a:moveTo>
                    <a:pt x="712286" y="1291119"/>
                  </a:moveTo>
                  <a:lnTo>
                    <a:pt x="705840" y="1297565"/>
                  </a:lnTo>
                  <a:lnTo>
                    <a:pt x="705840" y="1299355"/>
                  </a:lnTo>
                  <a:lnTo>
                    <a:pt x="704049" y="1301146"/>
                  </a:lnTo>
                  <a:lnTo>
                    <a:pt x="704049" y="1308543"/>
                  </a:lnTo>
                  <a:lnTo>
                    <a:pt x="711447" y="1308543"/>
                  </a:lnTo>
                  <a:lnTo>
                    <a:pt x="713237" y="1306753"/>
                  </a:lnTo>
                  <a:lnTo>
                    <a:pt x="713841" y="1306753"/>
                  </a:lnTo>
                  <a:lnTo>
                    <a:pt x="715632" y="1308543"/>
                  </a:lnTo>
                  <a:lnTo>
                    <a:pt x="718609" y="1308543"/>
                  </a:lnTo>
                  <a:lnTo>
                    <a:pt x="721832" y="1305320"/>
                  </a:lnTo>
                  <a:lnTo>
                    <a:pt x="718609" y="1302097"/>
                  </a:lnTo>
                  <a:lnTo>
                    <a:pt x="716819" y="1302097"/>
                  </a:lnTo>
                  <a:lnTo>
                    <a:pt x="715867" y="1301146"/>
                  </a:lnTo>
                  <a:lnTo>
                    <a:pt x="715867" y="1299355"/>
                  </a:lnTo>
                  <a:lnTo>
                    <a:pt x="712286" y="1295774"/>
                  </a:lnTo>
                  <a:lnTo>
                    <a:pt x="712286" y="1291119"/>
                  </a:lnTo>
                  <a:close/>
                  <a:moveTo>
                    <a:pt x="854457" y="1287538"/>
                  </a:moveTo>
                  <a:lnTo>
                    <a:pt x="854457" y="1292193"/>
                  </a:lnTo>
                  <a:lnTo>
                    <a:pt x="852666" y="1293984"/>
                  </a:lnTo>
                  <a:lnTo>
                    <a:pt x="852666" y="1295774"/>
                  </a:lnTo>
                  <a:lnTo>
                    <a:pt x="850876" y="1297565"/>
                  </a:lnTo>
                  <a:lnTo>
                    <a:pt x="850876" y="1309495"/>
                  </a:lnTo>
                  <a:lnTo>
                    <a:pt x="852666" y="1311285"/>
                  </a:lnTo>
                  <a:lnTo>
                    <a:pt x="852666" y="1313076"/>
                  </a:lnTo>
                  <a:lnTo>
                    <a:pt x="860667" y="1321077"/>
                  </a:lnTo>
                  <a:lnTo>
                    <a:pt x="864249" y="1321077"/>
                  </a:lnTo>
                  <a:lnTo>
                    <a:pt x="864607" y="1321435"/>
                  </a:lnTo>
                  <a:lnTo>
                    <a:pt x="864249" y="1321794"/>
                  </a:lnTo>
                  <a:lnTo>
                    <a:pt x="851715" y="1321794"/>
                  </a:lnTo>
                  <a:lnTo>
                    <a:pt x="849924" y="1323584"/>
                  </a:lnTo>
                  <a:lnTo>
                    <a:pt x="848134" y="1323584"/>
                  </a:lnTo>
                  <a:lnTo>
                    <a:pt x="841923" y="1329795"/>
                  </a:lnTo>
                  <a:lnTo>
                    <a:pt x="841923" y="1331586"/>
                  </a:lnTo>
                  <a:lnTo>
                    <a:pt x="840132" y="1333376"/>
                  </a:lnTo>
                  <a:lnTo>
                    <a:pt x="840132" y="1348887"/>
                  </a:lnTo>
                  <a:lnTo>
                    <a:pt x="842762" y="1351517"/>
                  </a:lnTo>
                  <a:lnTo>
                    <a:pt x="845739" y="1351517"/>
                  </a:lnTo>
                  <a:lnTo>
                    <a:pt x="849320" y="1347936"/>
                  </a:lnTo>
                  <a:lnTo>
                    <a:pt x="851111" y="1347936"/>
                  </a:lnTo>
                  <a:lnTo>
                    <a:pt x="852901" y="1346145"/>
                  </a:lnTo>
                  <a:lnTo>
                    <a:pt x="856482" y="1346145"/>
                  </a:lnTo>
                  <a:lnTo>
                    <a:pt x="858273" y="1344355"/>
                  </a:lnTo>
                  <a:lnTo>
                    <a:pt x="862458" y="1344355"/>
                  </a:lnTo>
                  <a:lnTo>
                    <a:pt x="864249" y="1346145"/>
                  </a:lnTo>
                  <a:lnTo>
                    <a:pt x="869855" y="1346145"/>
                  </a:lnTo>
                  <a:lnTo>
                    <a:pt x="869855" y="1339934"/>
                  </a:lnTo>
                  <a:lnTo>
                    <a:pt x="871646" y="1338144"/>
                  </a:lnTo>
                  <a:lnTo>
                    <a:pt x="871646" y="1334563"/>
                  </a:lnTo>
                  <a:lnTo>
                    <a:pt x="875821" y="1330388"/>
                  </a:lnTo>
                  <a:lnTo>
                    <a:pt x="869016" y="1323584"/>
                  </a:lnTo>
                  <a:lnTo>
                    <a:pt x="866868" y="1323226"/>
                  </a:lnTo>
                  <a:lnTo>
                    <a:pt x="867226" y="1322868"/>
                  </a:lnTo>
                  <a:lnTo>
                    <a:pt x="874388" y="1322868"/>
                  </a:lnTo>
                  <a:lnTo>
                    <a:pt x="876179" y="1321077"/>
                  </a:lnTo>
                  <a:lnTo>
                    <a:pt x="879760" y="1321077"/>
                  </a:lnTo>
                  <a:lnTo>
                    <a:pt x="884180" y="1316657"/>
                  </a:lnTo>
                  <a:lnTo>
                    <a:pt x="884180" y="1313680"/>
                  </a:lnTo>
                  <a:lnTo>
                    <a:pt x="880599" y="1310099"/>
                  </a:lnTo>
                  <a:lnTo>
                    <a:pt x="880599" y="1305679"/>
                  </a:lnTo>
                  <a:lnTo>
                    <a:pt x="877969" y="1305679"/>
                  </a:lnTo>
                  <a:lnTo>
                    <a:pt x="867226" y="1294935"/>
                  </a:lnTo>
                  <a:lnTo>
                    <a:pt x="863645" y="1294935"/>
                  </a:lnTo>
                  <a:lnTo>
                    <a:pt x="861854" y="1293145"/>
                  </a:lnTo>
                  <a:lnTo>
                    <a:pt x="860064" y="1293145"/>
                  </a:lnTo>
                  <a:lnTo>
                    <a:pt x="854457" y="1287538"/>
                  </a:lnTo>
                  <a:close/>
                  <a:moveTo>
                    <a:pt x="919756" y="1269867"/>
                  </a:moveTo>
                  <a:lnTo>
                    <a:pt x="917965" y="1271658"/>
                  </a:lnTo>
                  <a:lnTo>
                    <a:pt x="914384" y="1271658"/>
                  </a:lnTo>
                  <a:lnTo>
                    <a:pt x="912594" y="1273448"/>
                  </a:lnTo>
                  <a:lnTo>
                    <a:pt x="910803" y="1273448"/>
                  </a:lnTo>
                  <a:lnTo>
                    <a:pt x="906148" y="1278104"/>
                  </a:lnTo>
                  <a:lnTo>
                    <a:pt x="923337" y="1278104"/>
                  </a:lnTo>
                  <a:lnTo>
                    <a:pt x="928709" y="1283476"/>
                  </a:lnTo>
                  <a:lnTo>
                    <a:pt x="930499" y="1283476"/>
                  </a:lnTo>
                  <a:lnTo>
                    <a:pt x="931451" y="1284427"/>
                  </a:lnTo>
                  <a:lnTo>
                    <a:pt x="931451" y="1286218"/>
                  </a:lnTo>
                  <a:lnTo>
                    <a:pt x="933241" y="1288008"/>
                  </a:lnTo>
                  <a:lnTo>
                    <a:pt x="933241" y="1291589"/>
                  </a:lnTo>
                  <a:lnTo>
                    <a:pt x="935032" y="1293380"/>
                  </a:lnTo>
                  <a:lnTo>
                    <a:pt x="935032" y="1299826"/>
                  </a:lnTo>
                  <a:lnTo>
                    <a:pt x="939687" y="1295170"/>
                  </a:lnTo>
                  <a:lnTo>
                    <a:pt x="939687" y="1283240"/>
                  </a:lnTo>
                  <a:lnTo>
                    <a:pt x="937897" y="1281450"/>
                  </a:lnTo>
                  <a:lnTo>
                    <a:pt x="937897" y="1279659"/>
                  </a:lnTo>
                  <a:lnTo>
                    <a:pt x="936106" y="1277869"/>
                  </a:lnTo>
                  <a:lnTo>
                    <a:pt x="936106" y="1275239"/>
                  </a:lnTo>
                  <a:lnTo>
                    <a:pt x="933477" y="1275239"/>
                  </a:lnTo>
                  <a:lnTo>
                    <a:pt x="931686" y="1273448"/>
                  </a:lnTo>
                  <a:lnTo>
                    <a:pt x="928105" y="1273448"/>
                  </a:lnTo>
                  <a:lnTo>
                    <a:pt x="924524" y="1269867"/>
                  </a:lnTo>
                  <a:lnTo>
                    <a:pt x="919756" y="1269867"/>
                  </a:lnTo>
                  <a:close/>
                  <a:moveTo>
                    <a:pt x="2076460" y="1266286"/>
                  </a:moveTo>
                  <a:lnTo>
                    <a:pt x="2074669" y="1268077"/>
                  </a:lnTo>
                  <a:lnTo>
                    <a:pt x="2072879" y="1268077"/>
                  </a:lnTo>
                  <a:lnTo>
                    <a:pt x="2064877" y="1276078"/>
                  </a:lnTo>
                  <a:lnTo>
                    <a:pt x="2064877" y="1277869"/>
                  </a:lnTo>
                  <a:lnTo>
                    <a:pt x="2063087" y="1279659"/>
                  </a:lnTo>
                  <a:lnTo>
                    <a:pt x="2063087" y="1293380"/>
                  </a:lnTo>
                  <a:lnTo>
                    <a:pt x="2064877" y="1295170"/>
                  </a:lnTo>
                  <a:lnTo>
                    <a:pt x="2064877" y="1296961"/>
                  </a:lnTo>
                  <a:lnTo>
                    <a:pt x="2072879" y="1304962"/>
                  </a:lnTo>
                  <a:lnTo>
                    <a:pt x="2074669" y="1304962"/>
                  </a:lnTo>
                  <a:lnTo>
                    <a:pt x="2076460" y="1306753"/>
                  </a:lnTo>
                  <a:lnTo>
                    <a:pt x="2090180" y="1306753"/>
                  </a:lnTo>
                  <a:lnTo>
                    <a:pt x="2091971" y="1304962"/>
                  </a:lnTo>
                  <a:lnTo>
                    <a:pt x="2093761" y="1304962"/>
                  </a:lnTo>
                  <a:lnTo>
                    <a:pt x="2101763" y="1296961"/>
                  </a:lnTo>
                  <a:lnTo>
                    <a:pt x="2101763" y="1295170"/>
                  </a:lnTo>
                  <a:lnTo>
                    <a:pt x="2103553" y="1293380"/>
                  </a:lnTo>
                  <a:lnTo>
                    <a:pt x="2103553" y="1279659"/>
                  </a:lnTo>
                  <a:lnTo>
                    <a:pt x="2101763" y="1277869"/>
                  </a:lnTo>
                  <a:lnTo>
                    <a:pt x="2101763" y="1276078"/>
                  </a:lnTo>
                  <a:lnTo>
                    <a:pt x="2093761" y="1268077"/>
                  </a:lnTo>
                  <a:lnTo>
                    <a:pt x="2091971" y="1268077"/>
                  </a:lnTo>
                  <a:lnTo>
                    <a:pt x="2090180" y="1266286"/>
                  </a:lnTo>
                  <a:lnTo>
                    <a:pt x="2076460" y="1266286"/>
                  </a:lnTo>
                  <a:close/>
                  <a:moveTo>
                    <a:pt x="724585" y="1264496"/>
                  </a:moveTo>
                  <a:lnTo>
                    <a:pt x="722794" y="1266286"/>
                  </a:lnTo>
                  <a:lnTo>
                    <a:pt x="721004" y="1266286"/>
                  </a:lnTo>
                  <a:lnTo>
                    <a:pt x="717422" y="1269867"/>
                  </a:lnTo>
                  <a:lnTo>
                    <a:pt x="714793" y="1269867"/>
                  </a:lnTo>
                  <a:lnTo>
                    <a:pt x="714793" y="1272497"/>
                  </a:lnTo>
                  <a:lnTo>
                    <a:pt x="711212" y="1276078"/>
                  </a:lnTo>
                  <a:lnTo>
                    <a:pt x="711212" y="1279659"/>
                  </a:lnTo>
                  <a:lnTo>
                    <a:pt x="709421" y="1281450"/>
                  </a:lnTo>
                  <a:lnTo>
                    <a:pt x="709421" y="1290638"/>
                  </a:lnTo>
                  <a:lnTo>
                    <a:pt x="713237" y="1290638"/>
                  </a:lnTo>
                  <a:lnTo>
                    <a:pt x="715028" y="1288847"/>
                  </a:lnTo>
                  <a:lnTo>
                    <a:pt x="716819" y="1288847"/>
                  </a:lnTo>
                  <a:lnTo>
                    <a:pt x="718609" y="1287057"/>
                  </a:lnTo>
                  <a:lnTo>
                    <a:pt x="722190" y="1287057"/>
                  </a:lnTo>
                  <a:lnTo>
                    <a:pt x="723981" y="1285266"/>
                  </a:lnTo>
                  <a:lnTo>
                    <a:pt x="728166" y="1285266"/>
                  </a:lnTo>
                  <a:lnTo>
                    <a:pt x="729956" y="1287057"/>
                  </a:lnTo>
                  <a:lnTo>
                    <a:pt x="733537" y="1287057"/>
                  </a:lnTo>
                  <a:lnTo>
                    <a:pt x="735328" y="1288847"/>
                  </a:lnTo>
                  <a:lnTo>
                    <a:pt x="737119" y="1288847"/>
                  </a:lnTo>
                  <a:lnTo>
                    <a:pt x="743442" y="1295170"/>
                  </a:lnTo>
                  <a:lnTo>
                    <a:pt x="743442" y="1296961"/>
                  </a:lnTo>
                  <a:lnTo>
                    <a:pt x="746071" y="1299591"/>
                  </a:lnTo>
                  <a:lnTo>
                    <a:pt x="749888" y="1299591"/>
                  </a:lnTo>
                  <a:lnTo>
                    <a:pt x="749888" y="1296961"/>
                  </a:lnTo>
                  <a:lnTo>
                    <a:pt x="751678" y="1295170"/>
                  </a:lnTo>
                  <a:lnTo>
                    <a:pt x="751678" y="1293380"/>
                  </a:lnTo>
                  <a:lnTo>
                    <a:pt x="753469" y="1291589"/>
                  </a:lnTo>
                  <a:lnTo>
                    <a:pt x="753469" y="1279659"/>
                  </a:lnTo>
                  <a:lnTo>
                    <a:pt x="751678" y="1277869"/>
                  </a:lnTo>
                  <a:lnTo>
                    <a:pt x="751678" y="1276078"/>
                  </a:lnTo>
                  <a:lnTo>
                    <a:pt x="749888" y="1274287"/>
                  </a:lnTo>
                  <a:lnTo>
                    <a:pt x="749888" y="1272497"/>
                  </a:lnTo>
                  <a:lnTo>
                    <a:pt x="745468" y="1268077"/>
                  </a:lnTo>
                  <a:lnTo>
                    <a:pt x="743677" y="1268077"/>
                  </a:lnTo>
                  <a:lnTo>
                    <a:pt x="741886" y="1266286"/>
                  </a:lnTo>
                  <a:lnTo>
                    <a:pt x="740096" y="1266286"/>
                  </a:lnTo>
                  <a:lnTo>
                    <a:pt x="738305" y="1264496"/>
                  </a:lnTo>
                  <a:lnTo>
                    <a:pt x="724585" y="1264496"/>
                  </a:lnTo>
                  <a:close/>
                  <a:moveTo>
                    <a:pt x="884661" y="1262705"/>
                  </a:moveTo>
                  <a:lnTo>
                    <a:pt x="888477" y="1266521"/>
                  </a:lnTo>
                  <a:lnTo>
                    <a:pt x="888477" y="1269151"/>
                  </a:lnTo>
                  <a:lnTo>
                    <a:pt x="892898" y="1269151"/>
                  </a:lnTo>
                  <a:lnTo>
                    <a:pt x="894688" y="1270942"/>
                  </a:lnTo>
                  <a:lnTo>
                    <a:pt x="896479" y="1270942"/>
                  </a:lnTo>
                  <a:lnTo>
                    <a:pt x="903221" y="1277684"/>
                  </a:lnTo>
                  <a:lnTo>
                    <a:pt x="905247" y="1275659"/>
                  </a:lnTo>
                  <a:lnTo>
                    <a:pt x="903876" y="1274287"/>
                  </a:lnTo>
                  <a:lnTo>
                    <a:pt x="903876" y="1272497"/>
                  </a:lnTo>
                  <a:lnTo>
                    <a:pt x="902086" y="1270706"/>
                  </a:lnTo>
                  <a:lnTo>
                    <a:pt x="902086" y="1268916"/>
                  </a:lnTo>
                  <a:lnTo>
                    <a:pt x="899456" y="1266286"/>
                  </a:lnTo>
                  <a:lnTo>
                    <a:pt x="897665" y="1266286"/>
                  </a:lnTo>
                  <a:lnTo>
                    <a:pt x="895875" y="1264496"/>
                  </a:lnTo>
                  <a:lnTo>
                    <a:pt x="894084" y="1264496"/>
                  </a:lnTo>
                  <a:lnTo>
                    <a:pt x="892294" y="1262705"/>
                  </a:lnTo>
                  <a:lnTo>
                    <a:pt x="884661" y="1262705"/>
                  </a:lnTo>
                  <a:close/>
                  <a:moveTo>
                    <a:pt x="874153" y="1257333"/>
                  </a:moveTo>
                  <a:lnTo>
                    <a:pt x="874153" y="1265570"/>
                  </a:lnTo>
                  <a:lnTo>
                    <a:pt x="877969" y="1265570"/>
                  </a:lnTo>
                  <a:lnTo>
                    <a:pt x="879760" y="1263779"/>
                  </a:lnTo>
                  <a:lnTo>
                    <a:pt x="886206" y="1263779"/>
                  </a:lnTo>
                  <a:lnTo>
                    <a:pt x="881550" y="1259124"/>
                  </a:lnTo>
                  <a:lnTo>
                    <a:pt x="879760" y="1259124"/>
                  </a:lnTo>
                  <a:lnTo>
                    <a:pt x="877969" y="1257333"/>
                  </a:lnTo>
                  <a:lnTo>
                    <a:pt x="874153" y="1257333"/>
                  </a:lnTo>
                  <a:close/>
                  <a:moveTo>
                    <a:pt x="853505" y="1246590"/>
                  </a:moveTo>
                  <a:lnTo>
                    <a:pt x="851715" y="1248381"/>
                  </a:lnTo>
                  <a:lnTo>
                    <a:pt x="846343" y="1248381"/>
                  </a:lnTo>
                  <a:lnTo>
                    <a:pt x="844552" y="1250171"/>
                  </a:lnTo>
                  <a:lnTo>
                    <a:pt x="842762" y="1250171"/>
                  </a:lnTo>
                  <a:lnTo>
                    <a:pt x="838342" y="1254591"/>
                  </a:lnTo>
                  <a:lnTo>
                    <a:pt x="838342" y="1256382"/>
                  </a:lnTo>
                  <a:lnTo>
                    <a:pt x="836551" y="1258172"/>
                  </a:lnTo>
                  <a:lnTo>
                    <a:pt x="836551" y="1259963"/>
                  </a:lnTo>
                  <a:lnTo>
                    <a:pt x="834760" y="1261754"/>
                  </a:lnTo>
                  <a:lnTo>
                    <a:pt x="834760" y="1271893"/>
                  </a:lnTo>
                  <a:lnTo>
                    <a:pt x="836551" y="1273684"/>
                  </a:lnTo>
                  <a:lnTo>
                    <a:pt x="836551" y="1277265"/>
                  </a:lnTo>
                  <a:lnTo>
                    <a:pt x="844552" y="1285266"/>
                  </a:lnTo>
                  <a:lnTo>
                    <a:pt x="846343" y="1285266"/>
                  </a:lnTo>
                  <a:lnTo>
                    <a:pt x="848134" y="1287057"/>
                  </a:lnTo>
                  <a:lnTo>
                    <a:pt x="855766" y="1287057"/>
                  </a:lnTo>
                  <a:lnTo>
                    <a:pt x="851950" y="1283240"/>
                  </a:lnTo>
                  <a:lnTo>
                    <a:pt x="851950" y="1270102"/>
                  </a:lnTo>
                  <a:lnTo>
                    <a:pt x="853740" y="1268312"/>
                  </a:lnTo>
                  <a:lnTo>
                    <a:pt x="853740" y="1266521"/>
                  </a:lnTo>
                  <a:lnTo>
                    <a:pt x="860064" y="1260198"/>
                  </a:lnTo>
                  <a:lnTo>
                    <a:pt x="861854" y="1260198"/>
                  </a:lnTo>
                  <a:lnTo>
                    <a:pt x="863645" y="1258408"/>
                  </a:lnTo>
                  <a:lnTo>
                    <a:pt x="867226" y="1258408"/>
                  </a:lnTo>
                  <a:lnTo>
                    <a:pt x="869016" y="1256617"/>
                  </a:lnTo>
                  <a:lnTo>
                    <a:pt x="869620" y="1256617"/>
                  </a:lnTo>
                  <a:lnTo>
                    <a:pt x="870991" y="1257988"/>
                  </a:lnTo>
                  <a:lnTo>
                    <a:pt x="873017" y="1255962"/>
                  </a:lnTo>
                  <a:lnTo>
                    <a:pt x="867226" y="1250171"/>
                  </a:lnTo>
                  <a:lnTo>
                    <a:pt x="865435" y="1250171"/>
                  </a:lnTo>
                  <a:lnTo>
                    <a:pt x="863645" y="1248381"/>
                  </a:lnTo>
                  <a:lnTo>
                    <a:pt x="860064" y="1248381"/>
                  </a:lnTo>
                  <a:lnTo>
                    <a:pt x="858273" y="1246590"/>
                  </a:lnTo>
                  <a:lnTo>
                    <a:pt x="853505" y="1246590"/>
                  </a:lnTo>
                  <a:close/>
                  <a:moveTo>
                    <a:pt x="629685" y="1235847"/>
                  </a:moveTo>
                  <a:lnTo>
                    <a:pt x="627894" y="1237637"/>
                  </a:lnTo>
                  <a:lnTo>
                    <a:pt x="626104" y="1237637"/>
                  </a:lnTo>
                  <a:lnTo>
                    <a:pt x="622523" y="1241218"/>
                  </a:lnTo>
                  <a:lnTo>
                    <a:pt x="620732" y="1241218"/>
                  </a:lnTo>
                  <a:lnTo>
                    <a:pt x="618102" y="1243848"/>
                  </a:lnTo>
                  <a:lnTo>
                    <a:pt x="618102" y="1245638"/>
                  </a:lnTo>
                  <a:lnTo>
                    <a:pt x="614521" y="1249220"/>
                  </a:lnTo>
                  <a:lnTo>
                    <a:pt x="614521" y="1256382"/>
                  </a:lnTo>
                  <a:lnTo>
                    <a:pt x="612137" y="1258766"/>
                  </a:lnTo>
                  <a:lnTo>
                    <a:pt x="614521" y="1261150"/>
                  </a:lnTo>
                  <a:lnTo>
                    <a:pt x="614521" y="1268312"/>
                  </a:lnTo>
                  <a:lnTo>
                    <a:pt x="618102" y="1271893"/>
                  </a:lnTo>
                  <a:lnTo>
                    <a:pt x="618102" y="1273684"/>
                  </a:lnTo>
                  <a:lnTo>
                    <a:pt x="620732" y="1276313"/>
                  </a:lnTo>
                  <a:lnTo>
                    <a:pt x="622523" y="1276313"/>
                  </a:lnTo>
                  <a:lnTo>
                    <a:pt x="626104" y="1279894"/>
                  </a:lnTo>
                  <a:lnTo>
                    <a:pt x="629685" y="1279894"/>
                  </a:lnTo>
                  <a:lnTo>
                    <a:pt x="631475" y="1281685"/>
                  </a:lnTo>
                  <a:lnTo>
                    <a:pt x="641615" y="1281685"/>
                  </a:lnTo>
                  <a:lnTo>
                    <a:pt x="643405" y="1279894"/>
                  </a:lnTo>
                  <a:lnTo>
                    <a:pt x="645196" y="1279894"/>
                  </a:lnTo>
                  <a:lnTo>
                    <a:pt x="646987" y="1278104"/>
                  </a:lnTo>
                  <a:lnTo>
                    <a:pt x="648777" y="1278104"/>
                  </a:lnTo>
                  <a:lnTo>
                    <a:pt x="656778" y="1270102"/>
                  </a:lnTo>
                  <a:lnTo>
                    <a:pt x="656778" y="1268312"/>
                  </a:lnTo>
                  <a:lnTo>
                    <a:pt x="658569" y="1266521"/>
                  </a:lnTo>
                  <a:lnTo>
                    <a:pt x="658569" y="1251010"/>
                  </a:lnTo>
                  <a:lnTo>
                    <a:pt x="656778" y="1249220"/>
                  </a:lnTo>
                  <a:lnTo>
                    <a:pt x="656778" y="1247429"/>
                  </a:lnTo>
                  <a:lnTo>
                    <a:pt x="653197" y="1243848"/>
                  </a:lnTo>
                  <a:lnTo>
                    <a:pt x="653197" y="1241218"/>
                  </a:lnTo>
                  <a:lnTo>
                    <a:pt x="650568" y="1241218"/>
                  </a:lnTo>
                  <a:lnTo>
                    <a:pt x="646987" y="1237637"/>
                  </a:lnTo>
                  <a:lnTo>
                    <a:pt x="643405" y="1237637"/>
                  </a:lnTo>
                  <a:lnTo>
                    <a:pt x="641615" y="1235847"/>
                  </a:lnTo>
                  <a:lnTo>
                    <a:pt x="629685" y="1235847"/>
                  </a:lnTo>
                  <a:close/>
                  <a:moveTo>
                    <a:pt x="726375" y="1205407"/>
                  </a:moveTo>
                  <a:lnTo>
                    <a:pt x="723746" y="1208037"/>
                  </a:lnTo>
                  <a:lnTo>
                    <a:pt x="723746" y="1209827"/>
                  </a:lnTo>
                  <a:lnTo>
                    <a:pt x="721955" y="1211618"/>
                  </a:lnTo>
                  <a:lnTo>
                    <a:pt x="721955" y="1227129"/>
                  </a:lnTo>
                  <a:lnTo>
                    <a:pt x="725536" y="1230710"/>
                  </a:lnTo>
                  <a:lnTo>
                    <a:pt x="725536" y="1232501"/>
                  </a:lnTo>
                  <a:lnTo>
                    <a:pt x="729956" y="1236921"/>
                  </a:lnTo>
                  <a:lnTo>
                    <a:pt x="731747" y="1236921"/>
                  </a:lnTo>
                  <a:lnTo>
                    <a:pt x="733537" y="1238711"/>
                  </a:lnTo>
                  <a:lnTo>
                    <a:pt x="735328" y="1238711"/>
                  </a:lnTo>
                  <a:lnTo>
                    <a:pt x="737119" y="1240502"/>
                  </a:lnTo>
                  <a:lnTo>
                    <a:pt x="746307" y="1240502"/>
                  </a:lnTo>
                  <a:lnTo>
                    <a:pt x="746307" y="1234291"/>
                  </a:lnTo>
                  <a:lnTo>
                    <a:pt x="749888" y="1230710"/>
                  </a:lnTo>
                  <a:lnTo>
                    <a:pt x="749888" y="1225942"/>
                  </a:lnTo>
                  <a:lnTo>
                    <a:pt x="748097" y="1224152"/>
                  </a:lnTo>
                  <a:lnTo>
                    <a:pt x="748097" y="1222361"/>
                  </a:lnTo>
                  <a:lnTo>
                    <a:pt x="746307" y="1220571"/>
                  </a:lnTo>
                  <a:lnTo>
                    <a:pt x="746307" y="1216150"/>
                  </a:lnTo>
                  <a:lnTo>
                    <a:pt x="741886" y="1216150"/>
                  </a:lnTo>
                  <a:lnTo>
                    <a:pt x="740096" y="1214360"/>
                  </a:lnTo>
                  <a:lnTo>
                    <a:pt x="738305" y="1214360"/>
                  </a:lnTo>
                  <a:lnTo>
                    <a:pt x="734724" y="1210779"/>
                  </a:lnTo>
                  <a:lnTo>
                    <a:pt x="732934" y="1210779"/>
                  </a:lnTo>
                  <a:lnTo>
                    <a:pt x="731982" y="1209827"/>
                  </a:lnTo>
                  <a:lnTo>
                    <a:pt x="731982" y="1208037"/>
                  </a:lnTo>
                  <a:lnTo>
                    <a:pt x="729352" y="1205407"/>
                  </a:lnTo>
                  <a:lnTo>
                    <a:pt x="726375" y="1205407"/>
                  </a:lnTo>
                  <a:close/>
                  <a:moveTo>
                    <a:pt x="674449" y="1201826"/>
                  </a:moveTo>
                  <a:lnTo>
                    <a:pt x="670868" y="1205407"/>
                  </a:lnTo>
                  <a:lnTo>
                    <a:pt x="669077" y="1205407"/>
                  </a:lnTo>
                  <a:lnTo>
                    <a:pt x="662866" y="1211618"/>
                  </a:lnTo>
                  <a:lnTo>
                    <a:pt x="662866" y="1213408"/>
                  </a:lnTo>
                  <a:lnTo>
                    <a:pt x="661076" y="1215199"/>
                  </a:lnTo>
                  <a:lnTo>
                    <a:pt x="661076" y="1232501"/>
                  </a:lnTo>
                  <a:lnTo>
                    <a:pt x="662866" y="1234291"/>
                  </a:lnTo>
                  <a:lnTo>
                    <a:pt x="662866" y="1236082"/>
                  </a:lnTo>
                  <a:lnTo>
                    <a:pt x="670868" y="1244083"/>
                  </a:lnTo>
                  <a:lnTo>
                    <a:pt x="672658" y="1244083"/>
                  </a:lnTo>
                  <a:lnTo>
                    <a:pt x="674449" y="1245874"/>
                  </a:lnTo>
                  <a:lnTo>
                    <a:pt x="691751" y="1245874"/>
                  </a:lnTo>
                  <a:lnTo>
                    <a:pt x="695332" y="1242293"/>
                  </a:lnTo>
                  <a:lnTo>
                    <a:pt x="697122" y="1242293"/>
                  </a:lnTo>
                  <a:lnTo>
                    <a:pt x="701543" y="1237872"/>
                  </a:lnTo>
                  <a:lnTo>
                    <a:pt x="701543" y="1236082"/>
                  </a:lnTo>
                  <a:lnTo>
                    <a:pt x="703333" y="1234291"/>
                  </a:lnTo>
                  <a:lnTo>
                    <a:pt x="703333" y="1232501"/>
                  </a:lnTo>
                  <a:lnTo>
                    <a:pt x="705124" y="1230710"/>
                  </a:lnTo>
                  <a:lnTo>
                    <a:pt x="705124" y="1216989"/>
                  </a:lnTo>
                  <a:lnTo>
                    <a:pt x="703333" y="1215199"/>
                  </a:lnTo>
                  <a:lnTo>
                    <a:pt x="703333" y="1213408"/>
                  </a:lnTo>
                  <a:lnTo>
                    <a:pt x="700703" y="1210779"/>
                  </a:lnTo>
                  <a:lnTo>
                    <a:pt x="693541" y="1210779"/>
                  </a:lnTo>
                  <a:lnTo>
                    <a:pt x="691751" y="1208988"/>
                  </a:lnTo>
                  <a:lnTo>
                    <a:pt x="689960" y="1208988"/>
                  </a:lnTo>
                  <a:lnTo>
                    <a:pt x="688170" y="1207198"/>
                  </a:lnTo>
                  <a:lnTo>
                    <a:pt x="686379" y="1207198"/>
                  </a:lnTo>
                  <a:lnTo>
                    <a:pt x="681007" y="1201826"/>
                  </a:lnTo>
                  <a:lnTo>
                    <a:pt x="674449" y="1201826"/>
                  </a:lnTo>
                  <a:close/>
                  <a:moveTo>
                    <a:pt x="759976" y="1179203"/>
                  </a:moveTo>
                  <a:lnTo>
                    <a:pt x="761347" y="1180574"/>
                  </a:lnTo>
                  <a:lnTo>
                    <a:pt x="761347" y="1186550"/>
                  </a:lnTo>
                  <a:lnTo>
                    <a:pt x="759557" y="1188340"/>
                  </a:lnTo>
                  <a:lnTo>
                    <a:pt x="759557" y="1191922"/>
                  </a:lnTo>
                  <a:lnTo>
                    <a:pt x="756395" y="1195083"/>
                  </a:lnTo>
                  <a:lnTo>
                    <a:pt x="758421" y="1197109"/>
                  </a:lnTo>
                  <a:lnTo>
                    <a:pt x="759792" y="1195738"/>
                  </a:lnTo>
                  <a:lnTo>
                    <a:pt x="765164" y="1195738"/>
                  </a:lnTo>
                  <a:lnTo>
                    <a:pt x="766954" y="1193947"/>
                  </a:lnTo>
                  <a:lnTo>
                    <a:pt x="767558" y="1193947"/>
                  </a:lnTo>
                  <a:lnTo>
                    <a:pt x="770300" y="1196689"/>
                  </a:lnTo>
                  <a:lnTo>
                    <a:pt x="770300" y="1200874"/>
                  </a:lnTo>
                  <a:lnTo>
                    <a:pt x="768510" y="1202665"/>
                  </a:lnTo>
                  <a:lnTo>
                    <a:pt x="768510" y="1204456"/>
                  </a:lnTo>
                  <a:lnTo>
                    <a:pt x="766719" y="1206246"/>
                  </a:lnTo>
                  <a:lnTo>
                    <a:pt x="766719" y="1208037"/>
                  </a:lnTo>
                  <a:lnTo>
                    <a:pt x="764929" y="1209827"/>
                  </a:lnTo>
                  <a:lnTo>
                    <a:pt x="764929" y="1220806"/>
                  </a:lnTo>
                  <a:lnTo>
                    <a:pt x="771139" y="1220806"/>
                  </a:lnTo>
                  <a:lnTo>
                    <a:pt x="772930" y="1222596"/>
                  </a:lnTo>
                  <a:lnTo>
                    <a:pt x="774720" y="1222596"/>
                  </a:lnTo>
                  <a:lnTo>
                    <a:pt x="776511" y="1224387"/>
                  </a:lnTo>
                  <a:lnTo>
                    <a:pt x="778302" y="1224387"/>
                  </a:lnTo>
                  <a:lnTo>
                    <a:pt x="782834" y="1228920"/>
                  </a:lnTo>
                  <a:lnTo>
                    <a:pt x="782834" y="1231314"/>
                  </a:lnTo>
                  <a:lnTo>
                    <a:pt x="778302" y="1235847"/>
                  </a:lnTo>
                  <a:lnTo>
                    <a:pt x="776511" y="1235847"/>
                  </a:lnTo>
                  <a:lnTo>
                    <a:pt x="774720" y="1237637"/>
                  </a:lnTo>
                  <a:lnTo>
                    <a:pt x="761583" y="1237637"/>
                  </a:lnTo>
                  <a:lnTo>
                    <a:pt x="759792" y="1235847"/>
                  </a:lnTo>
                  <a:lnTo>
                    <a:pt x="756815" y="1235847"/>
                  </a:lnTo>
                  <a:lnTo>
                    <a:pt x="755024" y="1237637"/>
                  </a:lnTo>
                  <a:lnTo>
                    <a:pt x="753234" y="1237637"/>
                  </a:lnTo>
                  <a:lnTo>
                    <a:pt x="751443" y="1239428"/>
                  </a:lnTo>
                  <a:lnTo>
                    <a:pt x="747862" y="1239428"/>
                  </a:lnTo>
                  <a:lnTo>
                    <a:pt x="745232" y="1242057"/>
                  </a:lnTo>
                  <a:lnTo>
                    <a:pt x="745232" y="1246825"/>
                  </a:lnTo>
                  <a:lnTo>
                    <a:pt x="747023" y="1248616"/>
                  </a:lnTo>
                  <a:lnTo>
                    <a:pt x="747023" y="1252197"/>
                  </a:lnTo>
                  <a:lnTo>
                    <a:pt x="750604" y="1255778"/>
                  </a:lnTo>
                  <a:lnTo>
                    <a:pt x="750604" y="1258408"/>
                  </a:lnTo>
                  <a:lnTo>
                    <a:pt x="753234" y="1258408"/>
                  </a:lnTo>
                  <a:lnTo>
                    <a:pt x="756815" y="1261989"/>
                  </a:lnTo>
                  <a:lnTo>
                    <a:pt x="758605" y="1261989"/>
                  </a:lnTo>
                  <a:lnTo>
                    <a:pt x="760396" y="1263779"/>
                  </a:lnTo>
                  <a:lnTo>
                    <a:pt x="772326" y="1263779"/>
                  </a:lnTo>
                  <a:lnTo>
                    <a:pt x="774117" y="1261989"/>
                  </a:lnTo>
                  <a:lnTo>
                    <a:pt x="775907" y="1261989"/>
                  </a:lnTo>
                  <a:lnTo>
                    <a:pt x="777698" y="1260198"/>
                  </a:lnTo>
                  <a:lnTo>
                    <a:pt x="779488" y="1260198"/>
                  </a:lnTo>
                  <a:lnTo>
                    <a:pt x="785699" y="1253987"/>
                  </a:lnTo>
                  <a:lnTo>
                    <a:pt x="785699" y="1252197"/>
                  </a:lnTo>
                  <a:lnTo>
                    <a:pt x="787490" y="1250406"/>
                  </a:lnTo>
                  <a:lnTo>
                    <a:pt x="787490" y="1234895"/>
                  </a:lnTo>
                  <a:lnTo>
                    <a:pt x="785699" y="1233105"/>
                  </a:lnTo>
                  <a:lnTo>
                    <a:pt x="785699" y="1228920"/>
                  </a:lnTo>
                  <a:lnTo>
                    <a:pt x="787490" y="1227129"/>
                  </a:lnTo>
                  <a:lnTo>
                    <a:pt x="787490" y="1225338"/>
                  </a:lnTo>
                  <a:lnTo>
                    <a:pt x="789280" y="1223548"/>
                  </a:lnTo>
                  <a:lnTo>
                    <a:pt x="789280" y="1208037"/>
                  </a:lnTo>
                  <a:lnTo>
                    <a:pt x="785699" y="1204456"/>
                  </a:lnTo>
                  <a:lnTo>
                    <a:pt x="785699" y="1202665"/>
                  </a:lnTo>
                  <a:lnTo>
                    <a:pt x="781279" y="1198245"/>
                  </a:lnTo>
                  <a:lnTo>
                    <a:pt x="779488" y="1198245"/>
                  </a:lnTo>
                  <a:lnTo>
                    <a:pt x="777698" y="1196454"/>
                  </a:lnTo>
                  <a:lnTo>
                    <a:pt x="775907" y="1196454"/>
                  </a:lnTo>
                  <a:lnTo>
                    <a:pt x="774117" y="1194664"/>
                  </a:lnTo>
                  <a:lnTo>
                    <a:pt x="772326" y="1194664"/>
                  </a:lnTo>
                  <a:lnTo>
                    <a:pt x="769584" y="1191922"/>
                  </a:lnTo>
                  <a:lnTo>
                    <a:pt x="769584" y="1186550"/>
                  </a:lnTo>
                  <a:lnTo>
                    <a:pt x="767793" y="1184759"/>
                  </a:lnTo>
                  <a:lnTo>
                    <a:pt x="767793" y="1182969"/>
                  </a:lnTo>
                  <a:lnTo>
                    <a:pt x="759976" y="1179203"/>
                  </a:lnTo>
                  <a:close/>
                  <a:moveTo>
                    <a:pt x="754605" y="1172041"/>
                  </a:moveTo>
                  <a:lnTo>
                    <a:pt x="756630" y="1170015"/>
                  </a:lnTo>
                  <a:lnTo>
                    <a:pt x="754840" y="1168225"/>
                  </a:lnTo>
                  <a:lnTo>
                    <a:pt x="752814" y="1170251"/>
                  </a:lnTo>
                  <a:lnTo>
                    <a:pt x="754605" y="1172041"/>
                  </a:lnTo>
                  <a:close/>
                  <a:moveTo>
                    <a:pt x="722375" y="1164644"/>
                  </a:moveTo>
                  <a:lnTo>
                    <a:pt x="716583" y="1170435"/>
                  </a:lnTo>
                  <a:lnTo>
                    <a:pt x="716583" y="1176277"/>
                  </a:lnTo>
                  <a:lnTo>
                    <a:pt x="721239" y="1171622"/>
                  </a:lnTo>
                  <a:lnTo>
                    <a:pt x="722375" y="1164644"/>
                  </a:lnTo>
                  <a:close/>
                  <a:moveTo>
                    <a:pt x="847294" y="1162433"/>
                  </a:moveTo>
                  <a:lnTo>
                    <a:pt x="847294" y="1170435"/>
                  </a:lnTo>
                  <a:lnTo>
                    <a:pt x="843713" y="1174016"/>
                  </a:lnTo>
                  <a:lnTo>
                    <a:pt x="843713" y="1175807"/>
                  </a:lnTo>
                  <a:lnTo>
                    <a:pt x="840971" y="1178549"/>
                  </a:lnTo>
                  <a:lnTo>
                    <a:pt x="839181" y="1178549"/>
                  </a:lnTo>
                  <a:lnTo>
                    <a:pt x="835600" y="1182130"/>
                  </a:lnTo>
                  <a:lnTo>
                    <a:pt x="833809" y="1182130"/>
                  </a:lnTo>
                  <a:lnTo>
                    <a:pt x="832018" y="1183920"/>
                  </a:lnTo>
                  <a:lnTo>
                    <a:pt x="827363" y="1183920"/>
                  </a:lnTo>
                  <a:lnTo>
                    <a:pt x="831179" y="1187737"/>
                  </a:lnTo>
                  <a:lnTo>
                    <a:pt x="831179" y="1191318"/>
                  </a:lnTo>
                  <a:lnTo>
                    <a:pt x="832970" y="1193108"/>
                  </a:lnTo>
                  <a:lnTo>
                    <a:pt x="832970" y="1194899"/>
                  </a:lnTo>
                  <a:lnTo>
                    <a:pt x="835600" y="1197529"/>
                  </a:lnTo>
                  <a:lnTo>
                    <a:pt x="837390" y="1197529"/>
                  </a:lnTo>
                  <a:lnTo>
                    <a:pt x="840971" y="1201110"/>
                  </a:lnTo>
                  <a:lnTo>
                    <a:pt x="844552" y="1201110"/>
                  </a:lnTo>
                  <a:lnTo>
                    <a:pt x="846343" y="1202900"/>
                  </a:lnTo>
                  <a:lnTo>
                    <a:pt x="852901" y="1202900"/>
                  </a:lnTo>
                  <a:lnTo>
                    <a:pt x="854692" y="1201110"/>
                  </a:lnTo>
                  <a:lnTo>
                    <a:pt x="858273" y="1201110"/>
                  </a:lnTo>
                  <a:lnTo>
                    <a:pt x="860064" y="1199319"/>
                  </a:lnTo>
                  <a:lnTo>
                    <a:pt x="861854" y="1199319"/>
                  </a:lnTo>
                  <a:lnTo>
                    <a:pt x="868065" y="1193108"/>
                  </a:lnTo>
                  <a:lnTo>
                    <a:pt x="868065" y="1191318"/>
                  </a:lnTo>
                  <a:lnTo>
                    <a:pt x="869855" y="1189527"/>
                  </a:lnTo>
                  <a:lnTo>
                    <a:pt x="869855" y="1175807"/>
                  </a:lnTo>
                  <a:lnTo>
                    <a:pt x="868065" y="1174016"/>
                  </a:lnTo>
                  <a:lnTo>
                    <a:pt x="868065" y="1172225"/>
                  </a:lnTo>
                  <a:lnTo>
                    <a:pt x="866274" y="1170435"/>
                  </a:lnTo>
                  <a:lnTo>
                    <a:pt x="866274" y="1168644"/>
                  </a:lnTo>
                  <a:lnTo>
                    <a:pt x="863645" y="1166015"/>
                  </a:lnTo>
                  <a:lnTo>
                    <a:pt x="861854" y="1166015"/>
                  </a:lnTo>
                  <a:lnTo>
                    <a:pt x="858273" y="1162433"/>
                  </a:lnTo>
                  <a:lnTo>
                    <a:pt x="847294" y="1162433"/>
                  </a:lnTo>
                  <a:close/>
                  <a:moveTo>
                    <a:pt x="312755" y="1160643"/>
                  </a:moveTo>
                  <a:lnTo>
                    <a:pt x="310965" y="1162433"/>
                  </a:lnTo>
                  <a:lnTo>
                    <a:pt x="309174" y="1162433"/>
                  </a:lnTo>
                  <a:lnTo>
                    <a:pt x="305593" y="1166015"/>
                  </a:lnTo>
                  <a:lnTo>
                    <a:pt x="302963" y="1166015"/>
                  </a:lnTo>
                  <a:lnTo>
                    <a:pt x="302963" y="1168644"/>
                  </a:lnTo>
                  <a:lnTo>
                    <a:pt x="297592" y="1174016"/>
                  </a:lnTo>
                  <a:lnTo>
                    <a:pt x="297592" y="1177597"/>
                  </a:lnTo>
                  <a:lnTo>
                    <a:pt x="295801" y="1179388"/>
                  </a:lnTo>
                  <a:lnTo>
                    <a:pt x="295801" y="1191318"/>
                  </a:lnTo>
                  <a:lnTo>
                    <a:pt x="297592" y="1193108"/>
                  </a:lnTo>
                  <a:lnTo>
                    <a:pt x="297592" y="1196689"/>
                  </a:lnTo>
                  <a:lnTo>
                    <a:pt x="301173" y="1200271"/>
                  </a:lnTo>
                  <a:lnTo>
                    <a:pt x="301173" y="1202061"/>
                  </a:lnTo>
                  <a:lnTo>
                    <a:pt x="303802" y="1204691"/>
                  </a:lnTo>
                  <a:lnTo>
                    <a:pt x="305593" y="1204691"/>
                  </a:lnTo>
                  <a:lnTo>
                    <a:pt x="309174" y="1208272"/>
                  </a:lnTo>
                  <a:lnTo>
                    <a:pt x="310965" y="1208272"/>
                  </a:lnTo>
                  <a:lnTo>
                    <a:pt x="312755" y="1210062"/>
                  </a:lnTo>
                  <a:lnTo>
                    <a:pt x="330057" y="1210062"/>
                  </a:lnTo>
                  <a:lnTo>
                    <a:pt x="331847" y="1208272"/>
                  </a:lnTo>
                  <a:lnTo>
                    <a:pt x="333638" y="1208272"/>
                  </a:lnTo>
                  <a:lnTo>
                    <a:pt x="337219" y="1204691"/>
                  </a:lnTo>
                  <a:lnTo>
                    <a:pt x="339010" y="1204691"/>
                  </a:lnTo>
                  <a:lnTo>
                    <a:pt x="341639" y="1202061"/>
                  </a:lnTo>
                  <a:lnTo>
                    <a:pt x="341639" y="1200271"/>
                  </a:lnTo>
                  <a:lnTo>
                    <a:pt x="345221" y="1196689"/>
                  </a:lnTo>
                  <a:lnTo>
                    <a:pt x="345221" y="1193108"/>
                  </a:lnTo>
                  <a:lnTo>
                    <a:pt x="347011" y="1191318"/>
                  </a:lnTo>
                  <a:lnTo>
                    <a:pt x="347011" y="1179388"/>
                  </a:lnTo>
                  <a:lnTo>
                    <a:pt x="345221" y="1177597"/>
                  </a:lnTo>
                  <a:lnTo>
                    <a:pt x="345221" y="1174016"/>
                  </a:lnTo>
                  <a:lnTo>
                    <a:pt x="341639" y="1170435"/>
                  </a:lnTo>
                  <a:lnTo>
                    <a:pt x="341639" y="1168644"/>
                  </a:lnTo>
                  <a:lnTo>
                    <a:pt x="339010" y="1166015"/>
                  </a:lnTo>
                  <a:lnTo>
                    <a:pt x="337219" y="1166015"/>
                  </a:lnTo>
                  <a:lnTo>
                    <a:pt x="333638" y="1162433"/>
                  </a:lnTo>
                  <a:lnTo>
                    <a:pt x="331847" y="1162433"/>
                  </a:lnTo>
                  <a:lnTo>
                    <a:pt x="330057" y="1160643"/>
                  </a:lnTo>
                  <a:lnTo>
                    <a:pt x="312755" y="1160643"/>
                  </a:lnTo>
                  <a:close/>
                  <a:moveTo>
                    <a:pt x="819485" y="1142737"/>
                  </a:moveTo>
                  <a:lnTo>
                    <a:pt x="817694" y="1144528"/>
                  </a:lnTo>
                  <a:lnTo>
                    <a:pt x="815903" y="1144528"/>
                  </a:lnTo>
                  <a:lnTo>
                    <a:pt x="809693" y="1150739"/>
                  </a:lnTo>
                  <a:lnTo>
                    <a:pt x="809693" y="1152529"/>
                  </a:lnTo>
                  <a:lnTo>
                    <a:pt x="807902" y="1154320"/>
                  </a:lnTo>
                  <a:lnTo>
                    <a:pt x="807902" y="1156110"/>
                  </a:lnTo>
                  <a:lnTo>
                    <a:pt x="806111" y="1157901"/>
                  </a:lnTo>
                  <a:lnTo>
                    <a:pt x="806111" y="1168040"/>
                  </a:lnTo>
                  <a:lnTo>
                    <a:pt x="807902" y="1169831"/>
                  </a:lnTo>
                  <a:lnTo>
                    <a:pt x="807902" y="1171622"/>
                  </a:lnTo>
                  <a:lnTo>
                    <a:pt x="809693" y="1173412"/>
                  </a:lnTo>
                  <a:lnTo>
                    <a:pt x="809693" y="1175203"/>
                  </a:lnTo>
                  <a:lnTo>
                    <a:pt x="815903" y="1181413"/>
                  </a:lnTo>
                  <a:lnTo>
                    <a:pt x="817694" y="1181413"/>
                  </a:lnTo>
                  <a:lnTo>
                    <a:pt x="819485" y="1183204"/>
                  </a:lnTo>
                  <a:lnTo>
                    <a:pt x="827833" y="1183204"/>
                  </a:lnTo>
                  <a:lnTo>
                    <a:pt x="830463" y="1180574"/>
                  </a:lnTo>
                  <a:lnTo>
                    <a:pt x="830463" y="1175203"/>
                  </a:lnTo>
                  <a:lnTo>
                    <a:pt x="832254" y="1173412"/>
                  </a:lnTo>
                  <a:lnTo>
                    <a:pt x="832254" y="1171622"/>
                  </a:lnTo>
                  <a:lnTo>
                    <a:pt x="838577" y="1165298"/>
                  </a:lnTo>
                  <a:lnTo>
                    <a:pt x="840367" y="1165298"/>
                  </a:lnTo>
                  <a:lnTo>
                    <a:pt x="842158" y="1163508"/>
                  </a:lnTo>
                  <a:lnTo>
                    <a:pt x="843949" y="1163508"/>
                  </a:lnTo>
                  <a:lnTo>
                    <a:pt x="845739" y="1161717"/>
                  </a:lnTo>
                  <a:lnTo>
                    <a:pt x="850395" y="1161717"/>
                  </a:lnTo>
                  <a:lnTo>
                    <a:pt x="846578" y="1157901"/>
                  </a:lnTo>
                  <a:lnTo>
                    <a:pt x="846578" y="1154320"/>
                  </a:lnTo>
                  <a:lnTo>
                    <a:pt x="844788" y="1152529"/>
                  </a:lnTo>
                  <a:lnTo>
                    <a:pt x="844788" y="1150739"/>
                  </a:lnTo>
                  <a:lnTo>
                    <a:pt x="838577" y="1144528"/>
                  </a:lnTo>
                  <a:lnTo>
                    <a:pt x="836786" y="1144528"/>
                  </a:lnTo>
                  <a:lnTo>
                    <a:pt x="834996" y="1142737"/>
                  </a:lnTo>
                  <a:lnTo>
                    <a:pt x="819485" y="1142737"/>
                  </a:lnTo>
                  <a:close/>
                  <a:moveTo>
                    <a:pt x="670868" y="1139156"/>
                  </a:moveTo>
                  <a:lnTo>
                    <a:pt x="669077" y="1140947"/>
                  </a:lnTo>
                  <a:lnTo>
                    <a:pt x="667287" y="1140947"/>
                  </a:lnTo>
                  <a:lnTo>
                    <a:pt x="665496" y="1142737"/>
                  </a:lnTo>
                  <a:lnTo>
                    <a:pt x="663706" y="1142737"/>
                  </a:lnTo>
                  <a:lnTo>
                    <a:pt x="655704" y="1150739"/>
                  </a:lnTo>
                  <a:lnTo>
                    <a:pt x="655704" y="1152529"/>
                  </a:lnTo>
                  <a:lnTo>
                    <a:pt x="653914" y="1154320"/>
                  </a:lnTo>
                  <a:lnTo>
                    <a:pt x="653914" y="1169831"/>
                  </a:lnTo>
                  <a:lnTo>
                    <a:pt x="655704" y="1171622"/>
                  </a:lnTo>
                  <a:lnTo>
                    <a:pt x="655704" y="1173412"/>
                  </a:lnTo>
                  <a:lnTo>
                    <a:pt x="665496" y="1183204"/>
                  </a:lnTo>
                  <a:lnTo>
                    <a:pt x="669077" y="1183204"/>
                  </a:lnTo>
                  <a:lnTo>
                    <a:pt x="670868" y="1184995"/>
                  </a:lnTo>
                  <a:lnTo>
                    <a:pt x="674449" y="1184995"/>
                  </a:lnTo>
                  <a:lnTo>
                    <a:pt x="675400" y="1185946"/>
                  </a:lnTo>
                  <a:lnTo>
                    <a:pt x="675400" y="1191318"/>
                  </a:lnTo>
                  <a:lnTo>
                    <a:pt x="677191" y="1193108"/>
                  </a:lnTo>
                  <a:lnTo>
                    <a:pt x="677191" y="1196689"/>
                  </a:lnTo>
                  <a:lnTo>
                    <a:pt x="678981" y="1198480"/>
                  </a:lnTo>
                  <a:lnTo>
                    <a:pt x="678981" y="1201110"/>
                  </a:lnTo>
                  <a:lnTo>
                    <a:pt x="688773" y="1201110"/>
                  </a:lnTo>
                  <a:lnTo>
                    <a:pt x="690564" y="1202900"/>
                  </a:lnTo>
                  <a:lnTo>
                    <a:pt x="692355" y="1202900"/>
                  </a:lnTo>
                  <a:lnTo>
                    <a:pt x="695936" y="1206481"/>
                  </a:lnTo>
                  <a:lnTo>
                    <a:pt x="697726" y="1206481"/>
                  </a:lnTo>
                  <a:lnTo>
                    <a:pt x="701307" y="1210062"/>
                  </a:lnTo>
                  <a:lnTo>
                    <a:pt x="706075" y="1210062"/>
                  </a:lnTo>
                  <a:lnTo>
                    <a:pt x="707866" y="1208272"/>
                  </a:lnTo>
                  <a:lnTo>
                    <a:pt x="709656" y="1208272"/>
                  </a:lnTo>
                  <a:lnTo>
                    <a:pt x="718609" y="1199319"/>
                  </a:lnTo>
                  <a:lnTo>
                    <a:pt x="719806" y="1199319"/>
                  </a:lnTo>
                  <a:lnTo>
                    <a:pt x="719806" y="1196454"/>
                  </a:lnTo>
                  <a:lnTo>
                    <a:pt x="718609" y="1196454"/>
                  </a:lnTo>
                  <a:lnTo>
                    <a:pt x="715867" y="1193712"/>
                  </a:lnTo>
                  <a:lnTo>
                    <a:pt x="715867" y="1191922"/>
                  </a:lnTo>
                  <a:lnTo>
                    <a:pt x="714077" y="1190131"/>
                  </a:lnTo>
                  <a:lnTo>
                    <a:pt x="714077" y="1184759"/>
                  </a:lnTo>
                  <a:lnTo>
                    <a:pt x="712286" y="1182969"/>
                  </a:lnTo>
                  <a:lnTo>
                    <a:pt x="712286" y="1182365"/>
                  </a:lnTo>
                  <a:lnTo>
                    <a:pt x="714077" y="1180574"/>
                  </a:lnTo>
                  <a:lnTo>
                    <a:pt x="714077" y="1175203"/>
                  </a:lnTo>
                  <a:lnTo>
                    <a:pt x="717893" y="1171386"/>
                  </a:lnTo>
                  <a:lnTo>
                    <a:pt x="713237" y="1171386"/>
                  </a:lnTo>
                  <a:lnTo>
                    <a:pt x="709656" y="1167805"/>
                  </a:lnTo>
                  <a:lnTo>
                    <a:pt x="707866" y="1167805"/>
                  </a:lnTo>
                  <a:lnTo>
                    <a:pt x="706075" y="1166015"/>
                  </a:lnTo>
                  <a:lnTo>
                    <a:pt x="698678" y="1166015"/>
                  </a:lnTo>
                  <a:lnTo>
                    <a:pt x="698678" y="1168644"/>
                  </a:lnTo>
                  <a:lnTo>
                    <a:pt x="696887" y="1170435"/>
                  </a:lnTo>
                  <a:lnTo>
                    <a:pt x="696887" y="1172225"/>
                  </a:lnTo>
                  <a:lnTo>
                    <a:pt x="695097" y="1174016"/>
                  </a:lnTo>
                  <a:lnTo>
                    <a:pt x="695097" y="1175807"/>
                  </a:lnTo>
                  <a:lnTo>
                    <a:pt x="690564" y="1180339"/>
                  </a:lnTo>
                  <a:lnTo>
                    <a:pt x="688773" y="1180339"/>
                  </a:lnTo>
                  <a:lnTo>
                    <a:pt x="685192" y="1183920"/>
                  </a:lnTo>
                  <a:lnTo>
                    <a:pt x="681611" y="1183920"/>
                  </a:lnTo>
                  <a:lnTo>
                    <a:pt x="679821" y="1185711"/>
                  </a:lnTo>
                  <a:lnTo>
                    <a:pt x="679217" y="1185711"/>
                  </a:lnTo>
                  <a:lnTo>
                    <a:pt x="676475" y="1182969"/>
                  </a:lnTo>
                  <a:lnTo>
                    <a:pt x="676475" y="1180574"/>
                  </a:lnTo>
                  <a:lnTo>
                    <a:pt x="680056" y="1176993"/>
                  </a:lnTo>
                  <a:lnTo>
                    <a:pt x="680056" y="1175203"/>
                  </a:lnTo>
                  <a:lnTo>
                    <a:pt x="686379" y="1168880"/>
                  </a:lnTo>
                  <a:lnTo>
                    <a:pt x="688170" y="1168880"/>
                  </a:lnTo>
                  <a:lnTo>
                    <a:pt x="689960" y="1167089"/>
                  </a:lnTo>
                  <a:lnTo>
                    <a:pt x="691751" y="1167089"/>
                  </a:lnTo>
                  <a:lnTo>
                    <a:pt x="693541" y="1165298"/>
                  </a:lnTo>
                  <a:lnTo>
                    <a:pt x="699752" y="1165298"/>
                  </a:lnTo>
                  <a:lnTo>
                    <a:pt x="699752" y="1159691"/>
                  </a:lnTo>
                  <a:lnTo>
                    <a:pt x="697961" y="1157901"/>
                  </a:lnTo>
                  <a:lnTo>
                    <a:pt x="697961" y="1152529"/>
                  </a:lnTo>
                  <a:lnTo>
                    <a:pt x="694380" y="1148948"/>
                  </a:lnTo>
                  <a:lnTo>
                    <a:pt x="694380" y="1147158"/>
                  </a:lnTo>
                  <a:lnTo>
                    <a:pt x="691751" y="1144528"/>
                  </a:lnTo>
                  <a:lnTo>
                    <a:pt x="689960" y="1144528"/>
                  </a:lnTo>
                  <a:lnTo>
                    <a:pt x="686379" y="1140947"/>
                  </a:lnTo>
                  <a:lnTo>
                    <a:pt x="682798" y="1140947"/>
                  </a:lnTo>
                  <a:lnTo>
                    <a:pt x="681007" y="1139156"/>
                  </a:lnTo>
                  <a:lnTo>
                    <a:pt x="670868" y="1139156"/>
                  </a:lnTo>
                  <a:close/>
                  <a:moveTo>
                    <a:pt x="612373" y="1136772"/>
                  </a:moveTo>
                  <a:lnTo>
                    <a:pt x="609989" y="1139156"/>
                  </a:lnTo>
                  <a:lnTo>
                    <a:pt x="602826" y="1139156"/>
                  </a:lnTo>
                  <a:lnTo>
                    <a:pt x="601036" y="1140947"/>
                  </a:lnTo>
                  <a:lnTo>
                    <a:pt x="599245" y="1140947"/>
                  </a:lnTo>
                  <a:lnTo>
                    <a:pt x="591244" y="1148948"/>
                  </a:lnTo>
                  <a:lnTo>
                    <a:pt x="591244" y="1150739"/>
                  </a:lnTo>
                  <a:lnTo>
                    <a:pt x="589453" y="1152529"/>
                  </a:lnTo>
                  <a:lnTo>
                    <a:pt x="589453" y="1157901"/>
                  </a:lnTo>
                  <a:lnTo>
                    <a:pt x="587663" y="1159691"/>
                  </a:lnTo>
                  <a:lnTo>
                    <a:pt x="587663" y="1164459"/>
                  </a:lnTo>
                  <a:lnTo>
                    <a:pt x="589453" y="1166250"/>
                  </a:lnTo>
                  <a:lnTo>
                    <a:pt x="589453" y="1171622"/>
                  </a:lnTo>
                  <a:lnTo>
                    <a:pt x="593034" y="1175203"/>
                  </a:lnTo>
                  <a:lnTo>
                    <a:pt x="593034" y="1176993"/>
                  </a:lnTo>
                  <a:lnTo>
                    <a:pt x="595664" y="1179623"/>
                  </a:lnTo>
                  <a:lnTo>
                    <a:pt x="597455" y="1179623"/>
                  </a:lnTo>
                  <a:lnTo>
                    <a:pt x="601036" y="1183204"/>
                  </a:lnTo>
                  <a:lnTo>
                    <a:pt x="602826" y="1183204"/>
                  </a:lnTo>
                  <a:lnTo>
                    <a:pt x="604617" y="1184995"/>
                  </a:lnTo>
                  <a:lnTo>
                    <a:pt x="618338" y="1184995"/>
                  </a:lnTo>
                  <a:lnTo>
                    <a:pt x="620128" y="1183204"/>
                  </a:lnTo>
                  <a:lnTo>
                    <a:pt x="621919" y="1183204"/>
                  </a:lnTo>
                  <a:lnTo>
                    <a:pt x="623709" y="1181413"/>
                  </a:lnTo>
                  <a:lnTo>
                    <a:pt x="625500" y="1181413"/>
                  </a:lnTo>
                  <a:lnTo>
                    <a:pt x="631711" y="1175203"/>
                  </a:lnTo>
                  <a:lnTo>
                    <a:pt x="631711" y="1173412"/>
                  </a:lnTo>
                  <a:lnTo>
                    <a:pt x="633501" y="1171622"/>
                  </a:lnTo>
                  <a:lnTo>
                    <a:pt x="633501" y="1169831"/>
                  </a:lnTo>
                  <a:lnTo>
                    <a:pt x="635292" y="1168040"/>
                  </a:lnTo>
                  <a:lnTo>
                    <a:pt x="635292" y="1156110"/>
                  </a:lnTo>
                  <a:lnTo>
                    <a:pt x="633501" y="1154320"/>
                  </a:lnTo>
                  <a:lnTo>
                    <a:pt x="633501" y="1150739"/>
                  </a:lnTo>
                  <a:lnTo>
                    <a:pt x="629920" y="1147158"/>
                  </a:lnTo>
                  <a:lnTo>
                    <a:pt x="629920" y="1144528"/>
                  </a:lnTo>
                  <a:lnTo>
                    <a:pt x="627290" y="1144528"/>
                  </a:lnTo>
                  <a:lnTo>
                    <a:pt x="623709" y="1140947"/>
                  </a:lnTo>
                  <a:lnTo>
                    <a:pt x="621919" y="1140947"/>
                  </a:lnTo>
                  <a:lnTo>
                    <a:pt x="620128" y="1139156"/>
                  </a:lnTo>
                  <a:lnTo>
                    <a:pt x="614756" y="1139156"/>
                  </a:lnTo>
                  <a:lnTo>
                    <a:pt x="612373" y="1136772"/>
                  </a:lnTo>
                  <a:close/>
                  <a:moveTo>
                    <a:pt x="899221" y="1115644"/>
                  </a:moveTo>
                  <a:lnTo>
                    <a:pt x="899221" y="1123276"/>
                  </a:lnTo>
                  <a:lnTo>
                    <a:pt x="901011" y="1125067"/>
                  </a:lnTo>
                  <a:lnTo>
                    <a:pt x="901011" y="1125671"/>
                  </a:lnTo>
                  <a:lnTo>
                    <a:pt x="899221" y="1127461"/>
                  </a:lnTo>
                  <a:lnTo>
                    <a:pt x="899221" y="1132833"/>
                  </a:lnTo>
                  <a:lnTo>
                    <a:pt x="897430" y="1134624"/>
                  </a:lnTo>
                  <a:lnTo>
                    <a:pt x="897430" y="1136414"/>
                  </a:lnTo>
                  <a:lnTo>
                    <a:pt x="891107" y="1142737"/>
                  </a:lnTo>
                  <a:lnTo>
                    <a:pt x="889316" y="1142737"/>
                  </a:lnTo>
                  <a:lnTo>
                    <a:pt x="887526" y="1144528"/>
                  </a:lnTo>
                  <a:lnTo>
                    <a:pt x="883945" y="1144528"/>
                  </a:lnTo>
                  <a:lnTo>
                    <a:pt x="882154" y="1146318"/>
                  </a:lnTo>
                  <a:lnTo>
                    <a:pt x="879166" y="1146318"/>
                  </a:lnTo>
                  <a:lnTo>
                    <a:pt x="879166" y="1149183"/>
                  </a:lnTo>
                  <a:lnTo>
                    <a:pt x="892294" y="1149183"/>
                  </a:lnTo>
                  <a:lnTo>
                    <a:pt x="894084" y="1147393"/>
                  </a:lnTo>
                  <a:lnTo>
                    <a:pt x="895875" y="1147393"/>
                  </a:lnTo>
                  <a:lnTo>
                    <a:pt x="903876" y="1139391"/>
                  </a:lnTo>
                  <a:lnTo>
                    <a:pt x="903876" y="1135810"/>
                  </a:lnTo>
                  <a:lnTo>
                    <a:pt x="905667" y="1134020"/>
                  </a:lnTo>
                  <a:lnTo>
                    <a:pt x="905667" y="1125671"/>
                  </a:lnTo>
                  <a:lnTo>
                    <a:pt x="903876" y="1123880"/>
                  </a:lnTo>
                  <a:lnTo>
                    <a:pt x="903876" y="1120299"/>
                  </a:lnTo>
                  <a:lnTo>
                    <a:pt x="899221" y="1115644"/>
                  </a:lnTo>
                  <a:close/>
                  <a:moveTo>
                    <a:pt x="878573" y="1105135"/>
                  </a:moveTo>
                  <a:lnTo>
                    <a:pt x="876783" y="1106926"/>
                  </a:lnTo>
                  <a:lnTo>
                    <a:pt x="871411" y="1106926"/>
                  </a:lnTo>
                  <a:lnTo>
                    <a:pt x="867830" y="1110507"/>
                  </a:lnTo>
                  <a:lnTo>
                    <a:pt x="865200" y="1110507"/>
                  </a:lnTo>
                  <a:lnTo>
                    <a:pt x="865200" y="1113137"/>
                  </a:lnTo>
                  <a:lnTo>
                    <a:pt x="861619" y="1116718"/>
                  </a:lnTo>
                  <a:lnTo>
                    <a:pt x="861619" y="1120299"/>
                  </a:lnTo>
                  <a:lnTo>
                    <a:pt x="859828" y="1122090"/>
                  </a:lnTo>
                  <a:lnTo>
                    <a:pt x="859828" y="1128648"/>
                  </a:lnTo>
                  <a:lnTo>
                    <a:pt x="861619" y="1130439"/>
                  </a:lnTo>
                  <a:lnTo>
                    <a:pt x="861619" y="1134020"/>
                  </a:lnTo>
                  <a:lnTo>
                    <a:pt x="863409" y="1135810"/>
                  </a:lnTo>
                  <a:lnTo>
                    <a:pt x="863409" y="1137601"/>
                  </a:lnTo>
                  <a:lnTo>
                    <a:pt x="869201" y="1143392"/>
                  </a:lnTo>
                  <a:lnTo>
                    <a:pt x="871227" y="1141366"/>
                  </a:lnTo>
                  <a:lnTo>
                    <a:pt x="868065" y="1138205"/>
                  </a:lnTo>
                  <a:lnTo>
                    <a:pt x="868065" y="1136414"/>
                  </a:lnTo>
                  <a:lnTo>
                    <a:pt x="866274" y="1134624"/>
                  </a:lnTo>
                  <a:lnTo>
                    <a:pt x="866274" y="1125067"/>
                  </a:lnTo>
                  <a:lnTo>
                    <a:pt x="868065" y="1123276"/>
                  </a:lnTo>
                  <a:lnTo>
                    <a:pt x="868065" y="1121486"/>
                  </a:lnTo>
                  <a:lnTo>
                    <a:pt x="869855" y="1119695"/>
                  </a:lnTo>
                  <a:lnTo>
                    <a:pt x="869855" y="1117905"/>
                  </a:lnTo>
                  <a:lnTo>
                    <a:pt x="874388" y="1113372"/>
                  </a:lnTo>
                  <a:lnTo>
                    <a:pt x="876179" y="1113372"/>
                  </a:lnTo>
                  <a:lnTo>
                    <a:pt x="877969" y="1111581"/>
                  </a:lnTo>
                  <a:lnTo>
                    <a:pt x="881550" y="1111581"/>
                  </a:lnTo>
                  <a:lnTo>
                    <a:pt x="883341" y="1109791"/>
                  </a:lnTo>
                  <a:lnTo>
                    <a:pt x="888119" y="1109791"/>
                  </a:lnTo>
                  <a:lnTo>
                    <a:pt x="888119" y="1106926"/>
                  </a:lnTo>
                  <a:lnTo>
                    <a:pt x="885131" y="1106926"/>
                  </a:lnTo>
                  <a:lnTo>
                    <a:pt x="883341" y="1105135"/>
                  </a:lnTo>
                  <a:lnTo>
                    <a:pt x="878573" y="1105135"/>
                  </a:lnTo>
                  <a:close/>
                  <a:moveTo>
                    <a:pt x="735563" y="1072670"/>
                  </a:moveTo>
                  <a:lnTo>
                    <a:pt x="728166" y="1080068"/>
                  </a:lnTo>
                  <a:lnTo>
                    <a:pt x="726375" y="1080068"/>
                  </a:lnTo>
                  <a:lnTo>
                    <a:pt x="722794" y="1083649"/>
                  </a:lnTo>
                  <a:lnTo>
                    <a:pt x="707866" y="1083649"/>
                  </a:lnTo>
                  <a:lnTo>
                    <a:pt x="706075" y="1081858"/>
                  </a:lnTo>
                  <a:lnTo>
                    <a:pt x="704285" y="1081858"/>
                  </a:lnTo>
                  <a:lnTo>
                    <a:pt x="700468" y="1078042"/>
                  </a:lnTo>
                  <a:lnTo>
                    <a:pt x="700468" y="1092837"/>
                  </a:lnTo>
                  <a:lnTo>
                    <a:pt x="702259" y="1094627"/>
                  </a:lnTo>
                  <a:lnTo>
                    <a:pt x="702259" y="1096418"/>
                  </a:lnTo>
                  <a:lnTo>
                    <a:pt x="704049" y="1098208"/>
                  </a:lnTo>
                  <a:lnTo>
                    <a:pt x="704049" y="1099999"/>
                  </a:lnTo>
                  <a:lnTo>
                    <a:pt x="708470" y="1104419"/>
                  </a:lnTo>
                  <a:lnTo>
                    <a:pt x="710260" y="1104419"/>
                  </a:lnTo>
                  <a:lnTo>
                    <a:pt x="712051" y="1106210"/>
                  </a:lnTo>
                  <a:lnTo>
                    <a:pt x="713841" y="1106210"/>
                  </a:lnTo>
                  <a:lnTo>
                    <a:pt x="715632" y="1108000"/>
                  </a:lnTo>
                  <a:lnTo>
                    <a:pt x="731143" y="1108000"/>
                  </a:lnTo>
                  <a:lnTo>
                    <a:pt x="732934" y="1106210"/>
                  </a:lnTo>
                  <a:lnTo>
                    <a:pt x="734724" y="1106210"/>
                  </a:lnTo>
                  <a:lnTo>
                    <a:pt x="743319" y="1097615"/>
                  </a:lnTo>
                  <a:lnTo>
                    <a:pt x="739144" y="1093441"/>
                  </a:lnTo>
                  <a:lnTo>
                    <a:pt x="739144" y="1091650"/>
                  </a:lnTo>
                  <a:lnTo>
                    <a:pt x="735563" y="1088069"/>
                  </a:lnTo>
                  <a:lnTo>
                    <a:pt x="735563" y="1080907"/>
                  </a:lnTo>
                  <a:lnTo>
                    <a:pt x="734366" y="1079709"/>
                  </a:lnTo>
                  <a:lnTo>
                    <a:pt x="735563" y="1078512"/>
                  </a:lnTo>
                  <a:lnTo>
                    <a:pt x="735563" y="1072670"/>
                  </a:lnTo>
                  <a:close/>
                  <a:moveTo>
                    <a:pt x="781883" y="1065743"/>
                  </a:moveTo>
                  <a:lnTo>
                    <a:pt x="777462" y="1070163"/>
                  </a:lnTo>
                  <a:lnTo>
                    <a:pt x="777462" y="1073141"/>
                  </a:lnTo>
                  <a:lnTo>
                    <a:pt x="779253" y="1074931"/>
                  </a:lnTo>
                  <a:lnTo>
                    <a:pt x="779253" y="1086278"/>
                  </a:lnTo>
                  <a:lnTo>
                    <a:pt x="777462" y="1088069"/>
                  </a:lnTo>
                  <a:lnTo>
                    <a:pt x="777462" y="1089860"/>
                  </a:lnTo>
                  <a:lnTo>
                    <a:pt x="773881" y="1093441"/>
                  </a:lnTo>
                  <a:lnTo>
                    <a:pt x="773881" y="1095231"/>
                  </a:lnTo>
                  <a:lnTo>
                    <a:pt x="771497" y="1097615"/>
                  </a:lnTo>
                  <a:lnTo>
                    <a:pt x="773881" y="1099999"/>
                  </a:lnTo>
                  <a:lnTo>
                    <a:pt x="773881" y="1102629"/>
                  </a:lnTo>
                  <a:lnTo>
                    <a:pt x="776511" y="1102629"/>
                  </a:lnTo>
                  <a:lnTo>
                    <a:pt x="780092" y="1106210"/>
                  </a:lnTo>
                  <a:lnTo>
                    <a:pt x="781883" y="1106210"/>
                  </a:lnTo>
                  <a:lnTo>
                    <a:pt x="783673" y="1108000"/>
                  </a:lnTo>
                  <a:lnTo>
                    <a:pt x="797394" y="1108000"/>
                  </a:lnTo>
                  <a:lnTo>
                    <a:pt x="799184" y="1106210"/>
                  </a:lnTo>
                  <a:lnTo>
                    <a:pt x="800975" y="1106210"/>
                  </a:lnTo>
                  <a:lnTo>
                    <a:pt x="804556" y="1102629"/>
                  </a:lnTo>
                  <a:lnTo>
                    <a:pt x="807186" y="1102629"/>
                  </a:lnTo>
                  <a:lnTo>
                    <a:pt x="807186" y="1099999"/>
                  </a:lnTo>
                  <a:lnTo>
                    <a:pt x="810767" y="1096418"/>
                  </a:lnTo>
                  <a:lnTo>
                    <a:pt x="810767" y="1092837"/>
                  </a:lnTo>
                  <a:lnTo>
                    <a:pt x="812557" y="1091046"/>
                  </a:lnTo>
                  <a:lnTo>
                    <a:pt x="812557" y="1080907"/>
                  </a:lnTo>
                  <a:lnTo>
                    <a:pt x="810767" y="1079116"/>
                  </a:lnTo>
                  <a:lnTo>
                    <a:pt x="810767" y="1077326"/>
                  </a:lnTo>
                  <a:lnTo>
                    <a:pt x="808976" y="1075535"/>
                  </a:lnTo>
                  <a:lnTo>
                    <a:pt x="808976" y="1073744"/>
                  </a:lnTo>
                  <a:lnTo>
                    <a:pt x="802766" y="1067534"/>
                  </a:lnTo>
                  <a:lnTo>
                    <a:pt x="800975" y="1067534"/>
                  </a:lnTo>
                  <a:lnTo>
                    <a:pt x="799184" y="1065743"/>
                  </a:lnTo>
                  <a:lnTo>
                    <a:pt x="781883" y="1065743"/>
                  </a:lnTo>
                  <a:close/>
                  <a:moveTo>
                    <a:pt x="876783" y="1058581"/>
                  </a:moveTo>
                  <a:lnTo>
                    <a:pt x="873201" y="1062162"/>
                  </a:lnTo>
                  <a:lnTo>
                    <a:pt x="871411" y="1062162"/>
                  </a:lnTo>
                  <a:lnTo>
                    <a:pt x="868781" y="1064792"/>
                  </a:lnTo>
                  <a:lnTo>
                    <a:pt x="868781" y="1066582"/>
                  </a:lnTo>
                  <a:lnTo>
                    <a:pt x="866991" y="1068373"/>
                  </a:lnTo>
                  <a:lnTo>
                    <a:pt x="866991" y="1070163"/>
                  </a:lnTo>
                  <a:lnTo>
                    <a:pt x="865200" y="1071954"/>
                  </a:lnTo>
                  <a:lnTo>
                    <a:pt x="865200" y="1083884"/>
                  </a:lnTo>
                  <a:lnTo>
                    <a:pt x="866991" y="1085675"/>
                  </a:lnTo>
                  <a:lnTo>
                    <a:pt x="866991" y="1087465"/>
                  </a:lnTo>
                  <a:lnTo>
                    <a:pt x="868781" y="1089256"/>
                  </a:lnTo>
                  <a:lnTo>
                    <a:pt x="868781" y="1091046"/>
                  </a:lnTo>
                  <a:lnTo>
                    <a:pt x="871411" y="1093676"/>
                  </a:lnTo>
                  <a:lnTo>
                    <a:pt x="873201" y="1093676"/>
                  </a:lnTo>
                  <a:lnTo>
                    <a:pt x="876783" y="1097257"/>
                  </a:lnTo>
                  <a:lnTo>
                    <a:pt x="892294" y="1097257"/>
                  </a:lnTo>
                  <a:lnTo>
                    <a:pt x="894084" y="1095466"/>
                  </a:lnTo>
                  <a:lnTo>
                    <a:pt x="895875" y="1095466"/>
                  </a:lnTo>
                  <a:lnTo>
                    <a:pt x="902086" y="1089256"/>
                  </a:lnTo>
                  <a:lnTo>
                    <a:pt x="902086" y="1087465"/>
                  </a:lnTo>
                  <a:lnTo>
                    <a:pt x="903876" y="1085675"/>
                  </a:lnTo>
                  <a:lnTo>
                    <a:pt x="903876" y="1080303"/>
                  </a:lnTo>
                  <a:lnTo>
                    <a:pt x="906260" y="1077919"/>
                  </a:lnTo>
                  <a:lnTo>
                    <a:pt x="903876" y="1075535"/>
                  </a:lnTo>
                  <a:lnTo>
                    <a:pt x="903876" y="1070163"/>
                  </a:lnTo>
                  <a:lnTo>
                    <a:pt x="902086" y="1068373"/>
                  </a:lnTo>
                  <a:lnTo>
                    <a:pt x="902086" y="1066582"/>
                  </a:lnTo>
                  <a:lnTo>
                    <a:pt x="895875" y="1060371"/>
                  </a:lnTo>
                  <a:lnTo>
                    <a:pt x="894084" y="1060371"/>
                  </a:lnTo>
                  <a:lnTo>
                    <a:pt x="892294" y="1058581"/>
                  </a:lnTo>
                  <a:lnTo>
                    <a:pt x="876783" y="1058581"/>
                  </a:lnTo>
                  <a:close/>
                  <a:moveTo>
                    <a:pt x="757408" y="1056197"/>
                  </a:moveTo>
                  <a:lnTo>
                    <a:pt x="755024" y="1058581"/>
                  </a:lnTo>
                  <a:lnTo>
                    <a:pt x="747862" y="1058581"/>
                  </a:lnTo>
                  <a:lnTo>
                    <a:pt x="744281" y="1062162"/>
                  </a:lnTo>
                  <a:lnTo>
                    <a:pt x="742490" y="1062162"/>
                  </a:lnTo>
                  <a:lnTo>
                    <a:pt x="739861" y="1064792"/>
                  </a:lnTo>
                  <a:lnTo>
                    <a:pt x="739861" y="1066582"/>
                  </a:lnTo>
                  <a:lnTo>
                    <a:pt x="737477" y="1068966"/>
                  </a:lnTo>
                  <a:lnTo>
                    <a:pt x="741651" y="1073141"/>
                  </a:lnTo>
                  <a:lnTo>
                    <a:pt x="741651" y="1074931"/>
                  </a:lnTo>
                  <a:lnTo>
                    <a:pt x="743442" y="1076722"/>
                  </a:lnTo>
                  <a:lnTo>
                    <a:pt x="743442" y="1078512"/>
                  </a:lnTo>
                  <a:lnTo>
                    <a:pt x="745232" y="1080303"/>
                  </a:lnTo>
                  <a:lnTo>
                    <a:pt x="745232" y="1091650"/>
                  </a:lnTo>
                  <a:lnTo>
                    <a:pt x="743442" y="1093441"/>
                  </a:lnTo>
                  <a:lnTo>
                    <a:pt x="743442" y="1096418"/>
                  </a:lnTo>
                  <a:lnTo>
                    <a:pt x="747862" y="1100838"/>
                  </a:lnTo>
                  <a:lnTo>
                    <a:pt x="753234" y="1100838"/>
                  </a:lnTo>
                  <a:lnTo>
                    <a:pt x="755024" y="1102629"/>
                  </a:lnTo>
                  <a:lnTo>
                    <a:pt x="759792" y="1102629"/>
                  </a:lnTo>
                  <a:lnTo>
                    <a:pt x="761583" y="1100838"/>
                  </a:lnTo>
                  <a:lnTo>
                    <a:pt x="765164" y="1100838"/>
                  </a:lnTo>
                  <a:lnTo>
                    <a:pt x="766954" y="1099048"/>
                  </a:lnTo>
                  <a:lnTo>
                    <a:pt x="768745" y="1099048"/>
                  </a:lnTo>
                  <a:lnTo>
                    <a:pt x="771968" y="1095825"/>
                  </a:lnTo>
                  <a:lnTo>
                    <a:pt x="769584" y="1093441"/>
                  </a:lnTo>
                  <a:lnTo>
                    <a:pt x="769584" y="1078512"/>
                  </a:lnTo>
                  <a:lnTo>
                    <a:pt x="773165" y="1074931"/>
                  </a:lnTo>
                  <a:lnTo>
                    <a:pt x="773165" y="1073141"/>
                  </a:lnTo>
                  <a:lnTo>
                    <a:pt x="777340" y="1068966"/>
                  </a:lnTo>
                  <a:lnTo>
                    <a:pt x="768745" y="1060371"/>
                  </a:lnTo>
                  <a:lnTo>
                    <a:pt x="766954" y="1060371"/>
                  </a:lnTo>
                  <a:lnTo>
                    <a:pt x="765164" y="1058581"/>
                  </a:lnTo>
                  <a:lnTo>
                    <a:pt x="759792" y="1058581"/>
                  </a:lnTo>
                  <a:lnTo>
                    <a:pt x="757408" y="1056197"/>
                  </a:lnTo>
                  <a:close/>
                  <a:moveTo>
                    <a:pt x="651172" y="1033513"/>
                  </a:moveTo>
                  <a:lnTo>
                    <a:pt x="649381" y="1035304"/>
                  </a:lnTo>
                  <a:lnTo>
                    <a:pt x="647590" y="1035304"/>
                  </a:lnTo>
                  <a:lnTo>
                    <a:pt x="645800" y="1037094"/>
                  </a:lnTo>
                  <a:lnTo>
                    <a:pt x="644009" y="1037094"/>
                  </a:lnTo>
                  <a:lnTo>
                    <a:pt x="636008" y="1045095"/>
                  </a:lnTo>
                  <a:lnTo>
                    <a:pt x="636008" y="1046886"/>
                  </a:lnTo>
                  <a:lnTo>
                    <a:pt x="634217" y="1048677"/>
                  </a:lnTo>
                  <a:lnTo>
                    <a:pt x="634217" y="1065978"/>
                  </a:lnTo>
                  <a:lnTo>
                    <a:pt x="636008" y="1067769"/>
                  </a:lnTo>
                  <a:lnTo>
                    <a:pt x="636008" y="1069559"/>
                  </a:lnTo>
                  <a:lnTo>
                    <a:pt x="644009" y="1077561"/>
                  </a:lnTo>
                  <a:lnTo>
                    <a:pt x="645800" y="1077561"/>
                  </a:lnTo>
                  <a:lnTo>
                    <a:pt x="647590" y="1079351"/>
                  </a:lnTo>
                  <a:lnTo>
                    <a:pt x="652962" y="1079351"/>
                  </a:lnTo>
                  <a:lnTo>
                    <a:pt x="654753" y="1081142"/>
                  </a:lnTo>
                  <a:lnTo>
                    <a:pt x="659521" y="1081142"/>
                  </a:lnTo>
                  <a:lnTo>
                    <a:pt x="661311" y="1079351"/>
                  </a:lnTo>
                  <a:lnTo>
                    <a:pt x="666683" y="1079351"/>
                  </a:lnTo>
                  <a:lnTo>
                    <a:pt x="670264" y="1075770"/>
                  </a:lnTo>
                  <a:lnTo>
                    <a:pt x="672054" y="1075770"/>
                  </a:lnTo>
                  <a:lnTo>
                    <a:pt x="674684" y="1073141"/>
                  </a:lnTo>
                  <a:lnTo>
                    <a:pt x="674684" y="1071350"/>
                  </a:lnTo>
                  <a:lnTo>
                    <a:pt x="678265" y="1067769"/>
                  </a:lnTo>
                  <a:lnTo>
                    <a:pt x="678265" y="1065978"/>
                  </a:lnTo>
                  <a:lnTo>
                    <a:pt x="680056" y="1064188"/>
                  </a:lnTo>
                  <a:lnTo>
                    <a:pt x="680056" y="1050467"/>
                  </a:lnTo>
                  <a:lnTo>
                    <a:pt x="678265" y="1048677"/>
                  </a:lnTo>
                  <a:lnTo>
                    <a:pt x="678265" y="1046886"/>
                  </a:lnTo>
                  <a:lnTo>
                    <a:pt x="676475" y="1045095"/>
                  </a:lnTo>
                  <a:lnTo>
                    <a:pt x="676475" y="1043305"/>
                  </a:lnTo>
                  <a:lnTo>
                    <a:pt x="670264" y="1037094"/>
                  </a:lnTo>
                  <a:lnTo>
                    <a:pt x="668473" y="1037094"/>
                  </a:lnTo>
                  <a:lnTo>
                    <a:pt x="666683" y="1035304"/>
                  </a:lnTo>
                  <a:lnTo>
                    <a:pt x="663102" y="1035304"/>
                  </a:lnTo>
                  <a:lnTo>
                    <a:pt x="661311" y="1033513"/>
                  </a:lnTo>
                  <a:lnTo>
                    <a:pt x="651172" y="1033513"/>
                  </a:lnTo>
                  <a:close/>
                  <a:moveTo>
                    <a:pt x="721004" y="1020979"/>
                  </a:moveTo>
                  <a:lnTo>
                    <a:pt x="717422" y="1024560"/>
                  </a:lnTo>
                  <a:lnTo>
                    <a:pt x="715632" y="1024560"/>
                  </a:lnTo>
                  <a:lnTo>
                    <a:pt x="711212" y="1028980"/>
                  </a:lnTo>
                  <a:lnTo>
                    <a:pt x="711212" y="1030771"/>
                  </a:lnTo>
                  <a:lnTo>
                    <a:pt x="709421" y="1032561"/>
                  </a:lnTo>
                  <a:lnTo>
                    <a:pt x="709421" y="1034352"/>
                  </a:lnTo>
                  <a:lnTo>
                    <a:pt x="707630" y="1036143"/>
                  </a:lnTo>
                  <a:lnTo>
                    <a:pt x="707630" y="1037933"/>
                  </a:lnTo>
                  <a:lnTo>
                    <a:pt x="703098" y="1042466"/>
                  </a:lnTo>
                  <a:lnTo>
                    <a:pt x="701307" y="1042466"/>
                  </a:lnTo>
                  <a:lnTo>
                    <a:pt x="695097" y="1048677"/>
                  </a:lnTo>
                  <a:lnTo>
                    <a:pt x="695097" y="1050467"/>
                  </a:lnTo>
                  <a:lnTo>
                    <a:pt x="693306" y="1052258"/>
                  </a:lnTo>
                  <a:lnTo>
                    <a:pt x="693306" y="1057629"/>
                  </a:lnTo>
                  <a:lnTo>
                    <a:pt x="691515" y="1059420"/>
                  </a:lnTo>
                  <a:lnTo>
                    <a:pt x="691515" y="1064188"/>
                  </a:lnTo>
                  <a:lnTo>
                    <a:pt x="693306" y="1065978"/>
                  </a:lnTo>
                  <a:lnTo>
                    <a:pt x="693306" y="1071350"/>
                  </a:lnTo>
                  <a:lnTo>
                    <a:pt x="696887" y="1074931"/>
                  </a:lnTo>
                  <a:lnTo>
                    <a:pt x="696887" y="1076722"/>
                  </a:lnTo>
                  <a:lnTo>
                    <a:pt x="701543" y="1081377"/>
                  </a:lnTo>
                  <a:lnTo>
                    <a:pt x="701543" y="1076722"/>
                  </a:lnTo>
                  <a:lnTo>
                    <a:pt x="705124" y="1073141"/>
                  </a:lnTo>
                  <a:lnTo>
                    <a:pt x="705124" y="1071350"/>
                  </a:lnTo>
                  <a:lnTo>
                    <a:pt x="707866" y="1068608"/>
                  </a:lnTo>
                  <a:lnTo>
                    <a:pt x="709656" y="1068608"/>
                  </a:lnTo>
                  <a:lnTo>
                    <a:pt x="713237" y="1065027"/>
                  </a:lnTo>
                  <a:lnTo>
                    <a:pt x="717658" y="1065027"/>
                  </a:lnTo>
                  <a:lnTo>
                    <a:pt x="717658" y="1060371"/>
                  </a:lnTo>
                  <a:lnTo>
                    <a:pt x="715028" y="1060371"/>
                  </a:lnTo>
                  <a:lnTo>
                    <a:pt x="712286" y="1057629"/>
                  </a:lnTo>
                  <a:lnTo>
                    <a:pt x="712286" y="1055839"/>
                  </a:lnTo>
                  <a:lnTo>
                    <a:pt x="708705" y="1052258"/>
                  </a:lnTo>
                  <a:lnTo>
                    <a:pt x="708705" y="1050467"/>
                  </a:lnTo>
                  <a:lnTo>
                    <a:pt x="706914" y="1048677"/>
                  </a:lnTo>
                  <a:lnTo>
                    <a:pt x="706914" y="1042701"/>
                  </a:lnTo>
                  <a:lnTo>
                    <a:pt x="711447" y="1038168"/>
                  </a:lnTo>
                  <a:lnTo>
                    <a:pt x="719213" y="1038168"/>
                  </a:lnTo>
                  <a:lnTo>
                    <a:pt x="721004" y="1039959"/>
                  </a:lnTo>
                  <a:lnTo>
                    <a:pt x="722794" y="1039959"/>
                  </a:lnTo>
                  <a:lnTo>
                    <a:pt x="724585" y="1041750"/>
                  </a:lnTo>
                  <a:lnTo>
                    <a:pt x="726375" y="1041750"/>
                  </a:lnTo>
                  <a:lnTo>
                    <a:pt x="734489" y="1049863"/>
                  </a:lnTo>
                  <a:lnTo>
                    <a:pt x="734489" y="1051654"/>
                  </a:lnTo>
                  <a:lnTo>
                    <a:pt x="736279" y="1053444"/>
                  </a:lnTo>
                  <a:lnTo>
                    <a:pt x="736279" y="1055235"/>
                  </a:lnTo>
                  <a:lnTo>
                    <a:pt x="738070" y="1057025"/>
                  </a:lnTo>
                  <a:lnTo>
                    <a:pt x="738070" y="1065262"/>
                  </a:lnTo>
                  <a:lnTo>
                    <a:pt x="741886" y="1061446"/>
                  </a:lnTo>
                  <a:lnTo>
                    <a:pt x="743677" y="1061446"/>
                  </a:lnTo>
                  <a:lnTo>
                    <a:pt x="749888" y="1055235"/>
                  </a:lnTo>
                  <a:lnTo>
                    <a:pt x="749888" y="1053444"/>
                  </a:lnTo>
                  <a:lnTo>
                    <a:pt x="751678" y="1051654"/>
                  </a:lnTo>
                  <a:lnTo>
                    <a:pt x="751678" y="1034352"/>
                  </a:lnTo>
                  <a:lnTo>
                    <a:pt x="749888" y="1032561"/>
                  </a:lnTo>
                  <a:lnTo>
                    <a:pt x="749888" y="1030771"/>
                  </a:lnTo>
                  <a:lnTo>
                    <a:pt x="741886" y="1022770"/>
                  </a:lnTo>
                  <a:lnTo>
                    <a:pt x="740096" y="1022770"/>
                  </a:lnTo>
                  <a:lnTo>
                    <a:pt x="738305" y="1020979"/>
                  </a:lnTo>
                  <a:lnTo>
                    <a:pt x="721004" y="1020979"/>
                  </a:lnTo>
                  <a:close/>
                  <a:moveTo>
                    <a:pt x="780092" y="1010236"/>
                  </a:moveTo>
                  <a:lnTo>
                    <a:pt x="778302" y="1012026"/>
                  </a:lnTo>
                  <a:lnTo>
                    <a:pt x="776511" y="1012026"/>
                  </a:lnTo>
                  <a:lnTo>
                    <a:pt x="768510" y="1020028"/>
                  </a:lnTo>
                  <a:lnTo>
                    <a:pt x="768510" y="1021818"/>
                  </a:lnTo>
                  <a:lnTo>
                    <a:pt x="766719" y="1023609"/>
                  </a:lnTo>
                  <a:lnTo>
                    <a:pt x="766719" y="1039120"/>
                  </a:lnTo>
                  <a:lnTo>
                    <a:pt x="768510" y="1040910"/>
                  </a:lnTo>
                  <a:lnTo>
                    <a:pt x="768510" y="1042701"/>
                  </a:lnTo>
                  <a:lnTo>
                    <a:pt x="776511" y="1050702"/>
                  </a:lnTo>
                  <a:lnTo>
                    <a:pt x="778302" y="1050702"/>
                  </a:lnTo>
                  <a:lnTo>
                    <a:pt x="780092" y="1052493"/>
                  </a:lnTo>
                  <a:lnTo>
                    <a:pt x="795603" y="1052493"/>
                  </a:lnTo>
                  <a:lnTo>
                    <a:pt x="797394" y="1050702"/>
                  </a:lnTo>
                  <a:lnTo>
                    <a:pt x="799184" y="1050702"/>
                  </a:lnTo>
                  <a:lnTo>
                    <a:pt x="807186" y="1042701"/>
                  </a:lnTo>
                  <a:lnTo>
                    <a:pt x="807186" y="1040910"/>
                  </a:lnTo>
                  <a:lnTo>
                    <a:pt x="808976" y="1039120"/>
                  </a:lnTo>
                  <a:lnTo>
                    <a:pt x="808976" y="1023609"/>
                  </a:lnTo>
                  <a:lnTo>
                    <a:pt x="807186" y="1021818"/>
                  </a:lnTo>
                  <a:lnTo>
                    <a:pt x="807186" y="1020028"/>
                  </a:lnTo>
                  <a:lnTo>
                    <a:pt x="799184" y="1012026"/>
                  </a:lnTo>
                  <a:lnTo>
                    <a:pt x="797394" y="1012026"/>
                  </a:lnTo>
                  <a:lnTo>
                    <a:pt x="795603" y="1010236"/>
                  </a:lnTo>
                  <a:lnTo>
                    <a:pt x="780092" y="1010236"/>
                  </a:lnTo>
                  <a:close/>
                  <a:moveTo>
                    <a:pt x="685192" y="945775"/>
                  </a:moveTo>
                  <a:lnTo>
                    <a:pt x="683402" y="947566"/>
                  </a:lnTo>
                  <a:lnTo>
                    <a:pt x="679821" y="947566"/>
                  </a:lnTo>
                  <a:lnTo>
                    <a:pt x="676239" y="951147"/>
                  </a:lnTo>
                  <a:lnTo>
                    <a:pt x="674449" y="951147"/>
                  </a:lnTo>
                  <a:lnTo>
                    <a:pt x="671819" y="953777"/>
                  </a:lnTo>
                  <a:lnTo>
                    <a:pt x="671819" y="955567"/>
                  </a:lnTo>
                  <a:lnTo>
                    <a:pt x="668238" y="959148"/>
                  </a:lnTo>
                  <a:lnTo>
                    <a:pt x="668238" y="962730"/>
                  </a:lnTo>
                  <a:lnTo>
                    <a:pt x="666448" y="964520"/>
                  </a:lnTo>
                  <a:lnTo>
                    <a:pt x="666448" y="974660"/>
                  </a:lnTo>
                  <a:lnTo>
                    <a:pt x="668238" y="976450"/>
                  </a:lnTo>
                  <a:lnTo>
                    <a:pt x="668238" y="978241"/>
                  </a:lnTo>
                  <a:lnTo>
                    <a:pt x="670029" y="980031"/>
                  </a:lnTo>
                  <a:lnTo>
                    <a:pt x="670029" y="981822"/>
                  </a:lnTo>
                  <a:lnTo>
                    <a:pt x="678030" y="989823"/>
                  </a:lnTo>
                  <a:lnTo>
                    <a:pt x="679821" y="989823"/>
                  </a:lnTo>
                  <a:lnTo>
                    <a:pt x="681611" y="991614"/>
                  </a:lnTo>
                  <a:lnTo>
                    <a:pt x="686983" y="991614"/>
                  </a:lnTo>
                  <a:lnTo>
                    <a:pt x="689367" y="993998"/>
                  </a:lnTo>
                  <a:lnTo>
                    <a:pt x="691751" y="991614"/>
                  </a:lnTo>
                  <a:lnTo>
                    <a:pt x="698913" y="991614"/>
                  </a:lnTo>
                  <a:lnTo>
                    <a:pt x="700703" y="989823"/>
                  </a:lnTo>
                  <a:lnTo>
                    <a:pt x="702494" y="989823"/>
                  </a:lnTo>
                  <a:lnTo>
                    <a:pt x="710495" y="981822"/>
                  </a:lnTo>
                  <a:lnTo>
                    <a:pt x="710495" y="980031"/>
                  </a:lnTo>
                  <a:lnTo>
                    <a:pt x="712286" y="978241"/>
                  </a:lnTo>
                  <a:lnTo>
                    <a:pt x="712286" y="974660"/>
                  </a:lnTo>
                  <a:lnTo>
                    <a:pt x="714077" y="972869"/>
                  </a:lnTo>
                  <a:lnTo>
                    <a:pt x="714077" y="966311"/>
                  </a:lnTo>
                  <a:lnTo>
                    <a:pt x="712286" y="964520"/>
                  </a:lnTo>
                  <a:lnTo>
                    <a:pt x="712286" y="959148"/>
                  </a:lnTo>
                  <a:lnTo>
                    <a:pt x="708705" y="955567"/>
                  </a:lnTo>
                  <a:lnTo>
                    <a:pt x="708705" y="953777"/>
                  </a:lnTo>
                  <a:lnTo>
                    <a:pt x="706075" y="951147"/>
                  </a:lnTo>
                  <a:lnTo>
                    <a:pt x="704285" y="951147"/>
                  </a:lnTo>
                  <a:lnTo>
                    <a:pt x="700703" y="947566"/>
                  </a:lnTo>
                  <a:lnTo>
                    <a:pt x="697122" y="947566"/>
                  </a:lnTo>
                  <a:lnTo>
                    <a:pt x="695332" y="945775"/>
                  </a:lnTo>
                  <a:lnTo>
                    <a:pt x="685192" y="945775"/>
                  </a:lnTo>
                  <a:close/>
                  <a:moveTo>
                    <a:pt x="776511" y="918917"/>
                  </a:moveTo>
                  <a:lnTo>
                    <a:pt x="774720" y="920707"/>
                  </a:lnTo>
                  <a:lnTo>
                    <a:pt x="771139" y="920707"/>
                  </a:lnTo>
                  <a:lnTo>
                    <a:pt x="769349" y="922498"/>
                  </a:lnTo>
                  <a:lnTo>
                    <a:pt x="767558" y="922498"/>
                  </a:lnTo>
                  <a:lnTo>
                    <a:pt x="761347" y="928709"/>
                  </a:lnTo>
                  <a:lnTo>
                    <a:pt x="761347" y="930499"/>
                  </a:lnTo>
                  <a:lnTo>
                    <a:pt x="759557" y="932290"/>
                  </a:lnTo>
                  <a:lnTo>
                    <a:pt x="759557" y="934081"/>
                  </a:lnTo>
                  <a:lnTo>
                    <a:pt x="757766" y="935871"/>
                  </a:lnTo>
                  <a:lnTo>
                    <a:pt x="757766" y="947801"/>
                  </a:lnTo>
                  <a:lnTo>
                    <a:pt x="759557" y="949592"/>
                  </a:lnTo>
                  <a:lnTo>
                    <a:pt x="759557" y="951382"/>
                  </a:lnTo>
                  <a:lnTo>
                    <a:pt x="761347" y="953173"/>
                  </a:lnTo>
                  <a:lnTo>
                    <a:pt x="761347" y="954963"/>
                  </a:lnTo>
                  <a:lnTo>
                    <a:pt x="765768" y="959384"/>
                  </a:lnTo>
                  <a:lnTo>
                    <a:pt x="767558" y="959384"/>
                  </a:lnTo>
                  <a:lnTo>
                    <a:pt x="771139" y="962965"/>
                  </a:lnTo>
                  <a:lnTo>
                    <a:pt x="788441" y="962965"/>
                  </a:lnTo>
                  <a:lnTo>
                    <a:pt x="790232" y="961174"/>
                  </a:lnTo>
                  <a:lnTo>
                    <a:pt x="792022" y="961174"/>
                  </a:lnTo>
                  <a:lnTo>
                    <a:pt x="800024" y="953173"/>
                  </a:lnTo>
                  <a:lnTo>
                    <a:pt x="800024" y="951382"/>
                  </a:lnTo>
                  <a:lnTo>
                    <a:pt x="801814" y="949592"/>
                  </a:lnTo>
                  <a:lnTo>
                    <a:pt x="801814" y="934081"/>
                  </a:lnTo>
                  <a:lnTo>
                    <a:pt x="800024" y="932290"/>
                  </a:lnTo>
                  <a:lnTo>
                    <a:pt x="800024" y="930499"/>
                  </a:lnTo>
                  <a:lnTo>
                    <a:pt x="792022" y="922498"/>
                  </a:lnTo>
                  <a:lnTo>
                    <a:pt x="790232" y="922498"/>
                  </a:lnTo>
                  <a:lnTo>
                    <a:pt x="788441" y="920707"/>
                  </a:lnTo>
                  <a:lnTo>
                    <a:pt x="786650" y="920707"/>
                  </a:lnTo>
                  <a:lnTo>
                    <a:pt x="784860" y="918917"/>
                  </a:lnTo>
                  <a:lnTo>
                    <a:pt x="776511" y="918917"/>
                  </a:lnTo>
                  <a:close/>
                  <a:moveTo>
                    <a:pt x="880364" y="899221"/>
                  </a:moveTo>
                  <a:lnTo>
                    <a:pt x="878573" y="901011"/>
                  </a:lnTo>
                  <a:lnTo>
                    <a:pt x="874992" y="901011"/>
                  </a:lnTo>
                  <a:lnTo>
                    <a:pt x="873201" y="902802"/>
                  </a:lnTo>
                  <a:lnTo>
                    <a:pt x="871411" y="902802"/>
                  </a:lnTo>
                  <a:lnTo>
                    <a:pt x="866991" y="907222"/>
                  </a:lnTo>
                  <a:lnTo>
                    <a:pt x="866991" y="909013"/>
                  </a:lnTo>
                  <a:lnTo>
                    <a:pt x="865200" y="910803"/>
                  </a:lnTo>
                  <a:lnTo>
                    <a:pt x="865200" y="914384"/>
                  </a:lnTo>
                  <a:lnTo>
                    <a:pt x="863409" y="916175"/>
                  </a:lnTo>
                  <a:lnTo>
                    <a:pt x="863409" y="922733"/>
                  </a:lnTo>
                  <a:lnTo>
                    <a:pt x="865200" y="924524"/>
                  </a:lnTo>
                  <a:lnTo>
                    <a:pt x="865200" y="928105"/>
                  </a:lnTo>
                  <a:lnTo>
                    <a:pt x="866991" y="929896"/>
                  </a:lnTo>
                  <a:lnTo>
                    <a:pt x="866991" y="931686"/>
                  </a:lnTo>
                  <a:lnTo>
                    <a:pt x="871411" y="936106"/>
                  </a:lnTo>
                  <a:lnTo>
                    <a:pt x="883945" y="936106"/>
                  </a:lnTo>
                  <a:lnTo>
                    <a:pt x="885735" y="937897"/>
                  </a:lnTo>
                  <a:lnTo>
                    <a:pt x="887884" y="938255"/>
                  </a:lnTo>
                  <a:lnTo>
                    <a:pt x="885735" y="940404"/>
                  </a:lnTo>
                  <a:lnTo>
                    <a:pt x="881550" y="940404"/>
                  </a:lnTo>
                  <a:lnTo>
                    <a:pt x="879760" y="938613"/>
                  </a:lnTo>
                  <a:lnTo>
                    <a:pt x="876179" y="938613"/>
                  </a:lnTo>
                  <a:lnTo>
                    <a:pt x="873795" y="936229"/>
                  </a:lnTo>
                  <a:lnTo>
                    <a:pt x="871411" y="938613"/>
                  </a:lnTo>
                  <a:lnTo>
                    <a:pt x="869620" y="938613"/>
                  </a:lnTo>
                  <a:lnTo>
                    <a:pt x="861619" y="946614"/>
                  </a:lnTo>
                  <a:lnTo>
                    <a:pt x="861619" y="950196"/>
                  </a:lnTo>
                  <a:lnTo>
                    <a:pt x="859828" y="951986"/>
                  </a:lnTo>
                  <a:lnTo>
                    <a:pt x="859828" y="962126"/>
                  </a:lnTo>
                  <a:lnTo>
                    <a:pt x="861619" y="963916"/>
                  </a:lnTo>
                  <a:lnTo>
                    <a:pt x="861619" y="965707"/>
                  </a:lnTo>
                  <a:lnTo>
                    <a:pt x="863409" y="967497"/>
                  </a:lnTo>
                  <a:lnTo>
                    <a:pt x="863409" y="969288"/>
                  </a:lnTo>
                  <a:lnTo>
                    <a:pt x="867830" y="973708"/>
                  </a:lnTo>
                  <a:lnTo>
                    <a:pt x="869620" y="973708"/>
                  </a:lnTo>
                  <a:lnTo>
                    <a:pt x="871411" y="975499"/>
                  </a:lnTo>
                  <a:lnTo>
                    <a:pt x="874992" y="975499"/>
                  </a:lnTo>
                  <a:lnTo>
                    <a:pt x="876783" y="977289"/>
                  </a:lnTo>
                  <a:lnTo>
                    <a:pt x="883341" y="977289"/>
                  </a:lnTo>
                  <a:lnTo>
                    <a:pt x="885131" y="975499"/>
                  </a:lnTo>
                  <a:lnTo>
                    <a:pt x="888713" y="975499"/>
                  </a:lnTo>
                  <a:lnTo>
                    <a:pt x="890503" y="973708"/>
                  </a:lnTo>
                  <a:lnTo>
                    <a:pt x="892294" y="973708"/>
                  </a:lnTo>
                  <a:lnTo>
                    <a:pt x="895281" y="970720"/>
                  </a:lnTo>
                  <a:lnTo>
                    <a:pt x="895640" y="972869"/>
                  </a:lnTo>
                  <a:lnTo>
                    <a:pt x="897430" y="974660"/>
                  </a:lnTo>
                  <a:lnTo>
                    <a:pt x="897430" y="978241"/>
                  </a:lnTo>
                  <a:lnTo>
                    <a:pt x="899221" y="980031"/>
                  </a:lnTo>
                  <a:lnTo>
                    <a:pt x="899221" y="981822"/>
                  </a:lnTo>
                  <a:lnTo>
                    <a:pt x="905432" y="988033"/>
                  </a:lnTo>
                  <a:lnTo>
                    <a:pt x="907222" y="988033"/>
                  </a:lnTo>
                  <a:lnTo>
                    <a:pt x="909013" y="989823"/>
                  </a:lnTo>
                  <a:lnTo>
                    <a:pt x="922733" y="989823"/>
                  </a:lnTo>
                  <a:lnTo>
                    <a:pt x="924524" y="988033"/>
                  </a:lnTo>
                  <a:lnTo>
                    <a:pt x="926314" y="988033"/>
                  </a:lnTo>
                  <a:lnTo>
                    <a:pt x="934551" y="979796"/>
                  </a:lnTo>
                  <a:lnTo>
                    <a:pt x="928105" y="979796"/>
                  </a:lnTo>
                  <a:lnTo>
                    <a:pt x="927154" y="978845"/>
                  </a:lnTo>
                  <a:lnTo>
                    <a:pt x="927154" y="976450"/>
                  </a:lnTo>
                  <a:lnTo>
                    <a:pt x="928105" y="975499"/>
                  </a:lnTo>
                  <a:lnTo>
                    <a:pt x="930499" y="975499"/>
                  </a:lnTo>
                  <a:lnTo>
                    <a:pt x="931451" y="976450"/>
                  </a:lnTo>
                  <a:lnTo>
                    <a:pt x="931451" y="977647"/>
                  </a:lnTo>
                  <a:lnTo>
                    <a:pt x="934316" y="977647"/>
                  </a:lnTo>
                  <a:lnTo>
                    <a:pt x="934316" y="961655"/>
                  </a:lnTo>
                  <a:lnTo>
                    <a:pt x="930499" y="965472"/>
                  </a:lnTo>
                  <a:lnTo>
                    <a:pt x="928105" y="965472"/>
                  </a:lnTo>
                  <a:lnTo>
                    <a:pt x="927154" y="964520"/>
                  </a:lnTo>
                  <a:lnTo>
                    <a:pt x="927154" y="962126"/>
                  </a:lnTo>
                  <a:lnTo>
                    <a:pt x="928105" y="961174"/>
                  </a:lnTo>
                  <a:lnTo>
                    <a:pt x="932760" y="961174"/>
                  </a:lnTo>
                  <a:lnTo>
                    <a:pt x="926314" y="954728"/>
                  </a:lnTo>
                  <a:lnTo>
                    <a:pt x="924524" y="954728"/>
                  </a:lnTo>
                  <a:lnTo>
                    <a:pt x="922733" y="952938"/>
                  </a:lnTo>
                  <a:lnTo>
                    <a:pt x="917362" y="952938"/>
                  </a:lnTo>
                  <a:lnTo>
                    <a:pt x="914978" y="950554"/>
                  </a:lnTo>
                  <a:lnTo>
                    <a:pt x="912594" y="952938"/>
                  </a:lnTo>
                  <a:lnTo>
                    <a:pt x="907222" y="952938"/>
                  </a:lnTo>
                  <a:lnTo>
                    <a:pt x="903641" y="956519"/>
                  </a:lnTo>
                  <a:lnTo>
                    <a:pt x="901011" y="956519"/>
                  </a:lnTo>
                  <a:lnTo>
                    <a:pt x="901011" y="959148"/>
                  </a:lnTo>
                  <a:lnTo>
                    <a:pt x="900653" y="959507"/>
                  </a:lnTo>
                  <a:lnTo>
                    <a:pt x="900295" y="959148"/>
                  </a:lnTo>
                  <a:lnTo>
                    <a:pt x="900295" y="950196"/>
                  </a:lnTo>
                  <a:lnTo>
                    <a:pt x="898505" y="948405"/>
                  </a:lnTo>
                  <a:lnTo>
                    <a:pt x="898505" y="946614"/>
                  </a:lnTo>
                  <a:lnTo>
                    <a:pt x="891342" y="939452"/>
                  </a:lnTo>
                  <a:lnTo>
                    <a:pt x="891342" y="938848"/>
                  </a:lnTo>
                  <a:lnTo>
                    <a:pt x="892294" y="937897"/>
                  </a:lnTo>
                  <a:lnTo>
                    <a:pt x="894084" y="937897"/>
                  </a:lnTo>
                  <a:lnTo>
                    <a:pt x="902086" y="929896"/>
                  </a:lnTo>
                  <a:lnTo>
                    <a:pt x="902086" y="928105"/>
                  </a:lnTo>
                  <a:lnTo>
                    <a:pt x="903876" y="926314"/>
                  </a:lnTo>
                  <a:lnTo>
                    <a:pt x="903876" y="912594"/>
                  </a:lnTo>
                  <a:lnTo>
                    <a:pt x="902086" y="910803"/>
                  </a:lnTo>
                  <a:lnTo>
                    <a:pt x="902086" y="909013"/>
                  </a:lnTo>
                  <a:lnTo>
                    <a:pt x="895875" y="902802"/>
                  </a:lnTo>
                  <a:lnTo>
                    <a:pt x="894084" y="902802"/>
                  </a:lnTo>
                  <a:lnTo>
                    <a:pt x="892294" y="901011"/>
                  </a:lnTo>
                  <a:lnTo>
                    <a:pt x="890503" y="901011"/>
                  </a:lnTo>
                  <a:lnTo>
                    <a:pt x="888713" y="899221"/>
                  </a:lnTo>
                  <a:lnTo>
                    <a:pt x="880364" y="899221"/>
                  </a:lnTo>
                  <a:close/>
                  <a:moveTo>
                    <a:pt x="898505" y="963916"/>
                  </a:moveTo>
                  <a:lnTo>
                    <a:pt x="898863" y="961768"/>
                  </a:lnTo>
                  <a:lnTo>
                    <a:pt x="899221" y="962126"/>
                  </a:lnTo>
                  <a:lnTo>
                    <a:pt x="899221" y="964520"/>
                  </a:lnTo>
                  <a:lnTo>
                    <a:pt x="897665" y="965472"/>
                  </a:lnTo>
                  <a:lnTo>
                    <a:pt x="897307" y="965113"/>
                  </a:lnTo>
                  <a:lnTo>
                    <a:pt x="898505" y="963916"/>
                  </a:lnTo>
                  <a:close/>
                  <a:moveTo>
                    <a:pt x="651172" y="841923"/>
                  </a:moveTo>
                  <a:lnTo>
                    <a:pt x="649381" y="843713"/>
                  </a:lnTo>
                  <a:lnTo>
                    <a:pt x="647590" y="843713"/>
                  </a:lnTo>
                  <a:lnTo>
                    <a:pt x="639589" y="851715"/>
                  </a:lnTo>
                  <a:lnTo>
                    <a:pt x="639589" y="853505"/>
                  </a:lnTo>
                  <a:lnTo>
                    <a:pt x="637799" y="855296"/>
                  </a:lnTo>
                  <a:lnTo>
                    <a:pt x="637799" y="857086"/>
                  </a:lnTo>
                  <a:lnTo>
                    <a:pt x="636008" y="858877"/>
                  </a:lnTo>
                  <a:lnTo>
                    <a:pt x="636008" y="870807"/>
                  </a:lnTo>
                  <a:lnTo>
                    <a:pt x="637799" y="872598"/>
                  </a:lnTo>
                  <a:lnTo>
                    <a:pt x="637799" y="876179"/>
                  </a:lnTo>
                  <a:lnTo>
                    <a:pt x="641380" y="879760"/>
                  </a:lnTo>
                  <a:lnTo>
                    <a:pt x="641380" y="882389"/>
                  </a:lnTo>
                  <a:lnTo>
                    <a:pt x="644009" y="882389"/>
                  </a:lnTo>
                  <a:lnTo>
                    <a:pt x="649381" y="887761"/>
                  </a:lnTo>
                  <a:lnTo>
                    <a:pt x="654753" y="887761"/>
                  </a:lnTo>
                  <a:lnTo>
                    <a:pt x="656543" y="889552"/>
                  </a:lnTo>
                  <a:lnTo>
                    <a:pt x="663102" y="889552"/>
                  </a:lnTo>
                  <a:lnTo>
                    <a:pt x="664892" y="887761"/>
                  </a:lnTo>
                  <a:lnTo>
                    <a:pt x="670264" y="887761"/>
                  </a:lnTo>
                  <a:lnTo>
                    <a:pt x="675636" y="882389"/>
                  </a:lnTo>
                  <a:lnTo>
                    <a:pt x="678265" y="882389"/>
                  </a:lnTo>
                  <a:lnTo>
                    <a:pt x="678265" y="879760"/>
                  </a:lnTo>
                  <a:lnTo>
                    <a:pt x="681846" y="876179"/>
                  </a:lnTo>
                  <a:lnTo>
                    <a:pt x="681846" y="872598"/>
                  </a:lnTo>
                  <a:lnTo>
                    <a:pt x="683637" y="870807"/>
                  </a:lnTo>
                  <a:lnTo>
                    <a:pt x="683637" y="858877"/>
                  </a:lnTo>
                  <a:lnTo>
                    <a:pt x="681846" y="857086"/>
                  </a:lnTo>
                  <a:lnTo>
                    <a:pt x="681846" y="855296"/>
                  </a:lnTo>
                  <a:lnTo>
                    <a:pt x="680056" y="853505"/>
                  </a:lnTo>
                  <a:lnTo>
                    <a:pt x="680056" y="851715"/>
                  </a:lnTo>
                  <a:lnTo>
                    <a:pt x="672054" y="843713"/>
                  </a:lnTo>
                  <a:lnTo>
                    <a:pt x="670264" y="843713"/>
                  </a:lnTo>
                  <a:lnTo>
                    <a:pt x="668473" y="841923"/>
                  </a:lnTo>
                  <a:lnTo>
                    <a:pt x="651172" y="841923"/>
                  </a:lnTo>
                  <a:close/>
                  <a:moveTo>
                    <a:pt x="722794" y="832970"/>
                  </a:moveTo>
                  <a:lnTo>
                    <a:pt x="721004" y="834760"/>
                  </a:lnTo>
                  <a:lnTo>
                    <a:pt x="719213" y="834760"/>
                  </a:lnTo>
                  <a:lnTo>
                    <a:pt x="711212" y="842762"/>
                  </a:lnTo>
                  <a:lnTo>
                    <a:pt x="711212" y="844552"/>
                  </a:lnTo>
                  <a:lnTo>
                    <a:pt x="709421" y="846343"/>
                  </a:lnTo>
                  <a:lnTo>
                    <a:pt x="709421" y="848134"/>
                  </a:lnTo>
                  <a:lnTo>
                    <a:pt x="707630" y="849924"/>
                  </a:lnTo>
                  <a:lnTo>
                    <a:pt x="707630" y="861854"/>
                  </a:lnTo>
                  <a:lnTo>
                    <a:pt x="709421" y="863645"/>
                  </a:lnTo>
                  <a:lnTo>
                    <a:pt x="709421" y="865435"/>
                  </a:lnTo>
                  <a:lnTo>
                    <a:pt x="711212" y="867226"/>
                  </a:lnTo>
                  <a:lnTo>
                    <a:pt x="711212" y="869016"/>
                  </a:lnTo>
                  <a:lnTo>
                    <a:pt x="717422" y="875227"/>
                  </a:lnTo>
                  <a:lnTo>
                    <a:pt x="719213" y="875227"/>
                  </a:lnTo>
                  <a:lnTo>
                    <a:pt x="721004" y="877018"/>
                  </a:lnTo>
                  <a:lnTo>
                    <a:pt x="722794" y="877018"/>
                  </a:lnTo>
                  <a:lnTo>
                    <a:pt x="724585" y="878808"/>
                  </a:lnTo>
                  <a:lnTo>
                    <a:pt x="736515" y="878808"/>
                  </a:lnTo>
                  <a:lnTo>
                    <a:pt x="738305" y="877018"/>
                  </a:lnTo>
                  <a:lnTo>
                    <a:pt x="740096" y="877018"/>
                  </a:lnTo>
                  <a:lnTo>
                    <a:pt x="741886" y="875227"/>
                  </a:lnTo>
                  <a:lnTo>
                    <a:pt x="743677" y="875227"/>
                  </a:lnTo>
                  <a:lnTo>
                    <a:pt x="751678" y="867226"/>
                  </a:lnTo>
                  <a:lnTo>
                    <a:pt x="751678" y="865435"/>
                  </a:lnTo>
                  <a:lnTo>
                    <a:pt x="753469" y="863645"/>
                  </a:lnTo>
                  <a:lnTo>
                    <a:pt x="753469" y="848134"/>
                  </a:lnTo>
                  <a:lnTo>
                    <a:pt x="751678" y="846343"/>
                  </a:lnTo>
                  <a:lnTo>
                    <a:pt x="751678" y="844552"/>
                  </a:lnTo>
                  <a:lnTo>
                    <a:pt x="748097" y="840971"/>
                  </a:lnTo>
                  <a:lnTo>
                    <a:pt x="748097" y="838342"/>
                  </a:lnTo>
                  <a:lnTo>
                    <a:pt x="745468" y="838342"/>
                  </a:lnTo>
                  <a:lnTo>
                    <a:pt x="741886" y="834760"/>
                  </a:lnTo>
                  <a:lnTo>
                    <a:pt x="740096" y="834760"/>
                  </a:lnTo>
                  <a:lnTo>
                    <a:pt x="738305" y="832970"/>
                  </a:lnTo>
                  <a:lnTo>
                    <a:pt x="722794" y="832970"/>
                  </a:lnTo>
                  <a:close/>
                  <a:moveTo>
                    <a:pt x="710260" y="784625"/>
                  </a:moveTo>
                  <a:lnTo>
                    <a:pt x="708470" y="786415"/>
                  </a:lnTo>
                  <a:lnTo>
                    <a:pt x="704888" y="786415"/>
                  </a:lnTo>
                  <a:lnTo>
                    <a:pt x="703098" y="788206"/>
                  </a:lnTo>
                  <a:lnTo>
                    <a:pt x="701307" y="788206"/>
                  </a:lnTo>
                  <a:lnTo>
                    <a:pt x="695097" y="794417"/>
                  </a:lnTo>
                  <a:lnTo>
                    <a:pt x="695097" y="796207"/>
                  </a:lnTo>
                  <a:lnTo>
                    <a:pt x="693306" y="797998"/>
                  </a:lnTo>
                  <a:lnTo>
                    <a:pt x="693306" y="799788"/>
                  </a:lnTo>
                  <a:lnTo>
                    <a:pt x="691515" y="801579"/>
                  </a:lnTo>
                  <a:lnTo>
                    <a:pt x="691515" y="815299"/>
                  </a:lnTo>
                  <a:lnTo>
                    <a:pt x="693306" y="817090"/>
                  </a:lnTo>
                  <a:lnTo>
                    <a:pt x="693306" y="818881"/>
                  </a:lnTo>
                  <a:lnTo>
                    <a:pt x="696887" y="822462"/>
                  </a:lnTo>
                  <a:lnTo>
                    <a:pt x="696887" y="824252"/>
                  </a:lnTo>
                  <a:lnTo>
                    <a:pt x="699517" y="826882"/>
                  </a:lnTo>
                  <a:lnTo>
                    <a:pt x="701307" y="826882"/>
                  </a:lnTo>
                  <a:lnTo>
                    <a:pt x="704888" y="830463"/>
                  </a:lnTo>
                  <a:lnTo>
                    <a:pt x="710260" y="830463"/>
                  </a:lnTo>
                  <a:lnTo>
                    <a:pt x="712051" y="832254"/>
                  </a:lnTo>
                  <a:lnTo>
                    <a:pt x="718609" y="832254"/>
                  </a:lnTo>
                  <a:lnTo>
                    <a:pt x="720400" y="830463"/>
                  </a:lnTo>
                  <a:lnTo>
                    <a:pt x="723981" y="830463"/>
                  </a:lnTo>
                  <a:lnTo>
                    <a:pt x="725771" y="828673"/>
                  </a:lnTo>
                  <a:lnTo>
                    <a:pt x="727562" y="828673"/>
                  </a:lnTo>
                  <a:lnTo>
                    <a:pt x="735563" y="820671"/>
                  </a:lnTo>
                  <a:lnTo>
                    <a:pt x="735563" y="818881"/>
                  </a:lnTo>
                  <a:lnTo>
                    <a:pt x="737354" y="817090"/>
                  </a:lnTo>
                  <a:lnTo>
                    <a:pt x="737354" y="799788"/>
                  </a:lnTo>
                  <a:lnTo>
                    <a:pt x="735563" y="797998"/>
                  </a:lnTo>
                  <a:lnTo>
                    <a:pt x="735563" y="796207"/>
                  </a:lnTo>
                  <a:lnTo>
                    <a:pt x="727562" y="788206"/>
                  </a:lnTo>
                  <a:lnTo>
                    <a:pt x="725771" y="788206"/>
                  </a:lnTo>
                  <a:lnTo>
                    <a:pt x="723981" y="786415"/>
                  </a:lnTo>
                  <a:lnTo>
                    <a:pt x="722190" y="786415"/>
                  </a:lnTo>
                  <a:lnTo>
                    <a:pt x="720400" y="784625"/>
                  </a:lnTo>
                  <a:lnTo>
                    <a:pt x="710260" y="784625"/>
                  </a:lnTo>
                  <a:close/>
                  <a:moveTo>
                    <a:pt x="810532" y="779253"/>
                  </a:moveTo>
                  <a:lnTo>
                    <a:pt x="808741" y="781044"/>
                  </a:lnTo>
                  <a:lnTo>
                    <a:pt x="806951" y="781044"/>
                  </a:lnTo>
                  <a:lnTo>
                    <a:pt x="805160" y="782834"/>
                  </a:lnTo>
                  <a:lnTo>
                    <a:pt x="803369" y="782834"/>
                  </a:lnTo>
                  <a:lnTo>
                    <a:pt x="797159" y="789045"/>
                  </a:lnTo>
                  <a:lnTo>
                    <a:pt x="797159" y="790835"/>
                  </a:lnTo>
                  <a:lnTo>
                    <a:pt x="795368" y="792626"/>
                  </a:lnTo>
                  <a:lnTo>
                    <a:pt x="795368" y="796207"/>
                  </a:lnTo>
                  <a:lnTo>
                    <a:pt x="793578" y="797998"/>
                  </a:lnTo>
                  <a:lnTo>
                    <a:pt x="793578" y="806347"/>
                  </a:lnTo>
                  <a:lnTo>
                    <a:pt x="795368" y="808137"/>
                  </a:lnTo>
                  <a:lnTo>
                    <a:pt x="795368" y="809928"/>
                  </a:lnTo>
                  <a:lnTo>
                    <a:pt x="797159" y="811718"/>
                  </a:lnTo>
                  <a:lnTo>
                    <a:pt x="797159" y="813509"/>
                  </a:lnTo>
                  <a:lnTo>
                    <a:pt x="805160" y="821510"/>
                  </a:lnTo>
                  <a:lnTo>
                    <a:pt x="806951" y="821510"/>
                  </a:lnTo>
                  <a:lnTo>
                    <a:pt x="808741" y="823301"/>
                  </a:lnTo>
                  <a:lnTo>
                    <a:pt x="822462" y="823301"/>
                  </a:lnTo>
                  <a:lnTo>
                    <a:pt x="824252" y="821510"/>
                  </a:lnTo>
                  <a:lnTo>
                    <a:pt x="826043" y="821510"/>
                  </a:lnTo>
                  <a:lnTo>
                    <a:pt x="827833" y="819720"/>
                  </a:lnTo>
                  <a:lnTo>
                    <a:pt x="829624" y="819720"/>
                  </a:lnTo>
                  <a:lnTo>
                    <a:pt x="834044" y="815299"/>
                  </a:lnTo>
                  <a:lnTo>
                    <a:pt x="834044" y="813509"/>
                  </a:lnTo>
                  <a:lnTo>
                    <a:pt x="837625" y="809928"/>
                  </a:lnTo>
                  <a:lnTo>
                    <a:pt x="837625" y="794417"/>
                  </a:lnTo>
                  <a:lnTo>
                    <a:pt x="835835" y="792626"/>
                  </a:lnTo>
                  <a:lnTo>
                    <a:pt x="835835" y="790835"/>
                  </a:lnTo>
                  <a:lnTo>
                    <a:pt x="832254" y="787254"/>
                  </a:lnTo>
                  <a:lnTo>
                    <a:pt x="832254" y="784625"/>
                  </a:lnTo>
                  <a:lnTo>
                    <a:pt x="829624" y="784625"/>
                  </a:lnTo>
                  <a:lnTo>
                    <a:pt x="826043" y="781044"/>
                  </a:lnTo>
                  <a:lnTo>
                    <a:pt x="822462" y="781044"/>
                  </a:lnTo>
                  <a:lnTo>
                    <a:pt x="820671" y="779253"/>
                  </a:lnTo>
                  <a:lnTo>
                    <a:pt x="810532" y="779253"/>
                  </a:lnTo>
                  <a:close/>
                  <a:moveTo>
                    <a:pt x="660124" y="716583"/>
                  </a:moveTo>
                  <a:lnTo>
                    <a:pt x="658334" y="718374"/>
                  </a:lnTo>
                  <a:lnTo>
                    <a:pt x="656543" y="718374"/>
                  </a:lnTo>
                  <a:lnTo>
                    <a:pt x="654753" y="720164"/>
                  </a:lnTo>
                  <a:lnTo>
                    <a:pt x="652962" y="720164"/>
                  </a:lnTo>
                  <a:lnTo>
                    <a:pt x="646751" y="726375"/>
                  </a:lnTo>
                  <a:lnTo>
                    <a:pt x="646751" y="728166"/>
                  </a:lnTo>
                  <a:lnTo>
                    <a:pt x="644961" y="729956"/>
                  </a:lnTo>
                  <a:lnTo>
                    <a:pt x="644961" y="731747"/>
                  </a:lnTo>
                  <a:lnTo>
                    <a:pt x="643170" y="733537"/>
                  </a:lnTo>
                  <a:lnTo>
                    <a:pt x="643170" y="747258"/>
                  </a:lnTo>
                  <a:lnTo>
                    <a:pt x="644961" y="749049"/>
                  </a:lnTo>
                  <a:lnTo>
                    <a:pt x="644961" y="750839"/>
                  </a:lnTo>
                  <a:lnTo>
                    <a:pt x="646751" y="752630"/>
                  </a:lnTo>
                  <a:lnTo>
                    <a:pt x="646751" y="754420"/>
                  </a:lnTo>
                  <a:lnTo>
                    <a:pt x="652962" y="760631"/>
                  </a:lnTo>
                  <a:lnTo>
                    <a:pt x="654753" y="760631"/>
                  </a:lnTo>
                  <a:lnTo>
                    <a:pt x="656543" y="762422"/>
                  </a:lnTo>
                  <a:lnTo>
                    <a:pt x="658334" y="762422"/>
                  </a:lnTo>
                  <a:lnTo>
                    <a:pt x="660124" y="764212"/>
                  </a:lnTo>
                  <a:lnTo>
                    <a:pt x="675636" y="764212"/>
                  </a:lnTo>
                  <a:lnTo>
                    <a:pt x="677426" y="762422"/>
                  </a:lnTo>
                  <a:lnTo>
                    <a:pt x="679217" y="762422"/>
                  </a:lnTo>
                  <a:lnTo>
                    <a:pt x="687218" y="754420"/>
                  </a:lnTo>
                  <a:lnTo>
                    <a:pt x="687218" y="752630"/>
                  </a:lnTo>
                  <a:lnTo>
                    <a:pt x="689009" y="750839"/>
                  </a:lnTo>
                  <a:lnTo>
                    <a:pt x="689009" y="749049"/>
                  </a:lnTo>
                  <a:lnTo>
                    <a:pt x="690799" y="747258"/>
                  </a:lnTo>
                  <a:lnTo>
                    <a:pt x="690799" y="733537"/>
                  </a:lnTo>
                  <a:lnTo>
                    <a:pt x="689009" y="731747"/>
                  </a:lnTo>
                  <a:lnTo>
                    <a:pt x="689009" y="729956"/>
                  </a:lnTo>
                  <a:lnTo>
                    <a:pt x="687218" y="728166"/>
                  </a:lnTo>
                  <a:lnTo>
                    <a:pt x="687218" y="726375"/>
                  </a:lnTo>
                  <a:lnTo>
                    <a:pt x="681007" y="720164"/>
                  </a:lnTo>
                  <a:lnTo>
                    <a:pt x="679217" y="720164"/>
                  </a:lnTo>
                  <a:lnTo>
                    <a:pt x="677426" y="718374"/>
                  </a:lnTo>
                  <a:lnTo>
                    <a:pt x="675636" y="718374"/>
                  </a:lnTo>
                  <a:lnTo>
                    <a:pt x="673845" y="716583"/>
                  </a:lnTo>
                  <a:lnTo>
                    <a:pt x="660124" y="716583"/>
                  </a:lnTo>
                  <a:close/>
                  <a:moveTo>
                    <a:pt x="491811" y="673610"/>
                  </a:moveTo>
                  <a:lnTo>
                    <a:pt x="489182" y="676239"/>
                  </a:lnTo>
                  <a:lnTo>
                    <a:pt x="489182" y="678030"/>
                  </a:lnTo>
                  <a:lnTo>
                    <a:pt x="479278" y="687934"/>
                  </a:lnTo>
                  <a:lnTo>
                    <a:pt x="477487" y="687934"/>
                  </a:lnTo>
                  <a:lnTo>
                    <a:pt x="475696" y="689725"/>
                  </a:lnTo>
                  <a:lnTo>
                    <a:pt x="473906" y="689725"/>
                  </a:lnTo>
                  <a:lnTo>
                    <a:pt x="472115" y="691515"/>
                  </a:lnTo>
                  <a:lnTo>
                    <a:pt x="458977" y="691515"/>
                  </a:lnTo>
                  <a:lnTo>
                    <a:pt x="457187" y="689725"/>
                  </a:lnTo>
                  <a:lnTo>
                    <a:pt x="453371" y="689725"/>
                  </a:lnTo>
                  <a:lnTo>
                    <a:pt x="453371" y="704285"/>
                  </a:lnTo>
                  <a:lnTo>
                    <a:pt x="455161" y="706075"/>
                  </a:lnTo>
                  <a:lnTo>
                    <a:pt x="455161" y="707866"/>
                  </a:lnTo>
                  <a:lnTo>
                    <a:pt x="464953" y="717658"/>
                  </a:lnTo>
                  <a:lnTo>
                    <a:pt x="466744" y="717658"/>
                  </a:lnTo>
                  <a:lnTo>
                    <a:pt x="468534" y="719448"/>
                  </a:lnTo>
                  <a:lnTo>
                    <a:pt x="472115" y="719448"/>
                  </a:lnTo>
                  <a:lnTo>
                    <a:pt x="473906" y="721239"/>
                  </a:lnTo>
                  <a:lnTo>
                    <a:pt x="484045" y="721239"/>
                  </a:lnTo>
                  <a:lnTo>
                    <a:pt x="485836" y="719448"/>
                  </a:lnTo>
                  <a:lnTo>
                    <a:pt x="489417" y="719448"/>
                  </a:lnTo>
                  <a:lnTo>
                    <a:pt x="492998" y="715867"/>
                  </a:lnTo>
                  <a:lnTo>
                    <a:pt x="494789" y="715867"/>
                  </a:lnTo>
                  <a:lnTo>
                    <a:pt x="501000" y="709656"/>
                  </a:lnTo>
                  <a:lnTo>
                    <a:pt x="501000" y="707866"/>
                  </a:lnTo>
                  <a:lnTo>
                    <a:pt x="502790" y="706075"/>
                  </a:lnTo>
                  <a:lnTo>
                    <a:pt x="502790" y="704285"/>
                  </a:lnTo>
                  <a:lnTo>
                    <a:pt x="504581" y="702494"/>
                  </a:lnTo>
                  <a:lnTo>
                    <a:pt x="504581" y="688773"/>
                  </a:lnTo>
                  <a:lnTo>
                    <a:pt x="502790" y="686983"/>
                  </a:lnTo>
                  <a:lnTo>
                    <a:pt x="502790" y="683402"/>
                  </a:lnTo>
                  <a:lnTo>
                    <a:pt x="499209" y="679821"/>
                  </a:lnTo>
                  <a:lnTo>
                    <a:pt x="499209" y="678030"/>
                  </a:lnTo>
                  <a:lnTo>
                    <a:pt x="494789" y="673610"/>
                  </a:lnTo>
                  <a:lnTo>
                    <a:pt x="491811" y="673610"/>
                  </a:lnTo>
                  <a:close/>
                  <a:moveTo>
                    <a:pt x="457791" y="639589"/>
                  </a:moveTo>
                  <a:lnTo>
                    <a:pt x="456000" y="641380"/>
                  </a:lnTo>
                  <a:lnTo>
                    <a:pt x="454210" y="641380"/>
                  </a:lnTo>
                  <a:lnTo>
                    <a:pt x="452419" y="643170"/>
                  </a:lnTo>
                  <a:lnTo>
                    <a:pt x="450629" y="643170"/>
                  </a:lnTo>
                  <a:lnTo>
                    <a:pt x="442627" y="651172"/>
                  </a:lnTo>
                  <a:lnTo>
                    <a:pt x="442627" y="652962"/>
                  </a:lnTo>
                  <a:lnTo>
                    <a:pt x="440837" y="654753"/>
                  </a:lnTo>
                  <a:lnTo>
                    <a:pt x="440837" y="658334"/>
                  </a:lnTo>
                  <a:lnTo>
                    <a:pt x="439046" y="660124"/>
                  </a:lnTo>
                  <a:lnTo>
                    <a:pt x="439046" y="672054"/>
                  </a:lnTo>
                  <a:lnTo>
                    <a:pt x="440837" y="673845"/>
                  </a:lnTo>
                  <a:lnTo>
                    <a:pt x="440837" y="675636"/>
                  </a:lnTo>
                  <a:lnTo>
                    <a:pt x="442627" y="677426"/>
                  </a:lnTo>
                  <a:lnTo>
                    <a:pt x="442627" y="679217"/>
                  </a:lnTo>
                  <a:lnTo>
                    <a:pt x="454445" y="691034"/>
                  </a:lnTo>
                  <a:lnTo>
                    <a:pt x="454445" y="684588"/>
                  </a:lnTo>
                  <a:lnTo>
                    <a:pt x="458026" y="681007"/>
                  </a:lnTo>
                  <a:lnTo>
                    <a:pt x="458026" y="679217"/>
                  </a:lnTo>
                  <a:lnTo>
                    <a:pt x="464349" y="672894"/>
                  </a:lnTo>
                  <a:lnTo>
                    <a:pt x="466140" y="672894"/>
                  </a:lnTo>
                  <a:lnTo>
                    <a:pt x="467930" y="671103"/>
                  </a:lnTo>
                  <a:lnTo>
                    <a:pt x="469721" y="671103"/>
                  </a:lnTo>
                  <a:lnTo>
                    <a:pt x="471511" y="669312"/>
                  </a:lnTo>
                  <a:lnTo>
                    <a:pt x="481661" y="669312"/>
                  </a:lnTo>
                  <a:lnTo>
                    <a:pt x="481661" y="666448"/>
                  </a:lnTo>
                  <a:lnTo>
                    <a:pt x="480464" y="666448"/>
                  </a:lnTo>
                  <a:lnTo>
                    <a:pt x="476883" y="662866"/>
                  </a:lnTo>
                  <a:lnTo>
                    <a:pt x="475093" y="662866"/>
                  </a:lnTo>
                  <a:lnTo>
                    <a:pt x="474141" y="661915"/>
                  </a:lnTo>
                  <a:lnTo>
                    <a:pt x="474141" y="660124"/>
                  </a:lnTo>
                  <a:lnTo>
                    <a:pt x="470560" y="656543"/>
                  </a:lnTo>
                  <a:lnTo>
                    <a:pt x="470560" y="654753"/>
                  </a:lnTo>
                  <a:lnTo>
                    <a:pt x="468769" y="652962"/>
                  </a:lnTo>
                  <a:lnTo>
                    <a:pt x="468769" y="649381"/>
                  </a:lnTo>
                  <a:lnTo>
                    <a:pt x="466979" y="647590"/>
                  </a:lnTo>
                  <a:lnTo>
                    <a:pt x="466979" y="639589"/>
                  </a:lnTo>
                  <a:lnTo>
                    <a:pt x="457791" y="639589"/>
                  </a:lnTo>
                  <a:close/>
                  <a:moveTo>
                    <a:pt x="525832" y="621683"/>
                  </a:moveTo>
                  <a:lnTo>
                    <a:pt x="524042" y="623474"/>
                  </a:lnTo>
                  <a:lnTo>
                    <a:pt x="518670" y="623474"/>
                  </a:lnTo>
                  <a:lnTo>
                    <a:pt x="516879" y="625265"/>
                  </a:lnTo>
                  <a:lnTo>
                    <a:pt x="514250" y="625265"/>
                  </a:lnTo>
                  <a:lnTo>
                    <a:pt x="514250" y="629081"/>
                  </a:lnTo>
                  <a:lnTo>
                    <a:pt x="516040" y="630872"/>
                  </a:lnTo>
                  <a:lnTo>
                    <a:pt x="516040" y="632662"/>
                  </a:lnTo>
                  <a:lnTo>
                    <a:pt x="517831" y="634453"/>
                  </a:lnTo>
                  <a:lnTo>
                    <a:pt x="517831" y="636243"/>
                  </a:lnTo>
                  <a:lnTo>
                    <a:pt x="519621" y="638034"/>
                  </a:lnTo>
                  <a:lnTo>
                    <a:pt x="519621" y="649381"/>
                  </a:lnTo>
                  <a:lnTo>
                    <a:pt x="517831" y="651172"/>
                  </a:lnTo>
                  <a:lnTo>
                    <a:pt x="517831" y="654753"/>
                  </a:lnTo>
                  <a:lnTo>
                    <a:pt x="514250" y="658334"/>
                  </a:lnTo>
                  <a:lnTo>
                    <a:pt x="514250" y="660124"/>
                  </a:lnTo>
                  <a:lnTo>
                    <a:pt x="506852" y="667522"/>
                  </a:lnTo>
                  <a:lnTo>
                    <a:pt x="511508" y="667522"/>
                  </a:lnTo>
                  <a:lnTo>
                    <a:pt x="515089" y="671103"/>
                  </a:lnTo>
                  <a:lnTo>
                    <a:pt x="516879" y="671103"/>
                  </a:lnTo>
                  <a:lnTo>
                    <a:pt x="518670" y="672894"/>
                  </a:lnTo>
                  <a:lnTo>
                    <a:pt x="525832" y="672894"/>
                  </a:lnTo>
                  <a:lnTo>
                    <a:pt x="528216" y="675277"/>
                  </a:lnTo>
                  <a:lnTo>
                    <a:pt x="530600" y="672894"/>
                  </a:lnTo>
                  <a:lnTo>
                    <a:pt x="537762" y="672894"/>
                  </a:lnTo>
                  <a:lnTo>
                    <a:pt x="541343" y="669312"/>
                  </a:lnTo>
                  <a:lnTo>
                    <a:pt x="543134" y="669312"/>
                  </a:lnTo>
                  <a:lnTo>
                    <a:pt x="549345" y="663102"/>
                  </a:lnTo>
                  <a:lnTo>
                    <a:pt x="549345" y="661311"/>
                  </a:lnTo>
                  <a:lnTo>
                    <a:pt x="551135" y="659521"/>
                  </a:lnTo>
                  <a:lnTo>
                    <a:pt x="551135" y="657730"/>
                  </a:lnTo>
                  <a:lnTo>
                    <a:pt x="552926" y="655939"/>
                  </a:lnTo>
                  <a:lnTo>
                    <a:pt x="552926" y="640428"/>
                  </a:lnTo>
                  <a:lnTo>
                    <a:pt x="551135" y="638638"/>
                  </a:lnTo>
                  <a:lnTo>
                    <a:pt x="551135" y="636847"/>
                  </a:lnTo>
                  <a:lnTo>
                    <a:pt x="549345" y="635057"/>
                  </a:lnTo>
                  <a:lnTo>
                    <a:pt x="549345" y="633266"/>
                  </a:lnTo>
                  <a:lnTo>
                    <a:pt x="543134" y="627055"/>
                  </a:lnTo>
                  <a:lnTo>
                    <a:pt x="541343" y="627055"/>
                  </a:lnTo>
                  <a:lnTo>
                    <a:pt x="537762" y="623474"/>
                  </a:lnTo>
                  <a:lnTo>
                    <a:pt x="530600" y="623474"/>
                  </a:lnTo>
                  <a:lnTo>
                    <a:pt x="528809" y="621683"/>
                  </a:lnTo>
                  <a:lnTo>
                    <a:pt x="525832" y="621683"/>
                  </a:lnTo>
                  <a:close/>
                  <a:moveTo>
                    <a:pt x="486440" y="618102"/>
                  </a:moveTo>
                  <a:lnTo>
                    <a:pt x="484649" y="619893"/>
                  </a:lnTo>
                  <a:lnTo>
                    <a:pt x="482859" y="619893"/>
                  </a:lnTo>
                  <a:lnTo>
                    <a:pt x="481068" y="621683"/>
                  </a:lnTo>
                  <a:lnTo>
                    <a:pt x="479278" y="621683"/>
                  </a:lnTo>
                  <a:lnTo>
                    <a:pt x="471276" y="629685"/>
                  </a:lnTo>
                  <a:lnTo>
                    <a:pt x="471276" y="631475"/>
                  </a:lnTo>
                  <a:lnTo>
                    <a:pt x="469486" y="633266"/>
                  </a:lnTo>
                  <a:lnTo>
                    <a:pt x="469486" y="635057"/>
                  </a:lnTo>
                  <a:lnTo>
                    <a:pt x="465669" y="638873"/>
                  </a:lnTo>
                  <a:lnTo>
                    <a:pt x="470325" y="638873"/>
                  </a:lnTo>
                  <a:lnTo>
                    <a:pt x="472115" y="640663"/>
                  </a:lnTo>
                  <a:lnTo>
                    <a:pt x="475696" y="640663"/>
                  </a:lnTo>
                  <a:lnTo>
                    <a:pt x="477487" y="642454"/>
                  </a:lnTo>
                  <a:lnTo>
                    <a:pt x="479278" y="642454"/>
                  </a:lnTo>
                  <a:lnTo>
                    <a:pt x="487391" y="650568"/>
                  </a:lnTo>
                  <a:lnTo>
                    <a:pt x="487391" y="652358"/>
                  </a:lnTo>
                  <a:lnTo>
                    <a:pt x="489182" y="654149"/>
                  </a:lnTo>
                  <a:lnTo>
                    <a:pt x="489182" y="655939"/>
                  </a:lnTo>
                  <a:lnTo>
                    <a:pt x="490972" y="657730"/>
                  </a:lnTo>
                  <a:lnTo>
                    <a:pt x="490972" y="669312"/>
                  </a:lnTo>
                  <a:lnTo>
                    <a:pt x="501951" y="669312"/>
                  </a:lnTo>
                  <a:lnTo>
                    <a:pt x="503742" y="667522"/>
                  </a:lnTo>
                  <a:lnTo>
                    <a:pt x="505532" y="667522"/>
                  </a:lnTo>
                  <a:lnTo>
                    <a:pt x="508755" y="664299"/>
                  </a:lnTo>
                  <a:lnTo>
                    <a:pt x="504581" y="660124"/>
                  </a:lnTo>
                  <a:lnTo>
                    <a:pt x="504581" y="658334"/>
                  </a:lnTo>
                  <a:lnTo>
                    <a:pt x="502790" y="656543"/>
                  </a:lnTo>
                  <a:lnTo>
                    <a:pt x="502790" y="649381"/>
                  </a:lnTo>
                  <a:lnTo>
                    <a:pt x="501593" y="648184"/>
                  </a:lnTo>
                  <a:lnTo>
                    <a:pt x="502790" y="646987"/>
                  </a:lnTo>
                  <a:lnTo>
                    <a:pt x="502790" y="639824"/>
                  </a:lnTo>
                  <a:lnTo>
                    <a:pt x="504581" y="638034"/>
                  </a:lnTo>
                  <a:lnTo>
                    <a:pt x="504581" y="636243"/>
                  </a:lnTo>
                  <a:lnTo>
                    <a:pt x="508162" y="632662"/>
                  </a:lnTo>
                  <a:lnTo>
                    <a:pt x="508162" y="630872"/>
                  </a:lnTo>
                  <a:lnTo>
                    <a:pt x="510904" y="628129"/>
                  </a:lnTo>
                  <a:lnTo>
                    <a:pt x="515559" y="628129"/>
                  </a:lnTo>
                  <a:lnTo>
                    <a:pt x="510904" y="623474"/>
                  </a:lnTo>
                  <a:lnTo>
                    <a:pt x="509113" y="623474"/>
                  </a:lnTo>
                  <a:lnTo>
                    <a:pt x="505532" y="619893"/>
                  </a:lnTo>
                  <a:lnTo>
                    <a:pt x="501951" y="619893"/>
                  </a:lnTo>
                  <a:lnTo>
                    <a:pt x="500160" y="618102"/>
                  </a:lnTo>
                  <a:lnTo>
                    <a:pt x="486440" y="618102"/>
                  </a:lnTo>
                  <a:close/>
                  <a:moveTo>
                    <a:pt x="561643" y="405025"/>
                  </a:moveTo>
                  <a:lnTo>
                    <a:pt x="559853" y="406816"/>
                  </a:lnTo>
                  <a:lnTo>
                    <a:pt x="556272" y="406816"/>
                  </a:lnTo>
                  <a:lnTo>
                    <a:pt x="554481" y="408606"/>
                  </a:lnTo>
                  <a:lnTo>
                    <a:pt x="552691" y="408606"/>
                  </a:lnTo>
                  <a:lnTo>
                    <a:pt x="549109" y="412188"/>
                  </a:lnTo>
                  <a:lnTo>
                    <a:pt x="546480" y="412188"/>
                  </a:lnTo>
                  <a:lnTo>
                    <a:pt x="546480" y="414817"/>
                  </a:lnTo>
                  <a:lnTo>
                    <a:pt x="542899" y="418398"/>
                  </a:lnTo>
                  <a:lnTo>
                    <a:pt x="542899" y="420189"/>
                  </a:lnTo>
                  <a:lnTo>
                    <a:pt x="541108" y="421980"/>
                  </a:lnTo>
                  <a:lnTo>
                    <a:pt x="541108" y="441072"/>
                  </a:lnTo>
                  <a:lnTo>
                    <a:pt x="544689" y="444653"/>
                  </a:lnTo>
                  <a:lnTo>
                    <a:pt x="544689" y="446444"/>
                  </a:lnTo>
                  <a:lnTo>
                    <a:pt x="550900" y="452654"/>
                  </a:lnTo>
                  <a:lnTo>
                    <a:pt x="552691" y="452654"/>
                  </a:lnTo>
                  <a:lnTo>
                    <a:pt x="554481" y="454445"/>
                  </a:lnTo>
                  <a:lnTo>
                    <a:pt x="556272" y="454445"/>
                  </a:lnTo>
                  <a:lnTo>
                    <a:pt x="558062" y="456235"/>
                  </a:lnTo>
                  <a:lnTo>
                    <a:pt x="575364" y="456235"/>
                  </a:lnTo>
                  <a:lnTo>
                    <a:pt x="578945" y="452654"/>
                  </a:lnTo>
                  <a:lnTo>
                    <a:pt x="580736" y="452654"/>
                  </a:lnTo>
                  <a:lnTo>
                    <a:pt x="588737" y="444653"/>
                  </a:lnTo>
                  <a:lnTo>
                    <a:pt x="588737" y="442862"/>
                  </a:lnTo>
                  <a:lnTo>
                    <a:pt x="590528" y="441072"/>
                  </a:lnTo>
                  <a:lnTo>
                    <a:pt x="590528" y="435700"/>
                  </a:lnTo>
                  <a:lnTo>
                    <a:pt x="592318" y="433910"/>
                  </a:lnTo>
                  <a:lnTo>
                    <a:pt x="592318" y="429142"/>
                  </a:lnTo>
                  <a:lnTo>
                    <a:pt x="590528" y="427351"/>
                  </a:lnTo>
                  <a:lnTo>
                    <a:pt x="590528" y="421980"/>
                  </a:lnTo>
                  <a:lnTo>
                    <a:pt x="588737" y="420189"/>
                  </a:lnTo>
                  <a:lnTo>
                    <a:pt x="588737" y="418398"/>
                  </a:lnTo>
                  <a:lnTo>
                    <a:pt x="585156" y="414817"/>
                  </a:lnTo>
                  <a:lnTo>
                    <a:pt x="585156" y="412188"/>
                  </a:lnTo>
                  <a:lnTo>
                    <a:pt x="582526" y="412188"/>
                  </a:lnTo>
                  <a:lnTo>
                    <a:pt x="578945" y="408606"/>
                  </a:lnTo>
                  <a:lnTo>
                    <a:pt x="577155" y="408606"/>
                  </a:lnTo>
                  <a:lnTo>
                    <a:pt x="575364" y="406816"/>
                  </a:lnTo>
                  <a:lnTo>
                    <a:pt x="571783" y="406816"/>
                  </a:lnTo>
                  <a:lnTo>
                    <a:pt x="569992" y="405025"/>
                  </a:lnTo>
                  <a:lnTo>
                    <a:pt x="561643" y="405025"/>
                  </a:lnTo>
                  <a:close/>
                  <a:moveTo>
                    <a:pt x="271572" y="399654"/>
                  </a:moveTo>
                  <a:lnTo>
                    <a:pt x="269782" y="401444"/>
                  </a:lnTo>
                  <a:lnTo>
                    <a:pt x="266201" y="401444"/>
                  </a:lnTo>
                  <a:lnTo>
                    <a:pt x="254618" y="413027"/>
                  </a:lnTo>
                  <a:lnTo>
                    <a:pt x="254618" y="414817"/>
                  </a:lnTo>
                  <a:lnTo>
                    <a:pt x="252827" y="416608"/>
                  </a:lnTo>
                  <a:lnTo>
                    <a:pt x="252827" y="423770"/>
                  </a:lnTo>
                  <a:lnTo>
                    <a:pt x="251037" y="425561"/>
                  </a:lnTo>
                  <a:lnTo>
                    <a:pt x="251037" y="428538"/>
                  </a:lnTo>
                  <a:lnTo>
                    <a:pt x="252827" y="430328"/>
                  </a:lnTo>
                  <a:lnTo>
                    <a:pt x="252827" y="437491"/>
                  </a:lnTo>
                  <a:lnTo>
                    <a:pt x="254618" y="439281"/>
                  </a:lnTo>
                  <a:lnTo>
                    <a:pt x="254618" y="441072"/>
                  </a:lnTo>
                  <a:lnTo>
                    <a:pt x="264410" y="450864"/>
                  </a:lnTo>
                  <a:lnTo>
                    <a:pt x="266201" y="450864"/>
                  </a:lnTo>
                  <a:lnTo>
                    <a:pt x="267991" y="452654"/>
                  </a:lnTo>
                  <a:lnTo>
                    <a:pt x="269782" y="452654"/>
                  </a:lnTo>
                  <a:lnTo>
                    <a:pt x="271572" y="454445"/>
                  </a:lnTo>
                  <a:lnTo>
                    <a:pt x="287083" y="454445"/>
                  </a:lnTo>
                  <a:lnTo>
                    <a:pt x="288874" y="452654"/>
                  </a:lnTo>
                  <a:lnTo>
                    <a:pt x="292455" y="452654"/>
                  </a:lnTo>
                  <a:lnTo>
                    <a:pt x="294246" y="450864"/>
                  </a:lnTo>
                  <a:lnTo>
                    <a:pt x="296036" y="450864"/>
                  </a:lnTo>
                  <a:lnTo>
                    <a:pt x="302247" y="444653"/>
                  </a:lnTo>
                  <a:lnTo>
                    <a:pt x="302247" y="442862"/>
                  </a:lnTo>
                  <a:lnTo>
                    <a:pt x="305828" y="439281"/>
                  </a:lnTo>
                  <a:lnTo>
                    <a:pt x="305828" y="435700"/>
                  </a:lnTo>
                  <a:lnTo>
                    <a:pt x="307619" y="433910"/>
                  </a:lnTo>
                  <a:lnTo>
                    <a:pt x="307619" y="420189"/>
                  </a:lnTo>
                  <a:lnTo>
                    <a:pt x="305828" y="418398"/>
                  </a:lnTo>
                  <a:lnTo>
                    <a:pt x="305828" y="414817"/>
                  </a:lnTo>
                  <a:lnTo>
                    <a:pt x="304038" y="413027"/>
                  </a:lnTo>
                  <a:lnTo>
                    <a:pt x="304038" y="411236"/>
                  </a:lnTo>
                  <a:lnTo>
                    <a:pt x="296036" y="403235"/>
                  </a:lnTo>
                  <a:lnTo>
                    <a:pt x="294246" y="403235"/>
                  </a:lnTo>
                  <a:lnTo>
                    <a:pt x="292455" y="401444"/>
                  </a:lnTo>
                  <a:lnTo>
                    <a:pt x="290665" y="401444"/>
                  </a:lnTo>
                  <a:lnTo>
                    <a:pt x="288874" y="399654"/>
                  </a:lnTo>
                  <a:lnTo>
                    <a:pt x="271572" y="399654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154" name="Vector layer 4379AC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507507" y="629265"/>
                  </a:moveTo>
                  <a:lnTo>
                    <a:pt x="509533" y="631291"/>
                  </a:lnTo>
                  <a:lnTo>
                    <a:pt x="511323" y="629500"/>
                  </a:lnTo>
                  <a:lnTo>
                    <a:pt x="509298" y="627475"/>
                  </a:lnTo>
                  <a:lnTo>
                    <a:pt x="507507" y="629265"/>
                  </a:lnTo>
                  <a:close/>
                </a:path>
              </a:pathLst>
            </a:custGeom>
            <a:solidFill>
              <a:srgbClr val="4379AC"/>
            </a:solidFill>
            <a:ln>
              <a:noFill/>
            </a:ln>
          </p:spPr>
        </p:sp>
        <p:sp>
          <p:nvSpPr>
            <p:cNvPr id="1155" name="Vector layer 3874AB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864842" y="1360470"/>
                  </a:moveTo>
                  <a:lnTo>
                    <a:pt x="864842" y="1357605"/>
                  </a:lnTo>
                  <a:lnTo>
                    <a:pt x="863051" y="1357605"/>
                  </a:lnTo>
                  <a:lnTo>
                    <a:pt x="863051" y="1360470"/>
                  </a:lnTo>
                  <a:lnTo>
                    <a:pt x="864842" y="1360470"/>
                  </a:lnTo>
                  <a:close/>
                  <a:moveTo>
                    <a:pt x="854099" y="1360470"/>
                  </a:moveTo>
                  <a:lnTo>
                    <a:pt x="854099" y="1357605"/>
                  </a:lnTo>
                  <a:lnTo>
                    <a:pt x="852308" y="1357605"/>
                  </a:lnTo>
                  <a:lnTo>
                    <a:pt x="852308" y="1360470"/>
                  </a:lnTo>
                  <a:lnTo>
                    <a:pt x="854099" y="1360470"/>
                  </a:lnTo>
                  <a:close/>
                  <a:moveTo>
                    <a:pt x="803963" y="1360470"/>
                  </a:moveTo>
                  <a:lnTo>
                    <a:pt x="803963" y="1357605"/>
                  </a:lnTo>
                  <a:lnTo>
                    <a:pt x="802172" y="1357605"/>
                  </a:lnTo>
                  <a:lnTo>
                    <a:pt x="802172" y="1360470"/>
                  </a:lnTo>
                  <a:lnTo>
                    <a:pt x="803963" y="1360470"/>
                  </a:lnTo>
                  <a:close/>
                  <a:moveTo>
                    <a:pt x="809334" y="1358679"/>
                  </a:moveTo>
                  <a:lnTo>
                    <a:pt x="809334" y="1355814"/>
                  </a:lnTo>
                  <a:lnTo>
                    <a:pt x="807544" y="1355814"/>
                  </a:lnTo>
                  <a:lnTo>
                    <a:pt x="807544" y="1358679"/>
                  </a:lnTo>
                  <a:lnTo>
                    <a:pt x="809334" y="1358679"/>
                  </a:lnTo>
                  <a:close/>
                  <a:moveTo>
                    <a:pt x="796801" y="1358679"/>
                  </a:moveTo>
                  <a:lnTo>
                    <a:pt x="796801" y="1355814"/>
                  </a:lnTo>
                  <a:lnTo>
                    <a:pt x="795010" y="1355814"/>
                  </a:lnTo>
                  <a:lnTo>
                    <a:pt x="795010" y="1358679"/>
                  </a:lnTo>
                  <a:lnTo>
                    <a:pt x="796801" y="1358679"/>
                  </a:lnTo>
                  <a:close/>
                  <a:moveTo>
                    <a:pt x="791429" y="1358679"/>
                  </a:moveTo>
                  <a:lnTo>
                    <a:pt x="791429" y="1355814"/>
                  </a:lnTo>
                  <a:lnTo>
                    <a:pt x="787848" y="1355814"/>
                  </a:lnTo>
                  <a:lnTo>
                    <a:pt x="787848" y="1358679"/>
                  </a:lnTo>
                  <a:lnTo>
                    <a:pt x="791429" y="1358679"/>
                  </a:lnTo>
                  <a:close/>
                  <a:moveTo>
                    <a:pt x="901431" y="1356234"/>
                  </a:moveTo>
                  <a:lnTo>
                    <a:pt x="903457" y="1358260"/>
                  </a:lnTo>
                  <a:lnTo>
                    <a:pt x="905247" y="1356469"/>
                  </a:lnTo>
                  <a:lnTo>
                    <a:pt x="903221" y="1354443"/>
                  </a:lnTo>
                  <a:lnTo>
                    <a:pt x="901431" y="1356234"/>
                  </a:lnTo>
                  <a:close/>
                  <a:moveTo>
                    <a:pt x="889910" y="1356889"/>
                  </a:moveTo>
                  <a:lnTo>
                    <a:pt x="889910" y="1354024"/>
                  </a:lnTo>
                  <a:lnTo>
                    <a:pt x="888119" y="1354024"/>
                  </a:lnTo>
                  <a:lnTo>
                    <a:pt x="888119" y="1356889"/>
                  </a:lnTo>
                  <a:lnTo>
                    <a:pt x="889910" y="1356889"/>
                  </a:lnTo>
                  <a:close/>
                  <a:moveTo>
                    <a:pt x="873201" y="1356889"/>
                  </a:moveTo>
                  <a:lnTo>
                    <a:pt x="875585" y="1359273"/>
                  </a:lnTo>
                  <a:lnTo>
                    <a:pt x="878389" y="1356469"/>
                  </a:lnTo>
                  <a:lnTo>
                    <a:pt x="876363" y="1354443"/>
                  </a:lnTo>
                  <a:lnTo>
                    <a:pt x="875585" y="1355221"/>
                  </a:lnTo>
                  <a:lnTo>
                    <a:pt x="874388" y="1354024"/>
                  </a:lnTo>
                  <a:lnTo>
                    <a:pt x="872004" y="1354024"/>
                  </a:lnTo>
                  <a:lnTo>
                    <a:pt x="872004" y="1356889"/>
                  </a:lnTo>
                  <a:lnTo>
                    <a:pt x="873201" y="1356889"/>
                  </a:lnTo>
                  <a:close/>
                  <a:moveTo>
                    <a:pt x="783254" y="1358260"/>
                  </a:moveTo>
                  <a:lnTo>
                    <a:pt x="785279" y="1356234"/>
                  </a:lnTo>
                  <a:lnTo>
                    <a:pt x="783489" y="1354443"/>
                  </a:lnTo>
                  <a:lnTo>
                    <a:pt x="781463" y="1356469"/>
                  </a:lnTo>
                  <a:lnTo>
                    <a:pt x="783254" y="1358260"/>
                  </a:lnTo>
                  <a:close/>
                  <a:moveTo>
                    <a:pt x="811903" y="1354443"/>
                  </a:moveTo>
                  <a:lnTo>
                    <a:pt x="813928" y="1356469"/>
                  </a:lnTo>
                  <a:lnTo>
                    <a:pt x="817510" y="1352888"/>
                  </a:lnTo>
                  <a:lnTo>
                    <a:pt x="815484" y="1350862"/>
                  </a:lnTo>
                  <a:lnTo>
                    <a:pt x="811903" y="1354443"/>
                  </a:lnTo>
                  <a:close/>
                  <a:moveTo>
                    <a:pt x="843713" y="1351282"/>
                  </a:moveTo>
                  <a:lnTo>
                    <a:pt x="843713" y="1354259"/>
                  </a:lnTo>
                  <a:lnTo>
                    <a:pt x="847714" y="1358260"/>
                  </a:lnTo>
                  <a:lnTo>
                    <a:pt x="849740" y="1356234"/>
                  </a:lnTo>
                  <a:lnTo>
                    <a:pt x="846578" y="1353072"/>
                  </a:lnTo>
                  <a:lnTo>
                    <a:pt x="846578" y="1352468"/>
                  </a:lnTo>
                  <a:lnTo>
                    <a:pt x="849320" y="1349726"/>
                  </a:lnTo>
                  <a:lnTo>
                    <a:pt x="851111" y="1349726"/>
                  </a:lnTo>
                  <a:lnTo>
                    <a:pt x="852901" y="1347936"/>
                  </a:lnTo>
                  <a:lnTo>
                    <a:pt x="854099" y="1347936"/>
                  </a:lnTo>
                  <a:lnTo>
                    <a:pt x="854099" y="1345071"/>
                  </a:lnTo>
                  <a:lnTo>
                    <a:pt x="851715" y="1345071"/>
                  </a:lnTo>
                  <a:lnTo>
                    <a:pt x="849924" y="1346861"/>
                  </a:lnTo>
                  <a:lnTo>
                    <a:pt x="848134" y="1346861"/>
                  </a:lnTo>
                  <a:lnTo>
                    <a:pt x="843713" y="1351282"/>
                  </a:lnTo>
                  <a:close/>
                  <a:moveTo>
                    <a:pt x="777462" y="1350678"/>
                  </a:moveTo>
                  <a:lnTo>
                    <a:pt x="779673" y="1352888"/>
                  </a:lnTo>
                  <a:lnTo>
                    <a:pt x="781698" y="1350862"/>
                  </a:lnTo>
                  <a:lnTo>
                    <a:pt x="780327" y="1349491"/>
                  </a:lnTo>
                  <a:lnTo>
                    <a:pt x="780327" y="1346503"/>
                  </a:lnTo>
                  <a:lnTo>
                    <a:pt x="777462" y="1346503"/>
                  </a:lnTo>
                  <a:lnTo>
                    <a:pt x="777462" y="1350678"/>
                  </a:lnTo>
                  <a:close/>
                  <a:moveTo>
                    <a:pt x="879525" y="1348887"/>
                  </a:moveTo>
                  <a:lnTo>
                    <a:pt x="881735" y="1351097"/>
                  </a:lnTo>
                  <a:lnTo>
                    <a:pt x="883760" y="1349072"/>
                  </a:lnTo>
                  <a:lnTo>
                    <a:pt x="882389" y="1347701"/>
                  </a:lnTo>
                  <a:lnTo>
                    <a:pt x="882389" y="1344713"/>
                  </a:lnTo>
                  <a:lnTo>
                    <a:pt x="879525" y="1344713"/>
                  </a:lnTo>
                  <a:lnTo>
                    <a:pt x="879525" y="1348887"/>
                  </a:lnTo>
                  <a:close/>
                  <a:moveTo>
                    <a:pt x="874153" y="1349491"/>
                  </a:moveTo>
                  <a:lnTo>
                    <a:pt x="874153" y="1351875"/>
                  </a:lnTo>
                  <a:lnTo>
                    <a:pt x="877018" y="1351875"/>
                  </a:lnTo>
                  <a:lnTo>
                    <a:pt x="877018" y="1350678"/>
                  </a:lnTo>
                  <a:lnTo>
                    <a:pt x="878808" y="1348887"/>
                  </a:lnTo>
                  <a:lnTo>
                    <a:pt x="878808" y="1344713"/>
                  </a:lnTo>
                  <a:lnTo>
                    <a:pt x="875943" y="1344713"/>
                  </a:lnTo>
                  <a:lnTo>
                    <a:pt x="875943" y="1347701"/>
                  </a:lnTo>
                  <a:lnTo>
                    <a:pt x="874153" y="1349491"/>
                  </a:lnTo>
                  <a:close/>
                  <a:moveTo>
                    <a:pt x="863051" y="1346145"/>
                  </a:moveTo>
                  <a:lnTo>
                    <a:pt x="863051" y="1343280"/>
                  </a:lnTo>
                  <a:lnTo>
                    <a:pt x="857680" y="1343280"/>
                  </a:lnTo>
                  <a:lnTo>
                    <a:pt x="857680" y="1346145"/>
                  </a:lnTo>
                  <a:lnTo>
                    <a:pt x="863051" y="1346145"/>
                  </a:lnTo>
                  <a:close/>
                  <a:moveTo>
                    <a:pt x="428722" y="1341909"/>
                  </a:moveTo>
                  <a:lnTo>
                    <a:pt x="425561" y="1345071"/>
                  </a:lnTo>
                  <a:lnTo>
                    <a:pt x="422573" y="1345071"/>
                  </a:lnTo>
                  <a:lnTo>
                    <a:pt x="422573" y="1347936"/>
                  </a:lnTo>
                  <a:lnTo>
                    <a:pt x="429377" y="1347936"/>
                  </a:lnTo>
                  <a:lnTo>
                    <a:pt x="428722" y="1341909"/>
                  </a:lnTo>
                  <a:close/>
                  <a:moveTo>
                    <a:pt x="417979" y="1345726"/>
                  </a:moveTo>
                  <a:lnTo>
                    <a:pt x="420005" y="1343700"/>
                  </a:lnTo>
                  <a:lnTo>
                    <a:pt x="418214" y="1341909"/>
                  </a:lnTo>
                  <a:lnTo>
                    <a:pt x="416188" y="1343935"/>
                  </a:lnTo>
                  <a:lnTo>
                    <a:pt x="417979" y="1345726"/>
                  </a:lnTo>
                  <a:close/>
                  <a:moveTo>
                    <a:pt x="906383" y="1346503"/>
                  </a:moveTo>
                  <a:lnTo>
                    <a:pt x="909248" y="1346503"/>
                  </a:lnTo>
                  <a:lnTo>
                    <a:pt x="909248" y="1339341"/>
                  </a:lnTo>
                  <a:lnTo>
                    <a:pt x="906383" y="1339341"/>
                  </a:lnTo>
                  <a:lnTo>
                    <a:pt x="906383" y="1346503"/>
                  </a:lnTo>
                  <a:close/>
                  <a:moveTo>
                    <a:pt x="868781" y="1339341"/>
                  </a:moveTo>
                  <a:lnTo>
                    <a:pt x="868781" y="1344119"/>
                  </a:lnTo>
                  <a:lnTo>
                    <a:pt x="867830" y="1345071"/>
                  </a:lnTo>
                  <a:lnTo>
                    <a:pt x="866632" y="1345071"/>
                  </a:lnTo>
                  <a:lnTo>
                    <a:pt x="866632" y="1347936"/>
                  </a:lnTo>
                  <a:lnTo>
                    <a:pt x="871646" y="1347936"/>
                  </a:lnTo>
                  <a:lnTo>
                    <a:pt x="868781" y="1339341"/>
                  </a:lnTo>
                  <a:close/>
                  <a:moveTo>
                    <a:pt x="729537" y="1340119"/>
                  </a:moveTo>
                  <a:lnTo>
                    <a:pt x="731563" y="1342145"/>
                  </a:lnTo>
                  <a:lnTo>
                    <a:pt x="733353" y="1340354"/>
                  </a:lnTo>
                  <a:lnTo>
                    <a:pt x="731327" y="1338328"/>
                  </a:lnTo>
                  <a:lnTo>
                    <a:pt x="729537" y="1340119"/>
                  </a:lnTo>
                  <a:close/>
                  <a:moveTo>
                    <a:pt x="719213" y="1342564"/>
                  </a:moveTo>
                  <a:lnTo>
                    <a:pt x="721004" y="1342564"/>
                  </a:lnTo>
                  <a:lnTo>
                    <a:pt x="722375" y="1343935"/>
                  </a:lnTo>
                  <a:lnTo>
                    <a:pt x="724400" y="1341909"/>
                  </a:lnTo>
                  <a:lnTo>
                    <a:pt x="722190" y="1339699"/>
                  </a:lnTo>
                  <a:lnTo>
                    <a:pt x="720400" y="1339699"/>
                  </a:lnTo>
                  <a:lnTo>
                    <a:pt x="719029" y="1338328"/>
                  </a:lnTo>
                  <a:lnTo>
                    <a:pt x="717003" y="1340354"/>
                  </a:lnTo>
                  <a:lnTo>
                    <a:pt x="719213" y="1342564"/>
                  </a:lnTo>
                  <a:close/>
                  <a:moveTo>
                    <a:pt x="931093" y="1338983"/>
                  </a:moveTo>
                  <a:lnTo>
                    <a:pt x="931093" y="1336118"/>
                  </a:lnTo>
                  <a:lnTo>
                    <a:pt x="922140" y="1336118"/>
                  </a:lnTo>
                  <a:lnTo>
                    <a:pt x="922140" y="1338983"/>
                  </a:lnTo>
                  <a:lnTo>
                    <a:pt x="931093" y="1338983"/>
                  </a:lnTo>
                  <a:close/>
                  <a:moveTo>
                    <a:pt x="915336" y="1334328"/>
                  </a:moveTo>
                  <a:lnTo>
                    <a:pt x="915336" y="1340538"/>
                  </a:lnTo>
                  <a:lnTo>
                    <a:pt x="913965" y="1341909"/>
                  </a:lnTo>
                  <a:lnTo>
                    <a:pt x="915991" y="1343935"/>
                  </a:lnTo>
                  <a:lnTo>
                    <a:pt x="918201" y="1341725"/>
                  </a:lnTo>
                  <a:lnTo>
                    <a:pt x="918201" y="1338144"/>
                  </a:lnTo>
                  <a:lnTo>
                    <a:pt x="922017" y="1334328"/>
                  </a:lnTo>
                  <a:lnTo>
                    <a:pt x="915336" y="1334328"/>
                  </a:lnTo>
                  <a:close/>
                  <a:moveTo>
                    <a:pt x="816855" y="1348294"/>
                  </a:moveTo>
                  <a:lnTo>
                    <a:pt x="819720" y="1348294"/>
                  </a:lnTo>
                  <a:lnTo>
                    <a:pt x="819720" y="1335760"/>
                  </a:lnTo>
                  <a:lnTo>
                    <a:pt x="816855" y="1335760"/>
                  </a:lnTo>
                  <a:lnTo>
                    <a:pt x="816855" y="1348294"/>
                  </a:lnTo>
                  <a:close/>
                  <a:moveTo>
                    <a:pt x="777462" y="1337551"/>
                  </a:moveTo>
                  <a:lnTo>
                    <a:pt x="780327" y="1337551"/>
                  </a:lnTo>
                  <a:lnTo>
                    <a:pt x="780327" y="1335760"/>
                  </a:lnTo>
                  <a:lnTo>
                    <a:pt x="777462" y="1335760"/>
                  </a:lnTo>
                  <a:lnTo>
                    <a:pt x="777462" y="1337551"/>
                  </a:lnTo>
                  <a:close/>
                  <a:moveTo>
                    <a:pt x="879525" y="1337551"/>
                  </a:moveTo>
                  <a:lnTo>
                    <a:pt x="882389" y="1337551"/>
                  </a:lnTo>
                  <a:lnTo>
                    <a:pt x="882389" y="1333969"/>
                  </a:lnTo>
                  <a:lnTo>
                    <a:pt x="879525" y="1333969"/>
                  </a:lnTo>
                  <a:lnTo>
                    <a:pt x="879525" y="1337551"/>
                  </a:lnTo>
                  <a:close/>
                  <a:moveTo>
                    <a:pt x="875943" y="1335760"/>
                  </a:moveTo>
                  <a:lnTo>
                    <a:pt x="878808" y="1335760"/>
                  </a:lnTo>
                  <a:lnTo>
                    <a:pt x="878808" y="1333969"/>
                  </a:lnTo>
                  <a:lnTo>
                    <a:pt x="875943" y="1333969"/>
                  </a:lnTo>
                  <a:lnTo>
                    <a:pt x="875943" y="1335760"/>
                  </a:lnTo>
                  <a:close/>
                  <a:moveTo>
                    <a:pt x="715212" y="1336773"/>
                  </a:moveTo>
                  <a:lnTo>
                    <a:pt x="717238" y="1334747"/>
                  </a:lnTo>
                  <a:lnTo>
                    <a:pt x="715448" y="1332957"/>
                  </a:lnTo>
                  <a:lnTo>
                    <a:pt x="713422" y="1334982"/>
                  </a:lnTo>
                  <a:lnTo>
                    <a:pt x="715212" y="1336773"/>
                  </a:lnTo>
                  <a:close/>
                  <a:moveTo>
                    <a:pt x="430093" y="1339341"/>
                  </a:moveTo>
                  <a:lnTo>
                    <a:pt x="432958" y="1339341"/>
                  </a:lnTo>
                  <a:lnTo>
                    <a:pt x="432958" y="1333969"/>
                  </a:lnTo>
                  <a:lnTo>
                    <a:pt x="430093" y="1333969"/>
                  </a:lnTo>
                  <a:lnTo>
                    <a:pt x="430093" y="1339341"/>
                  </a:lnTo>
                  <a:close/>
                  <a:moveTo>
                    <a:pt x="406816" y="1334563"/>
                  </a:moveTo>
                  <a:lnTo>
                    <a:pt x="410817" y="1338563"/>
                  </a:lnTo>
                  <a:lnTo>
                    <a:pt x="412842" y="1336538"/>
                  </a:lnTo>
                  <a:lnTo>
                    <a:pt x="409681" y="1333376"/>
                  </a:lnTo>
                  <a:lnTo>
                    <a:pt x="409681" y="1332179"/>
                  </a:lnTo>
                  <a:lnTo>
                    <a:pt x="406816" y="1332179"/>
                  </a:lnTo>
                  <a:lnTo>
                    <a:pt x="406816" y="1334563"/>
                  </a:lnTo>
                  <a:close/>
                  <a:moveTo>
                    <a:pt x="815484" y="1333192"/>
                  </a:moveTo>
                  <a:lnTo>
                    <a:pt x="817510" y="1331166"/>
                  </a:lnTo>
                  <a:lnTo>
                    <a:pt x="815719" y="1329375"/>
                  </a:lnTo>
                  <a:lnTo>
                    <a:pt x="813693" y="1331401"/>
                  </a:lnTo>
                  <a:lnTo>
                    <a:pt x="815484" y="1333192"/>
                  </a:lnTo>
                  <a:close/>
                  <a:moveTo>
                    <a:pt x="881735" y="1329375"/>
                  </a:moveTo>
                  <a:lnTo>
                    <a:pt x="883760" y="1331401"/>
                  </a:lnTo>
                  <a:lnTo>
                    <a:pt x="887342" y="1327820"/>
                  </a:lnTo>
                  <a:lnTo>
                    <a:pt x="885316" y="1325794"/>
                  </a:lnTo>
                  <a:lnTo>
                    <a:pt x="881735" y="1329375"/>
                  </a:lnTo>
                  <a:close/>
                  <a:moveTo>
                    <a:pt x="779673" y="1331166"/>
                  </a:moveTo>
                  <a:lnTo>
                    <a:pt x="781698" y="1333192"/>
                  </a:lnTo>
                  <a:lnTo>
                    <a:pt x="783908" y="1330982"/>
                  </a:lnTo>
                  <a:lnTo>
                    <a:pt x="783908" y="1329191"/>
                  </a:lnTo>
                  <a:lnTo>
                    <a:pt x="785279" y="1327820"/>
                  </a:lnTo>
                  <a:lnTo>
                    <a:pt x="783254" y="1325794"/>
                  </a:lnTo>
                  <a:lnTo>
                    <a:pt x="781044" y="1328004"/>
                  </a:lnTo>
                  <a:lnTo>
                    <a:pt x="781044" y="1329795"/>
                  </a:lnTo>
                  <a:lnTo>
                    <a:pt x="779673" y="1331166"/>
                  </a:lnTo>
                  <a:close/>
                  <a:moveTo>
                    <a:pt x="711212" y="1330388"/>
                  </a:moveTo>
                  <a:lnTo>
                    <a:pt x="714077" y="1330388"/>
                  </a:lnTo>
                  <a:lnTo>
                    <a:pt x="714077" y="1326807"/>
                  </a:lnTo>
                  <a:lnTo>
                    <a:pt x="711212" y="1326807"/>
                  </a:lnTo>
                  <a:lnTo>
                    <a:pt x="711212" y="1330388"/>
                  </a:lnTo>
                  <a:close/>
                  <a:moveTo>
                    <a:pt x="893491" y="1326449"/>
                  </a:moveTo>
                  <a:lnTo>
                    <a:pt x="893491" y="1323584"/>
                  </a:lnTo>
                  <a:lnTo>
                    <a:pt x="889910" y="1323584"/>
                  </a:lnTo>
                  <a:lnTo>
                    <a:pt x="889910" y="1326449"/>
                  </a:lnTo>
                  <a:lnTo>
                    <a:pt x="893491" y="1326449"/>
                  </a:lnTo>
                  <a:close/>
                  <a:moveTo>
                    <a:pt x="732698" y="1328004"/>
                  </a:moveTo>
                  <a:lnTo>
                    <a:pt x="732698" y="1335760"/>
                  </a:lnTo>
                  <a:lnTo>
                    <a:pt x="735563" y="1335760"/>
                  </a:lnTo>
                  <a:lnTo>
                    <a:pt x="735563" y="1329191"/>
                  </a:lnTo>
                  <a:lnTo>
                    <a:pt x="738725" y="1326029"/>
                  </a:lnTo>
                  <a:lnTo>
                    <a:pt x="736699" y="1324004"/>
                  </a:lnTo>
                  <a:lnTo>
                    <a:pt x="732698" y="1328004"/>
                  </a:lnTo>
                  <a:close/>
                  <a:moveTo>
                    <a:pt x="430093" y="1330388"/>
                  </a:moveTo>
                  <a:lnTo>
                    <a:pt x="432958" y="1330388"/>
                  </a:lnTo>
                  <a:lnTo>
                    <a:pt x="432958" y="1325017"/>
                  </a:lnTo>
                  <a:lnTo>
                    <a:pt x="430093" y="1325017"/>
                  </a:lnTo>
                  <a:lnTo>
                    <a:pt x="430093" y="1330388"/>
                  </a:lnTo>
                  <a:close/>
                  <a:moveTo>
                    <a:pt x="936823" y="1326807"/>
                  </a:moveTo>
                  <a:lnTo>
                    <a:pt x="939687" y="1326807"/>
                  </a:lnTo>
                  <a:lnTo>
                    <a:pt x="939687" y="1323226"/>
                  </a:lnTo>
                  <a:lnTo>
                    <a:pt x="936823" y="1323226"/>
                  </a:lnTo>
                  <a:lnTo>
                    <a:pt x="936823" y="1326807"/>
                  </a:lnTo>
                  <a:close/>
                  <a:moveTo>
                    <a:pt x="806951" y="1324658"/>
                  </a:moveTo>
                  <a:lnTo>
                    <a:pt x="810532" y="1328240"/>
                  </a:lnTo>
                  <a:lnTo>
                    <a:pt x="812916" y="1328240"/>
                  </a:lnTo>
                  <a:lnTo>
                    <a:pt x="812916" y="1325375"/>
                  </a:lnTo>
                  <a:lnTo>
                    <a:pt x="811718" y="1325375"/>
                  </a:lnTo>
                  <a:lnTo>
                    <a:pt x="808137" y="1321794"/>
                  </a:lnTo>
                  <a:lnTo>
                    <a:pt x="805753" y="1321794"/>
                  </a:lnTo>
                  <a:lnTo>
                    <a:pt x="805753" y="1324658"/>
                  </a:lnTo>
                  <a:lnTo>
                    <a:pt x="806951" y="1324658"/>
                  </a:lnTo>
                  <a:close/>
                  <a:moveTo>
                    <a:pt x="802172" y="1322868"/>
                  </a:moveTo>
                  <a:lnTo>
                    <a:pt x="802172" y="1320003"/>
                  </a:lnTo>
                  <a:lnTo>
                    <a:pt x="798591" y="1320003"/>
                  </a:lnTo>
                  <a:lnTo>
                    <a:pt x="798591" y="1322868"/>
                  </a:lnTo>
                  <a:lnTo>
                    <a:pt x="802172" y="1322868"/>
                  </a:lnTo>
                  <a:close/>
                  <a:moveTo>
                    <a:pt x="709841" y="1324239"/>
                  </a:moveTo>
                  <a:lnTo>
                    <a:pt x="711866" y="1322213"/>
                  </a:lnTo>
                  <a:lnTo>
                    <a:pt x="710076" y="1320423"/>
                  </a:lnTo>
                  <a:lnTo>
                    <a:pt x="708050" y="1322448"/>
                  </a:lnTo>
                  <a:lnTo>
                    <a:pt x="709841" y="1324239"/>
                  </a:lnTo>
                  <a:close/>
                  <a:moveTo>
                    <a:pt x="790416" y="1320423"/>
                  </a:moveTo>
                  <a:lnTo>
                    <a:pt x="792442" y="1322448"/>
                  </a:lnTo>
                  <a:lnTo>
                    <a:pt x="793813" y="1321077"/>
                  </a:lnTo>
                  <a:lnTo>
                    <a:pt x="795010" y="1321077"/>
                  </a:lnTo>
                  <a:lnTo>
                    <a:pt x="795010" y="1318212"/>
                  </a:lnTo>
                  <a:lnTo>
                    <a:pt x="792626" y="1318212"/>
                  </a:lnTo>
                  <a:lnTo>
                    <a:pt x="790416" y="1320423"/>
                  </a:lnTo>
                  <a:close/>
                  <a:moveTo>
                    <a:pt x="428722" y="1322448"/>
                  </a:moveTo>
                  <a:lnTo>
                    <a:pt x="430748" y="1320423"/>
                  </a:lnTo>
                  <a:lnTo>
                    <a:pt x="428957" y="1318632"/>
                  </a:lnTo>
                  <a:lnTo>
                    <a:pt x="426932" y="1320658"/>
                  </a:lnTo>
                  <a:lnTo>
                    <a:pt x="428722" y="1322448"/>
                  </a:lnTo>
                  <a:close/>
                  <a:moveTo>
                    <a:pt x="405025" y="1328598"/>
                  </a:moveTo>
                  <a:lnTo>
                    <a:pt x="407890" y="1328598"/>
                  </a:lnTo>
                  <a:lnTo>
                    <a:pt x="407890" y="1319645"/>
                  </a:lnTo>
                  <a:lnTo>
                    <a:pt x="405025" y="1319645"/>
                  </a:lnTo>
                  <a:lnTo>
                    <a:pt x="405025" y="1328598"/>
                  </a:lnTo>
                  <a:close/>
                  <a:moveTo>
                    <a:pt x="742071" y="1318632"/>
                  </a:moveTo>
                  <a:lnTo>
                    <a:pt x="744097" y="1320658"/>
                  </a:lnTo>
                  <a:lnTo>
                    <a:pt x="745887" y="1318867"/>
                  </a:lnTo>
                  <a:lnTo>
                    <a:pt x="743861" y="1316841"/>
                  </a:lnTo>
                  <a:lnTo>
                    <a:pt x="742071" y="1318632"/>
                  </a:lnTo>
                  <a:close/>
                  <a:moveTo>
                    <a:pt x="704049" y="1316657"/>
                  </a:moveTo>
                  <a:lnTo>
                    <a:pt x="706259" y="1318867"/>
                  </a:lnTo>
                  <a:lnTo>
                    <a:pt x="708285" y="1316841"/>
                  </a:lnTo>
                  <a:lnTo>
                    <a:pt x="706914" y="1315470"/>
                  </a:lnTo>
                  <a:lnTo>
                    <a:pt x="706914" y="1314273"/>
                  </a:lnTo>
                  <a:lnTo>
                    <a:pt x="704049" y="1314273"/>
                  </a:lnTo>
                  <a:lnTo>
                    <a:pt x="704049" y="1316657"/>
                  </a:lnTo>
                  <a:close/>
                  <a:moveTo>
                    <a:pt x="425141" y="1317077"/>
                  </a:moveTo>
                  <a:lnTo>
                    <a:pt x="427167" y="1315051"/>
                  </a:lnTo>
                  <a:lnTo>
                    <a:pt x="425376" y="1313260"/>
                  </a:lnTo>
                  <a:lnTo>
                    <a:pt x="423351" y="1315286"/>
                  </a:lnTo>
                  <a:lnTo>
                    <a:pt x="425141" y="1317077"/>
                  </a:lnTo>
                  <a:close/>
                  <a:moveTo>
                    <a:pt x="406816" y="1316064"/>
                  </a:moveTo>
                  <a:lnTo>
                    <a:pt x="409681" y="1316064"/>
                  </a:lnTo>
                  <a:lnTo>
                    <a:pt x="409681" y="1314273"/>
                  </a:lnTo>
                  <a:lnTo>
                    <a:pt x="406816" y="1314273"/>
                  </a:lnTo>
                  <a:lnTo>
                    <a:pt x="406816" y="1316064"/>
                  </a:lnTo>
                  <a:close/>
                  <a:moveTo>
                    <a:pt x="904592" y="1312483"/>
                  </a:moveTo>
                  <a:lnTo>
                    <a:pt x="904592" y="1313680"/>
                  </a:lnTo>
                  <a:lnTo>
                    <a:pt x="902802" y="1315470"/>
                  </a:lnTo>
                  <a:lnTo>
                    <a:pt x="902802" y="1317261"/>
                  </a:lnTo>
                  <a:lnTo>
                    <a:pt x="900418" y="1319645"/>
                  </a:lnTo>
                  <a:lnTo>
                    <a:pt x="902209" y="1321435"/>
                  </a:lnTo>
                  <a:lnTo>
                    <a:pt x="901011" y="1322633"/>
                  </a:lnTo>
                  <a:lnTo>
                    <a:pt x="901011" y="1326214"/>
                  </a:lnTo>
                  <a:lnTo>
                    <a:pt x="898627" y="1328598"/>
                  </a:lnTo>
                  <a:lnTo>
                    <a:pt x="903876" y="1333847"/>
                  </a:lnTo>
                  <a:lnTo>
                    <a:pt x="903876" y="1325610"/>
                  </a:lnTo>
                  <a:lnTo>
                    <a:pt x="905432" y="1324658"/>
                  </a:lnTo>
                  <a:lnTo>
                    <a:pt x="907222" y="1326449"/>
                  </a:lnTo>
                  <a:lnTo>
                    <a:pt x="911038" y="1326449"/>
                  </a:lnTo>
                  <a:lnTo>
                    <a:pt x="911038" y="1319768"/>
                  </a:lnTo>
                  <a:lnTo>
                    <a:pt x="907815" y="1322991"/>
                  </a:lnTo>
                  <a:lnTo>
                    <a:pt x="907457" y="1322029"/>
                  </a:lnTo>
                  <a:lnTo>
                    <a:pt x="908828" y="1320658"/>
                  </a:lnTo>
                  <a:lnTo>
                    <a:pt x="906803" y="1318632"/>
                  </a:lnTo>
                  <a:lnTo>
                    <a:pt x="905432" y="1320003"/>
                  </a:lnTo>
                  <a:lnTo>
                    <a:pt x="904470" y="1319645"/>
                  </a:lnTo>
                  <a:lnTo>
                    <a:pt x="905667" y="1318448"/>
                  </a:lnTo>
                  <a:lnTo>
                    <a:pt x="905667" y="1316657"/>
                  </a:lnTo>
                  <a:lnTo>
                    <a:pt x="907457" y="1314867"/>
                  </a:lnTo>
                  <a:lnTo>
                    <a:pt x="904592" y="1312483"/>
                  </a:lnTo>
                  <a:close/>
                  <a:moveTo>
                    <a:pt x="933241" y="1314867"/>
                  </a:moveTo>
                  <a:lnTo>
                    <a:pt x="933241" y="1316657"/>
                  </a:lnTo>
                  <a:lnTo>
                    <a:pt x="935032" y="1318448"/>
                  </a:lnTo>
                  <a:lnTo>
                    <a:pt x="935032" y="1319645"/>
                  </a:lnTo>
                  <a:lnTo>
                    <a:pt x="937897" y="1319645"/>
                  </a:lnTo>
                  <a:lnTo>
                    <a:pt x="937897" y="1317261"/>
                  </a:lnTo>
                  <a:lnTo>
                    <a:pt x="936106" y="1315470"/>
                  </a:lnTo>
                  <a:lnTo>
                    <a:pt x="936106" y="1313680"/>
                  </a:lnTo>
                  <a:lnTo>
                    <a:pt x="932106" y="1309679"/>
                  </a:lnTo>
                  <a:lnTo>
                    <a:pt x="930080" y="1311705"/>
                  </a:lnTo>
                  <a:lnTo>
                    <a:pt x="933241" y="1314867"/>
                  </a:lnTo>
                  <a:close/>
                  <a:moveTo>
                    <a:pt x="419769" y="1313496"/>
                  </a:moveTo>
                  <a:lnTo>
                    <a:pt x="421795" y="1311470"/>
                  </a:lnTo>
                  <a:lnTo>
                    <a:pt x="420005" y="1309679"/>
                  </a:lnTo>
                  <a:lnTo>
                    <a:pt x="417979" y="1311705"/>
                  </a:lnTo>
                  <a:lnTo>
                    <a:pt x="419769" y="1313496"/>
                  </a:lnTo>
                  <a:close/>
                  <a:moveTo>
                    <a:pt x="707272" y="1310334"/>
                  </a:moveTo>
                  <a:lnTo>
                    <a:pt x="707272" y="1307469"/>
                  </a:lnTo>
                  <a:lnTo>
                    <a:pt x="705482" y="1307469"/>
                  </a:lnTo>
                  <a:lnTo>
                    <a:pt x="705482" y="1310334"/>
                  </a:lnTo>
                  <a:lnTo>
                    <a:pt x="707272" y="1310334"/>
                  </a:lnTo>
                  <a:close/>
                  <a:moveTo>
                    <a:pt x="415411" y="1310334"/>
                  </a:moveTo>
                  <a:lnTo>
                    <a:pt x="415411" y="1307469"/>
                  </a:lnTo>
                  <a:lnTo>
                    <a:pt x="413620" y="1307469"/>
                  </a:lnTo>
                  <a:lnTo>
                    <a:pt x="413620" y="1310334"/>
                  </a:lnTo>
                  <a:lnTo>
                    <a:pt x="415411" y="1310334"/>
                  </a:lnTo>
                  <a:close/>
                  <a:moveTo>
                    <a:pt x="886687" y="1308308"/>
                  </a:moveTo>
                  <a:lnTo>
                    <a:pt x="886687" y="1310692"/>
                  </a:lnTo>
                  <a:lnTo>
                    <a:pt x="889552" y="1310692"/>
                  </a:lnTo>
                  <a:lnTo>
                    <a:pt x="889552" y="1309495"/>
                  </a:lnTo>
                  <a:lnTo>
                    <a:pt x="890923" y="1308124"/>
                  </a:lnTo>
                  <a:lnTo>
                    <a:pt x="888897" y="1306098"/>
                  </a:lnTo>
                  <a:lnTo>
                    <a:pt x="886687" y="1308308"/>
                  </a:lnTo>
                  <a:close/>
                  <a:moveTo>
                    <a:pt x="879525" y="1307704"/>
                  </a:moveTo>
                  <a:lnTo>
                    <a:pt x="879525" y="1311285"/>
                  </a:lnTo>
                  <a:lnTo>
                    <a:pt x="881735" y="1313496"/>
                  </a:lnTo>
                  <a:lnTo>
                    <a:pt x="883760" y="1311470"/>
                  </a:lnTo>
                  <a:lnTo>
                    <a:pt x="882389" y="1310099"/>
                  </a:lnTo>
                  <a:lnTo>
                    <a:pt x="882389" y="1306518"/>
                  </a:lnTo>
                  <a:lnTo>
                    <a:pt x="880179" y="1304308"/>
                  </a:lnTo>
                  <a:lnTo>
                    <a:pt x="878154" y="1306333"/>
                  </a:lnTo>
                  <a:lnTo>
                    <a:pt x="879525" y="1307704"/>
                  </a:lnTo>
                  <a:close/>
                  <a:moveTo>
                    <a:pt x="930080" y="1306098"/>
                  </a:moveTo>
                  <a:lnTo>
                    <a:pt x="932106" y="1308124"/>
                  </a:lnTo>
                  <a:lnTo>
                    <a:pt x="934316" y="1305914"/>
                  </a:lnTo>
                  <a:lnTo>
                    <a:pt x="934316" y="1303530"/>
                  </a:lnTo>
                  <a:lnTo>
                    <a:pt x="931451" y="1303530"/>
                  </a:lnTo>
                  <a:lnTo>
                    <a:pt x="931451" y="1304727"/>
                  </a:lnTo>
                  <a:lnTo>
                    <a:pt x="930080" y="1306098"/>
                  </a:lnTo>
                  <a:close/>
                  <a:moveTo>
                    <a:pt x="893491" y="1303888"/>
                  </a:moveTo>
                  <a:lnTo>
                    <a:pt x="893491" y="1306753"/>
                  </a:lnTo>
                  <a:lnTo>
                    <a:pt x="895875" y="1306753"/>
                  </a:lnTo>
                  <a:lnTo>
                    <a:pt x="897072" y="1305556"/>
                  </a:lnTo>
                  <a:lnTo>
                    <a:pt x="899221" y="1307704"/>
                  </a:lnTo>
                  <a:lnTo>
                    <a:pt x="899221" y="1309495"/>
                  </a:lnTo>
                  <a:lnTo>
                    <a:pt x="901431" y="1311705"/>
                  </a:lnTo>
                  <a:lnTo>
                    <a:pt x="903457" y="1309679"/>
                  </a:lnTo>
                  <a:lnTo>
                    <a:pt x="902086" y="1308308"/>
                  </a:lnTo>
                  <a:lnTo>
                    <a:pt x="902086" y="1306518"/>
                  </a:lnTo>
                  <a:lnTo>
                    <a:pt x="897072" y="1301504"/>
                  </a:lnTo>
                  <a:lnTo>
                    <a:pt x="894688" y="1303888"/>
                  </a:lnTo>
                  <a:lnTo>
                    <a:pt x="893491" y="1303888"/>
                  </a:lnTo>
                  <a:close/>
                  <a:moveTo>
                    <a:pt x="741651" y="1300072"/>
                  </a:moveTo>
                  <a:lnTo>
                    <a:pt x="741651" y="1306753"/>
                  </a:lnTo>
                  <a:lnTo>
                    <a:pt x="744281" y="1306753"/>
                  </a:lnTo>
                  <a:lnTo>
                    <a:pt x="745232" y="1307704"/>
                  </a:lnTo>
                  <a:lnTo>
                    <a:pt x="745232" y="1314273"/>
                  </a:lnTo>
                  <a:lnTo>
                    <a:pt x="748097" y="1314273"/>
                  </a:lnTo>
                  <a:lnTo>
                    <a:pt x="748097" y="1306518"/>
                  </a:lnTo>
                  <a:lnTo>
                    <a:pt x="741651" y="1300072"/>
                  </a:lnTo>
                  <a:close/>
                  <a:moveTo>
                    <a:pt x="716225" y="1303172"/>
                  </a:moveTo>
                  <a:lnTo>
                    <a:pt x="717422" y="1303172"/>
                  </a:lnTo>
                  <a:lnTo>
                    <a:pt x="719571" y="1305320"/>
                  </a:lnTo>
                  <a:lnTo>
                    <a:pt x="716348" y="1308543"/>
                  </a:lnTo>
                  <a:lnTo>
                    <a:pt x="723029" y="1308543"/>
                  </a:lnTo>
                  <a:lnTo>
                    <a:pt x="723029" y="1304727"/>
                  </a:lnTo>
                  <a:lnTo>
                    <a:pt x="718609" y="1300307"/>
                  </a:lnTo>
                  <a:lnTo>
                    <a:pt x="716225" y="1303172"/>
                  </a:lnTo>
                  <a:close/>
                  <a:moveTo>
                    <a:pt x="874572" y="1304543"/>
                  </a:moveTo>
                  <a:lnTo>
                    <a:pt x="876598" y="1302517"/>
                  </a:lnTo>
                  <a:lnTo>
                    <a:pt x="869436" y="1295355"/>
                  </a:lnTo>
                  <a:lnTo>
                    <a:pt x="867410" y="1297380"/>
                  </a:lnTo>
                  <a:lnTo>
                    <a:pt x="874572" y="1304543"/>
                  </a:lnTo>
                  <a:close/>
                  <a:moveTo>
                    <a:pt x="713422" y="1299171"/>
                  </a:moveTo>
                  <a:lnTo>
                    <a:pt x="715448" y="1297145"/>
                  </a:lnTo>
                  <a:lnTo>
                    <a:pt x="713657" y="1295355"/>
                  </a:lnTo>
                  <a:lnTo>
                    <a:pt x="711631" y="1297380"/>
                  </a:lnTo>
                  <a:lnTo>
                    <a:pt x="713422" y="1299171"/>
                  </a:lnTo>
                  <a:close/>
                  <a:moveTo>
                    <a:pt x="933241" y="1299949"/>
                  </a:moveTo>
                  <a:lnTo>
                    <a:pt x="936106" y="1299949"/>
                  </a:lnTo>
                  <a:lnTo>
                    <a:pt x="936106" y="1292786"/>
                  </a:lnTo>
                  <a:lnTo>
                    <a:pt x="933241" y="1292786"/>
                  </a:lnTo>
                  <a:lnTo>
                    <a:pt x="933241" y="1299949"/>
                  </a:lnTo>
                  <a:close/>
                  <a:moveTo>
                    <a:pt x="858877" y="1294219"/>
                  </a:moveTo>
                  <a:lnTo>
                    <a:pt x="860667" y="1294219"/>
                  </a:lnTo>
                  <a:lnTo>
                    <a:pt x="862458" y="1296009"/>
                  </a:lnTo>
                  <a:lnTo>
                    <a:pt x="864842" y="1296009"/>
                  </a:lnTo>
                  <a:lnTo>
                    <a:pt x="864842" y="1293145"/>
                  </a:lnTo>
                  <a:lnTo>
                    <a:pt x="863645" y="1293145"/>
                  </a:lnTo>
                  <a:lnTo>
                    <a:pt x="861854" y="1291354"/>
                  </a:lnTo>
                  <a:lnTo>
                    <a:pt x="860064" y="1291354"/>
                  </a:lnTo>
                  <a:lnTo>
                    <a:pt x="858693" y="1289983"/>
                  </a:lnTo>
                  <a:lnTo>
                    <a:pt x="856667" y="1292009"/>
                  </a:lnTo>
                  <a:lnTo>
                    <a:pt x="858877" y="1294219"/>
                  </a:lnTo>
                  <a:close/>
                  <a:moveTo>
                    <a:pt x="742071" y="1295590"/>
                  </a:moveTo>
                  <a:lnTo>
                    <a:pt x="744097" y="1293564"/>
                  </a:lnTo>
                  <a:lnTo>
                    <a:pt x="740515" y="1289983"/>
                  </a:lnTo>
                  <a:lnTo>
                    <a:pt x="738490" y="1292009"/>
                  </a:lnTo>
                  <a:lnTo>
                    <a:pt x="742071" y="1295590"/>
                  </a:lnTo>
                  <a:close/>
                  <a:moveTo>
                    <a:pt x="709841" y="1291774"/>
                  </a:moveTo>
                  <a:lnTo>
                    <a:pt x="711866" y="1293799"/>
                  </a:lnTo>
                  <a:lnTo>
                    <a:pt x="715448" y="1290218"/>
                  </a:lnTo>
                  <a:lnTo>
                    <a:pt x="713422" y="1288192"/>
                  </a:lnTo>
                  <a:lnTo>
                    <a:pt x="709841" y="1291774"/>
                  </a:lnTo>
                  <a:close/>
                  <a:moveTo>
                    <a:pt x="931451" y="1289205"/>
                  </a:moveTo>
                  <a:lnTo>
                    <a:pt x="934316" y="1289205"/>
                  </a:lnTo>
                  <a:lnTo>
                    <a:pt x="934316" y="1287415"/>
                  </a:lnTo>
                  <a:lnTo>
                    <a:pt x="931451" y="1287415"/>
                  </a:lnTo>
                  <a:lnTo>
                    <a:pt x="931451" y="1289205"/>
                  </a:lnTo>
                  <a:close/>
                  <a:moveTo>
                    <a:pt x="733537" y="1288847"/>
                  </a:moveTo>
                  <a:lnTo>
                    <a:pt x="734908" y="1290218"/>
                  </a:lnTo>
                  <a:lnTo>
                    <a:pt x="736934" y="1288192"/>
                  </a:lnTo>
                  <a:lnTo>
                    <a:pt x="734724" y="1285982"/>
                  </a:lnTo>
                  <a:lnTo>
                    <a:pt x="732340" y="1285982"/>
                  </a:lnTo>
                  <a:lnTo>
                    <a:pt x="732340" y="1288847"/>
                  </a:lnTo>
                  <a:lnTo>
                    <a:pt x="733537" y="1288847"/>
                  </a:lnTo>
                  <a:close/>
                  <a:moveTo>
                    <a:pt x="719806" y="1288847"/>
                  </a:moveTo>
                  <a:lnTo>
                    <a:pt x="719806" y="1285982"/>
                  </a:lnTo>
                  <a:lnTo>
                    <a:pt x="718016" y="1285982"/>
                  </a:lnTo>
                  <a:lnTo>
                    <a:pt x="718016" y="1288847"/>
                  </a:lnTo>
                  <a:lnTo>
                    <a:pt x="719806" y="1288847"/>
                  </a:lnTo>
                  <a:close/>
                  <a:moveTo>
                    <a:pt x="728759" y="1287057"/>
                  </a:moveTo>
                  <a:lnTo>
                    <a:pt x="728759" y="1284192"/>
                  </a:lnTo>
                  <a:lnTo>
                    <a:pt x="723387" y="1284192"/>
                  </a:lnTo>
                  <a:lnTo>
                    <a:pt x="723387" y="1287057"/>
                  </a:lnTo>
                  <a:lnTo>
                    <a:pt x="728759" y="1287057"/>
                  </a:lnTo>
                  <a:close/>
                  <a:moveTo>
                    <a:pt x="926499" y="1283056"/>
                  </a:moveTo>
                  <a:lnTo>
                    <a:pt x="928525" y="1281030"/>
                  </a:lnTo>
                  <a:lnTo>
                    <a:pt x="926734" y="1279240"/>
                  </a:lnTo>
                  <a:lnTo>
                    <a:pt x="924708" y="1281265"/>
                  </a:lnTo>
                  <a:lnTo>
                    <a:pt x="926499" y="1283056"/>
                  </a:lnTo>
                  <a:close/>
                  <a:moveTo>
                    <a:pt x="906025" y="1281685"/>
                  </a:moveTo>
                  <a:lnTo>
                    <a:pt x="906025" y="1278820"/>
                  </a:lnTo>
                  <a:lnTo>
                    <a:pt x="904234" y="1278820"/>
                  </a:lnTo>
                  <a:lnTo>
                    <a:pt x="904234" y="1281685"/>
                  </a:lnTo>
                  <a:lnTo>
                    <a:pt x="906025" y="1281685"/>
                  </a:lnTo>
                  <a:close/>
                  <a:moveTo>
                    <a:pt x="922140" y="1279894"/>
                  </a:moveTo>
                  <a:lnTo>
                    <a:pt x="922140" y="1277030"/>
                  </a:lnTo>
                  <a:lnTo>
                    <a:pt x="918559" y="1277030"/>
                  </a:lnTo>
                  <a:lnTo>
                    <a:pt x="918559" y="1279894"/>
                  </a:lnTo>
                  <a:lnTo>
                    <a:pt x="922140" y="1279894"/>
                  </a:lnTo>
                  <a:close/>
                  <a:moveTo>
                    <a:pt x="911397" y="1279894"/>
                  </a:moveTo>
                  <a:lnTo>
                    <a:pt x="911397" y="1277030"/>
                  </a:lnTo>
                  <a:lnTo>
                    <a:pt x="909606" y="1277030"/>
                  </a:lnTo>
                  <a:lnTo>
                    <a:pt x="909606" y="1279894"/>
                  </a:lnTo>
                  <a:lnTo>
                    <a:pt x="911397" y="1279894"/>
                  </a:lnTo>
                  <a:close/>
                  <a:moveTo>
                    <a:pt x="850876" y="1284427"/>
                  </a:moveTo>
                  <a:lnTo>
                    <a:pt x="855296" y="1288847"/>
                  </a:lnTo>
                  <a:lnTo>
                    <a:pt x="859470" y="1288847"/>
                  </a:lnTo>
                  <a:lnTo>
                    <a:pt x="859470" y="1285982"/>
                  </a:lnTo>
                  <a:lnTo>
                    <a:pt x="856482" y="1285982"/>
                  </a:lnTo>
                  <a:lnTo>
                    <a:pt x="853740" y="1283240"/>
                  </a:lnTo>
                  <a:lnTo>
                    <a:pt x="853740" y="1278462"/>
                  </a:lnTo>
                  <a:lnTo>
                    <a:pt x="850876" y="1278462"/>
                  </a:lnTo>
                  <a:lnTo>
                    <a:pt x="850876" y="1284427"/>
                  </a:lnTo>
                  <a:close/>
                  <a:moveTo>
                    <a:pt x="892898" y="1270942"/>
                  </a:moveTo>
                  <a:lnTo>
                    <a:pt x="894688" y="1272732"/>
                  </a:lnTo>
                  <a:lnTo>
                    <a:pt x="896479" y="1272732"/>
                  </a:lnTo>
                  <a:lnTo>
                    <a:pt x="901431" y="1277684"/>
                  </a:lnTo>
                  <a:lnTo>
                    <a:pt x="903457" y="1275659"/>
                  </a:lnTo>
                  <a:lnTo>
                    <a:pt x="897665" y="1269867"/>
                  </a:lnTo>
                  <a:lnTo>
                    <a:pt x="895875" y="1269867"/>
                  </a:lnTo>
                  <a:lnTo>
                    <a:pt x="894084" y="1268077"/>
                  </a:lnTo>
                  <a:lnTo>
                    <a:pt x="891700" y="1268077"/>
                  </a:lnTo>
                  <a:lnTo>
                    <a:pt x="891700" y="1270942"/>
                  </a:lnTo>
                  <a:lnTo>
                    <a:pt x="892898" y="1270942"/>
                  </a:lnTo>
                  <a:close/>
                  <a:moveTo>
                    <a:pt x="850876" y="1268916"/>
                  </a:moveTo>
                  <a:lnTo>
                    <a:pt x="850876" y="1274881"/>
                  </a:lnTo>
                  <a:lnTo>
                    <a:pt x="853740" y="1274881"/>
                  </a:lnTo>
                  <a:lnTo>
                    <a:pt x="853740" y="1270102"/>
                  </a:lnTo>
                  <a:lnTo>
                    <a:pt x="855111" y="1268731"/>
                  </a:lnTo>
                  <a:lnTo>
                    <a:pt x="853086" y="1266706"/>
                  </a:lnTo>
                  <a:lnTo>
                    <a:pt x="850876" y="1268916"/>
                  </a:lnTo>
                  <a:close/>
                  <a:moveTo>
                    <a:pt x="886687" y="1266521"/>
                  </a:moveTo>
                  <a:lnTo>
                    <a:pt x="886687" y="1267719"/>
                  </a:lnTo>
                  <a:lnTo>
                    <a:pt x="889552" y="1267719"/>
                  </a:lnTo>
                  <a:lnTo>
                    <a:pt x="889552" y="1265335"/>
                  </a:lnTo>
                  <a:lnTo>
                    <a:pt x="887342" y="1263125"/>
                  </a:lnTo>
                  <a:lnTo>
                    <a:pt x="885316" y="1265150"/>
                  </a:lnTo>
                  <a:lnTo>
                    <a:pt x="886687" y="1266521"/>
                  </a:lnTo>
                  <a:close/>
                  <a:moveTo>
                    <a:pt x="880957" y="1265570"/>
                  </a:moveTo>
                  <a:lnTo>
                    <a:pt x="880957" y="1262705"/>
                  </a:lnTo>
                  <a:lnTo>
                    <a:pt x="879166" y="1262705"/>
                  </a:lnTo>
                  <a:lnTo>
                    <a:pt x="879166" y="1265570"/>
                  </a:lnTo>
                  <a:lnTo>
                    <a:pt x="880957" y="1265570"/>
                  </a:lnTo>
                  <a:close/>
                  <a:moveTo>
                    <a:pt x="872362" y="1260556"/>
                  </a:moveTo>
                  <a:lnTo>
                    <a:pt x="875227" y="1260556"/>
                  </a:lnTo>
                  <a:lnTo>
                    <a:pt x="875227" y="1258766"/>
                  </a:lnTo>
                  <a:lnTo>
                    <a:pt x="872362" y="1258766"/>
                  </a:lnTo>
                  <a:lnTo>
                    <a:pt x="872362" y="1260556"/>
                  </a:lnTo>
                  <a:close/>
                  <a:moveTo>
                    <a:pt x="854876" y="1263125"/>
                  </a:moveTo>
                  <a:lnTo>
                    <a:pt x="856902" y="1265150"/>
                  </a:lnTo>
                  <a:lnTo>
                    <a:pt x="860064" y="1261989"/>
                  </a:lnTo>
                  <a:lnTo>
                    <a:pt x="861854" y="1261989"/>
                  </a:lnTo>
                  <a:lnTo>
                    <a:pt x="863645" y="1260198"/>
                  </a:lnTo>
                  <a:lnTo>
                    <a:pt x="864842" y="1260198"/>
                  </a:lnTo>
                  <a:lnTo>
                    <a:pt x="864842" y="1257333"/>
                  </a:lnTo>
                  <a:lnTo>
                    <a:pt x="862458" y="1257333"/>
                  </a:lnTo>
                  <a:lnTo>
                    <a:pt x="860667" y="1259124"/>
                  </a:lnTo>
                  <a:lnTo>
                    <a:pt x="858877" y="1259124"/>
                  </a:lnTo>
                  <a:lnTo>
                    <a:pt x="854876" y="1263125"/>
                  </a:lnTo>
                  <a:close/>
                  <a:moveTo>
                    <a:pt x="870214" y="1258408"/>
                  </a:moveTo>
                  <a:lnTo>
                    <a:pt x="870214" y="1255543"/>
                  </a:lnTo>
                  <a:lnTo>
                    <a:pt x="868423" y="1255543"/>
                  </a:lnTo>
                  <a:lnTo>
                    <a:pt x="868423" y="1258408"/>
                  </a:lnTo>
                  <a:lnTo>
                    <a:pt x="870214" y="1258408"/>
                  </a:lnTo>
                  <a:close/>
                  <a:moveTo>
                    <a:pt x="750246" y="1237637"/>
                  </a:moveTo>
                  <a:lnTo>
                    <a:pt x="750246" y="1240502"/>
                  </a:lnTo>
                  <a:lnTo>
                    <a:pt x="752630" y="1240502"/>
                  </a:lnTo>
                  <a:lnTo>
                    <a:pt x="754840" y="1238292"/>
                  </a:lnTo>
                  <a:lnTo>
                    <a:pt x="752814" y="1236266"/>
                  </a:lnTo>
                  <a:lnTo>
                    <a:pt x="751443" y="1237637"/>
                  </a:lnTo>
                  <a:lnTo>
                    <a:pt x="750246" y="1237637"/>
                  </a:lnTo>
                  <a:close/>
                  <a:moveTo>
                    <a:pt x="759199" y="1236921"/>
                  </a:moveTo>
                  <a:lnTo>
                    <a:pt x="759199" y="1234056"/>
                  </a:lnTo>
                  <a:lnTo>
                    <a:pt x="757408" y="1234056"/>
                  </a:lnTo>
                  <a:lnTo>
                    <a:pt x="757408" y="1236921"/>
                  </a:lnTo>
                  <a:lnTo>
                    <a:pt x="759199" y="1236921"/>
                  </a:lnTo>
                  <a:close/>
                  <a:moveTo>
                    <a:pt x="762780" y="1235847"/>
                  </a:moveTo>
                  <a:lnTo>
                    <a:pt x="762780" y="1238711"/>
                  </a:lnTo>
                  <a:lnTo>
                    <a:pt x="775907" y="1238711"/>
                  </a:lnTo>
                  <a:lnTo>
                    <a:pt x="777698" y="1236921"/>
                  </a:lnTo>
                  <a:lnTo>
                    <a:pt x="779488" y="1236921"/>
                  </a:lnTo>
                  <a:lnTo>
                    <a:pt x="783489" y="1232920"/>
                  </a:lnTo>
                  <a:lnTo>
                    <a:pt x="781463" y="1230894"/>
                  </a:lnTo>
                  <a:lnTo>
                    <a:pt x="778302" y="1234056"/>
                  </a:lnTo>
                  <a:lnTo>
                    <a:pt x="776511" y="1234056"/>
                  </a:lnTo>
                  <a:lnTo>
                    <a:pt x="774720" y="1235847"/>
                  </a:lnTo>
                  <a:lnTo>
                    <a:pt x="762780" y="1235847"/>
                  </a:lnTo>
                  <a:close/>
                  <a:moveTo>
                    <a:pt x="781463" y="1229339"/>
                  </a:moveTo>
                  <a:lnTo>
                    <a:pt x="783489" y="1227313"/>
                  </a:lnTo>
                  <a:lnTo>
                    <a:pt x="779908" y="1223732"/>
                  </a:lnTo>
                  <a:lnTo>
                    <a:pt x="777882" y="1225758"/>
                  </a:lnTo>
                  <a:lnTo>
                    <a:pt x="781463" y="1229339"/>
                  </a:lnTo>
                  <a:close/>
                  <a:moveTo>
                    <a:pt x="745232" y="1233105"/>
                  </a:moveTo>
                  <a:lnTo>
                    <a:pt x="745232" y="1237279"/>
                  </a:lnTo>
                  <a:lnTo>
                    <a:pt x="748097" y="1237279"/>
                  </a:lnTo>
                  <a:lnTo>
                    <a:pt x="748097" y="1234291"/>
                  </a:lnTo>
                  <a:lnTo>
                    <a:pt x="751678" y="1230710"/>
                  </a:lnTo>
                  <a:lnTo>
                    <a:pt x="751678" y="1225942"/>
                  </a:lnTo>
                  <a:lnTo>
                    <a:pt x="749888" y="1224152"/>
                  </a:lnTo>
                  <a:lnTo>
                    <a:pt x="749888" y="1222955"/>
                  </a:lnTo>
                  <a:lnTo>
                    <a:pt x="747023" y="1222955"/>
                  </a:lnTo>
                  <a:lnTo>
                    <a:pt x="747023" y="1225338"/>
                  </a:lnTo>
                  <a:lnTo>
                    <a:pt x="748813" y="1227129"/>
                  </a:lnTo>
                  <a:lnTo>
                    <a:pt x="748813" y="1229523"/>
                  </a:lnTo>
                  <a:lnTo>
                    <a:pt x="745232" y="1233105"/>
                  </a:lnTo>
                  <a:close/>
                  <a:moveTo>
                    <a:pt x="771733" y="1222596"/>
                  </a:moveTo>
                  <a:lnTo>
                    <a:pt x="771733" y="1219731"/>
                  </a:lnTo>
                  <a:lnTo>
                    <a:pt x="766361" y="1219731"/>
                  </a:lnTo>
                  <a:lnTo>
                    <a:pt x="766361" y="1222596"/>
                  </a:lnTo>
                  <a:lnTo>
                    <a:pt x="771733" y="1222596"/>
                  </a:lnTo>
                  <a:close/>
                  <a:moveTo>
                    <a:pt x="745232" y="1219373"/>
                  </a:moveTo>
                  <a:lnTo>
                    <a:pt x="748097" y="1219373"/>
                  </a:lnTo>
                  <a:lnTo>
                    <a:pt x="748097" y="1217583"/>
                  </a:lnTo>
                  <a:lnTo>
                    <a:pt x="745232" y="1217583"/>
                  </a:lnTo>
                  <a:lnTo>
                    <a:pt x="745232" y="1219373"/>
                  </a:lnTo>
                  <a:close/>
                  <a:moveTo>
                    <a:pt x="743084" y="1217225"/>
                  </a:moveTo>
                  <a:lnTo>
                    <a:pt x="743084" y="1214360"/>
                  </a:lnTo>
                  <a:lnTo>
                    <a:pt x="741293" y="1214360"/>
                  </a:lnTo>
                  <a:lnTo>
                    <a:pt x="741293" y="1217225"/>
                  </a:lnTo>
                  <a:lnTo>
                    <a:pt x="743084" y="1217225"/>
                  </a:lnTo>
                  <a:close/>
                  <a:moveTo>
                    <a:pt x="736699" y="1215015"/>
                  </a:moveTo>
                  <a:lnTo>
                    <a:pt x="738725" y="1212989"/>
                  </a:lnTo>
                  <a:lnTo>
                    <a:pt x="736934" y="1211198"/>
                  </a:lnTo>
                  <a:lnTo>
                    <a:pt x="734908" y="1213224"/>
                  </a:lnTo>
                  <a:lnTo>
                    <a:pt x="736699" y="1215015"/>
                  </a:lnTo>
                  <a:close/>
                  <a:moveTo>
                    <a:pt x="763138" y="1217583"/>
                  </a:moveTo>
                  <a:lnTo>
                    <a:pt x="766003" y="1217583"/>
                  </a:lnTo>
                  <a:lnTo>
                    <a:pt x="766003" y="1210421"/>
                  </a:lnTo>
                  <a:lnTo>
                    <a:pt x="763138" y="1210421"/>
                  </a:lnTo>
                  <a:lnTo>
                    <a:pt x="763138" y="1217583"/>
                  </a:lnTo>
                  <a:close/>
                  <a:moveTo>
                    <a:pt x="765348" y="1205827"/>
                  </a:moveTo>
                  <a:lnTo>
                    <a:pt x="767374" y="1207852"/>
                  </a:lnTo>
                  <a:lnTo>
                    <a:pt x="769164" y="1206062"/>
                  </a:lnTo>
                  <a:lnTo>
                    <a:pt x="767139" y="1204036"/>
                  </a:lnTo>
                  <a:lnTo>
                    <a:pt x="765348" y="1205827"/>
                  </a:lnTo>
                  <a:close/>
                  <a:moveTo>
                    <a:pt x="730908" y="1209223"/>
                  </a:moveTo>
                  <a:lnTo>
                    <a:pt x="730908" y="1210421"/>
                  </a:lnTo>
                  <a:lnTo>
                    <a:pt x="733773" y="1210421"/>
                  </a:lnTo>
                  <a:lnTo>
                    <a:pt x="733773" y="1208037"/>
                  </a:lnTo>
                  <a:lnTo>
                    <a:pt x="729772" y="1204036"/>
                  </a:lnTo>
                  <a:lnTo>
                    <a:pt x="727746" y="1206062"/>
                  </a:lnTo>
                  <a:lnTo>
                    <a:pt x="730908" y="1209223"/>
                  </a:lnTo>
                  <a:close/>
                  <a:moveTo>
                    <a:pt x="680772" y="1200035"/>
                  </a:moveTo>
                  <a:lnTo>
                    <a:pt x="680772" y="1203852"/>
                  </a:lnTo>
                  <a:lnTo>
                    <a:pt x="685192" y="1208272"/>
                  </a:lnTo>
                  <a:lnTo>
                    <a:pt x="686983" y="1208272"/>
                  </a:lnTo>
                  <a:lnTo>
                    <a:pt x="688773" y="1210062"/>
                  </a:lnTo>
                  <a:lnTo>
                    <a:pt x="690564" y="1210062"/>
                  </a:lnTo>
                  <a:lnTo>
                    <a:pt x="692355" y="1211853"/>
                  </a:lnTo>
                  <a:lnTo>
                    <a:pt x="701543" y="1211853"/>
                  </a:lnTo>
                  <a:lnTo>
                    <a:pt x="701543" y="1208037"/>
                  </a:lnTo>
                  <a:lnTo>
                    <a:pt x="698913" y="1205407"/>
                  </a:lnTo>
                  <a:lnTo>
                    <a:pt x="697122" y="1205407"/>
                  </a:lnTo>
                  <a:lnTo>
                    <a:pt x="693541" y="1201826"/>
                  </a:lnTo>
                  <a:lnTo>
                    <a:pt x="691157" y="1201826"/>
                  </a:lnTo>
                  <a:lnTo>
                    <a:pt x="691157" y="1204691"/>
                  </a:lnTo>
                  <a:lnTo>
                    <a:pt x="692355" y="1204691"/>
                  </a:lnTo>
                  <a:lnTo>
                    <a:pt x="695936" y="1208272"/>
                  </a:lnTo>
                  <a:lnTo>
                    <a:pt x="697726" y="1208272"/>
                  </a:lnTo>
                  <a:lnTo>
                    <a:pt x="698084" y="1208630"/>
                  </a:lnTo>
                  <a:lnTo>
                    <a:pt x="697726" y="1208988"/>
                  </a:lnTo>
                  <a:lnTo>
                    <a:pt x="693541" y="1208988"/>
                  </a:lnTo>
                  <a:lnTo>
                    <a:pt x="691751" y="1207198"/>
                  </a:lnTo>
                  <a:lnTo>
                    <a:pt x="689960" y="1207198"/>
                  </a:lnTo>
                  <a:lnTo>
                    <a:pt x="688170" y="1205407"/>
                  </a:lnTo>
                  <a:lnTo>
                    <a:pt x="686379" y="1205407"/>
                  </a:lnTo>
                  <a:lnTo>
                    <a:pt x="684230" y="1203258"/>
                  </a:lnTo>
                  <a:lnTo>
                    <a:pt x="687576" y="1202900"/>
                  </a:lnTo>
                  <a:lnTo>
                    <a:pt x="687576" y="1200035"/>
                  </a:lnTo>
                  <a:lnTo>
                    <a:pt x="680772" y="1200035"/>
                  </a:lnTo>
                  <a:close/>
                  <a:moveTo>
                    <a:pt x="755024" y="1196454"/>
                  </a:moveTo>
                  <a:lnTo>
                    <a:pt x="750369" y="1201110"/>
                  </a:lnTo>
                  <a:lnTo>
                    <a:pt x="756211" y="1201110"/>
                  </a:lnTo>
                  <a:lnTo>
                    <a:pt x="760866" y="1196454"/>
                  </a:lnTo>
                  <a:lnTo>
                    <a:pt x="755024" y="1196454"/>
                  </a:lnTo>
                  <a:close/>
                  <a:moveTo>
                    <a:pt x="762780" y="1197529"/>
                  </a:moveTo>
                  <a:lnTo>
                    <a:pt x="762780" y="1194664"/>
                  </a:lnTo>
                  <a:lnTo>
                    <a:pt x="760989" y="1194664"/>
                  </a:lnTo>
                  <a:lnTo>
                    <a:pt x="760989" y="1197529"/>
                  </a:lnTo>
                  <a:lnTo>
                    <a:pt x="762780" y="1197529"/>
                  </a:lnTo>
                  <a:close/>
                  <a:moveTo>
                    <a:pt x="767558" y="1195738"/>
                  </a:moveTo>
                  <a:lnTo>
                    <a:pt x="768510" y="1196689"/>
                  </a:lnTo>
                  <a:lnTo>
                    <a:pt x="768510" y="1201468"/>
                  </a:lnTo>
                  <a:lnTo>
                    <a:pt x="771375" y="1201468"/>
                  </a:lnTo>
                  <a:lnTo>
                    <a:pt x="771375" y="1195503"/>
                  </a:lnTo>
                  <a:lnTo>
                    <a:pt x="768745" y="1192873"/>
                  </a:lnTo>
                  <a:lnTo>
                    <a:pt x="766361" y="1192873"/>
                  </a:lnTo>
                  <a:lnTo>
                    <a:pt x="766361" y="1195738"/>
                  </a:lnTo>
                  <a:lnTo>
                    <a:pt x="767558" y="1195738"/>
                  </a:lnTo>
                  <a:close/>
                  <a:moveTo>
                    <a:pt x="715212" y="1195318"/>
                  </a:moveTo>
                  <a:lnTo>
                    <a:pt x="717422" y="1197529"/>
                  </a:lnTo>
                  <a:lnTo>
                    <a:pt x="719213" y="1197529"/>
                  </a:lnTo>
                  <a:lnTo>
                    <a:pt x="722375" y="1200690"/>
                  </a:lnTo>
                  <a:lnTo>
                    <a:pt x="724400" y="1198664"/>
                  </a:lnTo>
                  <a:lnTo>
                    <a:pt x="723029" y="1197293"/>
                  </a:lnTo>
                  <a:lnTo>
                    <a:pt x="723029" y="1194664"/>
                  </a:lnTo>
                  <a:lnTo>
                    <a:pt x="718609" y="1194664"/>
                  </a:lnTo>
                  <a:lnTo>
                    <a:pt x="715212" y="1195318"/>
                  </a:lnTo>
                  <a:close/>
                  <a:moveTo>
                    <a:pt x="756395" y="1193293"/>
                  </a:moveTo>
                  <a:lnTo>
                    <a:pt x="758421" y="1195318"/>
                  </a:lnTo>
                  <a:lnTo>
                    <a:pt x="760631" y="1193108"/>
                  </a:lnTo>
                  <a:lnTo>
                    <a:pt x="760631" y="1190724"/>
                  </a:lnTo>
                  <a:lnTo>
                    <a:pt x="757766" y="1190724"/>
                  </a:lnTo>
                  <a:lnTo>
                    <a:pt x="757766" y="1191922"/>
                  </a:lnTo>
                  <a:lnTo>
                    <a:pt x="756395" y="1193293"/>
                  </a:lnTo>
                  <a:close/>
                  <a:moveTo>
                    <a:pt x="713002" y="1190724"/>
                  </a:moveTo>
                  <a:lnTo>
                    <a:pt x="715867" y="1190724"/>
                  </a:lnTo>
                  <a:lnTo>
                    <a:pt x="715867" y="1188934"/>
                  </a:lnTo>
                  <a:lnTo>
                    <a:pt x="713002" y="1188934"/>
                  </a:lnTo>
                  <a:lnTo>
                    <a:pt x="713002" y="1190724"/>
                  </a:lnTo>
                  <a:close/>
                  <a:moveTo>
                    <a:pt x="829808" y="1184575"/>
                  </a:moveTo>
                  <a:lnTo>
                    <a:pt x="831834" y="1182549"/>
                  </a:lnTo>
                  <a:lnTo>
                    <a:pt x="830044" y="1180759"/>
                  </a:lnTo>
                  <a:lnTo>
                    <a:pt x="828018" y="1182784"/>
                  </a:lnTo>
                  <a:lnTo>
                    <a:pt x="829808" y="1184575"/>
                  </a:lnTo>
                  <a:close/>
                  <a:moveTo>
                    <a:pt x="711212" y="1183562"/>
                  </a:moveTo>
                  <a:lnTo>
                    <a:pt x="714077" y="1183562"/>
                  </a:lnTo>
                  <a:lnTo>
                    <a:pt x="714077" y="1181772"/>
                  </a:lnTo>
                  <a:lnTo>
                    <a:pt x="711212" y="1181772"/>
                  </a:lnTo>
                  <a:lnTo>
                    <a:pt x="711212" y="1183562"/>
                  </a:lnTo>
                  <a:close/>
                  <a:moveTo>
                    <a:pt x="834402" y="1180339"/>
                  </a:moveTo>
                  <a:lnTo>
                    <a:pt x="834402" y="1183204"/>
                  </a:lnTo>
                  <a:lnTo>
                    <a:pt x="836786" y="1183204"/>
                  </a:lnTo>
                  <a:lnTo>
                    <a:pt x="838996" y="1180994"/>
                  </a:lnTo>
                  <a:lnTo>
                    <a:pt x="836971" y="1178968"/>
                  </a:lnTo>
                  <a:lnTo>
                    <a:pt x="835600" y="1180339"/>
                  </a:lnTo>
                  <a:lnTo>
                    <a:pt x="834402" y="1180339"/>
                  </a:lnTo>
                  <a:close/>
                  <a:moveTo>
                    <a:pt x="759557" y="1187143"/>
                  </a:moveTo>
                  <a:lnTo>
                    <a:pt x="762422" y="1187143"/>
                  </a:lnTo>
                  <a:lnTo>
                    <a:pt x="762422" y="1179981"/>
                  </a:lnTo>
                  <a:lnTo>
                    <a:pt x="759557" y="1179981"/>
                  </a:lnTo>
                  <a:lnTo>
                    <a:pt x="759557" y="1187143"/>
                  </a:lnTo>
                  <a:close/>
                  <a:moveTo>
                    <a:pt x="682204" y="1182130"/>
                  </a:moveTo>
                  <a:lnTo>
                    <a:pt x="682204" y="1184995"/>
                  </a:lnTo>
                  <a:lnTo>
                    <a:pt x="686379" y="1184995"/>
                  </a:lnTo>
                  <a:lnTo>
                    <a:pt x="689960" y="1181413"/>
                  </a:lnTo>
                  <a:lnTo>
                    <a:pt x="691751" y="1181413"/>
                  </a:lnTo>
                  <a:lnTo>
                    <a:pt x="693961" y="1179203"/>
                  </a:lnTo>
                  <a:lnTo>
                    <a:pt x="691935" y="1177178"/>
                  </a:lnTo>
                  <a:lnTo>
                    <a:pt x="690564" y="1178549"/>
                  </a:lnTo>
                  <a:lnTo>
                    <a:pt x="688773" y="1178549"/>
                  </a:lnTo>
                  <a:lnTo>
                    <a:pt x="685192" y="1182130"/>
                  </a:lnTo>
                  <a:lnTo>
                    <a:pt x="682204" y="1182130"/>
                  </a:lnTo>
                  <a:close/>
                  <a:moveTo>
                    <a:pt x="675400" y="1179388"/>
                  </a:moveTo>
                  <a:lnTo>
                    <a:pt x="675400" y="1184155"/>
                  </a:lnTo>
                  <a:lnTo>
                    <a:pt x="677610" y="1186366"/>
                  </a:lnTo>
                  <a:lnTo>
                    <a:pt x="679636" y="1184340"/>
                  </a:lnTo>
                  <a:lnTo>
                    <a:pt x="678265" y="1182969"/>
                  </a:lnTo>
                  <a:lnTo>
                    <a:pt x="678265" y="1180574"/>
                  </a:lnTo>
                  <a:lnTo>
                    <a:pt x="679636" y="1179203"/>
                  </a:lnTo>
                  <a:lnTo>
                    <a:pt x="677610" y="1177178"/>
                  </a:lnTo>
                  <a:lnTo>
                    <a:pt x="675400" y="1179388"/>
                  </a:lnTo>
                  <a:close/>
                  <a:moveTo>
                    <a:pt x="758186" y="1177413"/>
                  </a:moveTo>
                  <a:lnTo>
                    <a:pt x="760212" y="1175387"/>
                  </a:lnTo>
                  <a:lnTo>
                    <a:pt x="758421" y="1173596"/>
                  </a:lnTo>
                  <a:lnTo>
                    <a:pt x="756395" y="1175622"/>
                  </a:lnTo>
                  <a:lnTo>
                    <a:pt x="758186" y="1177413"/>
                  </a:lnTo>
                  <a:close/>
                  <a:moveTo>
                    <a:pt x="840552" y="1177178"/>
                  </a:moveTo>
                  <a:lnTo>
                    <a:pt x="842577" y="1179203"/>
                  </a:lnTo>
                  <a:lnTo>
                    <a:pt x="844788" y="1176993"/>
                  </a:lnTo>
                  <a:lnTo>
                    <a:pt x="844788" y="1175203"/>
                  </a:lnTo>
                  <a:lnTo>
                    <a:pt x="846159" y="1173832"/>
                  </a:lnTo>
                  <a:lnTo>
                    <a:pt x="844133" y="1171806"/>
                  </a:lnTo>
                  <a:lnTo>
                    <a:pt x="841923" y="1174016"/>
                  </a:lnTo>
                  <a:lnTo>
                    <a:pt x="841923" y="1175807"/>
                  </a:lnTo>
                  <a:lnTo>
                    <a:pt x="840552" y="1177178"/>
                  </a:lnTo>
                  <a:close/>
                  <a:moveTo>
                    <a:pt x="718793" y="1171806"/>
                  </a:moveTo>
                  <a:lnTo>
                    <a:pt x="717422" y="1173177"/>
                  </a:lnTo>
                  <a:lnTo>
                    <a:pt x="713002" y="1173177"/>
                  </a:lnTo>
                  <a:lnTo>
                    <a:pt x="713002" y="1178190"/>
                  </a:lnTo>
                  <a:lnTo>
                    <a:pt x="715867" y="1178190"/>
                  </a:lnTo>
                  <a:lnTo>
                    <a:pt x="716225" y="1176635"/>
                  </a:lnTo>
                  <a:lnTo>
                    <a:pt x="719448" y="1179858"/>
                  </a:lnTo>
                  <a:lnTo>
                    <a:pt x="719448" y="1175203"/>
                  </a:lnTo>
                  <a:lnTo>
                    <a:pt x="718793" y="1171806"/>
                  </a:lnTo>
                  <a:close/>
                  <a:moveTo>
                    <a:pt x="693726" y="1173596"/>
                  </a:moveTo>
                  <a:lnTo>
                    <a:pt x="695751" y="1175622"/>
                  </a:lnTo>
                  <a:lnTo>
                    <a:pt x="697542" y="1173832"/>
                  </a:lnTo>
                  <a:lnTo>
                    <a:pt x="695516" y="1171806"/>
                  </a:lnTo>
                  <a:lnTo>
                    <a:pt x="693726" y="1173596"/>
                  </a:lnTo>
                  <a:close/>
                  <a:moveTo>
                    <a:pt x="679401" y="1173596"/>
                  </a:moveTo>
                  <a:lnTo>
                    <a:pt x="681427" y="1175622"/>
                  </a:lnTo>
                  <a:lnTo>
                    <a:pt x="686799" y="1170251"/>
                  </a:lnTo>
                  <a:lnTo>
                    <a:pt x="684773" y="1168225"/>
                  </a:lnTo>
                  <a:lnTo>
                    <a:pt x="679401" y="1173596"/>
                  </a:lnTo>
                  <a:close/>
                  <a:moveTo>
                    <a:pt x="845504" y="1169238"/>
                  </a:moveTo>
                  <a:lnTo>
                    <a:pt x="848369" y="1169238"/>
                  </a:lnTo>
                  <a:lnTo>
                    <a:pt x="848369" y="1167447"/>
                  </a:lnTo>
                  <a:lnTo>
                    <a:pt x="845504" y="1167447"/>
                  </a:lnTo>
                  <a:lnTo>
                    <a:pt x="845504" y="1169238"/>
                  </a:lnTo>
                  <a:close/>
                  <a:moveTo>
                    <a:pt x="829389" y="1174016"/>
                  </a:moveTo>
                  <a:lnTo>
                    <a:pt x="829389" y="1178190"/>
                  </a:lnTo>
                  <a:lnTo>
                    <a:pt x="832254" y="1178190"/>
                  </a:lnTo>
                  <a:lnTo>
                    <a:pt x="832254" y="1175203"/>
                  </a:lnTo>
                  <a:lnTo>
                    <a:pt x="834044" y="1173412"/>
                  </a:lnTo>
                  <a:lnTo>
                    <a:pt x="834044" y="1171622"/>
                  </a:lnTo>
                  <a:lnTo>
                    <a:pt x="838996" y="1166669"/>
                  </a:lnTo>
                  <a:lnTo>
                    <a:pt x="836971" y="1164644"/>
                  </a:lnTo>
                  <a:lnTo>
                    <a:pt x="831179" y="1170435"/>
                  </a:lnTo>
                  <a:lnTo>
                    <a:pt x="831179" y="1172225"/>
                  </a:lnTo>
                  <a:lnTo>
                    <a:pt x="829389" y="1174016"/>
                  </a:lnTo>
                  <a:close/>
                  <a:moveTo>
                    <a:pt x="692948" y="1167089"/>
                  </a:moveTo>
                  <a:lnTo>
                    <a:pt x="695936" y="1167089"/>
                  </a:lnTo>
                  <a:lnTo>
                    <a:pt x="696887" y="1168040"/>
                  </a:lnTo>
                  <a:lnTo>
                    <a:pt x="696887" y="1169238"/>
                  </a:lnTo>
                  <a:lnTo>
                    <a:pt x="699752" y="1169238"/>
                  </a:lnTo>
                  <a:lnTo>
                    <a:pt x="699752" y="1164224"/>
                  </a:lnTo>
                  <a:lnTo>
                    <a:pt x="692948" y="1167089"/>
                  </a:lnTo>
                  <a:close/>
                  <a:moveTo>
                    <a:pt x="752814" y="1172041"/>
                  </a:moveTo>
                  <a:lnTo>
                    <a:pt x="754840" y="1170015"/>
                  </a:lnTo>
                  <a:lnTo>
                    <a:pt x="747678" y="1162853"/>
                  </a:lnTo>
                  <a:lnTo>
                    <a:pt x="745652" y="1164879"/>
                  </a:lnTo>
                  <a:lnTo>
                    <a:pt x="752814" y="1172041"/>
                  </a:lnTo>
                  <a:close/>
                  <a:moveTo>
                    <a:pt x="720584" y="1168225"/>
                  </a:moveTo>
                  <a:lnTo>
                    <a:pt x="722610" y="1170251"/>
                  </a:lnTo>
                  <a:lnTo>
                    <a:pt x="725771" y="1167089"/>
                  </a:lnTo>
                  <a:lnTo>
                    <a:pt x="727562" y="1167089"/>
                  </a:lnTo>
                  <a:lnTo>
                    <a:pt x="729772" y="1164879"/>
                  </a:lnTo>
                  <a:lnTo>
                    <a:pt x="727746" y="1162853"/>
                  </a:lnTo>
                  <a:lnTo>
                    <a:pt x="726375" y="1164224"/>
                  </a:lnTo>
                  <a:lnTo>
                    <a:pt x="724585" y="1164224"/>
                  </a:lnTo>
                  <a:lnTo>
                    <a:pt x="720584" y="1168225"/>
                  </a:lnTo>
                  <a:close/>
                  <a:moveTo>
                    <a:pt x="846936" y="1163508"/>
                  </a:moveTo>
                  <a:lnTo>
                    <a:pt x="846936" y="1160643"/>
                  </a:lnTo>
                  <a:lnTo>
                    <a:pt x="845146" y="1160643"/>
                  </a:lnTo>
                  <a:lnTo>
                    <a:pt x="845146" y="1163508"/>
                  </a:lnTo>
                  <a:lnTo>
                    <a:pt x="846936" y="1163508"/>
                  </a:lnTo>
                  <a:close/>
                  <a:moveTo>
                    <a:pt x="741293" y="1163508"/>
                  </a:moveTo>
                  <a:lnTo>
                    <a:pt x="741293" y="1160643"/>
                  </a:lnTo>
                  <a:lnTo>
                    <a:pt x="732340" y="1160643"/>
                  </a:lnTo>
                  <a:lnTo>
                    <a:pt x="732340" y="1163508"/>
                  </a:lnTo>
                  <a:lnTo>
                    <a:pt x="741293" y="1163508"/>
                  </a:lnTo>
                  <a:close/>
                  <a:moveTo>
                    <a:pt x="880957" y="1147393"/>
                  </a:moveTo>
                  <a:lnTo>
                    <a:pt x="880957" y="1144528"/>
                  </a:lnTo>
                  <a:lnTo>
                    <a:pt x="879166" y="1144528"/>
                  </a:lnTo>
                  <a:lnTo>
                    <a:pt x="879166" y="1147393"/>
                  </a:lnTo>
                  <a:lnTo>
                    <a:pt x="880957" y="1147393"/>
                  </a:lnTo>
                  <a:close/>
                  <a:moveTo>
                    <a:pt x="886329" y="1142737"/>
                  </a:moveTo>
                  <a:lnTo>
                    <a:pt x="886329" y="1145602"/>
                  </a:lnTo>
                  <a:lnTo>
                    <a:pt x="888713" y="1145602"/>
                  </a:lnTo>
                  <a:lnTo>
                    <a:pt x="890503" y="1143812"/>
                  </a:lnTo>
                  <a:lnTo>
                    <a:pt x="892294" y="1143812"/>
                  </a:lnTo>
                  <a:lnTo>
                    <a:pt x="898505" y="1137601"/>
                  </a:lnTo>
                  <a:lnTo>
                    <a:pt x="898505" y="1135810"/>
                  </a:lnTo>
                  <a:lnTo>
                    <a:pt x="900295" y="1134020"/>
                  </a:lnTo>
                  <a:lnTo>
                    <a:pt x="900295" y="1131636"/>
                  </a:lnTo>
                  <a:lnTo>
                    <a:pt x="897430" y="1131636"/>
                  </a:lnTo>
                  <a:lnTo>
                    <a:pt x="897430" y="1132833"/>
                  </a:lnTo>
                  <a:lnTo>
                    <a:pt x="895640" y="1134624"/>
                  </a:lnTo>
                  <a:lnTo>
                    <a:pt x="895640" y="1136414"/>
                  </a:lnTo>
                  <a:lnTo>
                    <a:pt x="891107" y="1140947"/>
                  </a:lnTo>
                  <a:lnTo>
                    <a:pt x="889316" y="1140947"/>
                  </a:lnTo>
                  <a:lnTo>
                    <a:pt x="887526" y="1142737"/>
                  </a:lnTo>
                  <a:lnTo>
                    <a:pt x="886329" y="1142737"/>
                  </a:lnTo>
                  <a:close/>
                  <a:moveTo>
                    <a:pt x="899221" y="1126264"/>
                  </a:moveTo>
                  <a:lnTo>
                    <a:pt x="902086" y="1126264"/>
                  </a:lnTo>
                  <a:lnTo>
                    <a:pt x="902086" y="1124474"/>
                  </a:lnTo>
                  <a:lnTo>
                    <a:pt x="899221" y="1124474"/>
                  </a:lnTo>
                  <a:lnTo>
                    <a:pt x="899221" y="1126264"/>
                  </a:lnTo>
                  <a:close/>
                  <a:moveTo>
                    <a:pt x="865200" y="1135217"/>
                  </a:moveTo>
                  <a:lnTo>
                    <a:pt x="868065" y="1135217"/>
                  </a:lnTo>
                  <a:lnTo>
                    <a:pt x="868065" y="1124474"/>
                  </a:lnTo>
                  <a:lnTo>
                    <a:pt x="865200" y="1124474"/>
                  </a:lnTo>
                  <a:lnTo>
                    <a:pt x="865200" y="1135217"/>
                  </a:lnTo>
                  <a:close/>
                  <a:moveTo>
                    <a:pt x="867410" y="1119880"/>
                  </a:moveTo>
                  <a:lnTo>
                    <a:pt x="869436" y="1121905"/>
                  </a:lnTo>
                  <a:lnTo>
                    <a:pt x="871646" y="1119695"/>
                  </a:lnTo>
                  <a:lnTo>
                    <a:pt x="871646" y="1117905"/>
                  </a:lnTo>
                  <a:lnTo>
                    <a:pt x="873017" y="1116534"/>
                  </a:lnTo>
                  <a:lnTo>
                    <a:pt x="870991" y="1114508"/>
                  </a:lnTo>
                  <a:lnTo>
                    <a:pt x="868781" y="1116718"/>
                  </a:lnTo>
                  <a:lnTo>
                    <a:pt x="868781" y="1118509"/>
                  </a:lnTo>
                  <a:lnTo>
                    <a:pt x="867410" y="1119880"/>
                  </a:lnTo>
                  <a:close/>
                  <a:moveTo>
                    <a:pt x="897430" y="1117905"/>
                  </a:moveTo>
                  <a:lnTo>
                    <a:pt x="897430" y="1120892"/>
                  </a:lnTo>
                  <a:lnTo>
                    <a:pt x="900295" y="1120892"/>
                  </a:lnTo>
                  <a:lnTo>
                    <a:pt x="900295" y="1116718"/>
                  </a:lnTo>
                  <a:lnTo>
                    <a:pt x="894504" y="1110927"/>
                  </a:lnTo>
                  <a:lnTo>
                    <a:pt x="892478" y="1112953"/>
                  </a:lnTo>
                  <a:lnTo>
                    <a:pt x="897430" y="1117905"/>
                  </a:lnTo>
                  <a:close/>
                  <a:moveTo>
                    <a:pt x="874572" y="1112717"/>
                  </a:moveTo>
                  <a:lnTo>
                    <a:pt x="876598" y="1114743"/>
                  </a:lnTo>
                  <a:lnTo>
                    <a:pt x="877969" y="1113372"/>
                  </a:lnTo>
                  <a:lnTo>
                    <a:pt x="879166" y="1113372"/>
                  </a:lnTo>
                  <a:lnTo>
                    <a:pt x="879166" y="1110507"/>
                  </a:lnTo>
                  <a:lnTo>
                    <a:pt x="876783" y="1110507"/>
                  </a:lnTo>
                  <a:lnTo>
                    <a:pt x="874572" y="1112717"/>
                  </a:lnTo>
                  <a:close/>
                  <a:moveTo>
                    <a:pt x="888119" y="1111581"/>
                  </a:moveTo>
                  <a:lnTo>
                    <a:pt x="888119" y="1108717"/>
                  </a:lnTo>
                  <a:lnTo>
                    <a:pt x="882748" y="1108717"/>
                  </a:lnTo>
                  <a:lnTo>
                    <a:pt x="882748" y="1111581"/>
                  </a:lnTo>
                  <a:lnTo>
                    <a:pt x="888119" y="1111581"/>
                  </a:lnTo>
                  <a:close/>
                  <a:moveTo>
                    <a:pt x="768510" y="1094627"/>
                  </a:moveTo>
                  <a:lnTo>
                    <a:pt x="771733" y="1097850"/>
                  </a:lnTo>
                  <a:lnTo>
                    <a:pt x="776327" y="1093256"/>
                  </a:lnTo>
                  <a:lnTo>
                    <a:pt x="774301" y="1091231"/>
                  </a:lnTo>
                  <a:lnTo>
                    <a:pt x="771733" y="1093799"/>
                  </a:lnTo>
                  <a:lnTo>
                    <a:pt x="771375" y="1092243"/>
                  </a:lnTo>
                  <a:lnTo>
                    <a:pt x="768510" y="1092243"/>
                  </a:lnTo>
                  <a:lnTo>
                    <a:pt x="768510" y="1094627"/>
                  </a:lnTo>
                  <a:close/>
                  <a:moveTo>
                    <a:pt x="738070" y="1092837"/>
                  </a:moveTo>
                  <a:lnTo>
                    <a:pt x="738070" y="1094627"/>
                  </a:lnTo>
                  <a:lnTo>
                    <a:pt x="740700" y="1097257"/>
                  </a:lnTo>
                  <a:lnTo>
                    <a:pt x="743084" y="1097257"/>
                  </a:lnTo>
                  <a:lnTo>
                    <a:pt x="743084" y="1094392"/>
                  </a:lnTo>
                  <a:lnTo>
                    <a:pt x="741886" y="1094392"/>
                  </a:lnTo>
                  <a:lnTo>
                    <a:pt x="740935" y="1093441"/>
                  </a:lnTo>
                  <a:lnTo>
                    <a:pt x="740935" y="1091650"/>
                  </a:lnTo>
                  <a:lnTo>
                    <a:pt x="738725" y="1089440"/>
                  </a:lnTo>
                  <a:lnTo>
                    <a:pt x="736699" y="1091466"/>
                  </a:lnTo>
                  <a:lnTo>
                    <a:pt x="738070" y="1092837"/>
                  </a:lnTo>
                  <a:close/>
                  <a:moveTo>
                    <a:pt x="734489" y="1086872"/>
                  </a:moveTo>
                  <a:lnTo>
                    <a:pt x="737354" y="1086872"/>
                  </a:lnTo>
                  <a:lnTo>
                    <a:pt x="737354" y="1085081"/>
                  </a:lnTo>
                  <a:lnTo>
                    <a:pt x="734489" y="1085081"/>
                  </a:lnTo>
                  <a:lnTo>
                    <a:pt x="734489" y="1086872"/>
                  </a:lnTo>
                  <a:close/>
                  <a:moveTo>
                    <a:pt x="721597" y="1084723"/>
                  </a:moveTo>
                  <a:lnTo>
                    <a:pt x="721597" y="1081858"/>
                  </a:lnTo>
                  <a:lnTo>
                    <a:pt x="719806" y="1081858"/>
                  </a:lnTo>
                  <a:lnTo>
                    <a:pt x="719806" y="1084723"/>
                  </a:lnTo>
                  <a:lnTo>
                    <a:pt x="721597" y="1084723"/>
                  </a:lnTo>
                  <a:close/>
                  <a:moveTo>
                    <a:pt x="768510" y="1081500"/>
                  </a:moveTo>
                  <a:lnTo>
                    <a:pt x="771375" y="1081500"/>
                  </a:lnTo>
                  <a:lnTo>
                    <a:pt x="771375" y="1079709"/>
                  </a:lnTo>
                  <a:lnTo>
                    <a:pt x="768510" y="1079709"/>
                  </a:lnTo>
                  <a:lnTo>
                    <a:pt x="768510" y="1081500"/>
                  </a:lnTo>
                  <a:close/>
                  <a:moveTo>
                    <a:pt x="743442" y="1092243"/>
                  </a:moveTo>
                  <a:lnTo>
                    <a:pt x="746307" y="1092243"/>
                  </a:lnTo>
                  <a:lnTo>
                    <a:pt x="746307" y="1079709"/>
                  </a:lnTo>
                  <a:lnTo>
                    <a:pt x="743442" y="1079709"/>
                  </a:lnTo>
                  <a:lnTo>
                    <a:pt x="743442" y="1092243"/>
                  </a:lnTo>
                  <a:close/>
                  <a:moveTo>
                    <a:pt x="700468" y="1080303"/>
                  </a:moveTo>
                  <a:lnTo>
                    <a:pt x="703098" y="1082932"/>
                  </a:lnTo>
                  <a:lnTo>
                    <a:pt x="704888" y="1082932"/>
                  </a:lnTo>
                  <a:lnTo>
                    <a:pt x="706679" y="1084723"/>
                  </a:lnTo>
                  <a:lnTo>
                    <a:pt x="710854" y="1084723"/>
                  </a:lnTo>
                  <a:lnTo>
                    <a:pt x="710854" y="1081858"/>
                  </a:lnTo>
                  <a:lnTo>
                    <a:pt x="707866" y="1081858"/>
                  </a:lnTo>
                  <a:lnTo>
                    <a:pt x="706075" y="1080068"/>
                  </a:lnTo>
                  <a:lnTo>
                    <a:pt x="704285" y="1080068"/>
                  </a:lnTo>
                  <a:lnTo>
                    <a:pt x="703333" y="1079116"/>
                  </a:lnTo>
                  <a:lnTo>
                    <a:pt x="703333" y="1077919"/>
                  </a:lnTo>
                  <a:lnTo>
                    <a:pt x="700468" y="1077919"/>
                  </a:lnTo>
                  <a:lnTo>
                    <a:pt x="700468" y="1080303"/>
                  </a:lnTo>
                  <a:close/>
                  <a:moveTo>
                    <a:pt x="727746" y="1078697"/>
                  </a:moveTo>
                  <a:lnTo>
                    <a:pt x="729772" y="1080722"/>
                  </a:lnTo>
                  <a:lnTo>
                    <a:pt x="733353" y="1077141"/>
                  </a:lnTo>
                  <a:lnTo>
                    <a:pt x="731327" y="1075115"/>
                  </a:lnTo>
                  <a:lnTo>
                    <a:pt x="727746" y="1078697"/>
                  </a:lnTo>
                  <a:close/>
                  <a:moveTo>
                    <a:pt x="777462" y="1085081"/>
                  </a:moveTo>
                  <a:lnTo>
                    <a:pt x="780327" y="1085081"/>
                  </a:lnTo>
                  <a:lnTo>
                    <a:pt x="780327" y="1074338"/>
                  </a:lnTo>
                  <a:lnTo>
                    <a:pt x="777462" y="1074338"/>
                  </a:lnTo>
                  <a:lnTo>
                    <a:pt x="777462" y="1085081"/>
                  </a:lnTo>
                  <a:close/>
                  <a:moveTo>
                    <a:pt x="702678" y="1073325"/>
                  </a:moveTo>
                  <a:lnTo>
                    <a:pt x="704704" y="1075351"/>
                  </a:lnTo>
                  <a:lnTo>
                    <a:pt x="706495" y="1073560"/>
                  </a:lnTo>
                  <a:lnTo>
                    <a:pt x="704469" y="1071534"/>
                  </a:lnTo>
                  <a:lnTo>
                    <a:pt x="702678" y="1073325"/>
                  </a:lnTo>
                  <a:close/>
                  <a:moveTo>
                    <a:pt x="770720" y="1075115"/>
                  </a:moveTo>
                  <a:lnTo>
                    <a:pt x="772746" y="1077141"/>
                  </a:lnTo>
                  <a:lnTo>
                    <a:pt x="774956" y="1074931"/>
                  </a:lnTo>
                  <a:lnTo>
                    <a:pt x="774956" y="1073141"/>
                  </a:lnTo>
                  <a:lnTo>
                    <a:pt x="775907" y="1072189"/>
                  </a:lnTo>
                  <a:lnTo>
                    <a:pt x="777104" y="1072189"/>
                  </a:lnTo>
                  <a:lnTo>
                    <a:pt x="777104" y="1069324"/>
                  </a:lnTo>
                  <a:lnTo>
                    <a:pt x="774720" y="1069324"/>
                  </a:lnTo>
                  <a:lnTo>
                    <a:pt x="772091" y="1071954"/>
                  </a:lnTo>
                  <a:lnTo>
                    <a:pt x="772091" y="1073744"/>
                  </a:lnTo>
                  <a:lnTo>
                    <a:pt x="770720" y="1075115"/>
                  </a:lnTo>
                  <a:close/>
                  <a:moveTo>
                    <a:pt x="739861" y="1073141"/>
                  </a:moveTo>
                  <a:lnTo>
                    <a:pt x="739861" y="1074931"/>
                  </a:lnTo>
                  <a:lnTo>
                    <a:pt x="742071" y="1077141"/>
                  </a:lnTo>
                  <a:lnTo>
                    <a:pt x="744097" y="1075115"/>
                  </a:lnTo>
                  <a:lnTo>
                    <a:pt x="742726" y="1073744"/>
                  </a:lnTo>
                  <a:lnTo>
                    <a:pt x="742726" y="1071954"/>
                  </a:lnTo>
                  <a:lnTo>
                    <a:pt x="740515" y="1069744"/>
                  </a:lnTo>
                  <a:lnTo>
                    <a:pt x="738490" y="1071770"/>
                  </a:lnTo>
                  <a:lnTo>
                    <a:pt x="739861" y="1073141"/>
                  </a:lnTo>
                  <a:close/>
                  <a:moveTo>
                    <a:pt x="728882" y="1063953"/>
                  </a:moveTo>
                  <a:lnTo>
                    <a:pt x="734489" y="1069559"/>
                  </a:lnTo>
                  <a:lnTo>
                    <a:pt x="734489" y="1070163"/>
                  </a:lnTo>
                  <a:lnTo>
                    <a:pt x="732105" y="1072547"/>
                  </a:lnTo>
                  <a:lnTo>
                    <a:pt x="737354" y="1077796"/>
                  </a:lnTo>
                  <a:lnTo>
                    <a:pt x="737354" y="1068373"/>
                  </a:lnTo>
                  <a:lnTo>
                    <a:pt x="736157" y="1067176"/>
                  </a:lnTo>
                  <a:lnTo>
                    <a:pt x="739380" y="1063953"/>
                  </a:lnTo>
                  <a:lnTo>
                    <a:pt x="728882" y="1063953"/>
                  </a:lnTo>
                  <a:close/>
                  <a:moveTo>
                    <a:pt x="707272" y="1067534"/>
                  </a:moveTo>
                  <a:lnTo>
                    <a:pt x="707272" y="1070399"/>
                  </a:lnTo>
                  <a:lnTo>
                    <a:pt x="709656" y="1070399"/>
                  </a:lnTo>
                  <a:lnTo>
                    <a:pt x="713237" y="1066817"/>
                  </a:lnTo>
                  <a:lnTo>
                    <a:pt x="714435" y="1066817"/>
                  </a:lnTo>
                  <a:lnTo>
                    <a:pt x="714435" y="1063953"/>
                  </a:lnTo>
                  <a:lnTo>
                    <a:pt x="712051" y="1063953"/>
                  </a:lnTo>
                  <a:lnTo>
                    <a:pt x="708470" y="1067534"/>
                  </a:lnTo>
                  <a:lnTo>
                    <a:pt x="707272" y="1067534"/>
                  </a:lnTo>
                  <a:close/>
                  <a:moveTo>
                    <a:pt x="716583" y="1058346"/>
                  </a:moveTo>
                  <a:lnTo>
                    <a:pt x="716583" y="1065027"/>
                  </a:lnTo>
                  <a:lnTo>
                    <a:pt x="723265" y="1065027"/>
                  </a:lnTo>
                  <a:lnTo>
                    <a:pt x="716583" y="1058346"/>
                  </a:lnTo>
                  <a:close/>
                  <a:moveTo>
                    <a:pt x="713422" y="1061026"/>
                  </a:moveTo>
                  <a:lnTo>
                    <a:pt x="715448" y="1059000"/>
                  </a:lnTo>
                  <a:lnTo>
                    <a:pt x="713657" y="1057210"/>
                  </a:lnTo>
                  <a:lnTo>
                    <a:pt x="711631" y="1059236"/>
                  </a:lnTo>
                  <a:lnTo>
                    <a:pt x="713422" y="1061026"/>
                  </a:lnTo>
                  <a:close/>
                  <a:moveTo>
                    <a:pt x="734489" y="1055235"/>
                  </a:moveTo>
                  <a:lnTo>
                    <a:pt x="736279" y="1057025"/>
                  </a:lnTo>
                  <a:lnTo>
                    <a:pt x="736279" y="1061804"/>
                  </a:lnTo>
                  <a:lnTo>
                    <a:pt x="739144" y="1061804"/>
                  </a:lnTo>
                  <a:lnTo>
                    <a:pt x="739144" y="1055839"/>
                  </a:lnTo>
                  <a:lnTo>
                    <a:pt x="737354" y="1054048"/>
                  </a:lnTo>
                  <a:lnTo>
                    <a:pt x="737354" y="1052851"/>
                  </a:lnTo>
                  <a:lnTo>
                    <a:pt x="734489" y="1052851"/>
                  </a:lnTo>
                  <a:lnTo>
                    <a:pt x="734489" y="1055235"/>
                  </a:lnTo>
                  <a:close/>
                  <a:moveTo>
                    <a:pt x="707630" y="1053444"/>
                  </a:moveTo>
                  <a:lnTo>
                    <a:pt x="709841" y="1055654"/>
                  </a:lnTo>
                  <a:lnTo>
                    <a:pt x="711866" y="1053629"/>
                  </a:lnTo>
                  <a:lnTo>
                    <a:pt x="710495" y="1052258"/>
                  </a:lnTo>
                  <a:lnTo>
                    <a:pt x="710495" y="1051060"/>
                  </a:lnTo>
                  <a:lnTo>
                    <a:pt x="707630" y="1051060"/>
                  </a:lnTo>
                  <a:lnTo>
                    <a:pt x="707630" y="1053444"/>
                  </a:lnTo>
                  <a:close/>
                  <a:moveTo>
                    <a:pt x="733118" y="1050283"/>
                  </a:moveTo>
                  <a:lnTo>
                    <a:pt x="735144" y="1048257"/>
                  </a:lnTo>
                  <a:lnTo>
                    <a:pt x="727981" y="1041095"/>
                  </a:lnTo>
                  <a:lnTo>
                    <a:pt x="725956" y="1043121"/>
                  </a:lnTo>
                  <a:lnTo>
                    <a:pt x="733118" y="1050283"/>
                  </a:lnTo>
                  <a:close/>
                  <a:moveTo>
                    <a:pt x="705840" y="1047479"/>
                  </a:moveTo>
                  <a:lnTo>
                    <a:pt x="708705" y="1047479"/>
                  </a:lnTo>
                  <a:lnTo>
                    <a:pt x="708705" y="1042108"/>
                  </a:lnTo>
                  <a:lnTo>
                    <a:pt x="705840" y="1042108"/>
                  </a:lnTo>
                  <a:lnTo>
                    <a:pt x="705840" y="1047479"/>
                  </a:lnTo>
                  <a:close/>
                  <a:moveTo>
                    <a:pt x="723387" y="1041750"/>
                  </a:moveTo>
                  <a:lnTo>
                    <a:pt x="723387" y="1038885"/>
                  </a:lnTo>
                  <a:lnTo>
                    <a:pt x="721597" y="1038885"/>
                  </a:lnTo>
                  <a:lnTo>
                    <a:pt x="721597" y="1041750"/>
                  </a:lnTo>
                  <a:lnTo>
                    <a:pt x="723387" y="1041750"/>
                  </a:lnTo>
                  <a:close/>
                  <a:moveTo>
                    <a:pt x="718016" y="1039959"/>
                  </a:moveTo>
                  <a:lnTo>
                    <a:pt x="718016" y="1037094"/>
                  </a:lnTo>
                  <a:lnTo>
                    <a:pt x="710854" y="1037094"/>
                  </a:lnTo>
                  <a:lnTo>
                    <a:pt x="710854" y="1039959"/>
                  </a:lnTo>
                  <a:lnTo>
                    <a:pt x="718016" y="1039959"/>
                  </a:lnTo>
                  <a:close/>
                  <a:moveTo>
                    <a:pt x="897430" y="961532"/>
                  </a:moveTo>
                  <a:lnTo>
                    <a:pt x="897430" y="962730"/>
                  </a:lnTo>
                  <a:lnTo>
                    <a:pt x="893614" y="966546"/>
                  </a:lnTo>
                  <a:lnTo>
                    <a:pt x="900295" y="966546"/>
                  </a:lnTo>
                  <a:lnTo>
                    <a:pt x="897430" y="961532"/>
                  </a:lnTo>
                  <a:close/>
                  <a:moveTo>
                    <a:pt x="880957" y="938613"/>
                  </a:moveTo>
                  <a:lnTo>
                    <a:pt x="880957" y="941478"/>
                  </a:lnTo>
                  <a:lnTo>
                    <a:pt x="886922" y="941478"/>
                  </a:lnTo>
                  <a:lnTo>
                    <a:pt x="889132" y="939268"/>
                  </a:lnTo>
                  <a:lnTo>
                    <a:pt x="887106" y="937242"/>
                  </a:lnTo>
                  <a:lnTo>
                    <a:pt x="885735" y="938613"/>
                  </a:lnTo>
                  <a:lnTo>
                    <a:pt x="880957" y="938613"/>
                  </a:lnTo>
                  <a:close/>
                  <a:moveTo>
                    <a:pt x="874153" y="935032"/>
                  </a:moveTo>
                  <a:lnTo>
                    <a:pt x="874153" y="939687"/>
                  </a:lnTo>
                  <a:lnTo>
                    <a:pt x="877969" y="939687"/>
                  </a:lnTo>
                  <a:lnTo>
                    <a:pt x="879760" y="937897"/>
                  </a:lnTo>
                  <a:lnTo>
                    <a:pt x="884538" y="937897"/>
                  </a:lnTo>
                  <a:lnTo>
                    <a:pt x="884538" y="935032"/>
                  </a:lnTo>
                  <a:lnTo>
                    <a:pt x="874153" y="935032"/>
                  </a:lnTo>
                  <a:close/>
                  <a:moveTo>
                    <a:pt x="456000" y="690799"/>
                  </a:moveTo>
                  <a:lnTo>
                    <a:pt x="457791" y="692590"/>
                  </a:lnTo>
                  <a:lnTo>
                    <a:pt x="473302" y="692590"/>
                  </a:lnTo>
                  <a:lnTo>
                    <a:pt x="475093" y="690799"/>
                  </a:lnTo>
                  <a:lnTo>
                    <a:pt x="476290" y="690799"/>
                  </a:lnTo>
                  <a:lnTo>
                    <a:pt x="476290" y="687934"/>
                  </a:lnTo>
                  <a:lnTo>
                    <a:pt x="473906" y="687934"/>
                  </a:lnTo>
                  <a:lnTo>
                    <a:pt x="472115" y="689725"/>
                  </a:lnTo>
                  <a:lnTo>
                    <a:pt x="458977" y="689725"/>
                  </a:lnTo>
                  <a:lnTo>
                    <a:pt x="457187" y="687934"/>
                  </a:lnTo>
                  <a:lnTo>
                    <a:pt x="454803" y="687934"/>
                  </a:lnTo>
                  <a:lnTo>
                    <a:pt x="454803" y="690799"/>
                  </a:lnTo>
                  <a:lnTo>
                    <a:pt x="456000" y="690799"/>
                  </a:lnTo>
                  <a:close/>
                  <a:moveTo>
                    <a:pt x="453371" y="683402"/>
                  </a:moveTo>
                  <a:lnTo>
                    <a:pt x="453371" y="685786"/>
                  </a:lnTo>
                  <a:lnTo>
                    <a:pt x="456235" y="685786"/>
                  </a:lnTo>
                  <a:lnTo>
                    <a:pt x="456235" y="684588"/>
                  </a:lnTo>
                  <a:lnTo>
                    <a:pt x="457606" y="683217"/>
                  </a:lnTo>
                  <a:lnTo>
                    <a:pt x="455581" y="681192"/>
                  </a:lnTo>
                  <a:lnTo>
                    <a:pt x="453371" y="683402"/>
                  </a:lnTo>
                  <a:close/>
                  <a:moveTo>
                    <a:pt x="478858" y="686563"/>
                  </a:moveTo>
                  <a:lnTo>
                    <a:pt x="480884" y="688589"/>
                  </a:lnTo>
                  <a:lnTo>
                    <a:pt x="488046" y="681427"/>
                  </a:lnTo>
                  <a:lnTo>
                    <a:pt x="486020" y="679401"/>
                  </a:lnTo>
                  <a:lnTo>
                    <a:pt x="478858" y="686563"/>
                  </a:lnTo>
                  <a:close/>
                  <a:moveTo>
                    <a:pt x="457371" y="677610"/>
                  </a:moveTo>
                  <a:lnTo>
                    <a:pt x="459397" y="679636"/>
                  </a:lnTo>
                  <a:lnTo>
                    <a:pt x="462978" y="676055"/>
                  </a:lnTo>
                  <a:lnTo>
                    <a:pt x="460952" y="674029"/>
                  </a:lnTo>
                  <a:lnTo>
                    <a:pt x="457371" y="677610"/>
                  </a:lnTo>
                  <a:close/>
                  <a:moveTo>
                    <a:pt x="464533" y="672239"/>
                  </a:moveTo>
                  <a:lnTo>
                    <a:pt x="466559" y="674265"/>
                  </a:lnTo>
                  <a:lnTo>
                    <a:pt x="468350" y="672474"/>
                  </a:lnTo>
                  <a:lnTo>
                    <a:pt x="466324" y="670448"/>
                  </a:lnTo>
                  <a:lnTo>
                    <a:pt x="464533" y="672239"/>
                  </a:lnTo>
                  <a:close/>
                  <a:moveTo>
                    <a:pt x="476290" y="671103"/>
                  </a:moveTo>
                  <a:lnTo>
                    <a:pt x="476290" y="668238"/>
                  </a:lnTo>
                  <a:lnTo>
                    <a:pt x="470918" y="668238"/>
                  </a:lnTo>
                  <a:lnTo>
                    <a:pt x="470918" y="671103"/>
                  </a:lnTo>
                  <a:lnTo>
                    <a:pt x="476290" y="671103"/>
                  </a:lnTo>
                  <a:close/>
                  <a:moveTo>
                    <a:pt x="482859" y="666448"/>
                  </a:moveTo>
                  <a:lnTo>
                    <a:pt x="478203" y="671103"/>
                  </a:lnTo>
                  <a:lnTo>
                    <a:pt x="486440" y="671103"/>
                  </a:lnTo>
                  <a:lnTo>
                    <a:pt x="489601" y="674265"/>
                  </a:lnTo>
                  <a:lnTo>
                    <a:pt x="491627" y="672239"/>
                  </a:lnTo>
                  <a:lnTo>
                    <a:pt x="490849" y="671461"/>
                  </a:lnTo>
                  <a:lnTo>
                    <a:pt x="494072" y="668238"/>
                  </a:lnTo>
                  <a:lnTo>
                    <a:pt x="487626" y="668238"/>
                  </a:lnTo>
                  <a:lnTo>
                    <a:pt x="485836" y="666448"/>
                  </a:lnTo>
                  <a:lnTo>
                    <a:pt x="482859" y="666448"/>
                  </a:lnTo>
                  <a:close/>
                  <a:moveTo>
                    <a:pt x="507507" y="665312"/>
                  </a:moveTo>
                  <a:lnTo>
                    <a:pt x="509533" y="663286"/>
                  </a:lnTo>
                  <a:lnTo>
                    <a:pt x="507742" y="661495"/>
                  </a:lnTo>
                  <a:lnTo>
                    <a:pt x="505716" y="663521"/>
                  </a:lnTo>
                  <a:lnTo>
                    <a:pt x="507507" y="665312"/>
                  </a:lnTo>
                  <a:close/>
                  <a:moveTo>
                    <a:pt x="489182" y="660718"/>
                  </a:moveTo>
                  <a:lnTo>
                    <a:pt x="492047" y="660718"/>
                  </a:lnTo>
                  <a:lnTo>
                    <a:pt x="492047" y="657137"/>
                  </a:lnTo>
                  <a:lnTo>
                    <a:pt x="489182" y="657137"/>
                  </a:lnTo>
                  <a:lnTo>
                    <a:pt x="489182" y="660718"/>
                  </a:lnTo>
                  <a:close/>
                  <a:moveTo>
                    <a:pt x="512879" y="657914"/>
                  </a:moveTo>
                  <a:lnTo>
                    <a:pt x="514904" y="659940"/>
                  </a:lnTo>
                  <a:lnTo>
                    <a:pt x="518905" y="655939"/>
                  </a:lnTo>
                  <a:lnTo>
                    <a:pt x="518905" y="653555"/>
                  </a:lnTo>
                  <a:lnTo>
                    <a:pt x="516040" y="653555"/>
                  </a:lnTo>
                  <a:lnTo>
                    <a:pt x="516040" y="654753"/>
                  </a:lnTo>
                  <a:lnTo>
                    <a:pt x="512879" y="657914"/>
                  </a:lnTo>
                  <a:close/>
                  <a:moveTo>
                    <a:pt x="501716" y="657730"/>
                  </a:moveTo>
                  <a:lnTo>
                    <a:pt x="503926" y="659940"/>
                  </a:lnTo>
                  <a:lnTo>
                    <a:pt x="505952" y="657914"/>
                  </a:lnTo>
                  <a:lnTo>
                    <a:pt x="504581" y="656543"/>
                  </a:lnTo>
                  <a:lnTo>
                    <a:pt x="504581" y="653555"/>
                  </a:lnTo>
                  <a:lnTo>
                    <a:pt x="501716" y="653555"/>
                  </a:lnTo>
                  <a:lnTo>
                    <a:pt x="501716" y="657730"/>
                  </a:lnTo>
                  <a:close/>
                  <a:moveTo>
                    <a:pt x="467695" y="651765"/>
                  </a:moveTo>
                  <a:lnTo>
                    <a:pt x="467695" y="654149"/>
                  </a:lnTo>
                  <a:lnTo>
                    <a:pt x="469486" y="655939"/>
                  </a:lnTo>
                  <a:lnTo>
                    <a:pt x="469486" y="657730"/>
                  </a:lnTo>
                  <a:lnTo>
                    <a:pt x="473067" y="661311"/>
                  </a:lnTo>
                  <a:lnTo>
                    <a:pt x="473067" y="663941"/>
                  </a:lnTo>
                  <a:lnTo>
                    <a:pt x="475696" y="663941"/>
                  </a:lnTo>
                  <a:lnTo>
                    <a:pt x="478858" y="667102"/>
                  </a:lnTo>
                  <a:lnTo>
                    <a:pt x="480884" y="665077"/>
                  </a:lnTo>
                  <a:lnTo>
                    <a:pt x="472351" y="656543"/>
                  </a:lnTo>
                  <a:lnTo>
                    <a:pt x="472351" y="654753"/>
                  </a:lnTo>
                  <a:lnTo>
                    <a:pt x="470560" y="652962"/>
                  </a:lnTo>
                  <a:lnTo>
                    <a:pt x="467695" y="651765"/>
                  </a:lnTo>
                  <a:close/>
                  <a:moveTo>
                    <a:pt x="475696" y="642454"/>
                  </a:moveTo>
                  <a:lnTo>
                    <a:pt x="477487" y="644245"/>
                  </a:lnTo>
                  <a:lnTo>
                    <a:pt x="479278" y="644245"/>
                  </a:lnTo>
                  <a:lnTo>
                    <a:pt x="486020" y="650987"/>
                  </a:lnTo>
                  <a:lnTo>
                    <a:pt x="488046" y="648961"/>
                  </a:lnTo>
                  <a:lnTo>
                    <a:pt x="480464" y="641380"/>
                  </a:lnTo>
                  <a:lnTo>
                    <a:pt x="478674" y="641380"/>
                  </a:lnTo>
                  <a:lnTo>
                    <a:pt x="476883" y="639589"/>
                  </a:lnTo>
                  <a:lnTo>
                    <a:pt x="474499" y="639589"/>
                  </a:lnTo>
                  <a:lnTo>
                    <a:pt x="474499" y="642454"/>
                  </a:lnTo>
                  <a:lnTo>
                    <a:pt x="475696" y="642454"/>
                  </a:lnTo>
                  <a:close/>
                  <a:moveTo>
                    <a:pt x="465904" y="640428"/>
                  </a:moveTo>
                  <a:lnTo>
                    <a:pt x="465904" y="648184"/>
                  </a:lnTo>
                  <a:lnTo>
                    <a:pt x="468769" y="648184"/>
                  </a:lnTo>
                  <a:lnTo>
                    <a:pt x="468769" y="641615"/>
                  </a:lnTo>
                  <a:lnTo>
                    <a:pt x="469721" y="640663"/>
                  </a:lnTo>
                  <a:lnTo>
                    <a:pt x="470918" y="640663"/>
                  </a:lnTo>
                  <a:lnTo>
                    <a:pt x="470918" y="637799"/>
                  </a:lnTo>
                  <a:lnTo>
                    <a:pt x="468534" y="637799"/>
                  </a:lnTo>
                  <a:lnTo>
                    <a:pt x="465904" y="640428"/>
                  </a:lnTo>
                  <a:close/>
                  <a:moveTo>
                    <a:pt x="517831" y="649974"/>
                  </a:moveTo>
                  <a:lnTo>
                    <a:pt x="520696" y="649974"/>
                  </a:lnTo>
                  <a:lnTo>
                    <a:pt x="520696" y="637440"/>
                  </a:lnTo>
                  <a:lnTo>
                    <a:pt x="517831" y="637440"/>
                  </a:lnTo>
                  <a:lnTo>
                    <a:pt x="517831" y="649974"/>
                  </a:lnTo>
                  <a:close/>
                  <a:moveTo>
                    <a:pt x="501716" y="638638"/>
                  </a:moveTo>
                  <a:lnTo>
                    <a:pt x="501716" y="642812"/>
                  </a:lnTo>
                  <a:lnTo>
                    <a:pt x="504581" y="642812"/>
                  </a:lnTo>
                  <a:lnTo>
                    <a:pt x="504581" y="639824"/>
                  </a:lnTo>
                  <a:lnTo>
                    <a:pt x="506371" y="638034"/>
                  </a:lnTo>
                  <a:lnTo>
                    <a:pt x="506371" y="636243"/>
                  </a:lnTo>
                  <a:lnTo>
                    <a:pt x="509533" y="633082"/>
                  </a:lnTo>
                  <a:lnTo>
                    <a:pt x="507507" y="631056"/>
                  </a:lnTo>
                  <a:lnTo>
                    <a:pt x="503506" y="635057"/>
                  </a:lnTo>
                  <a:lnTo>
                    <a:pt x="503506" y="636847"/>
                  </a:lnTo>
                  <a:lnTo>
                    <a:pt x="501716" y="638638"/>
                  </a:lnTo>
                  <a:close/>
                  <a:moveTo>
                    <a:pt x="513298" y="629920"/>
                  </a:moveTo>
                  <a:lnTo>
                    <a:pt x="514669" y="631291"/>
                  </a:lnTo>
                  <a:lnTo>
                    <a:pt x="516695" y="629265"/>
                  </a:lnTo>
                  <a:lnTo>
                    <a:pt x="514485" y="627055"/>
                  </a:lnTo>
                  <a:lnTo>
                    <a:pt x="512101" y="627055"/>
                  </a:lnTo>
                  <a:lnTo>
                    <a:pt x="512101" y="629920"/>
                  </a:lnTo>
                  <a:lnTo>
                    <a:pt x="513298" y="62992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156" name="Vector layer 664C4C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815989" y="1718940"/>
                  </a:moveTo>
                  <a:lnTo>
                    <a:pt x="1818854" y="1718940"/>
                  </a:lnTo>
                  <a:lnTo>
                    <a:pt x="1818854" y="1713569"/>
                  </a:lnTo>
                  <a:lnTo>
                    <a:pt x="1815989" y="1713569"/>
                  </a:lnTo>
                  <a:lnTo>
                    <a:pt x="1815989" y="1718940"/>
                  </a:lnTo>
                  <a:close/>
                  <a:moveTo>
                    <a:pt x="566176" y="1720731"/>
                  </a:moveTo>
                  <a:lnTo>
                    <a:pt x="569041" y="1720731"/>
                  </a:lnTo>
                  <a:lnTo>
                    <a:pt x="569041" y="1713569"/>
                  </a:lnTo>
                  <a:lnTo>
                    <a:pt x="566176" y="1713569"/>
                  </a:lnTo>
                  <a:lnTo>
                    <a:pt x="566176" y="1720731"/>
                  </a:lnTo>
                  <a:close/>
                  <a:moveTo>
                    <a:pt x="1035723" y="1621237"/>
                  </a:moveTo>
                  <a:lnTo>
                    <a:pt x="1037749" y="1623263"/>
                  </a:lnTo>
                  <a:lnTo>
                    <a:pt x="1039539" y="1621472"/>
                  </a:lnTo>
                  <a:lnTo>
                    <a:pt x="1037514" y="1619447"/>
                  </a:lnTo>
                  <a:lnTo>
                    <a:pt x="1035723" y="1621237"/>
                  </a:lnTo>
                  <a:close/>
                  <a:moveTo>
                    <a:pt x="1037514" y="1596405"/>
                  </a:moveTo>
                  <a:lnTo>
                    <a:pt x="1039539" y="1594379"/>
                  </a:lnTo>
                  <a:lnTo>
                    <a:pt x="1037749" y="1592588"/>
                  </a:lnTo>
                  <a:lnTo>
                    <a:pt x="1035723" y="1594614"/>
                  </a:lnTo>
                  <a:lnTo>
                    <a:pt x="1037514" y="1596405"/>
                  </a:lnTo>
                  <a:close/>
                  <a:moveTo>
                    <a:pt x="1035304" y="1579277"/>
                  </a:moveTo>
                  <a:lnTo>
                    <a:pt x="1038168" y="1579277"/>
                  </a:lnTo>
                  <a:lnTo>
                    <a:pt x="1038168" y="1577486"/>
                  </a:lnTo>
                  <a:lnTo>
                    <a:pt x="1035304" y="1577486"/>
                  </a:lnTo>
                  <a:lnTo>
                    <a:pt x="1035304" y="1579277"/>
                  </a:lnTo>
                  <a:close/>
                  <a:moveTo>
                    <a:pt x="1035304" y="1564952"/>
                  </a:moveTo>
                  <a:lnTo>
                    <a:pt x="1038168" y="1564952"/>
                  </a:lnTo>
                  <a:lnTo>
                    <a:pt x="1038168" y="1563161"/>
                  </a:lnTo>
                  <a:lnTo>
                    <a:pt x="1035304" y="1563161"/>
                  </a:lnTo>
                  <a:lnTo>
                    <a:pt x="1035304" y="1564952"/>
                  </a:lnTo>
                  <a:close/>
                  <a:moveTo>
                    <a:pt x="1035304" y="1550628"/>
                  </a:moveTo>
                  <a:lnTo>
                    <a:pt x="1038168" y="1550628"/>
                  </a:lnTo>
                  <a:lnTo>
                    <a:pt x="1038168" y="1548837"/>
                  </a:lnTo>
                  <a:lnTo>
                    <a:pt x="1035304" y="1548837"/>
                  </a:lnTo>
                  <a:lnTo>
                    <a:pt x="1035304" y="1550628"/>
                  </a:lnTo>
                  <a:close/>
                  <a:moveTo>
                    <a:pt x="1035723" y="1533500"/>
                  </a:moveTo>
                  <a:lnTo>
                    <a:pt x="1037749" y="1535525"/>
                  </a:lnTo>
                  <a:lnTo>
                    <a:pt x="1039539" y="1533735"/>
                  </a:lnTo>
                  <a:lnTo>
                    <a:pt x="1037514" y="1531709"/>
                  </a:lnTo>
                  <a:lnTo>
                    <a:pt x="1035723" y="1533500"/>
                  </a:lnTo>
                  <a:close/>
                  <a:moveTo>
                    <a:pt x="1037514" y="1522991"/>
                  </a:moveTo>
                  <a:lnTo>
                    <a:pt x="1039539" y="1520966"/>
                  </a:lnTo>
                  <a:lnTo>
                    <a:pt x="1037749" y="1519175"/>
                  </a:lnTo>
                  <a:lnTo>
                    <a:pt x="1035723" y="1521201"/>
                  </a:lnTo>
                  <a:lnTo>
                    <a:pt x="1037514" y="1522991"/>
                  </a:lnTo>
                  <a:close/>
                  <a:moveTo>
                    <a:pt x="1035304" y="1506457"/>
                  </a:moveTo>
                  <a:lnTo>
                    <a:pt x="1037514" y="1508667"/>
                  </a:lnTo>
                  <a:lnTo>
                    <a:pt x="1039539" y="1506641"/>
                  </a:lnTo>
                  <a:lnTo>
                    <a:pt x="1038168" y="1505270"/>
                  </a:lnTo>
                  <a:lnTo>
                    <a:pt x="1038168" y="1504073"/>
                  </a:lnTo>
                  <a:lnTo>
                    <a:pt x="1035304" y="1504073"/>
                  </a:lnTo>
                  <a:lnTo>
                    <a:pt x="1035304" y="1506457"/>
                  </a:lnTo>
                  <a:close/>
                  <a:moveTo>
                    <a:pt x="1035304" y="1491539"/>
                  </a:moveTo>
                  <a:lnTo>
                    <a:pt x="1038168" y="1491539"/>
                  </a:lnTo>
                  <a:lnTo>
                    <a:pt x="1038168" y="1489748"/>
                  </a:lnTo>
                  <a:lnTo>
                    <a:pt x="1035304" y="1489748"/>
                  </a:lnTo>
                  <a:lnTo>
                    <a:pt x="1035304" y="1491539"/>
                  </a:lnTo>
                  <a:close/>
                  <a:moveTo>
                    <a:pt x="1035304" y="1477214"/>
                  </a:moveTo>
                  <a:lnTo>
                    <a:pt x="1038168" y="1477214"/>
                  </a:lnTo>
                  <a:lnTo>
                    <a:pt x="1038168" y="1475424"/>
                  </a:lnTo>
                  <a:lnTo>
                    <a:pt x="1035304" y="1475424"/>
                  </a:lnTo>
                  <a:lnTo>
                    <a:pt x="1035304" y="1477214"/>
                  </a:lnTo>
                  <a:close/>
                  <a:moveTo>
                    <a:pt x="1035304" y="1460506"/>
                  </a:moveTo>
                  <a:lnTo>
                    <a:pt x="1035304" y="1462890"/>
                  </a:lnTo>
                  <a:lnTo>
                    <a:pt x="1038168" y="1462890"/>
                  </a:lnTo>
                  <a:lnTo>
                    <a:pt x="1038168" y="1461693"/>
                  </a:lnTo>
                  <a:lnTo>
                    <a:pt x="1039539" y="1460322"/>
                  </a:lnTo>
                  <a:lnTo>
                    <a:pt x="1037514" y="1458296"/>
                  </a:lnTo>
                  <a:lnTo>
                    <a:pt x="1035304" y="1460506"/>
                  </a:lnTo>
                  <a:close/>
                  <a:moveTo>
                    <a:pt x="1035723" y="1445762"/>
                  </a:moveTo>
                  <a:lnTo>
                    <a:pt x="1037749" y="1447788"/>
                  </a:lnTo>
                  <a:lnTo>
                    <a:pt x="1039539" y="1445997"/>
                  </a:lnTo>
                  <a:lnTo>
                    <a:pt x="1037514" y="1443971"/>
                  </a:lnTo>
                  <a:lnTo>
                    <a:pt x="1035723" y="1445762"/>
                  </a:lnTo>
                  <a:close/>
                  <a:moveTo>
                    <a:pt x="1037514" y="1435254"/>
                  </a:moveTo>
                  <a:lnTo>
                    <a:pt x="1039539" y="1433228"/>
                  </a:lnTo>
                  <a:lnTo>
                    <a:pt x="1037749" y="1431437"/>
                  </a:lnTo>
                  <a:lnTo>
                    <a:pt x="1035723" y="1433463"/>
                  </a:lnTo>
                  <a:lnTo>
                    <a:pt x="1037514" y="1435254"/>
                  </a:lnTo>
                  <a:close/>
                  <a:moveTo>
                    <a:pt x="1035304" y="1418126"/>
                  </a:moveTo>
                  <a:lnTo>
                    <a:pt x="1038168" y="1418126"/>
                  </a:lnTo>
                  <a:lnTo>
                    <a:pt x="1038168" y="1416335"/>
                  </a:lnTo>
                  <a:lnTo>
                    <a:pt x="1035304" y="1416335"/>
                  </a:lnTo>
                  <a:lnTo>
                    <a:pt x="1035304" y="1418126"/>
                  </a:lnTo>
                  <a:close/>
                  <a:moveTo>
                    <a:pt x="1035304" y="1403801"/>
                  </a:moveTo>
                  <a:lnTo>
                    <a:pt x="1038168" y="1403801"/>
                  </a:lnTo>
                  <a:lnTo>
                    <a:pt x="1038168" y="1402011"/>
                  </a:lnTo>
                  <a:lnTo>
                    <a:pt x="1035304" y="1402011"/>
                  </a:lnTo>
                  <a:lnTo>
                    <a:pt x="1035304" y="1403801"/>
                  </a:lnTo>
                  <a:close/>
                  <a:moveTo>
                    <a:pt x="1035304" y="1389477"/>
                  </a:moveTo>
                  <a:lnTo>
                    <a:pt x="1038168" y="1389477"/>
                  </a:lnTo>
                  <a:lnTo>
                    <a:pt x="1038168" y="1387686"/>
                  </a:lnTo>
                  <a:lnTo>
                    <a:pt x="1035304" y="1387686"/>
                  </a:lnTo>
                  <a:lnTo>
                    <a:pt x="1035304" y="1389477"/>
                  </a:lnTo>
                  <a:close/>
                  <a:moveTo>
                    <a:pt x="1035723" y="1372349"/>
                  </a:moveTo>
                  <a:lnTo>
                    <a:pt x="1037749" y="1374375"/>
                  </a:lnTo>
                  <a:lnTo>
                    <a:pt x="1039539" y="1372584"/>
                  </a:lnTo>
                  <a:lnTo>
                    <a:pt x="1037514" y="1370558"/>
                  </a:lnTo>
                  <a:lnTo>
                    <a:pt x="1035723" y="1372349"/>
                  </a:lnTo>
                  <a:close/>
                  <a:moveTo>
                    <a:pt x="1133784" y="1369781"/>
                  </a:moveTo>
                  <a:lnTo>
                    <a:pt x="1136649" y="1369781"/>
                  </a:lnTo>
                  <a:lnTo>
                    <a:pt x="1136649" y="1367990"/>
                  </a:lnTo>
                  <a:lnTo>
                    <a:pt x="1133784" y="1367990"/>
                  </a:lnTo>
                  <a:lnTo>
                    <a:pt x="1133784" y="1369781"/>
                  </a:lnTo>
                  <a:close/>
                  <a:moveTo>
                    <a:pt x="1119460" y="1369781"/>
                  </a:moveTo>
                  <a:lnTo>
                    <a:pt x="1122325" y="1369781"/>
                  </a:lnTo>
                  <a:lnTo>
                    <a:pt x="1122325" y="1367990"/>
                  </a:lnTo>
                  <a:lnTo>
                    <a:pt x="1119460" y="1367990"/>
                  </a:lnTo>
                  <a:lnTo>
                    <a:pt x="1119460" y="1369781"/>
                  </a:lnTo>
                  <a:close/>
                  <a:moveTo>
                    <a:pt x="1108717" y="1369781"/>
                  </a:moveTo>
                  <a:lnTo>
                    <a:pt x="1111581" y="1369781"/>
                  </a:lnTo>
                  <a:lnTo>
                    <a:pt x="1111581" y="1367990"/>
                  </a:lnTo>
                  <a:lnTo>
                    <a:pt x="1108717" y="1367990"/>
                  </a:lnTo>
                  <a:lnTo>
                    <a:pt x="1108717" y="1369781"/>
                  </a:lnTo>
                  <a:close/>
                  <a:moveTo>
                    <a:pt x="1046047" y="1369781"/>
                  </a:moveTo>
                  <a:lnTo>
                    <a:pt x="1048912" y="1369781"/>
                  </a:lnTo>
                  <a:lnTo>
                    <a:pt x="1048912" y="1367990"/>
                  </a:lnTo>
                  <a:lnTo>
                    <a:pt x="1046047" y="1367990"/>
                  </a:lnTo>
                  <a:lnTo>
                    <a:pt x="1046047" y="1369781"/>
                  </a:lnTo>
                  <a:close/>
                  <a:moveTo>
                    <a:pt x="1020979" y="1369781"/>
                  </a:moveTo>
                  <a:lnTo>
                    <a:pt x="1023844" y="1369781"/>
                  </a:lnTo>
                  <a:lnTo>
                    <a:pt x="1023844" y="1367990"/>
                  </a:lnTo>
                  <a:lnTo>
                    <a:pt x="1020979" y="1367990"/>
                  </a:lnTo>
                  <a:lnTo>
                    <a:pt x="1020979" y="1369781"/>
                  </a:lnTo>
                  <a:close/>
                  <a:moveTo>
                    <a:pt x="884896" y="1369781"/>
                  </a:moveTo>
                  <a:lnTo>
                    <a:pt x="887761" y="1369781"/>
                  </a:lnTo>
                  <a:lnTo>
                    <a:pt x="887761" y="1367990"/>
                  </a:lnTo>
                  <a:lnTo>
                    <a:pt x="884896" y="1367990"/>
                  </a:lnTo>
                  <a:lnTo>
                    <a:pt x="884896" y="1369781"/>
                  </a:lnTo>
                  <a:close/>
                  <a:moveTo>
                    <a:pt x="859828" y="1369781"/>
                  </a:moveTo>
                  <a:lnTo>
                    <a:pt x="862693" y="1369781"/>
                  </a:lnTo>
                  <a:lnTo>
                    <a:pt x="862693" y="1367990"/>
                  </a:lnTo>
                  <a:lnTo>
                    <a:pt x="859828" y="1367990"/>
                  </a:lnTo>
                  <a:lnTo>
                    <a:pt x="859828" y="1369781"/>
                  </a:lnTo>
                  <a:close/>
                  <a:moveTo>
                    <a:pt x="1037514" y="1347516"/>
                  </a:moveTo>
                  <a:lnTo>
                    <a:pt x="1039539" y="1345490"/>
                  </a:lnTo>
                  <a:lnTo>
                    <a:pt x="1037749" y="1343700"/>
                  </a:lnTo>
                  <a:lnTo>
                    <a:pt x="1035723" y="1345726"/>
                  </a:lnTo>
                  <a:lnTo>
                    <a:pt x="1037514" y="1347516"/>
                  </a:lnTo>
                  <a:close/>
                  <a:moveTo>
                    <a:pt x="1035304" y="1330388"/>
                  </a:moveTo>
                  <a:lnTo>
                    <a:pt x="1038168" y="1330388"/>
                  </a:lnTo>
                  <a:lnTo>
                    <a:pt x="1038168" y="1328598"/>
                  </a:lnTo>
                  <a:lnTo>
                    <a:pt x="1035304" y="1328598"/>
                  </a:lnTo>
                  <a:lnTo>
                    <a:pt x="1035304" y="1330388"/>
                  </a:lnTo>
                  <a:close/>
                  <a:moveTo>
                    <a:pt x="1035304" y="1316064"/>
                  </a:moveTo>
                  <a:lnTo>
                    <a:pt x="1038168" y="1316064"/>
                  </a:lnTo>
                  <a:lnTo>
                    <a:pt x="1038168" y="1314273"/>
                  </a:lnTo>
                  <a:lnTo>
                    <a:pt x="1035304" y="1314273"/>
                  </a:lnTo>
                  <a:lnTo>
                    <a:pt x="1035304" y="1316064"/>
                  </a:lnTo>
                  <a:close/>
                  <a:moveTo>
                    <a:pt x="1035304" y="1301739"/>
                  </a:moveTo>
                  <a:lnTo>
                    <a:pt x="1038168" y="1301739"/>
                  </a:lnTo>
                  <a:lnTo>
                    <a:pt x="1038168" y="1299949"/>
                  </a:lnTo>
                  <a:lnTo>
                    <a:pt x="1035304" y="1299949"/>
                  </a:lnTo>
                  <a:lnTo>
                    <a:pt x="1035304" y="1301739"/>
                  </a:lnTo>
                  <a:close/>
                  <a:moveTo>
                    <a:pt x="1035304" y="1285031"/>
                  </a:moveTo>
                  <a:lnTo>
                    <a:pt x="1035304" y="1287415"/>
                  </a:lnTo>
                  <a:lnTo>
                    <a:pt x="1038168" y="1287415"/>
                  </a:lnTo>
                  <a:lnTo>
                    <a:pt x="1038168" y="1286218"/>
                  </a:lnTo>
                  <a:lnTo>
                    <a:pt x="1039120" y="1285266"/>
                  </a:lnTo>
                  <a:lnTo>
                    <a:pt x="1040317" y="1285266"/>
                  </a:lnTo>
                  <a:lnTo>
                    <a:pt x="1040317" y="1282401"/>
                  </a:lnTo>
                  <a:lnTo>
                    <a:pt x="1037933" y="1282401"/>
                  </a:lnTo>
                  <a:lnTo>
                    <a:pt x="1035304" y="1285031"/>
                  </a:lnTo>
                  <a:close/>
                  <a:moveTo>
                    <a:pt x="1035304" y="1271893"/>
                  </a:moveTo>
                  <a:lnTo>
                    <a:pt x="1037933" y="1274523"/>
                  </a:lnTo>
                  <a:lnTo>
                    <a:pt x="1040317" y="1274523"/>
                  </a:lnTo>
                  <a:lnTo>
                    <a:pt x="1040317" y="1271658"/>
                  </a:lnTo>
                  <a:lnTo>
                    <a:pt x="1039120" y="1271658"/>
                  </a:lnTo>
                  <a:lnTo>
                    <a:pt x="1038168" y="1270706"/>
                  </a:lnTo>
                  <a:lnTo>
                    <a:pt x="1038168" y="1269509"/>
                  </a:lnTo>
                  <a:lnTo>
                    <a:pt x="1035304" y="1269509"/>
                  </a:lnTo>
                  <a:lnTo>
                    <a:pt x="1035304" y="1271893"/>
                  </a:lnTo>
                  <a:close/>
                  <a:moveTo>
                    <a:pt x="1035304" y="1257569"/>
                  </a:moveTo>
                  <a:lnTo>
                    <a:pt x="1037933" y="1260198"/>
                  </a:lnTo>
                  <a:lnTo>
                    <a:pt x="1040317" y="1260198"/>
                  </a:lnTo>
                  <a:lnTo>
                    <a:pt x="1040317" y="1257333"/>
                  </a:lnTo>
                  <a:lnTo>
                    <a:pt x="1039120" y="1257333"/>
                  </a:lnTo>
                  <a:lnTo>
                    <a:pt x="1038168" y="1256382"/>
                  </a:lnTo>
                  <a:lnTo>
                    <a:pt x="1038168" y="1255185"/>
                  </a:lnTo>
                  <a:lnTo>
                    <a:pt x="1035304" y="1255185"/>
                  </a:lnTo>
                  <a:lnTo>
                    <a:pt x="1035304" y="1257569"/>
                  </a:lnTo>
                  <a:close/>
                  <a:moveTo>
                    <a:pt x="1035304" y="1242651"/>
                  </a:moveTo>
                  <a:lnTo>
                    <a:pt x="1038168" y="1242651"/>
                  </a:lnTo>
                  <a:lnTo>
                    <a:pt x="1038168" y="1240860"/>
                  </a:lnTo>
                  <a:lnTo>
                    <a:pt x="1035304" y="1240860"/>
                  </a:lnTo>
                  <a:lnTo>
                    <a:pt x="1035304" y="1242651"/>
                  </a:lnTo>
                  <a:close/>
                  <a:moveTo>
                    <a:pt x="1035304" y="1228326"/>
                  </a:moveTo>
                  <a:lnTo>
                    <a:pt x="1038168" y="1228326"/>
                  </a:lnTo>
                  <a:lnTo>
                    <a:pt x="1038168" y="1226536"/>
                  </a:lnTo>
                  <a:lnTo>
                    <a:pt x="1035304" y="1226536"/>
                  </a:lnTo>
                  <a:lnTo>
                    <a:pt x="1035304" y="1228326"/>
                  </a:lnTo>
                  <a:close/>
                  <a:moveTo>
                    <a:pt x="1040317" y="1211853"/>
                  </a:moveTo>
                  <a:lnTo>
                    <a:pt x="1040317" y="1208988"/>
                  </a:lnTo>
                  <a:lnTo>
                    <a:pt x="1038527" y="1208988"/>
                  </a:lnTo>
                  <a:lnTo>
                    <a:pt x="1038527" y="1211853"/>
                  </a:lnTo>
                  <a:lnTo>
                    <a:pt x="1040317" y="1211853"/>
                  </a:lnTo>
                  <a:close/>
                  <a:moveTo>
                    <a:pt x="1035304" y="1197293"/>
                  </a:moveTo>
                  <a:lnTo>
                    <a:pt x="1035304" y="1199677"/>
                  </a:lnTo>
                  <a:lnTo>
                    <a:pt x="1038168" y="1199677"/>
                  </a:lnTo>
                  <a:lnTo>
                    <a:pt x="1038168" y="1198480"/>
                  </a:lnTo>
                  <a:lnTo>
                    <a:pt x="1039120" y="1197529"/>
                  </a:lnTo>
                  <a:lnTo>
                    <a:pt x="1040317" y="1197529"/>
                  </a:lnTo>
                  <a:lnTo>
                    <a:pt x="1040317" y="1194664"/>
                  </a:lnTo>
                  <a:lnTo>
                    <a:pt x="1037933" y="1194664"/>
                  </a:lnTo>
                  <a:lnTo>
                    <a:pt x="1035304" y="1197293"/>
                  </a:lnTo>
                  <a:close/>
                  <a:moveTo>
                    <a:pt x="1035304" y="1184155"/>
                  </a:moveTo>
                  <a:lnTo>
                    <a:pt x="1037933" y="1186785"/>
                  </a:lnTo>
                  <a:lnTo>
                    <a:pt x="1040317" y="1186785"/>
                  </a:lnTo>
                  <a:lnTo>
                    <a:pt x="1040317" y="1183920"/>
                  </a:lnTo>
                  <a:lnTo>
                    <a:pt x="1039120" y="1183920"/>
                  </a:lnTo>
                  <a:lnTo>
                    <a:pt x="1038168" y="1182969"/>
                  </a:lnTo>
                  <a:lnTo>
                    <a:pt x="1038168" y="1181772"/>
                  </a:lnTo>
                  <a:lnTo>
                    <a:pt x="1035304" y="1181772"/>
                  </a:lnTo>
                  <a:lnTo>
                    <a:pt x="1035304" y="1184155"/>
                  </a:lnTo>
                  <a:close/>
                  <a:moveTo>
                    <a:pt x="1035304" y="1169238"/>
                  </a:moveTo>
                  <a:lnTo>
                    <a:pt x="1038168" y="1169238"/>
                  </a:lnTo>
                  <a:lnTo>
                    <a:pt x="1038168" y="1167447"/>
                  </a:lnTo>
                  <a:lnTo>
                    <a:pt x="1035304" y="1167447"/>
                  </a:lnTo>
                  <a:lnTo>
                    <a:pt x="1035304" y="1169238"/>
                  </a:lnTo>
                  <a:close/>
                  <a:moveTo>
                    <a:pt x="1035304" y="1154913"/>
                  </a:moveTo>
                  <a:lnTo>
                    <a:pt x="1038168" y="1154913"/>
                  </a:lnTo>
                  <a:lnTo>
                    <a:pt x="1038168" y="1153123"/>
                  </a:lnTo>
                  <a:lnTo>
                    <a:pt x="1035304" y="1153123"/>
                  </a:lnTo>
                  <a:lnTo>
                    <a:pt x="1035304" y="1154913"/>
                  </a:lnTo>
                  <a:close/>
                  <a:moveTo>
                    <a:pt x="1035304" y="1140589"/>
                  </a:moveTo>
                  <a:lnTo>
                    <a:pt x="1038168" y="1140589"/>
                  </a:lnTo>
                  <a:lnTo>
                    <a:pt x="1038168" y="1138798"/>
                  </a:lnTo>
                  <a:lnTo>
                    <a:pt x="1035304" y="1138798"/>
                  </a:lnTo>
                  <a:lnTo>
                    <a:pt x="1035304" y="1140589"/>
                  </a:lnTo>
                  <a:close/>
                  <a:moveTo>
                    <a:pt x="1035304" y="1123880"/>
                  </a:moveTo>
                  <a:lnTo>
                    <a:pt x="1035304" y="1126264"/>
                  </a:lnTo>
                  <a:lnTo>
                    <a:pt x="1038168" y="1126264"/>
                  </a:lnTo>
                  <a:lnTo>
                    <a:pt x="1038168" y="1125067"/>
                  </a:lnTo>
                  <a:lnTo>
                    <a:pt x="1039120" y="1124115"/>
                  </a:lnTo>
                  <a:lnTo>
                    <a:pt x="1040317" y="1124115"/>
                  </a:lnTo>
                  <a:lnTo>
                    <a:pt x="1040317" y="1121251"/>
                  </a:lnTo>
                  <a:lnTo>
                    <a:pt x="1037933" y="1121251"/>
                  </a:lnTo>
                  <a:lnTo>
                    <a:pt x="1035304" y="1123880"/>
                  </a:lnTo>
                  <a:close/>
                  <a:moveTo>
                    <a:pt x="1035304" y="1096418"/>
                  </a:moveTo>
                  <a:lnTo>
                    <a:pt x="1037933" y="1099048"/>
                  </a:lnTo>
                  <a:lnTo>
                    <a:pt x="1040317" y="1099048"/>
                  </a:lnTo>
                  <a:lnTo>
                    <a:pt x="1040317" y="1096183"/>
                  </a:lnTo>
                  <a:lnTo>
                    <a:pt x="1039120" y="1096183"/>
                  </a:lnTo>
                  <a:lnTo>
                    <a:pt x="1038168" y="1095231"/>
                  </a:lnTo>
                  <a:lnTo>
                    <a:pt x="1038168" y="1094034"/>
                  </a:lnTo>
                  <a:lnTo>
                    <a:pt x="1035304" y="1094034"/>
                  </a:lnTo>
                  <a:lnTo>
                    <a:pt x="1035304" y="1096418"/>
                  </a:lnTo>
                  <a:close/>
                  <a:moveTo>
                    <a:pt x="1035304" y="1067176"/>
                  </a:moveTo>
                  <a:lnTo>
                    <a:pt x="1038168" y="1067176"/>
                  </a:lnTo>
                  <a:lnTo>
                    <a:pt x="1038168" y="1065385"/>
                  </a:lnTo>
                  <a:lnTo>
                    <a:pt x="1035304" y="1065385"/>
                  </a:lnTo>
                  <a:lnTo>
                    <a:pt x="1035304" y="1067176"/>
                  </a:lnTo>
                  <a:close/>
                  <a:moveTo>
                    <a:pt x="1035304" y="1052851"/>
                  </a:moveTo>
                  <a:lnTo>
                    <a:pt x="1038168" y="1052851"/>
                  </a:lnTo>
                  <a:lnTo>
                    <a:pt x="1038168" y="1051060"/>
                  </a:lnTo>
                  <a:lnTo>
                    <a:pt x="1035304" y="1051060"/>
                  </a:lnTo>
                  <a:lnTo>
                    <a:pt x="1035304" y="1052851"/>
                  </a:lnTo>
                  <a:close/>
                  <a:moveTo>
                    <a:pt x="1035304" y="1023005"/>
                  </a:moveTo>
                  <a:lnTo>
                    <a:pt x="1037933" y="1025634"/>
                  </a:lnTo>
                  <a:lnTo>
                    <a:pt x="1040317" y="1025634"/>
                  </a:lnTo>
                  <a:lnTo>
                    <a:pt x="1040317" y="1022770"/>
                  </a:lnTo>
                  <a:lnTo>
                    <a:pt x="1039120" y="1022770"/>
                  </a:lnTo>
                  <a:lnTo>
                    <a:pt x="1038168" y="1021818"/>
                  </a:lnTo>
                  <a:lnTo>
                    <a:pt x="1038168" y="1020621"/>
                  </a:lnTo>
                  <a:lnTo>
                    <a:pt x="1035304" y="1020621"/>
                  </a:lnTo>
                  <a:lnTo>
                    <a:pt x="1035304" y="1023005"/>
                  </a:lnTo>
                  <a:close/>
                  <a:moveTo>
                    <a:pt x="1035304" y="1008680"/>
                  </a:moveTo>
                  <a:lnTo>
                    <a:pt x="1037933" y="1011310"/>
                  </a:lnTo>
                  <a:lnTo>
                    <a:pt x="1040317" y="1011310"/>
                  </a:lnTo>
                  <a:lnTo>
                    <a:pt x="1040317" y="1008445"/>
                  </a:lnTo>
                  <a:lnTo>
                    <a:pt x="1039120" y="1008445"/>
                  </a:lnTo>
                  <a:lnTo>
                    <a:pt x="1038168" y="1007494"/>
                  </a:lnTo>
                  <a:lnTo>
                    <a:pt x="1038168" y="1006296"/>
                  </a:lnTo>
                  <a:lnTo>
                    <a:pt x="1035304" y="1006296"/>
                  </a:lnTo>
                  <a:lnTo>
                    <a:pt x="1035304" y="1008680"/>
                  </a:lnTo>
                  <a:close/>
                  <a:moveTo>
                    <a:pt x="1035304" y="962730"/>
                  </a:moveTo>
                  <a:lnTo>
                    <a:pt x="1035304" y="965113"/>
                  </a:lnTo>
                  <a:lnTo>
                    <a:pt x="1038168" y="965113"/>
                  </a:lnTo>
                  <a:lnTo>
                    <a:pt x="1038168" y="963916"/>
                  </a:lnTo>
                  <a:lnTo>
                    <a:pt x="1039120" y="962965"/>
                  </a:lnTo>
                  <a:lnTo>
                    <a:pt x="1040317" y="962965"/>
                  </a:lnTo>
                  <a:lnTo>
                    <a:pt x="1040317" y="960100"/>
                  </a:lnTo>
                  <a:lnTo>
                    <a:pt x="1037933" y="960100"/>
                  </a:lnTo>
                  <a:lnTo>
                    <a:pt x="1035304" y="962730"/>
                  </a:lnTo>
                  <a:close/>
                  <a:moveTo>
                    <a:pt x="1035304" y="948405"/>
                  </a:moveTo>
                  <a:lnTo>
                    <a:pt x="1035304" y="950789"/>
                  </a:lnTo>
                  <a:lnTo>
                    <a:pt x="1038168" y="950789"/>
                  </a:lnTo>
                  <a:lnTo>
                    <a:pt x="1038168" y="949592"/>
                  </a:lnTo>
                  <a:lnTo>
                    <a:pt x="1039120" y="948640"/>
                  </a:lnTo>
                  <a:lnTo>
                    <a:pt x="1040317" y="948640"/>
                  </a:lnTo>
                  <a:lnTo>
                    <a:pt x="1040317" y="945775"/>
                  </a:lnTo>
                  <a:lnTo>
                    <a:pt x="1037933" y="945775"/>
                  </a:lnTo>
                  <a:lnTo>
                    <a:pt x="1035304" y="948405"/>
                  </a:lnTo>
                  <a:close/>
                  <a:moveTo>
                    <a:pt x="1035304" y="935267"/>
                  </a:moveTo>
                  <a:lnTo>
                    <a:pt x="1037933" y="937897"/>
                  </a:lnTo>
                  <a:lnTo>
                    <a:pt x="1040317" y="937897"/>
                  </a:lnTo>
                  <a:lnTo>
                    <a:pt x="1040317" y="935032"/>
                  </a:lnTo>
                  <a:lnTo>
                    <a:pt x="1039120" y="935032"/>
                  </a:lnTo>
                  <a:lnTo>
                    <a:pt x="1038168" y="934081"/>
                  </a:lnTo>
                  <a:lnTo>
                    <a:pt x="1038168" y="932883"/>
                  </a:lnTo>
                  <a:lnTo>
                    <a:pt x="1035304" y="932883"/>
                  </a:lnTo>
                  <a:lnTo>
                    <a:pt x="1035304" y="935267"/>
                  </a:lnTo>
                  <a:close/>
                  <a:moveTo>
                    <a:pt x="1035304" y="920349"/>
                  </a:moveTo>
                  <a:lnTo>
                    <a:pt x="1038168" y="920349"/>
                  </a:lnTo>
                  <a:lnTo>
                    <a:pt x="1038168" y="918559"/>
                  </a:lnTo>
                  <a:lnTo>
                    <a:pt x="1035304" y="918559"/>
                  </a:lnTo>
                  <a:lnTo>
                    <a:pt x="1035304" y="920349"/>
                  </a:lnTo>
                  <a:close/>
                  <a:moveTo>
                    <a:pt x="1035304" y="891700"/>
                  </a:moveTo>
                  <a:lnTo>
                    <a:pt x="1038168" y="891700"/>
                  </a:lnTo>
                  <a:lnTo>
                    <a:pt x="1038168" y="889910"/>
                  </a:lnTo>
                  <a:lnTo>
                    <a:pt x="1035304" y="889910"/>
                  </a:lnTo>
                  <a:lnTo>
                    <a:pt x="1035304" y="891700"/>
                  </a:lnTo>
                  <a:close/>
                  <a:moveTo>
                    <a:pt x="2055924" y="891700"/>
                  </a:moveTo>
                  <a:lnTo>
                    <a:pt x="2058789" y="891700"/>
                  </a:lnTo>
                  <a:lnTo>
                    <a:pt x="2058789" y="886329"/>
                  </a:lnTo>
                  <a:lnTo>
                    <a:pt x="2055924" y="886329"/>
                  </a:lnTo>
                  <a:lnTo>
                    <a:pt x="2055924" y="891700"/>
                  </a:lnTo>
                  <a:close/>
                  <a:moveTo>
                    <a:pt x="1035304" y="874992"/>
                  </a:moveTo>
                  <a:lnTo>
                    <a:pt x="1035304" y="877376"/>
                  </a:lnTo>
                  <a:lnTo>
                    <a:pt x="1038168" y="877376"/>
                  </a:lnTo>
                  <a:lnTo>
                    <a:pt x="1038168" y="876179"/>
                  </a:lnTo>
                  <a:lnTo>
                    <a:pt x="1039120" y="875227"/>
                  </a:lnTo>
                  <a:lnTo>
                    <a:pt x="1040317" y="875227"/>
                  </a:lnTo>
                  <a:lnTo>
                    <a:pt x="1040317" y="872362"/>
                  </a:lnTo>
                  <a:lnTo>
                    <a:pt x="1037933" y="872362"/>
                  </a:lnTo>
                  <a:lnTo>
                    <a:pt x="1035304" y="874992"/>
                  </a:lnTo>
                  <a:close/>
                  <a:moveTo>
                    <a:pt x="2106060" y="812916"/>
                  </a:moveTo>
                  <a:lnTo>
                    <a:pt x="2108925" y="812916"/>
                  </a:lnTo>
                  <a:lnTo>
                    <a:pt x="2108925" y="811125"/>
                  </a:lnTo>
                  <a:lnTo>
                    <a:pt x="2106060" y="811125"/>
                  </a:lnTo>
                  <a:lnTo>
                    <a:pt x="2106060" y="812916"/>
                  </a:lnTo>
                  <a:close/>
                  <a:moveTo>
                    <a:pt x="2057715" y="814706"/>
                  </a:moveTo>
                  <a:lnTo>
                    <a:pt x="2060580" y="814706"/>
                  </a:lnTo>
                  <a:lnTo>
                    <a:pt x="2060580" y="809334"/>
                  </a:lnTo>
                  <a:lnTo>
                    <a:pt x="2057715" y="809334"/>
                  </a:lnTo>
                  <a:lnTo>
                    <a:pt x="2057715" y="814706"/>
                  </a:lnTo>
                  <a:close/>
                  <a:moveTo>
                    <a:pt x="2087796" y="789280"/>
                  </a:moveTo>
                  <a:lnTo>
                    <a:pt x="2087796" y="786415"/>
                  </a:lnTo>
                  <a:lnTo>
                    <a:pt x="2086006" y="786415"/>
                  </a:lnTo>
                  <a:lnTo>
                    <a:pt x="2086006" y="789280"/>
                  </a:lnTo>
                  <a:lnTo>
                    <a:pt x="2087796" y="789280"/>
                  </a:lnTo>
                  <a:close/>
                  <a:moveTo>
                    <a:pt x="2080634" y="789280"/>
                  </a:moveTo>
                  <a:lnTo>
                    <a:pt x="2080634" y="786415"/>
                  </a:lnTo>
                  <a:lnTo>
                    <a:pt x="2078844" y="786415"/>
                  </a:lnTo>
                  <a:lnTo>
                    <a:pt x="2078844" y="789280"/>
                  </a:lnTo>
                  <a:lnTo>
                    <a:pt x="2080634" y="789280"/>
                  </a:lnTo>
                  <a:close/>
                  <a:moveTo>
                    <a:pt x="2067087" y="751259"/>
                  </a:moveTo>
                  <a:lnTo>
                    <a:pt x="2069113" y="749233"/>
                  </a:lnTo>
                  <a:lnTo>
                    <a:pt x="2067323" y="747442"/>
                  </a:lnTo>
                  <a:lnTo>
                    <a:pt x="2065297" y="749468"/>
                  </a:lnTo>
                  <a:lnTo>
                    <a:pt x="2067087" y="751259"/>
                  </a:lnTo>
                  <a:close/>
                  <a:moveTo>
                    <a:pt x="2099317" y="720819"/>
                  </a:moveTo>
                  <a:lnTo>
                    <a:pt x="2101343" y="718793"/>
                  </a:lnTo>
                  <a:lnTo>
                    <a:pt x="2099553" y="717003"/>
                  </a:lnTo>
                  <a:lnTo>
                    <a:pt x="2097527" y="719029"/>
                  </a:lnTo>
                  <a:lnTo>
                    <a:pt x="2099317" y="720819"/>
                  </a:lnTo>
                  <a:close/>
                  <a:moveTo>
                    <a:pt x="196962" y="402519"/>
                  </a:moveTo>
                  <a:lnTo>
                    <a:pt x="196962" y="399654"/>
                  </a:lnTo>
                  <a:lnTo>
                    <a:pt x="195171" y="399654"/>
                  </a:lnTo>
                  <a:lnTo>
                    <a:pt x="195171" y="402519"/>
                  </a:lnTo>
                  <a:lnTo>
                    <a:pt x="196962" y="402519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157" name="Vector layer 195388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845504" y="1369781"/>
                  </a:moveTo>
                  <a:lnTo>
                    <a:pt x="848369" y="1369781"/>
                  </a:lnTo>
                  <a:lnTo>
                    <a:pt x="848369" y="1367990"/>
                  </a:lnTo>
                  <a:lnTo>
                    <a:pt x="845504" y="1367990"/>
                  </a:lnTo>
                  <a:lnTo>
                    <a:pt x="845504" y="1369781"/>
                  </a:lnTo>
                  <a:close/>
                  <a:moveTo>
                    <a:pt x="877018" y="1328721"/>
                  </a:moveTo>
                  <a:lnTo>
                    <a:pt x="872362" y="1333376"/>
                  </a:lnTo>
                  <a:lnTo>
                    <a:pt x="872362" y="1335167"/>
                  </a:lnTo>
                  <a:lnTo>
                    <a:pt x="870572" y="1336957"/>
                  </a:lnTo>
                  <a:lnTo>
                    <a:pt x="870572" y="1345910"/>
                  </a:lnTo>
                  <a:lnTo>
                    <a:pt x="869620" y="1346861"/>
                  </a:lnTo>
                  <a:lnTo>
                    <a:pt x="867226" y="1346861"/>
                  </a:lnTo>
                  <a:lnTo>
                    <a:pt x="865435" y="1345071"/>
                  </a:lnTo>
                  <a:lnTo>
                    <a:pt x="855296" y="1345071"/>
                  </a:lnTo>
                  <a:lnTo>
                    <a:pt x="853505" y="1346861"/>
                  </a:lnTo>
                  <a:lnTo>
                    <a:pt x="851715" y="1346861"/>
                  </a:lnTo>
                  <a:lnTo>
                    <a:pt x="849924" y="1348652"/>
                  </a:lnTo>
                  <a:lnTo>
                    <a:pt x="848134" y="1348652"/>
                  </a:lnTo>
                  <a:lnTo>
                    <a:pt x="845504" y="1351282"/>
                  </a:lnTo>
                  <a:lnTo>
                    <a:pt x="845504" y="1354259"/>
                  </a:lnTo>
                  <a:lnTo>
                    <a:pt x="849924" y="1358679"/>
                  </a:lnTo>
                  <a:lnTo>
                    <a:pt x="853505" y="1358679"/>
                  </a:lnTo>
                  <a:lnTo>
                    <a:pt x="855296" y="1360470"/>
                  </a:lnTo>
                  <a:lnTo>
                    <a:pt x="861854" y="1360470"/>
                  </a:lnTo>
                  <a:lnTo>
                    <a:pt x="863645" y="1358679"/>
                  </a:lnTo>
                  <a:lnTo>
                    <a:pt x="867226" y="1358679"/>
                  </a:lnTo>
                  <a:lnTo>
                    <a:pt x="869016" y="1356889"/>
                  </a:lnTo>
                  <a:lnTo>
                    <a:pt x="870807" y="1356889"/>
                  </a:lnTo>
                  <a:lnTo>
                    <a:pt x="872598" y="1355098"/>
                  </a:lnTo>
                  <a:lnTo>
                    <a:pt x="873201" y="1355098"/>
                  </a:lnTo>
                  <a:lnTo>
                    <a:pt x="876363" y="1358260"/>
                  </a:lnTo>
                  <a:lnTo>
                    <a:pt x="878389" y="1356234"/>
                  </a:lnTo>
                  <a:lnTo>
                    <a:pt x="877018" y="1354863"/>
                  </a:lnTo>
                  <a:lnTo>
                    <a:pt x="877018" y="1353072"/>
                  </a:lnTo>
                  <a:lnTo>
                    <a:pt x="875227" y="1351282"/>
                  </a:lnTo>
                  <a:lnTo>
                    <a:pt x="875227" y="1350678"/>
                  </a:lnTo>
                  <a:lnTo>
                    <a:pt x="877018" y="1348887"/>
                  </a:lnTo>
                  <a:lnTo>
                    <a:pt x="877018" y="1345306"/>
                  </a:lnTo>
                  <a:lnTo>
                    <a:pt x="878808" y="1343516"/>
                  </a:lnTo>
                  <a:lnTo>
                    <a:pt x="878808" y="1336957"/>
                  </a:lnTo>
                  <a:lnTo>
                    <a:pt x="877018" y="1335167"/>
                  </a:lnTo>
                  <a:lnTo>
                    <a:pt x="877018" y="1328721"/>
                  </a:lnTo>
                  <a:close/>
                  <a:moveTo>
                    <a:pt x="792626" y="1320003"/>
                  </a:moveTo>
                  <a:lnTo>
                    <a:pt x="790835" y="1321794"/>
                  </a:lnTo>
                  <a:lnTo>
                    <a:pt x="789045" y="1321794"/>
                  </a:lnTo>
                  <a:lnTo>
                    <a:pt x="782834" y="1328004"/>
                  </a:lnTo>
                  <a:lnTo>
                    <a:pt x="782834" y="1329795"/>
                  </a:lnTo>
                  <a:lnTo>
                    <a:pt x="779253" y="1333376"/>
                  </a:lnTo>
                  <a:lnTo>
                    <a:pt x="779253" y="1336957"/>
                  </a:lnTo>
                  <a:lnTo>
                    <a:pt x="777462" y="1338748"/>
                  </a:lnTo>
                  <a:lnTo>
                    <a:pt x="777462" y="1345306"/>
                  </a:lnTo>
                  <a:lnTo>
                    <a:pt x="779253" y="1347097"/>
                  </a:lnTo>
                  <a:lnTo>
                    <a:pt x="779253" y="1350678"/>
                  </a:lnTo>
                  <a:lnTo>
                    <a:pt x="781044" y="1352468"/>
                  </a:lnTo>
                  <a:lnTo>
                    <a:pt x="781044" y="1354259"/>
                  </a:lnTo>
                  <a:lnTo>
                    <a:pt x="786057" y="1359273"/>
                  </a:lnTo>
                  <a:lnTo>
                    <a:pt x="788441" y="1356889"/>
                  </a:lnTo>
                  <a:lnTo>
                    <a:pt x="796207" y="1356889"/>
                  </a:lnTo>
                  <a:lnTo>
                    <a:pt x="797998" y="1358679"/>
                  </a:lnTo>
                  <a:lnTo>
                    <a:pt x="806347" y="1358679"/>
                  </a:lnTo>
                  <a:lnTo>
                    <a:pt x="808137" y="1356889"/>
                  </a:lnTo>
                  <a:lnTo>
                    <a:pt x="811718" y="1356889"/>
                  </a:lnTo>
                  <a:lnTo>
                    <a:pt x="817929" y="1350678"/>
                  </a:lnTo>
                  <a:lnTo>
                    <a:pt x="817929" y="1333376"/>
                  </a:lnTo>
                  <a:lnTo>
                    <a:pt x="814348" y="1329795"/>
                  </a:lnTo>
                  <a:lnTo>
                    <a:pt x="814348" y="1327165"/>
                  </a:lnTo>
                  <a:lnTo>
                    <a:pt x="811718" y="1327165"/>
                  </a:lnTo>
                  <a:lnTo>
                    <a:pt x="808137" y="1323584"/>
                  </a:lnTo>
                  <a:lnTo>
                    <a:pt x="806347" y="1323584"/>
                  </a:lnTo>
                  <a:lnTo>
                    <a:pt x="804556" y="1321794"/>
                  </a:lnTo>
                  <a:lnTo>
                    <a:pt x="799184" y="1321794"/>
                  </a:lnTo>
                  <a:lnTo>
                    <a:pt x="797394" y="1320003"/>
                  </a:lnTo>
                  <a:lnTo>
                    <a:pt x="792626" y="1320003"/>
                  </a:lnTo>
                  <a:close/>
                  <a:moveTo>
                    <a:pt x="411236" y="1309260"/>
                  </a:moveTo>
                  <a:lnTo>
                    <a:pt x="408606" y="1311889"/>
                  </a:lnTo>
                  <a:lnTo>
                    <a:pt x="408606" y="1315470"/>
                  </a:lnTo>
                  <a:lnTo>
                    <a:pt x="406816" y="1317261"/>
                  </a:lnTo>
                  <a:lnTo>
                    <a:pt x="406816" y="1330982"/>
                  </a:lnTo>
                  <a:lnTo>
                    <a:pt x="408606" y="1332772"/>
                  </a:lnTo>
                  <a:lnTo>
                    <a:pt x="408606" y="1334563"/>
                  </a:lnTo>
                  <a:lnTo>
                    <a:pt x="412188" y="1338144"/>
                  </a:lnTo>
                  <a:lnTo>
                    <a:pt x="412188" y="1339934"/>
                  </a:lnTo>
                  <a:lnTo>
                    <a:pt x="414817" y="1342564"/>
                  </a:lnTo>
                  <a:lnTo>
                    <a:pt x="416608" y="1342564"/>
                  </a:lnTo>
                  <a:lnTo>
                    <a:pt x="420189" y="1346145"/>
                  </a:lnTo>
                  <a:lnTo>
                    <a:pt x="426747" y="1346145"/>
                  </a:lnTo>
                  <a:lnTo>
                    <a:pt x="431168" y="1341725"/>
                  </a:lnTo>
                  <a:lnTo>
                    <a:pt x="431168" y="1334563"/>
                  </a:lnTo>
                  <a:lnTo>
                    <a:pt x="433551" y="1332179"/>
                  </a:lnTo>
                  <a:lnTo>
                    <a:pt x="431168" y="1329795"/>
                  </a:lnTo>
                  <a:lnTo>
                    <a:pt x="431168" y="1322633"/>
                  </a:lnTo>
                  <a:lnTo>
                    <a:pt x="427586" y="1319052"/>
                  </a:lnTo>
                  <a:lnTo>
                    <a:pt x="427586" y="1317261"/>
                  </a:lnTo>
                  <a:lnTo>
                    <a:pt x="423166" y="1312841"/>
                  </a:lnTo>
                  <a:lnTo>
                    <a:pt x="421376" y="1312841"/>
                  </a:lnTo>
                  <a:lnTo>
                    <a:pt x="417795" y="1309260"/>
                  </a:lnTo>
                  <a:lnTo>
                    <a:pt x="411236" y="1309260"/>
                  </a:lnTo>
                  <a:close/>
                  <a:moveTo>
                    <a:pt x="721004" y="1285982"/>
                  </a:moveTo>
                  <a:lnTo>
                    <a:pt x="719213" y="1287773"/>
                  </a:lnTo>
                  <a:lnTo>
                    <a:pt x="715632" y="1287773"/>
                  </a:lnTo>
                  <a:lnTo>
                    <a:pt x="711212" y="1292193"/>
                  </a:lnTo>
                  <a:lnTo>
                    <a:pt x="711212" y="1295170"/>
                  </a:lnTo>
                  <a:lnTo>
                    <a:pt x="714793" y="1298751"/>
                  </a:lnTo>
                  <a:lnTo>
                    <a:pt x="714793" y="1301381"/>
                  </a:lnTo>
                  <a:lnTo>
                    <a:pt x="717422" y="1301381"/>
                  </a:lnTo>
                  <a:lnTo>
                    <a:pt x="721955" y="1305914"/>
                  </a:lnTo>
                  <a:lnTo>
                    <a:pt x="721955" y="1306518"/>
                  </a:lnTo>
                  <a:lnTo>
                    <a:pt x="721004" y="1307469"/>
                  </a:lnTo>
                  <a:lnTo>
                    <a:pt x="708470" y="1307469"/>
                  </a:lnTo>
                  <a:lnTo>
                    <a:pt x="706679" y="1309260"/>
                  </a:lnTo>
                  <a:lnTo>
                    <a:pt x="704049" y="1309260"/>
                  </a:lnTo>
                  <a:lnTo>
                    <a:pt x="704049" y="1313076"/>
                  </a:lnTo>
                  <a:lnTo>
                    <a:pt x="705840" y="1314867"/>
                  </a:lnTo>
                  <a:lnTo>
                    <a:pt x="705840" y="1316657"/>
                  </a:lnTo>
                  <a:lnTo>
                    <a:pt x="707630" y="1318448"/>
                  </a:lnTo>
                  <a:lnTo>
                    <a:pt x="707630" y="1320238"/>
                  </a:lnTo>
                  <a:lnTo>
                    <a:pt x="711212" y="1323819"/>
                  </a:lnTo>
                  <a:lnTo>
                    <a:pt x="711212" y="1325610"/>
                  </a:lnTo>
                  <a:lnTo>
                    <a:pt x="713002" y="1327401"/>
                  </a:lnTo>
                  <a:lnTo>
                    <a:pt x="713002" y="1332772"/>
                  </a:lnTo>
                  <a:lnTo>
                    <a:pt x="716583" y="1336353"/>
                  </a:lnTo>
                  <a:lnTo>
                    <a:pt x="716583" y="1338144"/>
                  </a:lnTo>
                  <a:lnTo>
                    <a:pt x="719213" y="1340774"/>
                  </a:lnTo>
                  <a:lnTo>
                    <a:pt x="721004" y="1340774"/>
                  </a:lnTo>
                  <a:lnTo>
                    <a:pt x="724585" y="1344355"/>
                  </a:lnTo>
                  <a:lnTo>
                    <a:pt x="730192" y="1344355"/>
                  </a:lnTo>
                  <a:lnTo>
                    <a:pt x="730192" y="1341725"/>
                  </a:lnTo>
                  <a:lnTo>
                    <a:pt x="733773" y="1338144"/>
                  </a:lnTo>
                  <a:lnTo>
                    <a:pt x="733773" y="1329191"/>
                  </a:lnTo>
                  <a:lnTo>
                    <a:pt x="738305" y="1324658"/>
                  </a:lnTo>
                  <a:lnTo>
                    <a:pt x="740096" y="1324658"/>
                  </a:lnTo>
                  <a:lnTo>
                    <a:pt x="742726" y="1322029"/>
                  </a:lnTo>
                  <a:lnTo>
                    <a:pt x="742726" y="1320238"/>
                  </a:lnTo>
                  <a:lnTo>
                    <a:pt x="746307" y="1316657"/>
                  </a:lnTo>
                  <a:lnTo>
                    <a:pt x="746307" y="1305679"/>
                  </a:lnTo>
                  <a:lnTo>
                    <a:pt x="743677" y="1305679"/>
                  </a:lnTo>
                  <a:lnTo>
                    <a:pt x="742726" y="1304727"/>
                  </a:lnTo>
                  <a:lnTo>
                    <a:pt x="743677" y="1303172"/>
                  </a:lnTo>
                  <a:lnTo>
                    <a:pt x="746307" y="1303172"/>
                  </a:lnTo>
                  <a:lnTo>
                    <a:pt x="746307" y="1299355"/>
                  </a:lnTo>
                  <a:lnTo>
                    <a:pt x="744516" y="1297565"/>
                  </a:lnTo>
                  <a:lnTo>
                    <a:pt x="744516" y="1295774"/>
                  </a:lnTo>
                  <a:lnTo>
                    <a:pt x="738305" y="1289563"/>
                  </a:lnTo>
                  <a:lnTo>
                    <a:pt x="736515" y="1289563"/>
                  </a:lnTo>
                  <a:lnTo>
                    <a:pt x="734724" y="1287773"/>
                  </a:lnTo>
                  <a:lnTo>
                    <a:pt x="732934" y="1287773"/>
                  </a:lnTo>
                  <a:lnTo>
                    <a:pt x="731143" y="1285982"/>
                  </a:lnTo>
                  <a:lnTo>
                    <a:pt x="721004" y="1285982"/>
                  </a:lnTo>
                  <a:close/>
                  <a:moveTo>
                    <a:pt x="866039" y="1257333"/>
                  </a:moveTo>
                  <a:lnTo>
                    <a:pt x="864249" y="1259124"/>
                  </a:lnTo>
                  <a:lnTo>
                    <a:pt x="862458" y="1259124"/>
                  </a:lnTo>
                  <a:lnTo>
                    <a:pt x="860667" y="1260914"/>
                  </a:lnTo>
                  <a:lnTo>
                    <a:pt x="858877" y="1260914"/>
                  </a:lnTo>
                  <a:lnTo>
                    <a:pt x="854457" y="1265335"/>
                  </a:lnTo>
                  <a:lnTo>
                    <a:pt x="854457" y="1267125"/>
                  </a:lnTo>
                  <a:lnTo>
                    <a:pt x="852666" y="1268916"/>
                  </a:lnTo>
                  <a:lnTo>
                    <a:pt x="852666" y="1274287"/>
                  </a:lnTo>
                  <a:lnTo>
                    <a:pt x="850282" y="1276671"/>
                  </a:lnTo>
                  <a:lnTo>
                    <a:pt x="852666" y="1279055"/>
                  </a:lnTo>
                  <a:lnTo>
                    <a:pt x="852666" y="1284427"/>
                  </a:lnTo>
                  <a:lnTo>
                    <a:pt x="855296" y="1287057"/>
                  </a:lnTo>
                  <a:lnTo>
                    <a:pt x="858877" y="1287057"/>
                  </a:lnTo>
                  <a:lnTo>
                    <a:pt x="859235" y="1287415"/>
                  </a:lnTo>
                  <a:lnTo>
                    <a:pt x="858877" y="1287773"/>
                  </a:lnTo>
                  <a:lnTo>
                    <a:pt x="854221" y="1287773"/>
                  </a:lnTo>
                  <a:lnTo>
                    <a:pt x="858877" y="1292428"/>
                  </a:lnTo>
                  <a:lnTo>
                    <a:pt x="860667" y="1292428"/>
                  </a:lnTo>
                  <a:lnTo>
                    <a:pt x="862458" y="1294219"/>
                  </a:lnTo>
                  <a:lnTo>
                    <a:pt x="864249" y="1294219"/>
                  </a:lnTo>
                  <a:lnTo>
                    <a:pt x="866039" y="1296009"/>
                  </a:lnTo>
                  <a:lnTo>
                    <a:pt x="867830" y="1296009"/>
                  </a:lnTo>
                  <a:lnTo>
                    <a:pt x="876783" y="1304962"/>
                  </a:lnTo>
                  <a:lnTo>
                    <a:pt x="878573" y="1304962"/>
                  </a:lnTo>
                  <a:lnTo>
                    <a:pt x="881315" y="1307704"/>
                  </a:lnTo>
                  <a:lnTo>
                    <a:pt x="881315" y="1311285"/>
                  </a:lnTo>
                  <a:lnTo>
                    <a:pt x="883106" y="1313076"/>
                  </a:lnTo>
                  <a:lnTo>
                    <a:pt x="883106" y="1317731"/>
                  </a:lnTo>
                  <a:lnTo>
                    <a:pt x="887761" y="1313076"/>
                  </a:lnTo>
                  <a:lnTo>
                    <a:pt x="887761" y="1309495"/>
                  </a:lnTo>
                  <a:lnTo>
                    <a:pt x="890503" y="1306753"/>
                  </a:lnTo>
                  <a:lnTo>
                    <a:pt x="892294" y="1306753"/>
                  </a:lnTo>
                  <a:lnTo>
                    <a:pt x="894084" y="1304962"/>
                  </a:lnTo>
                  <a:lnTo>
                    <a:pt x="895875" y="1304962"/>
                  </a:lnTo>
                  <a:lnTo>
                    <a:pt x="897072" y="1303765"/>
                  </a:lnTo>
                  <a:lnTo>
                    <a:pt x="901011" y="1307704"/>
                  </a:lnTo>
                  <a:lnTo>
                    <a:pt x="901011" y="1309495"/>
                  </a:lnTo>
                  <a:lnTo>
                    <a:pt x="903641" y="1312125"/>
                  </a:lnTo>
                  <a:lnTo>
                    <a:pt x="905432" y="1312125"/>
                  </a:lnTo>
                  <a:lnTo>
                    <a:pt x="906383" y="1313076"/>
                  </a:lnTo>
                  <a:lnTo>
                    <a:pt x="906383" y="1313680"/>
                  </a:lnTo>
                  <a:lnTo>
                    <a:pt x="904592" y="1315470"/>
                  </a:lnTo>
                  <a:lnTo>
                    <a:pt x="904592" y="1317261"/>
                  </a:lnTo>
                  <a:lnTo>
                    <a:pt x="900776" y="1321077"/>
                  </a:lnTo>
                  <a:lnTo>
                    <a:pt x="906618" y="1321077"/>
                  </a:lnTo>
                  <a:lnTo>
                    <a:pt x="907815" y="1319880"/>
                  </a:lnTo>
                  <a:lnTo>
                    <a:pt x="908174" y="1322029"/>
                  </a:lnTo>
                  <a:lnTo>
                    <a:pt x="909964" y="1323819"/>
                  </a:lnTo>
                  <a:lnTo>
                    <a:pt x="909013" y="1325375"/>
                  </a:lnTo>
                  <a:lnTo>
                    <a:pt x="908409" y="1325375"/>
                  </a:lnTo>
                  <a:lnTo>
                    <a:pt x="906618" y="1323584"/>
                  </a:lnTo>
                  <a:lnTo>
                    <a:pt x="902802" y="1323584"/>
                  </a:lnTo>
                  <a:lnTo>
                    <a:pt x="902802" y="1329795"/>
                  </a:lnTo>
                  <a:lnTo>
                    <a:pt x="902444" y="1330153"/>
                  </a:lnTo>
                  <a:lnTo>
                    <a:pt x="899456" y="1327165"/>
                  </a:lnTo>
                  <a:lnTo>
                    <a:pt x="897665" y="1327165"/>
                  </a:lnTo>
                  <a:lnTo>
                    <a:pt x="895875" y="1325375"/>
                  </a:lnTo>
                  <a:lnTo>
                    <a:pt x="887526" y="1325375"/>
                  </a:lnTo>
                  <a:lnTo>
                    <a:pt x="881315" y="1331586"/>
                  </a:lnTo>
                  <a:lnTo>
                    <a:pt x="881315" y="1336957"/>
                  </a:lnTo>
                  <a:lnTo>
                    <a:pt x="879525" y="1338748"/>
                  </a:lnTo>
                  <a:lnTo>
                    <a:pt x="879525" y="1343516"/>
                  </a:lnTo>
                  <a:lnTo>
                    <a:pt x="881315" y="1345306"/>
                  </a:lnTo>
                  <a:lnTo>
                    <a:pt x="881315" y="1348887"/>
                  </a:lnTo>
                  <a:lnTo>
                    <a:pt x="883106" y="1350678"/>
                  </a:lnTo>
                  <a:lnTo>
                    <a:pt x="883106" y="1352468"/>
                  </a:lnTo>
                  <a:lnTo>
                    <a:pt x="885735" y="1355098"/>
                  </a:lnTo>
                  <a:lnTo>
                    <a:pt x="889316" y="1355098"/>
                  </a:lnTo>
                  <a:lnTo>
                    <a:pt x="891107" y="1356889"/>
                  </a:lnTo>
                  <a:lnTo>
                    <a:pt x="894688" y="1356889"/>
                  </a:lnTo>
                  <a:lnTo>
                    <a:pt x="896479" y="1358679"/>
                  </a:lnTo>
                  <a:lnTo>
                    <a:pt x="901247" y="1358679"/>
                  </a:lnTo>
                  <a:lnTo>
                    <a:pt x="905667" y="1354259"/>
                  </a:lnTo>
                  <a:lnTo>
                    <a:pt x="905667" y="1352468"/>
                  </a:lnTo>
                  <a:lnTo>
                    <a:pt x="907457" y="1350678"/>
                  </a:lnTo>
                  <a:lnTo>
                    <a:pt x="907457" y="1339934"/>
                  </a:lnTo>
                  <a:lnTo>
                    <a:pt x="907815" y="1339576"/>
                  </a:lnTo>
                  <a:lnTo>
                    <a:pt x="909013" y="1340774"/>
                  </a:lnTo>
                  <a:lnTo>
                    <a:pt x="910803" y="1340774"/>
                  </a:lnTo>
                  <a:lnTo>
                    <a:pt x="912594" y="1342564"/>
                  </a:lnTo>
                  <a:lnTo>
                    <a:pt x="916410" y="1342564"/>
                  </a:lnTo>
                  <a:lnTo>
                    <a:pt x="916410" y="1336353"/>
                  </a:lnTo>
                  <a:lnTo>
                    <a:pt x="917362" y="1335402"/>
                  </a:lnTo>
                  <a:lnTo>
                    <a:pt x="917965" y="1335402"/>
                  </a:lnTo>
                  <a:lnTo>
                    <a:pt x="919756" y="1337192"/>
                  </a:lnTo>
                  <a:lnTo>
                    <a:pt x="933477" y="1337192"/>
                  </a:lnTo>
                  <a:lnTo>
                    <a:pt x="936106" y="1334563"/>
                  </a:lnTo>
                  <a:lnTo>
                    <a:pt x="936106" y="1332772"/>
                  </a:lnTo>
                  <a:lnTo>
                    <a:pt x="937897" y="1330982"/>
                  </a:lnTo>
                  <a:lnTo>
                    <a:pt x="937897" y="1320842"/>
                  </a:lnTo>
                  <a:lnTo>
                    <a:pt x="936106" y="1319052"/>
                  </a:lnTo>
                  <a:lnTo>
                    <a:pt x="936106" y="1317261"/>
                  </a:lnTo>
                  <a:lnTo>
                    <a:pt x="934316" y="1315470"/>
                  </a:lnTo>
                  <a:lnTo>
                    <a:pt x="934316" y="1313680"/>
                  </a:lnTo>
                  <a:lnTo>
                    <a:pt x="930735" y="1310099"/>
                  </a:lnTo>
                  <a:lnTo>
                    <a:pt x="930735" y="1307704"/>
                  </a:lnTo>
                  <a:lnTo>
                    <a:pt x="932525" y="1305914"/>
                  </a:lnTo>
                  <a:lnTo>
                    <a:pt x="932525" y="1304123"/>
                  </a:lnTo>
                  <a:lnTo>
                    <a:pt x="934316" y="1302333"/>
                  </a:lnTo>
                  <a:lnTo>
                    <a:pt x="934316" y="1290403"/>
                  </a:lnTo>
                  <a:lnTo>
                    <a:pt x="932525" y="1288612"/>
                  </a:lnTo>
                  <a:lnTo>
                    <a:pt x="932525" y="1285624"/>
                  </a:lnTo>
                  <a:lnTo>
                    <a:pt x="929660" y="1285624"/>
                  </a:lnTo>
                  <a:lnTo>
                    <a:pt x="929660" y="1286821"/>
                  </a:lnTo>
                  <a:lnTo>
                    <a:pt x="928709" y="1287773"/>
                  </a:lnTo>
                  <a:lnTo>
                    <a:pt x="927154" y="1286821"/>
                  </a:lnTo>
                  <a:lnTo>
                    <a:pt x="927154" y="1286218"/>
                  </a:lnTo>
                  <a:lnTo>
                    <a:pt x="929537" y="1283834"/>
                  </a:lnTo>
                  <a:lnTo>
                    <a:pt x="924524" y="1278820"/>
                  </a:lnTo>
                  <a:lnTo>
                    <a:pt x="919152" y="1278820"/>
                  </a:lnTo>
                  <a:lnTo>
                    <a:pt x="917362" y="1277030"/>
                  </a:lnTo>
                  <a:lnTo>
                    <a:pt x="912594" y="1277030"/>
                  </a:lnTo>
                  <a:lnTo>
                    <a:pt x="910803" y="1278820"/>
                  </a:lnTo>
                  <a:lnTo>
                    <a:pt x="907222" y="1278820"/>
                  </a:lnTo>
                  <a:lnTo>
                    <a:pt x="905432" y="1280611"/>
                  </a:lnTo>
                  <a:lnTo>
                    <a:pt x="904828" y="1280611"/>
                  </a:lnTo>
                  <a:lnTo>
                    <a:pt x="903876" y="1279659"/>
                  </a:lnTo>
                  <a:lnTo>
                    <a:pt x="903876" y="1277869"/>
                  </a:lnTo>
                  <a:lnTo>
                    <a:pt x="897665" y="1271658"/>
                  </a:lnTo>
                  <a:lnTo>
                    <a:pt x="895875" y="1271658"/>
                  </a:lnTo>
                  <a:lnTo>
                    <a:pt x="894084" y="1269867"/>
                  </a:lnTo>
                  <a:lnTo>
                    <a:pt x="892294" y="1269867"/>
                  </a:lnTo>
                  <a:lnTo>
                    <a:pt x="890503" y="1268077"/>
                  </a:lnTo>
                  <a:lnTo>
                    <a:pt x="888713" y="1268077"/>
                  </a:lnTo>
                  <a:lnTo>
                    <a:pt x="887761" y="1267125"/>
                  </a:lnTo>
                  <a:lnTo>
                    <a:pt x="887761" y="1265335"/>
                  </a:lnTo>
                  <a:lnTo>
                    <a:pt x="885131" y="1262705"/>
                  </a:lnTo>
                  <a:lnTo>
                    <a:pt x="882154" y="1262705"/>
                  </a:lnTo>
                  <a:lnTo>
                    <a:pt x="880364" y="1264496"/>
                  </a:lnTo>
                  <a:lnTo>
                    <a:pt x="876783" y="1264496"/>
                  </a:lnTo>
                  <a:lnTo>
                    <a:pt x="875585" y="1265693"/>
                  </a:lnTo>
                  <a:lnTo>
                    <a:pt x="875227" y="1265335"/>
                  </a:lnTo>
                  <a:lnTo>
                    <a:pt x="875227" y="1261754"/>
                  </a:lnTo>
                  <a:lnTo>
                    <a:pt x="873437" y="1259963"/>
                  </a:lnTo>
                  <a:lnTo>
                    <a:pt x="873437" y="1257333"/>
                  </a:lnTo>
                  <a:lnTo>
                    <a:pt x="866039" y="1257333"/>
                  </a:lnTo>
                  <a:close/>
                  <a:moveTo>
                    <a:pt x="927154" y="1300542"/>
                  </a:moveTo>
                  <a:lnTo>
                    <a:pt x="928709" y="1299591"/>
                  </a:lnTo>
                  <a:lnTo>
                    <a:pt x="929660" y="1301146"/>
                  </a:lnTo>
                  <a:lnTo>
                    <a:pt x="928105" y="1302097"/>
                  </a:lnTo>
                  <a:lnTo>
                    <a:pt x="927154" y="1300542"/>
                  </a:lnTo>
                  <a:close/>
                  <a:moveTo>
                    <a:pt x="927154" y="1314867"/>
                  </a:moveTo>
                  <a:lnTo>
                    <a:pt x="928709" y="1313915"/>
                  </a:lnTo>
                  <a:lnTo>
                    <a:pt x="929660" y="1315470"/>
                  </a:lnTo>
                  <a:lnTo>
                    <a:pt x="928105" y="1316422"/>
                  </a:lnTo>
                  <a:lnTo>
                    <a:pt x="927154" y="1314867"/>
                  </a:lnTo>
                  <a:close/>
                  <a:moveTo>
                    <a:pt x="927154" y="1329191"/>
                  </a:moveTo>
                  <a:lnTo>
                    <a:pt x="928709" y="1328240"/>
                  </a:lnTo>
                  <a:lnTo>
                    <a:pt x="929660" y="1329795"/>
                  </a:lnTo>
                  <a:lnTo>
                    <a:pt x="928105" y="1330746"/>
                  </a:lnTo>
                  <a:lnTo>
                    <a:pt x="927154" y="1329191"/>
                  </a:lnTo>
                  <a:close/>
                  <a:moveTo>
                    <a:pt x="680537" y="1201826"/>
                  </a:moveTo>
                  <a:lnTo>
                    <a:pt x="685192" y="1206481"/>
                  </a:lnTo>
                  <a:lnTo>
                    <a:pt x="686983" y="1206481"/>
                  </a:lnTo>
                  <a:lnTo>
                    <a:pt x="688773" y="1208272"/>
                  </a:lnTo>
                  <a:lnTo>
                    <a:pt x="690564" y="1208272"/>
                  </a:lnTo>
                  <a:lnTo>
                    <a:pt x="692355" y="1210062"/>
                  </a:lnTo>
                  <a:lnTo>
                    <a:pt x="698320" y="1210062"/>
                  </a:lnTo>
                  <a:lnTo>
                    <a:pt x="698320" y="1207198"/>
                  </a:lnTo>
                  <a:lnTo>
                    <a:pt x="697122" y="1207198"/>
                  </a:lnTo>
                  <a:lnTo>
                    <a:pt x="693541" y="1203616"/>
                  </a:lnTo>
                  <a:lnTo>
                    <a:pt x="691751" y="1203616"/>
                  </a:lnTo>
                  <a:lnTo>
                    <a:pt x="689960" y="1201826"/>
                  </a:lnTo>
                  <a:lnTo>
                    <a:pt x="680537" y="1201826"/>
                  </a:lnTo>
                  <a:close/>
                  <a:moveTo>
                    <a:pt x="690564" y="1166015"/>
                  </a:moveTo>
                  <a:lnTo>
                    <a:pt x="688773" y="1167805"/>
                  </a:lnTo>
                  <a:lnTo>
                    <a:pt x="686983" y="1167805"/>
                  </a:lnTo>
                  <a:lnTo>
                    <a:pt x="678981" y="1175807"/>
                  </a:lnTo>
                  <a:lnTo>
                    <a:pt x="678981" y="1177597"/>
                  </a:lnTo>
                  <a:lnTo>
                    <a:pt x="677191" y="1179388"/>
                  </a:lnTo>
                  <a:lnTo>
                    <a:pt x="677191" y="1184995"/>
                  </a:lnTo>
                  <a:lnTo>
                    <a:pt x="681007" y="1184995"/>
                  </a:lnTo>
                  <a:lnTo>
                    <a:pt x="682798" y="1183204"/>
                  </a:lnTo>
                  <a:lnTo>
                    <a:pt x="686379" y="1183204"/>
                  </a:lnTo>
                  <a:lnTo>
                    <a:pt x="689960" y="1179623"/>
                  </a:lnTo>
                  <a:lnTo>
                    <a:pt x="691751" y="1179623"/>
                  </a:lnTo>
                  <a:lnTo>
                    <a:pt x="694380" y="1176993"/>
                  </a:lnTo>
                  <a:lnTo>
                    <a:pt x="694380" y="1175203"/>
                  </a:lnTo>
                  <a:lnTo>
                    <a:pt x="697961" y="1171622"/>
                  </a:lnTo>
                  <a:lnTo>
                    <a:pt x="697961" y="1166015"/>
                  </a:lnTo>
                  <a:lnTo>
                    <a:pt x="690564" y="1166015"/>
                  </a:lnTo>
                  <a:close/>
                  <a:moveTo>
                    <a:pt x="842762" y="1162433"/>
                  </a:moveTo>
                  <a:lnTo>
                    <a:pt x="840971" y="1164224"/>
                  </a:lnTo>
                  <a:lnTo>
                    <a:pt x="839181" y="1164224"/>
                  </a:lnTo>
                  <a:lnTo>
                    <a:pt x="832970" y="1170435"/>
                  </a:lnTo>
                  <a:lnTo>
                    <a:pt x="832970" y="1172225"/>
                  </a:lnTo>
                  <a:lnTo>
                    <a:pt x="831179" y="1174016"/>
                  </a:lnTo>
                  <a:lnTo>
                    <a:pt x="831179" y="1177597"/>
                  </a:lnTo>
                  <a:lnTo>
                    <a:pt x="829389" y="1179388"/>
                  </a:lnTo>
                  <a:lnTo>
                    <a:pt x="829389" y="1183204"/>
                  </a:lnTo>
                  <a:lnTo>
                    <a:pt x="833205" y="1183204"/>
                  </a:lnTo>
                  <a:lnTo>
                    <a:pt x="834996" y="1181413"/>
                  </a:lnTo>
                  <a:lnTo>
                    <a:pt x="836786" y="1181413"/>
                  </a:lnTo>
                  <a:lnTo>
                    <a:pt x="838577" y="1179623"/>
                  </a:lnTo>
                  <a:lnTo>
                    <a:pt x="840367" y="1179623"/>
                  </a:lnTo>
                  <a:lnTo>
                    <a:pt x="842997" y="1176993"/>
                  </a:lnTo>
                  <a:lnTo>
                    <a:pt x="842997" y="1175203"/>
                  </a:lnTo>
                  <a:lnTo>
                    <a:pt x="846578" y="1171622"/>
                  </a:lnTo>
                  <a:lnTo>
                    <a:pt x="846578" y="1168040"/>
                  </a:lnTo>
                  <a:lnTo>
                    <a:pt x="848369" y="1166250"/>
                  </a:lnTo>
                  <a:lnTo>
                    <a:pt x="848369" y="1162433"/>
                  </a:lnTo>
                  <a:lnTo>
                    <a:pt x="842762" y="1162433"/>
                  </a:lnTo>
                  <a:close/>
                  <a:moveTo>
                    <a:pt x="729956" y="1162433"/>
                  </a:moveTo>
                  <a:lnTo>
                    <a:pt x="726375" y="1166015"/>
                  </a:lnTo>
                  <a:lnTo>
                    <a:pt x="724585" y="1166015"/>
                  </a:lnTo>
                  <a:lnTo>
                    <a:pt x="720164" y="1170435"/>
                  </a:lnTo>
                  <a:lnTo>
                    <a:pt x="720164" y="1172225"/>
                  </a:lnTo>
                  <a:lnTo>
                    <a:pt x="718374" y="1174016"/>
                  </a:lnTo>
                  <a:lnTo>
                    <a:pt x="718016" y="1176165"/>
                  </a:lnTo>
                  <a:lnTo>
                    <a:pt x="714793" y="1172942"/>
                  </a:lnTo>
                  <a:lnTo>
                    <a:pt x="714793" y="1177597"/>
                  </a:lnTo>
                  <a:lnTo>
                    <a:pt x="713002" y="1179388"/>
                  </a:lnTo>
                  <a:lnTo>
                    <a:pt x="713002" y="1187737"/>
                  </a:lnTo>
                  <a:lnTo>
                    <a:pt x="714793" y="1189527"/>
                  </a:lnTo>
                  <a:lnTo>
                    <a:pt x="714793" y="1193108"/>
                  </a:lnTo>
                  <a:lnTo>
                    <a:pt x="717422" y="1195738"/>
                  </a:lnTo>
                  <a:lnTo>
                    <a:pt x="721004" y="1195738"/>
                  </a:lnTo>
                  <a:lnTo>
                    <a:pt x="721955" y="1196689"/>
                  </a:lnTo>
                  <a:lnTo>
                    <a:pt x="721955" y="1198480"/>
                  </a:lnTo>
                  <a:lnTo>
                    <a:pt x="724585" y="1201110"/>
                  </a:lnTo>
                  <a:lnTo>
                    <a:pt x="726375" y="1201110"/>
                  </a:lnTo>
                  <a:lnTo>
                    <a:pt x="727327" y="1202061"/>
                  </a:lnTo>
                  <a:lnTo>
                    <a:pt x="727327" y="1203852"/>
                  </a:lnTo>
                  <a:lnTo>
                    <a:pt x="732698" y="1209223"/>
                  </a:lnTo>
                  <a:lnTo>
                    <a:pt x="732698" y="1211853"/>
                  </a:lnTo>
                  <a:lnTo>
                    <a:pt x="735328" y="1211853"/>
                  </a:lnTo>
                  <a:lnTo>
                    <a:pt x="738909" y="1215434"/>
                  </a:lnTo>
                  <a:lnTo>
                    <a:pt x="742490" y="1215434"/>
                  </a:lnTo>
                  <a:lnTo>
                    <a:pt x="744281" y="1217225"/>
                  </a:lnTo>
                  <a:lnTo>
                    <a:pt x="746071" y="1217225"/>
                  </a:lnTo>
                  <a:lnTo>
                    <a:pt x="747023" y="1218176"/>
                  </a:lnTo>
                  <a:lnTo>
                    <a:pt x="747023" y="1221757"/>
                  </a:lnTo>
                  <a:lnTo>
                    <a:pt x="748813" y="1223548"/>
                  </a:lnTo>
                  <a:lnTo>
                    <a:pt x="748813" y="1225338"/>
                  </a:lnTo>
                  <a:lnTo>
                    <a:pt x="750604" y="1227129"/>
                  </a:lnTo>
                  <a:lnTo>
                    <a:pt x="750604" y="1229523"/>
                  </a:lnTo>
                  <a:lnTo>
                    <a:pt x="747023" y="1233105"/>
                  </a:lnTo>
                  <a:lnTo>
                    <a:pt x="747023" y="1236686"/>
                  </a:lnTo>
                  <a:lnTo>
                    <a:pt x="743207" y="1240502"/>
                  </a:lnTo>
                  <a:lnTo>
                    <a:pt x="749049" y="1240502"/>
                  </a:lnTo>
                  <a:lnTo>
                    <a:pt x="750839" y="1238711"/>
                  </a:lnTo>
                  <a:lnTo>
                    <a:pt x="752630" y="1238711"/>
                  </a:lnTo>
                  <a:lnTo>
                    <a:pt x="754420" y="1236921"/>
                  </a:lnTo>
                  <a:lnTo>
                    <a:pt x="756211" y="1236921"/>
                  </a:lnTo>
                  <a:lnTo>
                    <a:pt x="758001" y="1235130"/>
                  </a:lnTo>
                  <a:lnTo>
                    <a:pt x="758605" y="1235130"/>
                  </a:lnTo>
                  <a:lnTo>
                    <a:pt x="760396" y="1236921"/>
                  </a:lnTo>
                  <a:lnTo>
                    <a:pt x="775907" y="1236921"/>
                  </a:lnTo>
                  <a:lnTo>
                    <a:pt x="777698" y="1235130"/>
                  </a:lnTo>
                  <a:lnTo>
                    <a:pt x="779488" y="1235130"/>
                  </a:lnTo>
                  <a:lnTo>
                    <a:pt x="784502" y="1230117"/>
                  </a:lnTo>
                  <a:lnTo>
                    <a:pt x="777698" y="1223313"/>
                  </a:lnTo>
                  <a:lnTo>
                    <a:pt x="775907" y="1223313"/>
                  </a:lnTo>
                  <a:lnTo>
                    <a:pt x="774117" y="1221522"/>
                  </a:lnTo>
                  <a:lnTo>
                    <a:pt x="766954" y="1221522"/>
                  </a:lnTo>
                  <a:lnTo>
                    <a:pt x="766003" y="1220571"/>
                  </a:lnTo>
                  <a:lnTo>
                    <a:pt x="766003" y="1218780"/>
                  </a:lnTo>
                  <a:lnTo>
                    <a:pt x="764212" y="1216989"/>
                  </a:lnTo>
                  <a:lnTo>
                    <a:pt x="764212" y="1211014"/>
                  </a:lnTo>
                  <a:lnTo>
                    <a:pt x="766003" y="1209223"/>
                  </a:lnTo>
                  <a:lnTo>
                    <a:pt x="766003" y="1207433"/>
                  </a:lnTo>
                  <a:lnTo>
                    <a:pt x="769584" y="1203852"/>
                  </a:lnTo>
                  <a:lnTo>
                    <a:pt x="769584" y="1194664"/>
                  </a:lnTo>
                  <a:lnTo>
                    <a:pt x="763977" y="1194664"/>
                  </a:lnTo>
                  <a:lnTo>
                    <a:pt x="762186" y="1196454"/>
                  </a:lnTo>
                  <a:lnTo>
                    <a:pt x="758605" y="1196454"/>
                  </a:lnTo>
                  <a:lnTo>
                    <a:pt x="755024" y="1200035"/>
                  </a:lnTo>
                  <a:lnTo>
                    <a:pt x="754062" y="1199677"/>
                  </a:lnTo>
                  <a:lnTo>
                    <a:pt x="757050" y="1196689"/>
                  </a:lnTo>
                  <a:lnTo>
                    <a:pt x="757050" y="1194899"/>
                  </a:lnTo>
                  <a:lnTo>
                    <a:pt x="758841" y="1193108"/>
                  </a:lnTo>
                  <a:lnTo>
                    <a:pt x="758841" y="1191318"/>
                  </a:lnTo>
                  <a:lnTo>
                    <a:pt x="760631" y="1189527"/>
                  </a:lnTo>
                  <a:lnTo>
                    <a:pt x="760631" y="1177597"/>
                  </a:lnTo>
                  <a:lnTo>
                    <a:pt x="745468" y="1162433"/>
                  </a:lnTo>
                  <a:lnTo>
                    <a:pt x="729956" y="1162433"/>
                  </a:lnTo>
                  <a:close/>
                  <a:moveTo>
                    <a:pt x="880364" y="1110507"/>
                  </a:moveTo>
                  <a:lnTo>
                    <a:pt x="878573" y="1112298"/>
                  </a:lnTo>
                  <a:lnTo>
                    <a:pt x="876783" y="1112298"/>
                  </a:lnTo>
                  <a:lnTo>
                    <a:pt x="874992" y="1114088"/>
                  </a:lnTo>
                  <a:lnTo>
                    <a:pt x="873201" y="1114088"/>
                  </a:lnTo>
                  <a:lnTo>
                    <a:pt x="870572" y="1116718"/>
                  </a:lnTo>
                  <a:lnTo>
                    <a:pt x="870572" y="1118509"/>
                  </a:lnTo>
                  <a:lnTo>
                    <a:pt x="866991" y="1122090"/>
                  </a:lnTo>
                  <a:lnTo>
                    <a:pt x="866991" y="1137601"/>
                  </a:lnTo>
                  <a:lnTo>
                    <a:pt x="868781" y="1139391"/>
                  </a:lnTo>
                  <a:lnTo>
                    <a:pt x="868781" y="1141182"/>
                  </a:lnTo>
                  <a:lnTo>
                    <a:pt x="871411" y="1143812"/>
                  </a:lnTo>
                  <a:lnTo>
                    <a:pt x="873201" y="1143812"/>
                  </a:lnTo>
                  <a:lnTo>
                    <a:pt x="874992" y="1145602"/>
                  </a:lnTo>
                  <a:lnTo>
                    <a:pt x="885131" y="1145602"/>
                  </a:lnTo>
                  <a:lnTo>
                    <a:pt x="886922" y="1143812"/>
                  </a:lnTo>
                  <a:lnTo>
                    <a:pt x="888713" y="1143812"/>
                  </a:lnTo>
                  <a:lnTo>
                    <a:pt x="890503" y="1142021"/>
                  </a:lnTo>
                  <a:lnTo>
                    <a:pt x="892294" y="1142021"/>
                  </a:lnTo>
                  <a:lnTo>
                    <a:pt x="896714" y="1137601"/>
                  </a:lnTo>
                  <a:lnTo>
                    <a:pt x="896714" y="1135810"/>
                  </a:lnTo>
                  <a:lnTo>
                    <a:pt x="898505" y="1134020"/>
                  </a:lnTo>
                  <a:lnTo>
                    <a:pt x="898505" y="1132229"/>
                  </a:lnTo>
                  <a:lnTo>
                    <a:pt x="900295" y="1130439"/>
                  </a:lnTo>
                  <a:lnTo>
                    <a:pt x="900295" y="1122090"/>
                  </a:lnTo>
                  <a:lnTo>
                    <a:pt x="898505" y="1120299"/>
                  </a:lnTo>
                  <a:lnTo>
                    <a:pt x="898505" y="1116718"/>
                  </a:lnTo>
                  <a:lnTo>
                    <a:pt x="892294" y="1110507"/>
                  </a:lnTo>
                  <a:lnTo>
                    <a:pt x="880364" y="1110507"/>
                  </a:lnTo>
                  <a:close/>
                  <a:moveTo>
                    <a:pt x="773881" y="1071115"/>
                  </a:moveTo>
                  <a:lnTo>
                    <a:pt x="773881" y="1073744"/>
                  </a:lnTo>
                  <a:lnTo>
                    <a:pt x="770300" y="1077326"/>
                  </a:lnTo>
                  <a:lnTo>
                    <a:pt x="770300" y="1080907"/>
                  </a:lnTo>
                  <a:lnTo>
                    <a:pt x="768510" y="1082697"/>
                  </a:lnTo>
                  <a:lnTo>
                    <a:pt x="768510" y="1091046"/>
                  </a:lnTo>
                  <a:lnTo>
                    <a:pt x="770300" y="1092837"/>
                  </a:lnTo>
                  <a:lnTo>
                    <a:pt x="770300" y="1097492"/>
                  </a:lnTo>
                  <a:lnTo>
                    <a:pt x="776746" y="1091046"/>
                  </a:lnTo>
                  <a:lnTo>
                    <a:pt x="776746" y="1089256"/>
                  </a:lnTo>
                  <a:lnTo>
                    <a:pt x="778537" y="1087465"/>
                  </a:lnTo>
                  <a:lnTo>
                    <a:pt x="778537" y="1071115"/>
                  </a:lnTo>
                  <a:lnTo>
                    <a:pt x="773881" y="1071115"/>
                  </a:lnTo>
                  <a:close/>
                  <a:moveTo>
                    <a:pt x="736279" y="1067298"/>
                  </a:moveTo>
                  <a:lnTo>
                    <a:pt x="736279" y="1073744"/>
                  </a:lnTo>
                  <a:lnTo>
                    <a:pt x="734489" y="1075535"/>
                  </a:lnTo>
                  <a:lnTo>
                    <a:pt x="734489" y="1083884"/>
                  </a:lnTo>
                  <a:lnTo>
                    <a:pt x="736279" y="1085675"/>
                  </a:lnTo>
                  <a:lnTo>
                    <a:pt x="736279" y="1089256"/>
                  </a:lnTo>
                  <a:lnTo>
                    <a:pt x="739861" y="1092837"/>
                  </a:lnTo>
                  <a:lnTo>
                    <a:pt x="739861" y="1095466"/>
                  </a:lnTo>
                  <a:lnTo>
                    <a:pt x="744516" y="1095466"/>
                  </a:lnTo>
                  <a:lnTo>
                    <a:pt x="744516" y="1077326"/>
                  </a:lnTo>
                  <a:lnTo>
                    <a:pt x="740935" y="1073744"/>
                  </a:lnTo>
                  <a:lnTo>
                    <a:pt x="740935" y="1071954"/>
                  </a:lnTo>
                  <a:lnTo>
                    <a:pt x="736279" y="1067298"/>
                  </a:lnTo>
                  <a:close/>
                  <a:moveTo>
                    <a:pt x="707630" y="1038885"/>
                  </a:moveTo>
                  <a:lnTo>
                    <a:pt x="707630" y="1049863"/>
                  </a:lnTo>
                  <a:lnTo>
                    <a:pt x="709421" y="1051654"/>
                  </a:lnTo>
                  <a:lnTo>
                    <a:pt x="709421" y="1053444"/>
                  </a:lnTo>
                  <a:lnTo>
                    <a:pt x="711212" y="1055235"/>
                  </a:lnTo>
                  <a:lnTo>
                    <a:pt x="711212" y="1057025"/>
                  </a:lnTo>
                  <a:lnTo>
                    <a:pt x="715632" y="1061446"/>
                  </a:lnTo>
                  <a:lnTo>
                    <a:pt x="717422" y="1061446"/>
                  </a:lnTo>
                  <a:lnTo>
                    <a:pt x="719571" y="1063594"/>
                  </a:lnTo>
                  <a:lnTo>
                    <a:pt x="719213" y="1063953"/>
                  </a:lnTo>
                  <a:lnTo>
                    <a:pt x="715632" y="1063953"/>
                  </a:lnTo>
                  <a:lnTo>
                    <a:pt x="713841" y="1065743"/>
                  </a:lnTo>
                  <a:lnTo>
                    <a:pt x="712051" y="1065743"/>
                  </a:lnTo>
                  <a:lnTo>
                    <a:pt x="708470" y="1069324"/>
                  </a:lnTo>
                  <a:lnTo>
                    <a:pt x="705840" y="1069324"/>
                  </a:lnTo>
                  <a:lnTo>
                    <a:pt x="705840" y="1071954"/>
                  </a:lnTo>
                  <a:lnTo>
                    <a:pt x="702259" y="1075535"/>
                  </a:lnTo>
                  <a:lnTo>
                    <a:pt x="702259" y="1081142"/>
                  </a:lnTo>
                  <a:lnTo>
                    <a:pt x="704888" y="1081142"/>
                  </a:lnTo>
                  <a:lnTo>
                    <a:pt x="706679" y="1082932"/>
                  </a:lnTo>
                  <a:lnTo>
                    <a:pt x="710260" y="1082932"/>
                  </a:lnTo>
                  <a:lnTo>
                    <a:pt x="712051" y="1084723"/>
                  </a:lnTo>
                  <a:lnTo>
                    <a:pt x="718609" y="1084723"/>
                  </a:lnTo>
                  <a:lnTo>
                    <a:pt x="720400" y="1082932"/>
                  </a:lnTo>
                  <a:lnTo>
                    <a:pt x="723981" y="1082932"/>
                  </a:lnTo>
                  <a:lnTo>
                    <a:pt x="725771" y="1081142"/>
                  </a:lnTo>
                  <a:lnTo>
                    <a:pt x="727562" y="1081142"/>
                  </a:lnTo>
                  <a:lnTo>
                    <a:pt x="733773" y="1074931"/>
                  </a:lnTo>
                  <a:lnTo>
                    <a:pt x="733773" y="1073141"/>
                  </a:lnTo>
                  <a:lnTo>
                    <a:pt x="735563" y="1071350"/>
                  </a:lnTo>
                  <a:lnTo>
                    <a:pt x="735563" y="1068373"/>
                  </a:lnTo>
                  <a:lnTo>
                    <a:pt x="732575" y="1065385"/>
                  </a:lnTo>
                  <a:lnTo>
                    <a:pt x="732934" y="1065027"/>
                  </a:lnTo>
                  <a:lnTo>
                    <a:pt x="737354" y="1065027"/>
                  </a:lnTo>
                  <a:lnTo>
                    <a:pt x="737354" y="1055839"/>
                  </a:lnTo>
                  <a:lnTo>
                    <a:pt x="735563" y="1054048"/>
                  </a:lnTo>
                  <a:lnTo>
                    <a:pt x="735563" y="1050467"/>
                  </a:lnTo>
                  <a:lnTo>
                    <a:pt x="725771" y="1040675"/>
                  </a:lnTo>
                  <a:lnTo>
                    <a:pt x="722190" y="1040675"/>
                  </a:lnTo>
                  <a:lnTo>
                    <a:pt x="720400" y="1038885"/>
                  </a:lnTo>
                  <a:lnTo>
                    <a:pt x="707630" y="1038885"/>
                  </a:lnTo>
                  <a:close/>
                  <a:moveTo>
                    <a:pt x="929660" y="978241"/>
                  </a:moveTo>
                  <a:lnTo>
                    <a:pt x="929660" y="979438"/>
                  </a:lnTo>
                  <a:lnTo>
                    <a:pt x="932525" y="979438"/>
                  </a:lnTo>
                  <a:lnTo>
                    <a:pt x="932525" y="977054"/>
                  </a:lnTo>
                  <a:lnTo>
                    <a:pt x="930315" y="974844"/>
                  </a:lnTo>
                  <a:lnTo>
                    <a:pt x="928289" y="976870"/>
                  </a:lnTo>
                  <a:lnTo>
                    <a:pt x="929660" y="978241"/>
                  </a:lnTo>
                  <a:close/>
                  <a:moveTo>
                    <a:pt x="886329" y="939687"/>
                  </a:moveTo>
                  <a:lnTo>
                    <a:pt x="886329" y="936823"/>
                  </a:lnTo>
                  <a:lnTo>
                    <a:pt x="879166" y="936823"/>
                  </a:lnTo>
                  <a:lnTo>
                    <a:pt x="879166" y="939687"/>
                  </a:lnTo>
                  <a:lnTo>
                    <a:pt x="886329" y="939687"/>
                  </a:lnTo>
                  <a:close/>
                  <a:moveTo>
                    <a:pt x="477487" y="668238"/>
                  </a:moveTo>
                  <a:lnTo>
                    <a:pt x="475696" y="670029"/>
                  </a:lnTo>
                  <a:lnTo>
                    <a:pt x="468534" y="670029"/>
                  </a:lnTo>
                  <a:lnTo>
                    <a:pt x="464953" y="673610"/>
                  </a:lnTo>
                  <a:lnTo>
                    <a:pt x="463162" y="673610"/>
                  </a:lnTo>
                  <a:lnTo>
                    <a:pt x="456952" y="679821"/>
                  </a:lnTo>
                  <a:lnTo>
                    <a:pt x="456952" y="681611"/>
                  </a:lnTo>
                  <a:lnTo>
                    <a:pt x="455161" y="683402"/>
                  </a:lnTo>
                  <a:lnTo>
                    <a:pt x="455161" y="685192"/>
                  </a:lnTo>
                  <a:lnTo>
                    <a:pt x="451345" y="689009"/>
                  </a:lnTo>
                  <a:lnTo>
                    <a:pt x="456000" y="689009"/>
                  </a:lnTo>
                  <a:lnTo>
                    <a:pt x="457791" y="690799"/>
                  </a:lnTo>
                  <a:lnTo>
                    <a:pt x="473302" y="690799"/>
                  </a:lnTo>
                  <a:lnTo>
                    <a:pt x="475093" y="689009"/>
                  </a:lnTo>
                  <a:lnTo>
                    <a:pt x="478674" y="689009"/>
                  </a:lnTo>
                  <a:lnTo>
                    <a:pt x="488466" y="679217"/>
                  </a:lnTo>
                  <a:lnTo>
                    <a:pt x="488466" y="677426"/>
                  </a:lnTo>
                  <a:lnTo>
                    <a:pt x="490256" y="675636"/>
                  </a:lnTo>
                  <a:lnTo>
                    <a:pt x="490256" y="672658"/>
                  </a:lnTo>
                  <a:lnTo>
                    <a:pt x="487626" y="670029"/>
                  </a:lnTo>
                  <a:lnTo>
                    <a:pt x="482255" y="670029"/>
                  </a:lnTo>
                  <a:lnTo>
                    <a:pt x="480464" y="668238"/>
                  </a:lnTo>
                  <a:lnTo>
                    <a:pt x="477487" y="668238"/>
                  </a:lnTo>
                  <a:close/>
                  <a:moveTo>
                    <a:pt x="467695" y="639589"/>
                  </a:moveTo>
                  <a:lnTo>
                    <a:pt x="467695" y="650568"/>
                  </a:lnTo>
                  <a:lnTo>
                    <a:pt x="469486" y="652358"/>
                  </a:lnTo>
                  <a:lnTo>
                    <a:pt x="469486" y="654149"/>
                  </a:lnTo>
                  <a:lnTo>
                    <a:pt x="471276" y="655939"/>
                  </a:lnTo>
                  <a:lnTo>
                    <a:pt x="471276" y="657730"/>
                  </a:lnTo>
                  <a:lnTo>
                    <a:pt x="481068" y="667522"/>
                  </a:lnTo>
                  <a:lnTo>
                    <a:pt x="484649" y="667522"/>
                  </a:lnTo>
                  <a:lnTo>
                    <a:pt x="486440" y="669312"/>
                  </a:lnTo>
                  <a:lnTo>
                    <a:pt x="492047" y="669312"/>
                  </a:lnTo>
                  <a:lnTo>
                    <a:pt x="492047" y="661915"/>
                  </a:lnTo>
                  <a:lnTo>
                    <a:pt x="490256" y="660124"/>
                  </a:lnTo>
                  <a:lnTo>
                    <a:pt x="490256" y="654753"/>
                  </a:lnTo>
                  <a:lnTo>
                    <a:pt x="488466" y="652962"/>
                  </a:lnTo>
                  <a:lnTo>
                    <a:pt x="488466" y="651172"/>
                  </a:lnTo>
                  <a:lnTo>
                    <a:pt x="480464" y="643170"/>
                  </a:lnTo>
                  <a:lnTo>
                    <a:pt x="478674" y="643170"/>
                  </a:lnTo>
                  <a:lnTo>
                    <a:pt x="476883" y="641380"/>
                  </a:lnTo>
                  <a:lnTo>
                    <a:pt x="475093" y="641380"/>
                  </a:lnTo>
                  <a:lnTo>
                    <a:pt x="473302" y="639589"/>
                  </a:lnTo>
                  <a:lnTo>
                    <a:pt x="467695" y="639589"/>
                  </a:lnTo>
                  <a:close/>
                  <a:moveTo>
                    <a:pt x="508878" y="628846"/>
                  </a:moveTo>
                  <a:lnTo>
                    <a:pt x="508878" y="631475"/>
                  </a:lnTo>
                  <a:lnTo>
                    <a:pt x="505297" y="635057"/>
                  </a:lnTo>
                  <a:lnTo>
                    <a:pt x="505297" y="636847"/>
                  </a:lnTo>
                  <a:lnTo>
                    <a:pt x="503506" y="638638"/>
                  </a:lnTo>
                  <a:lnTo>
                    <a:pt x="503506" y="642219"/>
                  </a:lnTo>
                  <a:lnTo>
                    <a:pt x="501716" y="644009"/>
                  </a:lnTo>
                  <a:lnTo>
                    <a:pt x="501716" y="652358"/>
                  </a:lnTo>
                  <a:lnTo>
                    <a:pt x="503506" y="654149"/>
                  </a:lnTo>
                  <a:lnTo>
                    <a:pt x="503506" y="657730"/>
                  </a:lnTo>
                  <a:lnTo>
                    <a:pt x="505297" y="659521"/>
                  </a:lnTo>
                  <a:lnTo>
                    <a:pt x="505297" y="661311"/>
                  </a:lnTo>
                  <a:lnTo>
                    <a:pt x="507927" y="663941"/>
                  </a:lnTo>
                  <a:lnTo>
                    <a:pt x="510904" y="663941"/>
                  </a:lnTo>
                  <a:lnTo>
                    <a:pt x="513533" y="661311"/>
                  </a:lnTo>
                  <a:lnTo>
                    <a:pt x="513533" y="659521"/>
                  </a:lnTo>
                  <a:lnTo>
                    <a:pt x="517115" y="655939"/>
                  </a:lnTo>
                  <a:lnTo>
                    <a:pt x="517115" y="654149"/>
                  </a:lnTo>
                  <a:lnTo>
                    <a:pt x="518905" y="652358"/>
                  </a:lnTo>
                  <a:lnTo>
                    <a:pt x="518905" y="635057"/>
                  </a:lnTo>
                  <a:lnTo>
                    <a:pt x="517115" y="633266"/>
                  </a:lnTo>
                  <a:lnTo>
                    <a:pt x="517115" y="631475"/>
                  </a:lnTo>
                  <a:lnTo>
                    <a:pt x="514485" y="628846"/>
                  </a:lnTo>
                  <a:lnTo>
                    <a:pt x="508878" y="628846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158" name="Vector layer 383B3E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37514" y="1696441"/>
                  </a:moveTo>
                  <a:lnTo>
                    <a:pt x="1039539" y="1698467"/>
                  </a:lnTo>
                  <a:lnTo>
                    <a:pt x="1041330" y="1696676"/>
                  </a:lnTo>
                  <a:lnTo>
                    <a:pt x="1039304" y="1694650"/>
                  </a:lnTo>
                  <a:lnTo>
                    <a:pt x="1037514" y="1696441"/>
                  </a:lnTo>
                  <a:close/>
                  <a:moveTo>
                    <a:pt x="928289" y="1698467"/>
                  </a:moveTo>
                  <a:lnTo>
                    <a:pt x="930315" y="1696441"/>
                  </a:lnTo>
                  <a:lnTo>
                    <a:pt x="928525" y="1694650"/>
                  </a:lnTo>
                  <a:lnTo>
                    <a:pt x="926499" y="1696676"/>
                  </a:lnTo>
                  <a:lnTo>
                    <a:pt x="928289" y="1698467"/>
                  </a:lnTo>
                  <a:close/>
                  <a:moveTo>
                    <a:pt x="1039304" y="1682352"/>
                  </a:moveTo>
                  <a:lnTo>
                    <a:pt x="1041330" y="1680326"/>
                  </a:lnTo>
                  <a:lnTo>
                    <a:pt x="1039539" y="1678535"/>
                  </a:lnTo>
                  <a:lnTo>
                    <a:pt x="1037514" y="1680561"/>
                  </a:lnTo>
                  <a:lnTo>
                    <a:pt x="1039304" y="1682352"/>
                  </a:lnTo>
                  <a:close/>
                  <a:moveTo>
                    <a:pt x="926499" y="1680326"/>
                  </a:moveTo>
                  <a:lnTo>
                    <a:pt x="928525" y="1682352"/>
                  </a:lnTo>
                  <a:lnTo>
                    <a:pt x="930315" y="1680561"/>
                  </a:lnTo>
                  <a:lnTo>
                    <a:pt x="928289" y="1678535"/>
                  </a:lnTo>
                  <a:lnTo>
                    <a:pt x="926499" y="1680326"/>
                  </a:lnTo>
                  <a:close/>
                  <a:moveTo>
                    <a:pt x="1038885" y="1667014"/>
                  </a:moveTo>
                  <a:lnTo>
                    <a:pt x="1041750" y="1667014"/>
                  </a:lnTo>
                  <a:lnTo>
                    <a:pt x="1041750" y="1665224"/>
                  </a:lnTo>
                  <a:lnTo>
                    <a:pt x="1038885" y="1665224"/>
                  </a:lnTo>
                  <a:lnTo>
                    <a:pt x="1038885" y="1667014"/>
                  </a:lnTo>
                  <a:close/>
                  <a:moveTo>
                    <a:pt x="926079" y="1667014"/>
                  </a:moveTo>
                  <a:lnTo>
                    <a:pt x="928944" y="1667014"/>
                  </a:lnTo>
                  <a:lnTo>
                    <a:pt x="928944" y="1665224"/>
                  </a:lnTo>
                  <a:lnTo>
                    <a:pt x="926079" y="1665224"/>
                  </a:lnTo>
                  <a:lnTo>
                    <a:pt x="926079" y="1667014"/>
                  </a:lnTo>
                  <a:close/>
                  <a:moveTo>
                    <a:pt x="1038885" y="1652690"/>
                  </a:moveTo>
                  <a:lnTo>
                    <a:pt x="1041750" y="1652690"/>
                  </a:lnTo>
                  <a:lnTo>
                    <a:pt x="1041750" y="1650899"/>
                  </a:lnTo>
                  <a:lnTo>
                    <a:pt x="1038885" y="1650899"/>
                  </a:lnTo>
                  <a:lnTo>
                    <a:pt x="1038885" y="1652690"/>
                  </a:lnTo>
                  <a:close/>
                  <a:moveTo>
                    <a:pt x="926079" y="1652690"/>
                  </a:moveTo>
                  <a:lnTo>
                    <a:pt x="928944" y="1652690"/>
                  </a:lnTo>
                  <a:lnTo>
                    <a:pt x="928944" y="1650899"/>
                  </a:lnTo>
                  <a:lnTo>
                    <a:pt x="926079" y="1650899"/>
                  </a:lnTo>
                  <a:lnTo>
                    <a:pt x="926079" y="1652690"/>
                  </a:lnTo>
                  <a:close/>
                  <a:moveTo>
                    <a:pt x="1038885" y="1638365"/>
                  </a:moveTo>
                  <a:lnTo>
                    <a:pt x="1041750" y="1638365"/>
                  </a:lnTo>
                  <a:lnTo>
                    <a:pt x="1041750" y="1636575"/>
                  </a:lnTo>
                  <a:lnTo>
                    <a:pt x="1038885" y="1636575"/>
                  </a:lnTo>
                  <a:lnTo>
                    <a:pt x="1038885" y="1638365"/>
                  </a:lnTo>
                  <a:close/>
                  <a:moveTo>
                    <a:pt x="926079" y="1638365"/>
                  </a:moveTo>
                  <a:lnTo>
                    <a:pt x="928944" y="1638365"/>
                  </a:lnTo>
                  <a:lnTo>
                    <a:pt x="928944" y="1636575"/>
                  </a:lnTo>
                  <a:lnTo>
                    <a:pt x="926079" y="1636575"/>
                  </a:lnTo>
                  <a:lnTo>
                    <a:pt x="926079" y="1638365"/>
                  </a:lnTo>
                  <a:close/>
                  <a:moveTo>
                    <a:pt x="926079" y="1462890"/>
                  </a:moveTo>
                  <a:lnTo>
                    <a:pt x="928944" y="1462890"/>
                  </a:lnTo>
                  <a:lnTo>
                    <a:pt x="928944" y="1461099"/>
                  </a:lnTo>
                  <a:lnTo>
                    <a:pt x="926079" y="1461099"/>
                  </a:lnTo>
                  <a:lnTo>
                    <a:pt x="926079" y="1462890"/>
                  </a:lnTo>
                  <a:close/>
                  <a:moveTo>
                    <a:pt x="928289" y="1449578"/>
                  </a:moveTo>
                  <a:lnTo>
                    <a:pt x="930315" y="1447553"/>
                  </a:lnTo>
                  <a:lnTo>
                    <a:pt x="928525" y="1445762"/>
                  </a:lnTo>
                  <a:lnTo>
                    <a:pt x="926499" y="1447788"/>
                  </a:lnTo>
                  <a:lnTo>
                    <a:pt x="928289" y="1449578"/>
                  </a:lnTo>
                  <a:close/>
                  <a:moveTo>
                    <a:pt x="1957443" y="1369781"/>
                  </a:moveTo>
                  <a:lnTo>
                    <a:pt x="1960308" y="1369781"/>
                  </a:lnTo>
                  <a:lnTo>
                    <a:pt x="1960308" y="1367990"/>
                  </a:lnTo>
                  <a:lnTo>
                    <a:pt x="1957443" y="1367990"/>
                  </a:lnTo>
                  <a:lnTo>
                    <a:pt x="1957443" y="1369781"/>
                  </a:lnTo>
                  <a:close/>
                  <a:moveTo>
                    <a:pt x="1943119" y="1369781"/>
                  </a:moveTo>
                  <a:lnTo>
                    <a:pt x="1945984" y="1369781"/>
                  </a:lnTo>
                  <a:lnTo>
                    <a:pt x="1945984" y="1367990"/>
                  </a:lnTo>
                  <a:lnTo>
                    <a:pt x="1943119" y="1367990"/>
                  </a:lnTo>
                  <a:lnTo>
                    <a:pt x="1943119" y="1369781"/>
                  </a:lnTo>
                  <a:close/>
                  <a:moveTo>
                    <a:pt x="1925213" y="1369781"/>
                  </a:moveTo>
                  <a:lnTo>
                    <a:pt x="1928078" y="1369781"/>
                  </a:lnTo>
                  <a:lnTo>
                    <a:pt x="1928078" y="1367990"/>
                  </a:lnTo>
                  <a:lnTo>
                    <a:pt x="1925213" y="1367990"/>
                  </a:lnTo>
                  <a:lnTo>
                    <a:pt x="1925213" y="1369781"/>
                  </a:lnTo>
                  <a:close/>
                  <a:moveTo>
                    <a:pt x="1869706" y="1369781"/>
                  </a:moveTo>
                  <a:lnTo>
                    <a:pt x="1872571" y="1369781"/>
                  </a:lnTo>
                  <a:lnTo>
                    <a:pt x="1872571" y="1367990"/>
                  </a:lnTo>
                  <a:lnTo>
                    <a:pt x="1869706" y="1367990"/>
                  </a:lnTo>
                  <a:lnTo>
                    <a:pt x="1869706" y="1369781"/>
                  </a:lnTo>
                  <a:close/>
                  <a:moveTo>
                    <a:pt x="1851800" y="1369781"/>
                  </a:moveTo>
                  <a:lnTo>
                    <a:pt x="1854665" y="1369781"/>
                  </a:lnTo>
                  <a:lnTo>
                    <a:pt x="1854665" y="1367990"/>
                  </a:lnTo>
                  <a:lnTo>
                    <a:pt x="1851800" y="1367990"/>
                  </a:lnTo>
                  <a:lnTo>
                    <a:pt x="1851800" y="1369781"/>
                  </a:lnTo>
                  <a:close/>
                  <a:moveTo>
                    <a:pt x="1837476" y="1369781"/>
                  </a:moveTo>
                  <a:lnTo>
                    <a:pt x="1840341" y="1369781"/>
                  </a:lnTo>
                  <a:lnTo>
                    <a:pt x="1840341" y="1367990"/>
                  </a:lnTo>
                  <a:lnTo>
                    <a:pt x="1837476" y="1367990"/>
                  </a:lnTo>
                  <a:lnTo>
                    <a:pt x="1837476" y="1369781"/>
                  </a:lnTo>
                  <a:close/>
                  <a:moveTo>
                    <a:pt x="1781968" y="1369781"/>
                  </a:moveTo>
                  <a:lnTo>
                    <a:pt x="1784833" y="1369781"/>
                  </a:lnTo>
                  <a:lnTo>
                    <a:pt x="1784833" y="1367990"/>
                  </a:lnTo>
                  <a:lnTo>
                    <a:pt x="1781968" y="1367990"/>
                  </a:lnTo>
                  <a:lnTo>
                    <a:pt x="1781968" y="1369781"/>
                  </a:lnTo>
                  <a:close/>
                  <a:moveTo>
                    <a:pt x="1764063" y="1369781"/>
                  </a:moveTo>
                  <a:lnTo>
                    <a:pt x="1766928" y="1369781"/>
                  </a:lnTo>
                  <a:lnTo>
                    <a:pt x="1766928" y="1367990"/>
                  </a:lnTo>
                  <a:lnTo>
                    <a:pt x="1764063" y="1367990"/>
                  </a:lnTo>
                  <a:lnTo>
                    <a:pt x="1764063" y="1369781"/>
                  </a:lnTo>
                  <a:close/>
                  <a:moveTo>
                    <a:pt x="1708555" y="1369781"/>
                  </a:moveTo>
                  <a:lnTo>
                    <a:pt x="1711420" y="1369781"/>
                  </a:lnTo>
                  <a:lnTo>
                    <a:pt x="1711420" y="1367990"/>
                  </a:lnTo>
                  <a:lnTo>
                    <a:pt x="1708555" y="1367990"/>
                  </a:lnTo>
                  <a:lnTo>
                    <a:pt x="1708555" y="1369781"/>
                  </a:lnTo>
                  <a:close/>
                  <a:moveTo>
                    <a:pt x="1694231" y="1369781"/>
                  </a:moveTo>
                  <a:lnTo>
                    <a:pt x="1697096" y="1369781"/>
                  </a:lnTo>
                  <a:lnTo>
                    <a:pt x="1697096" y="1367990"/>
                  </a:lnTo>
                  <a:lnTo>
                    <a:pt x="1694231" y="1367990"/>
                  </a:lnTo>
                  <a:lnTo>
                    <a:pt x="1694231" y="1369781"/>
                  </a:lnTo>
                  <a:close/>
                  <a:moveTo>
                    <a:pt x="1690650" y="1369781"/>
                  </a:moveTo>
                  <a:lnTo>
                    <a:pt x="1693514" y="1369781"/>
                  </a:lnTo>
                  <a:lnTo>
                    <a:pt x="1693514" y="1367990"/>
                  </a:lnTo>
                  <a:lnTo>
                    <a:pt x="1690650" y="1367990"/>
                  </a:lnTo>
                  <a:lnTo>
                    <a:pt x="1690650" y="1369781"/>
                  </a:lnTo>
                  <a:close/>
                  <a:moveTo>
                    <a:pt x="1676325" y="1369781"/>
                  </a:moveTo>
                  <a:lnTo>
                    <a:pt x="1679190" y="1369781"/>
                  </a:lnTo>
                  <a:lnTo>
                    <a:pt x="1679190" y="1367990"/>
                  </a:lnTo>
                  <a:lnTo>
                    <a:pt x="1676325" y="1367990"/>
                  </a:lnTo>
                  <a:lnTo>
                    <a:pt x="1676325" y="1369781"/>
                  </a:lnTo>
                  <a:close/>
                  <a:moveTo>
                    <a:pt x="1620818" y="1369781"/>
                  </a:moveTo>
                  <a:lnTo>
                    <a:pt x="1623683" y="1369781"/>
                  </a:lnTo>
                  <a:lnTo>
                    <a:pt x="1623683" y="1367990"/>
                  </a:lnTo>
                  <a:lnTo>
                    <a:pt x="1620818" y="1367990"/>
                  </a:lnTo>
                  <a:lnTo>
                    <a:pt x="1620818" y="1369781"/>
                  </a:lnTo>
                  <a:close/>
                  <a:moveTo>
                    <a:pt x="1602912" y="1369781"/>
                  </a:moveTo>
                  <a:lnTo>
                    <a:pt x="1605777" y="1369781"/>
                  </a:lnTo>
                  <a:lnTo>
                    <a:pt x="1605777" y="1367990"/>
                  </a:lnTo>
                  <a:lnTo>
                    <a:pt x="1602912" y="1367990"/>
                  </a:lnTo>
                  <a:lnTo>
                    <a:pt x="1602912" y="1369781"/>
                  </a:lnTo>
                  <a:close/>
                  <a:moveTo>
                    <a:pt x="1547405" y="1369781"/>
                  </a:moveTo>
                  <a:lnTo>
                    <a:pt x="1550269" y="1369781"/>
                  </a:lnTo>
                  <a:lnTo>
                    <a:pt x="1550269" y="1367990"/>
                  </a:lnTo>
                  <a:lnTo>
                    <a:pt x="1547405" y="1367990"/>
                  </a:lnTo>
                  <a:lnTo>
                    <a:pt x="1547405" y="1369781"/>
                  </a:lnTo>
                  <a:close/>
                  <a:moveTo>
                    <a:pt x="1533080" y="1369781"/>
                  </a:moveTo>
                  <a:lnTo>
                    <a:pt x="1535945" y="1369781"/>
                  </a:lnTo>
                  <a:lnTo>
                    <a:pt x="1535945" y="1367990"/>
                  </a:lnTo>
                  <a:lnTo>
                    <a:pt x="1533080" y="1367990"/>
                  </a:lnTo>
                  <a:lnTo>
                    <a:pt x="1533080" y="1369781"/>
                  </a:lnTo>
                  <a:close/>
                  <a:moveTo>
                    <a:pt x="1515174" y="1369781"/>
                  </a:moveTo>
                  <a:lnTo>
                    <a:pt x="1518039" y="1369781"/>
                  </a:lnTo>
                  <a:lnTo>
                    <a:pt x="1518039" y="1367990"/>
                  </a:lnTo>
                  <a:lnTo>
                    <a:pt x="1515174" y="1367990"/>
                  </a:lnTo>
                  <a:lnTo>
                    <a:pt x="1515174" y="1369781"/>
                  </a:lnTo>
                  <a:close/>
                  <a:moveTo>
                    <a:pt x="1459667" y="1369781"/>
                  </a:moveTo>
                  <a:lnTo>
                    <a:pt x="1462532" y="1369781"/>
                  </a:lnTo>
                  <a:lnTo>
                    <a:pt x="1462532" y="1367990"/>
                  </a:lnTo>
                  <a:lnTo>
                    <a:pt x="1459667" y="1367990"/>
                  </a:lnTo>
                  <a:lnTo>
                    <a:pt x="1459667" y="1369781"/>
                  </a:lnTo>
                  <a:close/>
                  <a:moveTo>
                    <a:pt x="1441761" y="1369781"/>
                  </a:moveTo>
                  <a:lnTo>
                    <a:pt x="1444626" y="1369781"/>
                  </a:lnTo>
                  <a:lnTo>
                    <a:pt x="1444626" y="1367990"/>
                  </a:lnTo>
                  <a:lnTo>
                    <a:pt x="1441761" y="1367990"/>
                  </a:lnTo>
                  <a:lnTo>
                    <a:pt x="1441761" y="1369781"/>
                  </a:lnTo>
                  <a:close/>
                  <a:moveTo>
                    <a:pt x="1427437" y="1369781"/>
                  </a:moveTo>
                  <a:lnTo>
                    <a:pt x="1430302" y="1369781"/>
                  </a:lnTo>
                  <a:lnTo>
                    <a:pt x="1430302" y="1367990"/>
                  </a:lnTo>
                  <a:lnTo>
                    <a:pt x="1427437" y="1367990"/>
                  </a:lnTo>
                  <a:lnTo>
                    <a:pt x="1427437" y="1369781"/>
                  </a:lnTo>
                  <a:close/>
                  <a:moveTo>
                    <a:pt x="1371929" y="1369781"/>
                  </a:moveTo>
                  <a:lnTo>
                    <a:pt x="1374794" y="1369781"/>
                  </a:lnTo>
                  <a:lnTo>
                    <a:pt x="1374794" y="1367990"/>
                  </a:lnTo>
                  <a:lnTo>
                    <a:pt x="1371929" y="1367990"/>
                  </a:lnTo>
                  <a:lnTo>
                    <a:pt x="1371929" y="1369781"/>
                  </a:lnTo>
                  <a:close/>
                  <a:moveTo>
                    <a:pt x="1354024" y="1369781"/>
                  </a:moveTo>
                  <a:lnTo>
                    <a:pt x="1356889" y="1369781"/>
                  </a:lnTo>
                  <a:lnTo>
                    <a:pt x="1356889" y="1367990"/>
                  </a:lnTo>
                  <a:lnTo>
                    <a:pt x="1354024" y="1367990"/>
                  </a:lnTo>
                  <a:lnTo>
                    <a:pt x="1354024" y="1369781"/>
                  </a:lnTo>
                  <a:close/>
                  <a:moveTo>
                    <a:pt x="1298516" y="1369781"/>
                  </a:moveTo>
                  <a:lnTo>
                    <a:pt x="1301381" y="1369781"/>
                  </a:lnTo>
                  <a:lnTo>
                    <a:pt x="1301381" y="1367990"/>
                  </a:lnTo>
                  <a:lnTo>
                    <a:pt x="1298516" y="1367990"/>
                  </a:lnTo>
                  <a:lnTo>
                    <a:pt x="1298516" y="1369781"/>
                  </a:lnTo>
                  <a:close/>
                  <a:moveTo>
                    <a:pt x="1284192" y="1369781"/>
                  </a:moveTo>
                  <a:lnTo>
                    <a:pt x="1287057" y="1369781"/>
                  </a:lnTo>
                  <a:lnTo>
                    <a:pt x="1287057" y="1367990"/>
                  </a:lnTo>
                  <a:lnTo>
                    <a:pt x="1284192" y="1367990"/>
                  </a:lnTo>
                  <a:lnTo>
                    <a:pt x="1284192" y="1369781"/>
                  </a:lnTo>
                  <a:close/>
                  <a:moveTo>
                    <a:pt x="1280611" y="1369781"/>
                  </a:moveTo>
                  <a:lnTo>
                    <a:pt x="1283476" y="1369781"/>
                  </a:lnTo>
                  <a:lnTo>
                    <a:pt x="1283476" y="1367990"/>
                  </a:lnTo>
                  <a:lnTo>
                    <a:pt x="1280611" y="1367990"/>
                  </a:lnTo>
                  <a:lnTo>
                    <a:pt x="1280611" y="1369781"/>
                  </a:lnTo>
                  <a:close/>
                  <a:moveTo>
                    <a:pt x="1266286" y="1369781"/>
                  </a:moveTo>
                  <a:lnTo>
                    <a:pt x="1269151" y="1369781"/>
                  </a:lnTo>
                  <a:lnTo>
                    <a:pt x="1269151" y="1367990"/>
                  </a:lnTo>
                  <a:lnTo>
                    <a:pt x="1266286" y="1367990"/>
                  </a:lnTo>
                  <a:lnTo>
                    <a:pt x="1266286" y="1369781"/>
                  </a:lnTo>
                  <a:close/>
                  <a:moveTo>
                    <a:pt x="1210779" y="1369781"/>
                  </a:moveTo>
                  <a:lnTo>
                    <a:pt x="1213644" y="1369781"/>
                  </a:lnTo>
                  <a:lnTo>
                    <a:pt x="1213644" y="1367990"/>
                  </a:lnTo>
                  <a:lnTo>
                    <a:pt x="1210779" y="1367990"/>
                  </a:lnTo>
                  <a:lnTo>
                    <a:pt x="1210779" y="1369781"/>
                  </a:lnTo>
                  <a:close/>
                  <a:moveTo>
                    <a:pt x="1192873" y="1369781"/>
                  </a:moveTo>
                  <a:lnTo>
                    <a:pt x="1195738" y="1369781"/>
                  </a:lnTo>
                  <a:lnTo>
                    <a:pt x="1195738" y="1367990"/>
                  </a:lnTo>
                  <a:lnTo>
                    <a:pt x="1192873" y="1367990"/>
                  </a:lnTo>
                  <a:lnTo>
                    <a:pt x="1192873" y="1369781"/>
                  </a:lnTo>
                  <a:close/>
                  <a:moveTo>
                    <a:pt x="961890" y="1369781"/>
                  </a:moveTo>
                  <a:lnTo>
                    <a:pt x="964755" y="1369781"/>
                  </a:lnTo>
                  <a:lnTo>
                    <a:pt x="964755" y="1367990"/>
                  </a:lnTo>
                  <a:lnTo>
                    <a:pt x="961890" y="1367990"/>
                  </a:lnTo>
                  <a:lnTo>
                    <a:pt x="961890" y="1369781"/>
                  </a:lnTo>
                  <a:close/>
                  <a:moveTo>
                    <a:pt x="943985" y="1369781"/>
                  </a:moveTo>
                  <a:lnTo>
                    <a:pt x="946850" y="1369781"/>
                  </a:lnTo>
                  <a:lnTo>
                    <a:pt x="946850" y="1367990"/>
                  </a:lnTo>
                  <a:lnTo>
                    <a:pt x="943985" y="1367990"/>
                  </a:lnTo>
                  <a:lnTo>
                    <a:pt x="943985" y="1369781"/>
                  </a:lnTo>
                  <a:close/>
                  <a:moveTo>
                    <a:pt x="800740" y="1369781"/>
                  </a:moveTo>
                  <a:lnTo>
                    <a:pt x="803605" y="1369781"/>
                  </a:lnTo>
                  <a:lnTo>
                    <a:pt x="803605" y="1367990"/>
                  </a:lnTo>
                  <a:lnTo>
                    <a:pt x="800740" y="1367990"/>
                  </a:lnTo>
                  <a:lnTo>
                    <a:pt x="800740" y="1369781"/>
                  </a:lnTo>
                  <a:close/>
                  <a:moveTo>
                    <a:pt x="782834" y="1369781"/>
                  </a:moveTo>
                  <a:lnTo>
                    <a:pt x="785699" y="1369781"/>
                  </a:lnTo>
                  <a:lnTo>
                    <a:pt x="785699" y="1367990"/>
                  </a:lnTo>
                  <a:lnTo>
                    <a:pt x="782834" y="1367990"/>
                  </a:lnTo>
                  <a:lnTo>
                    <a:pt x="782834" y="1369781"/>
                  </a:lnTo>
                  <a:close/>
                  <a:moveTo>
                    <a:pt x="713002" y="1369781"/>
                  </a:moveTo>
                  <a:lnTo>
                    <a:pt x="715867" y="1369781"/>
                  </a:lnTo>
                  <a:lnTo>
                    <a:pt x="715867" y="1367990"/>
                  </a:lnTo>
                  <a:lnTo>
                    <a:pt x="713002" y="1367990"/>
                  </a:lnTo>
                  <a:lnTo>
                    <a:pt x="713002" y="1369781"/>
                  </a:lnTo>
                  <a:close/>
                  <a:moveTo>
                    <a:pt x="695097" y="1369781"/>
                  </a:moveTo>
                  <a:lnTo>
                    <a:pt x="697961" y="1369781"/>
                  </a:lnTo>
                  <a:lnTo>
                    <a:pt x="697961" y="1367990"/>
                  </a:lnTo>
                  <a:lnTo>
                    <a:pt x="695097" y="1367990"/>
                  </a:lnTo>
                  <a:lnTo>
                    <a:pt x="695097" y="1369781"/>
                  </a:lnTo>
                  <a:close/>
                  <a:moveTo>
                    <a:pt x="639589" y="1369781"/>
                  </a:moveTo>
                  <a:lnTo>
                    <a:pt x="642454" y="1369781"/>
                  </a:lnTo>
                  <a:lnTo>
                    <a:pt x="642454" y="1367990"/>
                  </a:lnTo>
                  <a:lnTo>
                    <a:pt x="639589" y="1367990"/>
                  </a:lnTo>
                  <a:lnTo>
                    <a:pt x="639589" y="1369781"/>
                  </a:lnTo>
                  <a:close/>
                  <a:moveTo>
                    <a:pt x="625265" y="1369781"/>
                  </a:moveTo>
                  <a:lnTo>
                    <a:pt x="628129" y="1369781"/>
                  </a:lnTo>
                  <a:lnTo>
                    <a:pt x="628129" y="1367990"/>
                  </a:lnTo>
                  <a:lnTo>
                    <a:pt x="625265" y="1367990"/>
                  </a:lnTo>
                  <a:lnTo>
                    <a:pt x="625265" y="1369781"/>
                  </a:lnTo>
                  <a:close/>
                  <a:moveTo>
                    <a:pt x="621683" y="1369781"/>
                  </a:moveTo>
                  <a:lnTo>
                    <a:pt x="624548" y="1369781"/>
                  </a:lnTo>
                  <a:lnTo>
                    <a:pt x="624548" y="1367990"/>
                  </a:lnTo>
                  <a:lnTo>
                    <a:pt x="621683" y="1367990"/>
                  </a:lnTo>
                  <a:lnTo>
                    <a:pt x="621683" y="1369781"/>
                  </a:lnTo>
                  <a:close/>
                  <a:moveTo>
                    <a:pt x="607359" y="1369781"/>
                  </a:moveTo>
                  <a:lnTo>
                    <a:pt x="610224" y="1369781"/>
                  </a:lnTo>
                  <a:lnTo>
                    <a:pt x="610224" y="1367990"/>
                  </a:lnTo>
                  <a:lnTo>
                    <a:pt x="607359" y="1367990"/>
                  </a:lnTo>
                  <a:lnTo>
                    <a:pt x="607359" y="1369781"/>
                  </a:lnTo>
                  <a:close/>
                  <a:moveTo>
                    <a:pt x="551852" y="1369781"/>
                  </a:moveTo>
                  <a:lnTo>
                    <a:pt x="554716" y="1369781"/>
                  </a:lnTo>
                  <a:lnTo>
                    <a:pt x="554716" y="1367990"/>
                  </a:lnTo>
                  <a:lnTo>
                    <a:pt x="551852" y="1367990"/>
                  </a:lnTo>
                  <a:lnTo>
                    <a:pt x="551852" y="1369781"/>
                  </a:lnTo>
                  <a:close/>
                  <a:moveTo>
                    <a:pt x="533946" y="1369781"/>
                  </a:moveTo>
                  <a:lnTo>
                    <a:pt x="536811" y="1369781"/>
                  </a:lnTo>
                  <a:lnTo>
                    <a:pt x="536811" y="1367990"/>
                  </a:lnTo>
                  <a:lnTo>
                    <a:pt x="533946" y="1367990"/>
                  </a:lnTo>
                  <a:lnTo>
                    <a:pt x="533946" y="1369781"/>
                  </a:lnTo>
                  <a:close/>
                  <a:moveTo>
                    <a:pt x="478438" y="1369781"/>
                  </a:moveTo>
                  <a:lnTo>
                    <a:pt x="481303" y="1369781"/>
                  </a:lnTo>
                  <a:lnTo>
                    <a:pt x="481303" y="1367990"/>
                  </a:lnTo>
                  <a:lnTo>
                    <a:pt x="478438" y="1367990"/>
                  </a:lnTo>
                  <a:lnTo>
                    <a:pt x="478438" y="1369781"/>
                  </a:lnTo>
                  <a:close/>
                  <a:moveTo>
                    <a:pt x="464114" y="1369781"/>
                  </a:moveTo>
                  <a:lnTo>
                    <a:pt x="466979" y="1369781"/>
                  </a:lnTo>
                  <a:lnTo>
                    <a:pt x="466979" y="1367990"/>
                  </a:lnTo>
                  <a:lnTo>
                    <a:pt x="464114" y="1367990"/>
                  </a:lnTo>
                  <a:lnTo>
                    <a:pt x="464114" y="1369781"/>
                  </a:lnTo>
                  <a:close/>
                  <a:moveTo>
                    <a:pt x="460533" y="1369781"/>
                  </a:moveTo>
                  <a:lnTo>
                    <a:pt x="463398" y="1369781"/>
                  </a:lnTo>
                  <a:lnTo>
                    <a:pt x="463398" y="1367990"/>
                  </a:lnTo>
                  <a:lnTo>
                    <a:pt x="460533" y="1367990"/>
                  </a:lnTo>
                  <a:lnTo>
                    <a:pt x="460533" y="1369781"/>
                  </a:lnTo>
                  <a:close/>
                  <a:moveTo>
                    <a:pt x="446208" y="1369781"/>
                  </a:moveTo>
                  <a:lnTo>
                    <a:pt x="449073" y="1369781"/>
                  </a:lnTo>
                  <a:lnTo>
                    <a:pt x="449073" y="1367990"/>
                  </a:lnTo>
                  <a:lnTo>
                    <a:pt x="446208" y="1367990"/>
                  </a:lnTo>
                  <a:lnTo>
                    <a:pt x="446208" y="1369781"/>
                  </a:lnTo>
                  <a:close/>
                  <a:moveTo>
                    <a:pt x="390701" y="1369781"/>
                  </a:moveTo>
                  <a:lnTo>
                    <a:pt x="393566" y="1369781"/>
                  </a:lnTo>
                  <a:lnTo>
                    <a:pt x="393566" y="1367990"/>
                  </a:lnTo>
                  <a:lnTo>
                    <a:pt x="390701" y="1367990"/>
                  </a:lnTo>
                  <a:lnTo>
                    <a:pt x="390701" y="1369781"/>
                  </a:lnTo>
                  <a:close/>
                  <a:moveTo>
                    <a:pt x="372795" y="1369781"/>
                  </a:moveTo>
                  <a:lnTo>
                    <a:pt x="375660" y="1369781"/>
                  </a:lnTo>
                  <a:lnTo>
                    <a:pt x="375660" y="1367990"/>
                  </a:lnTo>
                  <a:lnTo>
                    <a:pt x="372795" y="1367990"/>
                  </a:lnTo>
                  <a:lnTo>
                    <a:pt x="372795" y="1369781"/>
                  </a:lnTo>
                  <a:close/>
                  <a:moveTo>
                    <a:pt x="358471" y="1369781"/>
                  </a:moveTo>
                  <a:lnTo>
                    <a:pt x="361336" y="1369781"/>
                  </a:lnTo>
                  <a:lnTo>
                    <a:pt x="361336" y="1367990"/>
                  </a:lnTo>
                  <a:lnTo>
                    <a:pt x="358471" y="1367990"/>
                  </a:lnTo>
                  <a:lnTo>
                    <a:pt x="358471" y="1369781"/>
                  </a:lnTo>
                  <a:close/>
                  <a:moveTo>
                    <a:pt x="302963" y="1369781"/>
                  </a:moveTo>
                  <a:lnTo>
                    <a:pt x="305828" y="1369781"/>
                  </a:lnTo>
                  <a:lnTo>
                    <a:pt x="305828" y="1367990"/>
                  </a:lnTo>
                  <a:lnTo>
                    <a:pt x="302963" y="1367990"/>
                  </a:lnTo>
                  <a:lnTo>
                    <a:pt x="302963" y="1369781"/>
                  </a:lnTo>
                  <a:close/>
                  <a:moveTo>
                    <a:pt x="285058" y="1369781"/>
                  </a:moveTo>
                  <a:lnTo>
                    <a:pt x="287923" y="1369781"/>
                  </a:lnTo>
                  <a:lnTo>
                    <a:pt x="287923" y="1367990"/>
                  </a:lnTo>
                  <a:lnTo>
                    <a:pt x="285058" y="1367990"/>
                  </a:lnTo>
                  <a:lnTo>
                    <a:pt x="285058" y="1369781"/>
                  </a:lnTo>
                  <a:close/>
                  <a:moveTo>
                    <a:pt x="229550" y="1369781"/>
                  </a:moveTo>
                  <a:lnTo>
                    <a:pt x="232415" y="1369781"/>
                  </a:lnTo>
                  <a:lnTo>
                    <a:pt x="232415" y="1367990"/>
                  </a:lnTo>
                  <a:lnTo>
                    <a:pt x="229550" y="1367990"/>
                  </a:lnTo>
                  <a:lnTo>
                    <a:pt x="229550" y="1369781"/>
                  </a:lnTo>
                  <a:close/>
                  <a:moveTo>
                    <a:pt x="215226" y="1369781"/>
                  </a:moveTo>
                  <a:lnTo>
                    <a:pt x="218091" y="1369781"/>
                  </a:lnTo>
                  <a:lnTo>
                    <a:pt x="218091" y="1367990"/>
                  </a:lnTo>
                  <a:lnTo>
                    <a:pt x="215226" y="1367990"/>
                  </a:lnTo>
                  <a:lnTo>
                    <a:pt x="215226" y="1369781"/>
                  </a:lnTo>
                  <a:close/>
                  <a:moveTo>
                    <a:pt x="211645" y="1369781"/>
                  </a:moveTo>
                  <a:lnTo>
                    <a:pt x="214509" y="1369781"/>
                  </a:lnTo>
                  <a:lnTo>
                    <a:pt x="214509" y="1367990"/>
                  </a:lnTo>
                  <a:lnTo>
                    <a:pt x="211645" y="1367990"/>
                  </a:lnTo>
                  <a:lnTo>
                    <a:pt x="211645" y="1369781"/>
                  </a:lnTo>
                  <a:close/>
                  <a:moveTo>
                    <a:pt x="925486" y="1359037"/>
                  </a:moveTo>
                  <a:lnTo>
                    <a:pt x="928289" y="1361841"/>
                  </a:lnTo>
                  <a:lnTo>
                    <a:pt x="930315" y="1359815"/>
                  </a:lnTo>
                  <a:lnTo>
                    <a:pt x="929537" y="1359037"/>
                  </a:lnTo>
                  <a:lnTo>
                    <a:pt x="930315" y="1358260"/>
                  </a:lnTo>
                  <a:lnTo>
                    <a:pt x="928289" y="1356234"/>
                  </a:lnTo>
                  <a:lnTo>
                    <a:pt x="925486" y="1359037"/>
                  </a:lnTo>
                  <a:close/>
                  <a:moveTo>
                    <a:pt x="926499" y="1343700"/>
                  </a:moveTo>
                  <a:lnTo>
                    <a:pt x="928525" y="1345726"/>
                  </a:lnTo>
                  <a:lnTo>
                    <a:pt x="930315" y="1343935"/>
                  </a:lnTo>
                  <a:lnTo>
                    <a:pt x="928289" y="1341909"/>
                  </a:lnTo>
                  <a:lnTo>
                    <a:pt x="926499" y="1343700"/>
                  </a:lnTo>
                  <a:close/>
                  <a:moveTo>
                    <a:pt x="926079" y="1256975"/>
                  </a:moveTo>
                  <a:lnTo>
                    <a:pt x="928944" y="1256975"/>
                  </a:lnTo>
                  <a:lnTo>
                    <a:pt x="928944" y="1255185"/>
                  </a:lnTo>
                  <a:lnTo>
                    <a:pt x="926079" y="1255185"/>
                  </a:lnTo>
                  <a:lnTo>
                    <a:pt x="926079" y="1256975"/>
                  </a:lnTo>
                  <a:close/>
                  <a:moveTo>
                    <a:pt x="926079" y="1242651"/>
                  </a:moveTo>
                  <a:lnTo>
                    <a:pt x="928944" y="1242651"/>
                  </a:lnTo>
                  <a:lnTo>
                    <a:pt x="928944" y="1240860"/>
                  </a:lnTo>
                  <a:lnTo>
                    <a:pt x="926079" y="1240860"/>
                  </a:lnTo>
                  <a:lnTo>
                    <a:pt x="926079" y="1242651"/>
                  </a:lnTo>
                  <a:close/>
                  <a:moveTo>
                    <a:pt x="926079" y="1228326"/>
                  </a:moveTo>
                  <a:lnTo>
                    <a:pt x="928944" y="1228326"/>
                  </a:lnTo>
                  <a:lnTo>
                    <a:pt x="928944" y="1226536"/>
                  </a:lnTo>
                  <a:lnTo>
                    <a:pt x="926079" y="1226536"/>
                  </a:lnTo>
                  <a:lnTo>
                    <a:pt x="926079" y="1228326"/>
                  </a:lnTo>
                  <a:close/>
                  <a:moveTo>
                    <a:pt x="928289" y="1215015"/>
                  </a:moveTo>
                  <a:lnTo>
                    <a:pt x="930315" y="1212989"/>
                  </a:lnTo>
                  <a:lnTo>
                    <a:pt x="928525" y="1211198"/>
                  </a:lnTo>
                  <a:lnTo>
                    <a:pt x="926499" y="1213224"/>
                  </a:lnTo>
                  <a:lnTo>
                    <a:pt x="928289" y="1215015"/>
                  </a:lnTo>
                  <a:close/>
                  <a:moveTo>
                    <a:pt x="928289" y="1200690"/>
                  </a:moveTo>
                  <a:lnTo>
                    <a:pt x="930315" y="1198664"/>
                  </a:lnTo>
                  <a:lnTo>
                    <a:pt x="928525" y="1196874"/>
                  </a:lnTo>
                  <a:lnTo>
                    <a:pt x="926499" y="1198900"/>
                  </a:lnTo>
                  <a:lnTo>
                    <a:pt x="928289" y="1200690"/>
                  </a:lnTo>
                  <a:close/>
                  <a:moveTo>
                    <a:pt x="926499" y="1182549"/>
                  </a:moveTo>
                  <a:lnTo>
                    <a:pt x="928525" y="1184575"/>
                  </a:lnTo>
                  <a:lnTo>
                    <a:pt x="930315" y="1182784"/>
                  </a:lnTo>
                  <a:lnTo>
                    <a:pt x="928289" y="1180759"/>
                  </a:lnTo>
                  <a:lnTo>
                    <a:pt x="926499" y="1182549"/>
                  </a:lnTo>
                  <a:close/>
                  <a:moveTo>
                    <a:pt x="926079" y="1169238"/>
                  </a:moveTo>
                  <a:lnTo>
                    <a:pt x="928944" y="1169238"/>
                  </a:lnTo>
                  <a:lnTo>
                    <a:pt x="928944" y="1167447"/>
                  </a:lnTo>
                  <a:lnTo>
                    <a:pt x="926079" y="1167447"/>
                  </a:lnTo>
                  <a:lnTo>
                    <a:pt x="926079" y="1169238"/>
                  </a:lnTo>
                  <a:close/>
                  <a:moveTo>
                    <a:pt x="926079" y="1154913"/>
                  </a:moveTo>
                  <a:lnTo>
                    <a:pt x="928944" y="1154913"/>
                  </a:lnTo>
                  <a:lnTo>
                    <a:pt x="928944" y="1153123"/>
                  </a:lnTo>
                  <a:lnTo>
                    <a:pt x="926079" y="1153123"/>
                  </a:lnTo>
                  <a:lnTo>
                    <a:pt x="926079" y="1154913"/>
                  </a:lnTo>
                  <a:close/>
                  <a:moveTo>
                    <a:pt x="926079" y="1140589"/>
                  </a:moveTo>
                  <a:lnTo>
                    <a:pt x="928944" y="1140589"/>
                  </a:lnTo>
                  <a:lnTo>
                    <a:pt x="928944" y="1138798"/>
                  </a:lnTo>
                  <a:lnTo>
                    <a:pt x="926079" y="1138798"/>
                  </a:lnTo>
                  <a:lnTo>
                    <a:pt x="926079" y="1140589"/>
                  </a:lnTo>
                  <a:close/>
                  <a:moveTo>
                    <a:pt x="928289" y="1127277"/>
                  </a:moveTo>
                  <a:lnTo>
                    <a:pt x="930315" y="1125251"/>
                  </a:lnTo>
                  <a:lnTo>
                    <a:pt x="928525" y="1123461"/>
                  </a:lnTo>
                  <a:lnTo>
                    <a:pt x="926499" y="1125486"/>
                  </a:lnTo>
                  <a:lnTo>
                    <a:pt x="928289" y="1127277"/>
                  </a:lnTo>
                  <a:close/>
                  <a:moveTo>
                    <a:pt x="925486" y="1110149"/>
                  </a:moveTo>
                  <a:lnTo>
                    <a:pt x="928289" y="1112953"/>
                  </a:lnTo>
                  <a:lnTo>
                    <a:pt x="930315" y="1110927"/>
                  </a:lnTo>
                  <a:lnTo>
                    <a:pt x="929537" y="1110149"/>
                  </a:lnTo>
                  <a:lnTo>
                    <a:pt x="930315" y="1109371"/>
                  </a:lnTo>
                  <a:lnTo>
                    <a:pt x="928289" y="1107346"/>
                  </a:lnTo>
                  <a:lnTo>
                    <a:pt x="925486" y="1110149"/>
                  </a:lnTo>
                  <a:close/>
                  <a:moveTo>
                    <a:pt x="926499" y="1094812"/>
                  </a:moveTo>
                  <a:lnTo>
                    <a:pt x="928525" y="1096837"/>
                  </a:lnTo>
                  <a:lnTo>
                    <a:pt x="930315" y="1095047"/>
                  </a:lnTo>
                  <a:lnTo>
                    <a:pt x="928289" y="1093021"/>
                  </a:lnTo>
                  <a:lnTo>
                    <a:pt x="926499" y="1094812"/>
                  </a:lnTo>
                  <a:close/>
                  <a:moveTo>
                    <a:pt x="926079" y="1081500"/>
                  </a:moveTo>
                  <a:lnTo>
                    <a:pt x="928944" y="1081500"/>
                  </a:lnTo>
                  <a:lnTo>
                    <a:pt x="928944" y="1079709"/>
                  </a:lnTo>
                  <a:lnTo>
                    <a:pt x="926079" y="1079709"/>
                  </a:lnTo>
                  <a:lnTo>
                    <a:pt x="926079" y="1081500"/>
                  </a:lnTo>
                  <a:close/>
                  <a:moveTo>
                    <a:pt x="926079" y="1067176"/>
                  </a:moveTo>
                  <a:lnTo>
                    <a:pt x="928944" y="1067176"/>
                  </a:lnTo>
                  <a:lnTo>
                    <a:pt x="928944" y="1065385"/>
                  </a:lnTo>
                  <a:lnTo>
                    <a:pt x="926079" y="1065385"/>
                  </a:lnTo>
                  <a:lnTo>
                    <a:pt x="926079" y="1067176"/>
                  </a:lnTo>
                  <a:close/>
                  <a:moveTo>
                    <a:pt x="926079" y="1052851"/>
                  </a:moveTo>
                  <a:lnTo>
                    <a:pt x="928944" y="1052851"/>
                  </a:lnTo>
                  <a:lnTo>
                    <a:pt x="928944" y="1051060"/>
                  </a:lnTo>
                  <a:lnTo>
                    <a:pt x="926079" y="1051060"/>
                  </a:lnTo>
                  <a:lnTo>
                    <a:pt x="926079" y="1052851"/>
                  </a:lnTo>
                  <a:close/>
                  <a:moveTo>
                    <a:pt x="1037514" y="1037514"/>
                  </a:moveTo>
                  <a:lnTo>
                    <a:pt x="1039539" y="1039539"/>
                  </a:lnTo>
                  <a:lnTo>
                    <a:pt x="1041330" y="1037749"/>
                  </a:lnTo>
                  <a:lnTo>
                    <a:pt x="1039304" y="1035723"/>
                  </a:lnTo>
                  <a:lnTo>
                    <a:pt x="1037514" y="1037514"/>
                  </a:lnTo>
                  <a:close/>
                  <a:moveTo>
                    <a:pt x="928289" y="1039539"/>
                  </a:moveTo>
                  <a:lnTo>
                    <a:pt x="930315" y="1037514"/>
                  </a:lnTo>
                  <a:lnTo>
                    <a:pt x="928525" y="1035723"/>
                  </a:lnTo>
                  <a:lnTo>
                    <a:pt x="926499" y="1037749"/>
                  </a:lnTo>
                  <a:lnTo>
                    <a:pt x="928289" y="1039539"/>
                  </a:lnTo>
                  <a:close/>
                  <a:moveTo>
                    <a:pt x="926499" y="1021399"/>
                  </a:moveTo>
                  <a:lnTo>
                    <a:pt x="928525" y="1023424"/>
                  </a:lnTo>
                  <a:lnTo>
                    <a:pt x="930315" y="1021634"/>
                  </a:lnTo>
                  <a:lnTo>
                    <a:pt x="928289" y="1019608"/>
                  </a:lnTo>
                  <a:lnTo>
                    <a:pt x="926499" y="1021399"/>
                  </a:lnTo>
                  <a:close/>
                  <a:moveTo>
                    <a:pt x="926079" y="1008087"/>
                  </a:moveTo>
                  <a:lnTo>
                    <a:pt x="928944" y="1008087"/>
                  </a:lnTo>
                  <a:lnTo>
                    <a:pt x="928944" y="1006296"/>
                  </a:lnTo>
                  <a:lnTo>
                    <a:pt x="926079" y="1006296"/>
                  </a:lnTo>
                  <a:lnTo>
                    <a:pt x="926079" y="1008087"/>
                  </a:lnTo>
                  <a:close/>
                  <a:moveTo>
                    <a:pt x="1038885" y="993762"/>
                  </a:moveTo>
                  <a:lnTo>
                    <a:pt x="1041750" y="993762"/>
                  </a:lnTo>
                  <a:lnTo>
                    <a:pt x="1041750" y="991972"/>
                  </a:lnTo>
                  <a:lnTo>
                    <a:pt x="1038885" y="991972"/>
                  </a:lnTo>
                  <a:lnTo>
                    <a:pt x="1038885" y="993762"/>
                  </a:lnTo>
                  <a:close/>
                  <a:moveTo>
                    <a:pt x="926079" y="993762"/>
                  </a:moveTo>
                  <a:lnTo>
                    <a:pt x="928944" y="993762"/>
                  </a:lnTo>
                  <a:lnTo>
                    <a:pt x="928944" y="991972"/>
                  </a:lnTo>
                  <a:lnTo>
                    <a:pt x="926079" y="991972"/>
                  </a:lnTo>
                  <a:lnTo>
                    <a:pt x="926079" y="993762"/>
                  </a:lnTo>
                  <a:close/>
                  <a:moveTo>
                    <a:pt x="1038885" y="979438"/>
                  </a:moveTo>
                  <a:lnTo>
                    <a:pt x="1041750" y="979438"/>
                  </a:lnTo>
                  <a:lnTo>
                    <a:pt x="1041750" y="977647"/>
                  </a:lnTo>
                  <a:lnTo>
                    <a:pt x="1038885" y="977647"/>
                  </a:lnTo>
                  <a:lnTo>
                    <a:pt x="1038885" y="979438"/>
                  </a:lnTo>
                  <a:close/>
                  <a:moveTo>
                    <a:pt x="928289" y="951802"/>
                  </a:moveTo>
                  <a:lnTo>
                    <a:pt x="930315" y="949776"/>
                  </a:lnTo>
                  <a:lnTo>
                    <a:pt x="928525" y="947985"/>
                  </a:lnTo>
                  <a:lnTo>
                    <a:pt x="926499" y="950011"/>
                  </a:lnTo>
                  <a:lnTo>
                    <a:pt x="928289" y="951802"/>
                  </a:lnTo>
                  <a:close/>
                  <a:moveTo>
                    <a:pt x="926499" y="933661"/>
                  </a:moveTo>
                  <a:lnTo>
                    <a:pt x="928525" y="935687"/>
                  </a:lnTo>
                  <a:lnTo>
                    <a:pt x="930315" y="933896"/>
                  </a:lnTo>
                  <a:lnTo>
                    <a:pt x="928289" y="931870"/>
                  </a:lnTo>
                  <a:lnTo>
                    <a:pt x="926499" y="933661"/>
                  </a:lnTo>
                  <a:close/>
                  <a:moveTo>
                    <a:pt x="926079" y="920349"/>
                  </a:moveTo>
                  <a:lnTo>
                    <a:pt x="928944" y="920349"/>
                  </a:lnTo>
                  <a:lnTo>
                    <a:pt x="928944" y="918559"/>
                  </a:lnTo>
                  <a:lnTo>
                    <a:pt x="926079" y="918559"/>
                  </a:lnTo>
                  <a:lnTo>
                    <a:pt x="926079" y="920349"/>
                  </a:lnTo>
                  <a:close/>
                  <a:moveTo>
                    <a:pt x="1038885" y="906025"/>
                  </a:moveTo>
                  <a:lnTo>
                    <a:pt x="1041750" y="906025"/>
                  </a:lnTo>
                  <a:lnTo>
                    <a:pt x="1041750" y="904234"/>
                  </a:lnTo>
                  <a:lnTo>
                    <a:pt x="1038885" y="904234"/>
                  </a:lnTo>
                  <a:lnTo>
                    <a:pt x="1038885" y="906025"/>
                  </a:lnTo>
                  <a:close/>
                  <a:moveTo>
                    <a:pt x="926079" y="906025"/>
                  </a:moveTo>
                  <a:lnTo>
                    <a:pt x="928944" y="906025"/>
                  </a:lnTo>
                  <a:lnTo>
                    <a:pt x="928944" y="904234"/>
                  </a:lnTo>
                  <a:lnTo>
                    <a:pt x="926079" y="904234"/>
                  </a:lnTo>
                  <a:lnTo>
                    <a:pt x="926079" y="906025"/>
                  </a:lnTo>
                  <a:close/>
                  <a:moveTo>
                    <a:pt x="926079" y="891700"/>
                  </a:moveTo>
                  <a:lnTo>
                    <a:pt x="928944" y="891700"/>
                  </a:lnTo>
                  <a:lnTo>
                    <a:pt x="928944" y="889910"/>
                  </a:lnTo>
                  <a:lnTo>
                    <a:pt x="926079" y="889910"/>
                  </a:lnTo>
                  <a:lnTo>
                    <a:pt x="926079" y="891700"/>
                  </a:lnTo>
                  <a:close/>
                  <a:moveTo>
                    <a:pt x="928289" y="878389"/>
                  </a:moveTo>
                  <a:lnTo>
                    <a:pt x="930315" y="876363"/>
                  </a:lnTo>
                  <a:lnTo>
                    <a:pt x="928525" y="874572"/>
                  </a:lnTo>
                  <a:lnTo>
                    <a:pt x="926499" y="876598"/>
                  </a:lnTo>
                  <a:lnTo>
                    <a:pt x="928289" y="878389"/>
                  </a:lnTo>
                  <a:close/>
                  <a:moveTo>
                    <a:pt x="2101108" y="873017"/>
                  </a:moveTo>
                  <a:lnTo>
                    <a:pt x="2103134" y="870991"/>
                  </a:lnTo>
                  <a:lnTo>
                    <a:pt x="2101343" y="869201"/>
                  </a:lnTo>
                  <a:lnTo>
                    <a:pt x="2099317" y="871227"/>
                  </a:lnTo>
                  <a:lnTo>
                    <a:pt x="2101108" y="873017"/>
                  </a:lnTo>
                  <a:close/>
                  <a:moveTo>
                    <a:pt x="2061716" y="872782"/>
                  </a:moveTo>
                  <a:lnTo>
                    <a:pt x="2063741" y="874808"/>
                  </a:lnTo>
                  <a:lnTo>
                    <a:pt x="2067323" y="871227"/>
                  </a:lnTo>
                  <a:lnTo>
                    <a:pt x="2065297" y="869201"/>
                  </a:lnTo>
                  <a:lnTo>
                    <a:pt x="2061716" y="872782"/>
                  </a:lnTo>
                  <a:close/>
                  <a:moveTo>
                    <a:pt x="1037514" y="862038"/>
                  </a:moveTo>
                  <a:lnTo>
                    <a:pt x="1039539" y="864064"/>
                  </a:lnTo>
                  <a:lnTo>
                    <a:pt x="1042343" y="861261"/>
                  </a:lnTo>
                  <a:lnTo>
                    <a:pt x="1039539" y="858457"/>
                  </a:lnTo>
                  <a:lnTo>
                    <a:pt x="1037514" y="860483"/>
                  </a:lnTo>
                  <a:lnTo>
                    <a:pt x="1038291" y="861261"/>
                  </a:lnTo>
                  <a:lnTo>
                    <a:pt x="1037514" y="862038"/>
                  </a:lnTo>
                  <a:close/>
                  <a:moveTo>
                    <a:pt x="925486" y="861261"/>
                  </a:moveTo>
                  <a:lnTo>
                    <a:pt x="928289" y="864064"/>
                  </a:lnTo>
                  <a:lnTo>
                    <a:pt x="930315" y="862038"/>
                  </a:lnTo>
                  <a:lnTo>
                    <a:pt x="929537" y="861261"/>
                  </a:lnTo>
                  <a:lnTo>
                    <a:pt x="930315" y="860483"/>
                  </a:lnTo>
                  <a:lnTo>
                    <a:pt x="928289" y="858457"/>
                  </a:lnTo>
                  <a:lnTo>
                    <a:pt x="925486" y="861261"/>
                  </a:lnTo>
                  <a:close/>
                  <a:moveTo>
                    <a:pt x="1039304" y="847949"/>
                  </a:moveTo>
                  <a:lnTo>
                    <a:pt x="1041330" y="845923"/>
                  </a:lnTo>
                  <a:lnTo>
                    <a:pt x="1039539" y="844133"/>
                  </a:lnTo>
                  <a:lnTo>
                    <a:pt x="1037514" y="846159"/>
                  </a:lnTo>
                  <a:lnTo>
                    <a:pt x="1039304" y="847949"/>
                  </a:lnTo>
                  <a:close/>
                  <a:moveTo>
                    <a:pt x="926499" y="845923"/>
                  </a:moveTo>
                  <a:lnTo>
                    <a:pt x="928525" y="847949"/>
                  </a:lnTo>
                  <a:lnTo>
                    <a:pt x="930315" y="846159"/>
                  </a:lnTo>
                  <a:lnTo>
                    <a:pt x="928289" y="844133"/>
                  </a:lnTo>
                  <a:lnTo>
                    <a:pt x="926499" y="845923"/>
                  </a:lnTo>
                  <a:close/>
                  <a:moveTo>
                    <a:pt x="1038885" y="832612"/>
                  </a:moveTo>
                  <a:lnTo>
                    <a:pt x="1041750" y="832612"/>
                  </a:lnTo>
                  <a:lnTo>
                    <a:pt x="1041750" y="830821"/>
                  </a:lnTo>
                  <a:lnTo>
                    <a:pt x="1038885" y="830821"/>
                  </a:lnTo>
                  <a:lnTo>
                    <a:pt x="1038885" y="832612"/>
                  </a:lnTo>
                  <a:close/>
                  <a:moveTo>
                    <a:pt x="926079" y="832612"/>
                  </a:moveTo>
                  <a:lnTo>
                    <a:pt x="928944" y="832612"/>
                  </a:lnTo>
                  <a:lnTo>
                    <a:pt x="928944" y="830821"/>
                  </a:lnTo>
                  <a:lnTo>
                    <a:pt x="926079" y="830821"/>
                  </a:lnTo>
                  <a:lnTo>
                    <a:pt x="926079" y="832612"/>
                  </a:lnTo>
                  <a:close/>
                  <a:moveTo>
                    <a:pt x="1038885" y="818287"/>
                  </a:moveTo>
                  <a:lnTo>
                    <a:pt x="1041750" y="818287"/>
                  </a:lnTo>
                  <a:lnTo>
                    <a:pt x="1041750" y="816497"/>
                  </a:lnTo>
                  <a:lnTo>
                    <a:pt x="1038885" y="816497"/>
                  </a:lnTo>
                  <a:lnTo>
                    <a:pt x="1038885" y="818287"/>
                  </a:lnTo>
                  <a:close/>
                  <a:moveTo>
                    <a:pt x="926079" y="818287"/>
                  </a:moveTo>
                  <a:lnTo>
                    <a:pt x="928944" y="818287"/>
                  </a:lnTo>
                  <a:lnTo>
                    <a:pt x="928944" y="816497"/>
                  </a:lnTo>
                  <a:lnTo>
                    <a:pt x="926079" y="816497"/>
                  </a:lnTo>
                  <a:lnTo>
                    <a:pt x="926079" y="818287"/>
                  </a:lnTo>
                  <a:close/>
                  <a:moveTo>
                    <a:pt x="1038885" y="803963"/>
                  </a:moveTo>
                  <a:lnTo>
                    <a:pt x="1041750" y="803963"/>
                  </a:lnTo>
                  <a:lnTo>
                    <a:pt x="1041750" y="802172"/>
                  </a:lnTo>
                  <a:lnTo>
                    <a:pt x="1038885" y="802172"/>
                  </a:lnTo>
                  <a:lnTo>
                    <a:pt x="1038885" y="803963"/>
                  </a:lnTo>
                  <a:close/>
                  <a:moveTo>
                    <a:pt x="926079" y="803963"/>
                  </a:moveTo>
                  <a:lnTo>
                    <a:pt x="928944" y="803963"/>
                  </a:lnTo>
                  <a:lnTo>
                    <a:pt x="928944" y="802172"/>
                  </a:lnTo>
                  <a:lnTo>
                    <a:pt x="926079" y="802172"/>
                  </a:lnTo>
                  <a:lnTo>
                    <a:pt x="926079" y="803963"/>
                  </a:lnTo>
                  <a:close/>
                  <a:moveTo>
                    <a:pt x="1037514" y="788625"/>
                  </a:moveTo>
                  <a:lnTo>
                    <a:pt x="1039539" y="790651"/>
                  </a:lnTo>
                  <a:lnTo>
                    <a:pt x="1041330" y="788861"/>
                  </a:lnTo>
                  <a:lnTo>
                    <a:pt x="1039304" y="786835"/>
                  </a:lnTo>
                  <a:lnTo>
                    <a:pt x="1037514" y="788625"/>
                  </a:lnTo>
                  <a:close/>
                  <a:moveTo>
                    <a:pt x="928289" y="790651"/>
                  </a:moveTo>
                  <a:lnTo>
                    <a:pt x="930315" y="788625"/>
                  </a:lnTo>
                  <a:lnTo>
                    <a:pt x="928525" y="786835"/>
                  </a:lnTo>
                  <a:lnTo>
                    <a:pt x="926499" y="788861"/>
                  </a:lnTo>
                  <a:lnTo>
                    <a:pt x="928289" y="790651"/>
                  </a:lnTo>
                  <a:close/>
                  <a:moveTo>
                    <a:pt x="1039304" y="774536"/>
                  </a:moveTo>
                  <a:lnTo>
                    <a:pt x="1041330" y="772510"/>
                  </a:lnTo>
                  <a:lnTo>
                    <a:pt x="1039539" y="770720"/>
                  </a:lnTo>
                  <a:lnTo>
                    <a:pt x="1037514" y="772746"/>
                  </a:lnTo>
                  <a:lnTo>
                    <a:pt x="1039304" y="774536"/>
                  </a:lnTo>
                  <a:close/>
                  <a:moveTo>
                    <a:pt x="926499" y="772510"/>
                  </a:moveTo>
                  <a:lnTo>
                    <a:pt x="928525" y="774536"/>
                  </a:lnTo>
                  <a:lnTo>
                    <a:pt x="930315" y="772746"/>
                  </a:lnTo>
                  <a:lnTo>
                    <a:pt x="928289" y="770720"/>
                  </a:lnTo>
                  <a:lnTo>
                    <a:pt x="926499" y="772510"/>
                  </a:lnTo>
                  <a:close/>
                  <a:moveTo>
                    <a:pt x="1038885" y="759199"/>
                  </a:moveTo>
                  <a:lnTo>
                    <a:pt x="1041750" y="759199"/>
                  </a:lnTo>
                  <a:lnTo>
                    <a:pt x="1041750" y="757408"/>
                  </a:lnTo>
                  <a:lnTo>
                    <a:pt x="1038885" y="757408"/>
                  </a:lnTo>
                  <a:lnTo>
                    <a:pt x="1038885" y="759199"/>
                  </a:lnTo>
                  <a:close/>
                  <a:moveTo>
                    <a:pt x="926079" y="759199"/>
                  </a:moveTo>
                  <a:lnTo>
                    <a:pt x="928944" y="759199"/>
                  </a:lnTo>
                  <a:lnTo>
                    <a:pt x="928944" y="757408"/>
                  </a:lnTo>
                  <a:lnTo>
                    <a:pt x="926079" y="757408"/>
                  </a:lnTo>
                  <a:lnTo>
                    <a:pt x="926079" y="759199"/>
                  </a:lnTo>
                  <a:close/>
                  <a:moveTo>
                    <a:pt x="1038885" y="744874"/>
                  </a:moveTo>
                  <a:lnTo>
                    <a:pt x="1041750" y="744874"/>
                  </a:lnTo>
                  <a:lnTo>
                    <a:pt x="1041750" y="743084"/>
                  </a:lnTo>
                  <a:lnTo>
                    <a:pt x="1038885" y="743084"/>
                  </a:lnTo>
                  <a:lnTo>
                    <a:pt x="1038885" y="744874"/>
                  </a:lnTo>
                  <a:close/>
                  <a:moveTo>
                    <a:pt x="926079" y="744874"/>
                  </a:moveTo>
                  <a:lnTo>
                    <a:pt x="928944" y="744874"/>
                  </a:lnTo>
                  <a:lnTo>
                    <a:pt x="928944" y="743084"/>
                  </a:lnTo>
                  <a:lnTo>
                    <a:pt x="926079" y="743084"/>
                  </a:lnTo>
                  <a:lnTo>
                    <a:pt x="926079" y="744874"/>
                  </a:lnTo>
                  <a:close/>
                  <a:moveTo>
                    <a:pt x="1038885" y="730550"/>
                  </a:moveTo>
                  <a:lnTo>
                    <a:pt x="1041750" y="730550"/>
                  </a:lnTo>
                  <a:lnTo>
                    <a:pt x="1041750" y="728759"/>
                  </a:lnTo>
                  <a:lnTo>
                    <a:pt x="1038885" y="728759"/>
                  </a:lnTo>
                  <a:lnTo>
                    <a:pt x="1038885" y="730550"/>
                  </a:lnTo>
                  <a:close/>
                  <a:moveTo>
                    <a:pt x="926079" y="730550"/>
                  </a:moveTo>
                  <a:lnTo>
                    <a:pt x="928944" y="730550"/>
                  </a:lnTo>
                  <a:lnTo>
                    <a:pt x="928944" y="728759"/>
                  </a:lnTo>
                  <a:lnTo>
                    <a:pt x="926079" y="728759"/>
                  </a:lnTo>
                  <a:lnTo>
                    <a:pt x="926079" y="730550"/>
                  </a:lnTo>
                  <a:close/>
                  <a:moveTo>
                    <a:pt x="1037514" y="715212"/>
                  </a:moveTo>
                  <a:lnTo>
                    <a:pt x="1039539" y="717238"/>
                  </a:lnTo>
                  <a:lnTo>
                    <a:pt x="1041330" y="715448"/>
                  </a:lnTo>
                  <a:lnTo>
                    <a:pt x="1039304" y="713422"/>
                  </a:lnTo>
                  <a:lnTo>
                    <a:pt x="1037514" y="715212"/>
                  </a:lnTo>
                  <a:close/>
                  <a:moveTo>
                    <a:pt x="928289" y="717238"/>
                  </a:moveTo>
                  <a:lnTo>
                    <a:pt x="930315" y="715212"/>
                  </a:lnTo>
                  <a:lnTo>
                    <a:pt x="928525" y="713422"/>
                  </a:lnTo>
                  <a:lnTo>
                    <a:pt x="926499" y="715448"/>
                  </a:lnTo>
                  <a:lnTo>
                    <a:pt x="928289" y="717238"/>
                  </a:lnTo>
                  <a:close/>
                  <a:moveTo>
                    <a:pt x="1037514" y="700888"/>
                  </a:moveTo>
                  <a:lnTo>
                    <a:pt x="1039539" y="702914"/>
                  </a:lnTo>
                  <a:lnTo>
                    <a:pt x="1041330" y="701123"/>
                  </a:lnTo>
                  <a:lnTo>
                    <a:pt x="1039304" y="699097"/>
                  </a:lnTo>
                  <a:lnTo>
                    <a:pt x="1037514" y="700888"/>
                  </a:lnTo>
                  <a:close/>
                  <a:moveTo>
                    <a:pt x="928289" y="702914"/>
                  </a:moveTo>
                  <a:lnTo>
                    <a:pt x="930315" y="700888"/>
                  </a:lnTo>
                  <a:lnTo>
                    <a:pt x="928525" y="699097"/>
                  </a:lnTo>
                  <a:lnTo>
                    <a:pt x="926499" y="701123"/>
                  </a:lnTo>
                  <a:lnTo>
                    <a:pt x="928289" y="702914"/>
                  </a:lnTo>
                  <a:close/>
                  <a:moveTo>
                    <a:pt x="1039304" y="686799"/>
                  </a:moveTo>
                  <a:lnTo>
                    <a:pt x="1041330" y="684773"/>
                  </a:lnTo>
                  <a:lnTo>
                    <a:pt x="1039539" y="682982"/>
                  </a:lnTo>
                  <a:lnTo>
                    <a:pt x="1037514" y="685008"/>
                  </a:lnTo>
                  <a:lnTo>
                    <a:pt x="1039304" y="686799"/>
                  </a:lnTo>
                  <a:close/>
                  <a:moveTo>
                    <a:pt x="926499" y="684773"/>
                  </a:moveTo>
                  <a:lnTo>
                    <a:pt x="928525" y="686799"/>
                  </a:lnTo>
                  <a:lnTo>
                    <a:pt x="930315" y="685008"/>
                  </a:lnTo>
                  <a:lnTo>
                    <a:pt x="928289" y="682982"/>
                  </a:lnTo>
                  <a:lnTo>
                    <a:pt x="926499" y="684773"/>
                  </a:lnTo>
                  <a:close/>
                  <a:moveTo>
                    <a:pt x="1038885" y="671461"/>
                  </a:moveTo>
                  <a:lnTo>
                    <a:pt x="1041750" y="671461"/>
                  </a:lnTo>
                  <a:lnTo>
                    <a:pt x="1041750" y="669671"/>
                  </a:lnTo>
                  <a:lnTo>
                    <a:pt x="1038885" y="669671"/>
                  </a:lnTo>
                  <a:lnTo>
                    <a:pt x="1038885" y="671461"/>
                  </a:lnTo>
                  <a:close/>
                  <a:moveTo>
                    <a:pt x="926079" y="671461"/>
                  </a:moveTo>
                  <a:lnTo>
                    <a:pt x="928944" y="671461"/>
                  </a:lnTo>
                  <a:lnTo>
                    <a:pt x="928944" y="669671"/>
                  </a:lnTo>
                  <a:lnTo>
                    <a:pt x="926079" y="669671"/>
                  </a:lnTo>
                  <a:lnTo>
                    <a:pt x="926079" y="671461"/>
                  </a:lnTo>
                  <a:close/>
                  <a:moveTo>
                    <a:pt x="1038885" y="657137"/>
                  </a:moveTo>
                  <a:lnTo>
                    <a:pt x="1041750" y="657137"/>
                  </a:lnTo>
                  <a:lnTo>
                    <a:pt x="1041750" y="655346"/>
                  </a:lnTo>
                  <a:lnTo>
                    <a:pt x="1038885" y="655346"/>
                  </a:lnTo>
                  <a:lnTo>
                    <a:pt x="1038885" y="657137"/>
                  </a:lnTo>
                  <a:close/>
                  <a:moveTo>
                    <a:pt x="926079" y="657137"/>
                  </a:moveTo>
                  <a:lnTo>
                    <a:pt x="928944" y="657137"/>
                  </a:lnTo>
                  <a:lnTo>
                    <a:pt x="928944" y="655346"/>
                  </a:lnTo>
                  <a:lnTo>
                    <a:pt x="926079" y="655346"/>
                  </a:lnTo>
                  <a:lnTo>
                    <a:pt x="926079" y="657137"/>
                  </a:lnTo>
                  <a:close/>
                  <a:moveTo>
                    <a:pt x="1038885" y="642812"/>
                  </a:moveTo>
                  <a:lnTo>
                    <a:pt x="1041750" y="642812"/>
                  </a:lnTo>
                  <a:lnTo>
                    <a:pt x="1041750" y="641022"/>
                  </a:lnTo>
                  <a:lnTo>
                    <a:pt x="1038885" y="641022"/>
                  </a:lnTo>
                  <a:lnTo>
                    <a:pt x="1038885" y="642812"/>
                  </a:lnTo>
                  <a:close/>
                  <a:moveTo>
                    <a:pt x="926079" y="642812"/>
                  </a:moveTo>
                  <a:lnTo>
                    <a:pt x="928944" y="642812"/>
                  </a:lnTo>
                  <a:lnTo>
                    <a:pt x="928944" y="641022"/>
                  </a:lnTo>
                  <a:lnTo>
                    <a:pt x="926079" y="641022"/>
                  </a:lnTo>
                  <a:lnTo>
                    <a:pt x="926079" y="642812"/>
                  </a:lnTo>
                  <a:close/>
                  <a:moveTo>
                    <a:pt x="1037514" y="627475"/>
                  </a:moveTo>
                  <a:lnTo>
                    <a:pt x="1039539" y="629500"/>
                  </a:lnTo>
                  <a:lnTo>
                    <a:pt x="1041330" y="627710"/>
                  </a:lnTo>
                  <a:lnTo>
                    <a:pt x="1039304" y="625684"/>
                  </a:lnTo>
                  <a:lnTo>
                    <a:pt x="1037514" y="627475"/>
                  </a:lnTo>
                  <a:close/>
                  <a:moveTo>
                    <a:pt x="928289" y="629500"/>
                  </a:moveTo>
                  <a:lnTo>
                    <a:pt x="930315" y="627475"/>
                  </a:lnTo>
                  <a:lnTo>
                    <a:pt x="928525" y="625684"/>
                  </a:lnTo>
                  <a:lnTo>
                    <a:pt x="926499" y="627710"/>
                  </a:lnTo>
                  <a:lnTo>
                    <a:pt x="928289" y="629500"/>
                  </a:lnTo>
                  <a:close/>
                  <a:moveTo>
                    <a:pt x="1037514" y="613150"/>
                  </a:moveTo>
                  <a:lnTo>
                    <a:pt x="1039539" y="615176"/>
                  </a:lnTo>
                  <a:lnTo>
                    <a:pt x="1042343" y="612373"/>
                  </a:lnTo>
                  <a:lnTo>
                    <a:pt x="1039539" y="609569"/>
                  </a:lnTo>
                  <a:lnTo>
                    <a:pt x="1037514" y="611595"/>
                  </a:lnTo>
                  <a:lnTo>
                    <a:pt x="1038291" y="612373"/>
                  </a:lnTo>
                  <a:lnTo>
                    <a:pt x="1037514" y="613150"/>
                  </a:lnTo>
                  <a:close/>
                  <a:moveTo>
                    <a:pt x="925486" y="612373"/>
                  </a:moveTo>
                  <a:lnTo>
                    <a:pt x="928289" y="615176"/>
                  </a:lnTo>
                  <a:lnTo>
                    <a:pt x="930315" y="613150"/>
                  </a:lnTo>
                  <a:lnTo>
                    <a:pt x="929537" y="612373"/>
                  </a:lnTo>
                  <a:lnTo>
                    <a:pt x="930315" y="611595"/>
                  </a:lnTo>
                  <a:lnTo>
                    <a:pt x="928289" y="609569"/>
                  </a:lnTo>
                  <a:lnTo>
                    <a:pt x="925486" y="612373"/>
                  </a:lnTo>
                  <a:close/>
                  <a:moveTo>
                    <a:pt x="1039304" y="599061"/>
                  </a:moveTo>
                  <a:lnTo>
                    <a:pt x="1041330" y="597035"/>
                  </a:lnTo>
                  <a:lnTo>
                    <a:pt x="1039539" y="595245"/>
                  </a:lnTo>
                  <a:lnTo>
                    <a:pt x="1037514" y="597270"/>
                  </a:lnTo>
                  <a:lnTo>
                    <a:pt x="1039304" y="599061"/>
                  </a:lnTo>
                  <a:close/>
                  <a:moveTo>
                    <a:pt x="926499" y="597035"/>
                  </a:moveTo>
                  <a:lnTo>
                    <a:pt x="928525" y="599061"/>
                  </a:lnTo>
                  <a:lnTo>
                    <a:pt x="930315" y="597270"/>
                  </a:lnTo>
                  <a:lnTo>
                    <a:pt x="928289" y="595245"/>
                  </a:lnTo>
                  <a:lnTo>
                    <a:pt x="926499" y="597035"/>
                  </a:lnTo>
                  <a:close/>
                  <a:moveTo>
                    <a:pt x="1038885" y="583724"/>
                  </a:moveTo>
                  <a:lnTo>
                    <a:pt x="1041750" y="583724"/>
                  </a:lnTo>
                  <a:lnTo>
                    <a:pt x="1041750" y="581933"/>
                  </a:lnTo>
                  <a:lnTo>
                    <a:pt x="1038885" y="581933"/>
                  </a:lnTo>
                  <a:lnTo>
                    <a:pt x="1038885" y="583724"/>
                  </a:lnTo>
                  <a:close/>
                  <a:moveTo>
                    <a:pt x="926079" y="583724"/>
                  </a:moveTo>
                  <a:lnTo>
                    <a:pt x="928944" y="583724"/>
                  </a:lnTo>
                  <a:lnTo>
                    <a:pt x="928944" y="581933"/>
                  </a:lnTo>
                  <a:lnTo>
                    <a:pt x="926079" y="581933"/>
                  </a:lnTo>
                  <a:lnTo>
                    <a:pt x="926079" y="583724"/>
                  </a:lnTo>
                  <a:close/>
                  <a:moveTo>
                    <a:pt x="1038885" y="569399"/>
                  </a:moveTo>
                  <a:lnTo>
                    <a:pt x="1041750" y="569399"/>
                  </a:lnTo>
                  <a:lnTo>
                    <a:pt x="1041750" y="567608"/>
                  </a:lnTo>
                  <a:lnTo>
                    <a:pt x="1038885" y="567608"/>
                  </a:lnTo>
                  <a:lnTo>
                    <a:pt x="1038885" y="569399"/>
                  </a:lnTo>
                  <a:close/>
                  <a:moveTo>
                    <a:pt x="926079" y="569399"/>
                  </a:moveTo>
                  <a:lnTo>
                    <a:pt x="928944" y="569399"/>
                  </a:lnTo>
                  <a:lnTo>
                    <a:pt x="928944" y="567608"/>
                  </a:lnTo>
                  <a:lnTo>
                    <a:pt x="926079" y="567608"/>
                  </a:lnTo>
                  <a:lnTo>
                    <a:pt x="926079" y="569399"/>
                  </a:lnTo>
                  <a:close/>
                  <a:moveTo>
                    <a:pt x="1038885" y="555075"/>
                  </a:moveTo>
                  <a:lnTo>
                    <a:pt x="1041750" y="555075"/>
                  </a:lnTo>
                  <a:lnTo>
                    <a:pt x="1041750" y="553284"/>
                  </a:lnTo>
                  <a:lnTo>
                    <a:pt x="1038885" y="553284"/>
                  </a:lnTo>
                  <a:lnTo>
                    <a:pt x="1038885" y="555075"/>
                  </a:lnTo>
                  <a:close/>
                  <a:moveTo>
                    <a:pt x="926079" y="555075"/>
                  </a:moveTo>
                  <a:lnTo>
                    <a:pt x="928944" y="555075"/>
                  </a:lnTo>
                  <a:lnTo>
                    <a:pt x="928944" y="553284"/>
                  </a:lnTo>
                  <a:lnTo>
                    <a:pt x="926079" y="553284"/>
                  </a:lnTo>
                  <a:lnTo>
                    <a:pt x="926079" y="555075"/>
                  </a:lnTo>
                  <a:close/>
                  <a:moveTo>
                    <a:pt x="1037514" y="539737"/>
                  </a:moveTo>
                  <a:lnTo>
                    <a:pt x="1039539" y="541763"/>
                  </a:lnTo>
                  <a:lnTo>
                    <a:pt x="1041330" y="539972"/>
                  </a:lnTo>
                  <a:lnTo>
                    <a:pt x="1039304" y="537947"/>
                  </a:lnTo>
                  <a:lnTo>
                    <a:pt x="1037514" y="539737"/>
                  </a:lnTo>
                  <a:close/>
                  <a:moveTo>
                    <a:pt x="928289" y="541763"/>
                  </a:moveTo>
                  <a:lnTo>
                    <a:pt x="930315" y="539737"/>
                  </a:lnTo>
                  <a:lnTo>
                    <a:pt x="928525" y="537947"/>
                  </a:lnTo>
                  <a:lnTo>
                    <a:pt x="926499" y="539972"/>
                  </a:lnTo>
                  <a:lnTo>
                    <a:pt x="928289" y="541763"/>
                  </a:lnTo>
                  <a:close/>
                  <a:moveTo>
                    <a:pt x="1039304" y="525648"/>
                  </a:moveTo>
                  <a:lnTo>
                    <a:pt x="1041330" y="523622"/>
                  </a:lnTo>
                  <a:lnTo>
                    <a:pt x="1039539" y="521831"/>
                  </a:lnTo>
                  <a:lnTo>
                    <a:pt x="1037514" y="523857"/>
                  </a:lnTo>
                  <a:lnTo>
                    <a:pt x="1039304" y="525648"/>
                  </a:lnTo>
                  <a:close/>
                  <a:moveTo>
                    <a:pt x="926499" y="523622"/>
                  </a:moveTo>
                  <a:lnTo>
                    <a:pt x="928525" y="525648"/>
                  </a:lnTo>
                  <a:lnTo>
                    <a:pt x="930315" y="523857"/>
                  </a:lnTo>
                  <a:lnTo>
                    <a:pt x="928289" y="521831"/>
                  </a:lnTo>
                  <a:lnTo>
                    <a:pt x="926499" y="523622"/>
                  </a:lnTo>
                  <a:close/>
                  <a:moveTo>
                    <a:pt x="1038885" y="510310"/>
                  </a:moveTo>
                  <a:lnTo>
                    <a:pt x="1041750" y="510310"/>
                  </a:lnTo>
                  <a:lnTo>
                    <a:pt x="1041750" y="508520"/>
                  </a:lnTo>
                  <a:lnTo>
                    <a:pt x="1038885" y="508520"/>
                  </a:lnTo>
                  <a:lnTo>
                    <a:pt x="1038885" y="510310"/>
                  </a:lnTo>
                  <a:close/>
                  <a:moveTo>
                    <a:pt x="926079" y="510310"/>
                  </a:moveTo>
                  <a:lnTo>
                    <a:pt x="928944" y="510310"/>
                  </a:lnTo>
                  <a:lnTo>
                    <a:pt x="928944" y="508520"/>
                  </a:lnTo>
                  <a:lnTo>
                    <a:pt x="926079" y="508520"/>
                  </a:lnTo>
                  <a:lnTo>
                    <a:pt x="926079" y="510310"/>
                  </a:lnTo>
                  <a:close/>
                  <a:moveTo>
                    <a:pt x="1038885" y="495986"/>
                  </a:moveTo>
                  <a:lnTo>
                    <a:pt x="1041750" y="495986"/>
                  </a:lnTo>
                  <a:lnTo>
                    <a:pt x="1041750" y="494195"/>
                  </a:lnTo>
                  <a:lnTo>
                    <a:pt x="1038885" y="494195"/>
                  </a:lnTo>
                  <a:lnTo>
                    <a:pt x="1038885" y="495986"/>
                  </a:lnTo>
                  <a:close/>
                  <a:moveTo>
                    <a:pt x="926079" y="495986"/>
                  </a:moveTo>
                  <a:lnTo>
                    <a:pt x="928944" y="495986"/>
                  </a:lnTo>
                  <a:lnTo>
                    <a:pt x="928944" y="494195"/>
                  </a:lnTo>
                  <a:lnTo>
                    <a:pt x="926079" y="494195"/>
                  </a:lnTo>
                  <a:lnTo>
                    <a:pt x="926079" y="495986"/>
                  </a:lnTo>
                  <a:close/>
                  <a:moveTo>
                    <a:pt x="1038885" y="481661"/>
                  </a:moveTo>
                  <a:lnTo>
                    <a:pt x="1041750" y="481661"/>
                  </a:lnTo>
                  <a:lnTo>
                    <a:pt x="1041750" y="479871"/>
                  </a:lnTo>
                  <a:lnTo>
                    <a:pt x="1038885" y="479871"/>
                  </a:lnTo>
                  <a:lnTo>
                    <a:pt x="1038885" y="481661"/>
                  </a:lnTo>
                  <a:close/>
                  <a:moveTo>
                    <a:pt x="926079" y="481661"/>
                  </a:moveTo>
                  <a:lnTo>
                    <a:pt x="928944" y="481661"/>
                  </a:lnTo>
                  <a:lnTo>
                    <a:pt x="928944" y="479871"/>
                  </a:lnTo>
                  <a:lnTo>
                    <a:pt x="926079" y="479871"/>
                  </a:lnTo>
                  <a:lnTo>
                    <a:pt x="926079" y="481661"/>
                  </a:lnTo>
                  <a:close/>
                  <a:moveTo>
                    <a:pt x="1037514" y="466324"/>
                  </a:moveTo>
                  <a:lnTo>
                    <a:pt x="1039539" y="468350"/>
                  </a:lnTo>
                  <a:lnTo>
                    <a:pt x="1041330" y="466559"/>
                  </a:lnTo>
                  <a:lnTo>
                    <a:pt x="1039304" y="464533"/>
                  </a:lnTo>
                  <a:lnTo>
                    <a:pt x="1037514" y="466324"/>
                  </a:lnTo>
                  <a:close/>
                  <a:moveTo>
                    <a:pt x="928289" y="468350"/>
                  </a:moveTo>
                  <a:lnTo>
                    <a:pt x="930315" y="466324"/>
                  </a:lnTo>
                  <a:lnTo>
                    <a:pt x="928525" y="464533"/>
                  </a:lnTo>
                  <a:lnTo>
                    <a:pt x="926499" y="466559"/>
                  </a:lnTo>
                  <a:lnTo>
                    <a:pt x="928289" y="468350"/>
                  </a:lnTo>
                  <a:close/>
                  <a:moveTo>
                    <a:pt x="1037514" y="452000"/>
                  </a:moveTo>
                  <a:lnTo>
                    <a:pt x="1039539" y="454025"/>
                  </a:lnTo>
                  <a:lnTo>
                    <a:pt x="1041330" y="452235"/>
                  </a:lnTo>
                  <a:lnTo>
                    <a:pt x="1039304" y="450209"/>
                  </a:lnTo>
                  <a:lnTo>
                    <a:pt x="1037514" y="452000"/>
                  </a:lnTo>
                  <a:close/>
                  <a:moveTo>
                    <a:pt x="928289" y="454025"/>
                  </a:moveTo>
                  <a:lnTo>
                    <a:pt x="930315" y="452000"/>
                  </a:lnTo>
                  <a:lnTo>
                    <a:pt x="928525" y="450209"/>
                  </a:lnTo>
                  <a:lnTo>
                    <a:pt x="926499" y="452235"/>
                  </a:lnTo>
                  <a:lnTo>
                    <a:pt x="928289" y="454025"/>
                  </a:lnTo>
                  <a:close/>
                  <a:moveTo>
                    <a:pt x="1039304" y="437910"/>
                  </a:moveTo>
                  <a:lnTo>
                    <a:pt x="1041330" y="435884"/>
                  </a:lnTo>
                  <a:lnTo>
                    <a:pt x="1039539" y="434094"/>
                  </a:lnTo>
                  <a:lnTo>
                    <a:pt x="1037514" y="436120"/>
                  </a:lnTo>
                  <a:lnTo>
                    <a:pt x="1039304" y="437910"/>
                  </a:lnTo>
                  <a:close/>
                  <a:moveTo>
                    <a:pt x="926499" y="435884"/>
                  </a:moveTo>
                  <a:lnTo>
                    <a:pt x="928525" y="437910"/>
                  </a:lnTo>
                  <a:lnTo>
                    <a:pt x="930315" y="436120"/>
                  </a:lnTo>
                  <a:lnTo>
                    <a:pt x="928289" y="434094"/>
                  </a:lnTo>
                  <a:lnTo>
                    <a:pt x="926499" y="435884"/>
                  </a:lnTo>
                  <a:close/>
                  <a:moveTo>
                    <a:pt x="1038885" y="422573"/>
                  </a:moveTo>
                  <a:lnTo>
                    <a:pt x="1041750" y="422573"/>
                  </a:lnTo>
                  <a:lnTo>
                    <a:pt x="1041750" y="420782"/>
                  </a:lnTo>
                  <a:lnTo>
                    <a:pt x="1038885" y="420782"/>
                  </a:lnTo>
                  <a:lnTo>
                    <a:pt x="1038885" y="422573"/>
                  </a:lnTo>
                  <a:close/>
                  <a:moveTo>
                    <a:pt x="926079" y="422573"/>
                  </a:moveTo>
                  <a:lnTo>
                    <a:pt x="928944" y="422573"/>
                  </a:lnTo>
                  <a:lnTo>
                    <a:pt x="928944" y="420782"/>
                  </a:lnTo>
                  <a:lnTo>
                    <a:pt x="926079" y="420782"/>
                  </a:lnTo>
                  <a:lnTo>
                    <a:pt x="926079" y="422573"/>
                  </a:lnTo>
                  <a:close/>
                  <a:moveTo>
                    <a:pt x="1038885" y="408248"/>
                  </a:moveTo>
                  <a:lnTo>
                    <a:pt x="1041750" y="408248"/>
                  </a:lnTo>
                  <a:lnTo>
                    <a:pt x="1041750" y="406458"/>
                  </a:lnTo>
                  <a:lnTo>
                    <a:pt x="1038885" y="406458"/>
                  </a:lnTo>
                  <a:lnTo>
                    <a:pt x="1038885" y="408248"/>
                  </a:lnTo>
                  <a:close/>
                  <a:moveTo>
                    <a:pt x="926079" y="408248"/>
                  </a:moveTo>
                  <a:lnTo>
                    <a:pt x="928944" y="408248"/>
                  </a:lnTo>
                  <a:lnTo>
                    <a:pt x="928944" y="406458"/>
                  </a:lnTo>
                  <a:lnTo>
                    <a:pt x="926079" y="406458"/>
                  </a:lnTo>
                  <a:lnTo>
                    <a:pt x="926079" y="408248"/>
                  </a:lnTo>
                  <a:close/>
                  <a:moveTo>
                    <a:pt x="1038885" y="393924"/>
                  </a:moveTo>
                  <a:lnTo>
                    <a:pt x="1041750" y="393924"/>
                  </a:lnTo>
                  <a:lnTo>
                    <a:pt x="1041750" y="392133"/>
                  </a:lnTo>
                  <a:lnTo>
                    <a:pt x="1038885" y="392133"/>
                  </a:lnTo>
                  <a:lnTo>
                    <a:pt x="1038885" y="393924"/>
                  </a:lnTo>
                  <a:close/>
                  <a:moveTo>
                    <a:pt x="926079" y="393924"/>
                  </a:moveTo>
                  <a:lnTo>
                    <a:pt x="928944" y="393924"/>
                  </a:lnTo>
                  <a:lnTo>
                    <a:pt x="928944" y="392133"/>
                  </a:lnTo>
                  <a:lnTo>
                    <a:pt x="926079" y="392133"/>
                  </a:lnTo>
                  <a:lnTo>
                    <a:pt x="926079" y="393924"/>
                  </a:lnTo>
                  <a:close/>
                  <a:moveTo>
                    <a:pt x="1037514" y="378586"/>
                  </a:moveTo>
                  <a:lnTo>
                    <a:pt x="1039539" y="380612"/>
                  </a:lnTo>
                  <a:lnTo>
                    <a:pt x="1041330" y="378822"/>
                  </a:lnTo>
                  <a:lnTo>
                    <a:pt x="1039304" y="376796"/>
                  </a:lnTo>
                  <a:lnTo>
                    <a:pt x="1037514" y="378586"/>
                  </a:lnTo>
                  <a:close/>
                  <a:moveTo>
                    <a:pt x="928289" y="380612"/>
                  </a:moveTo>
                  <a:lnTo>
                    <a:pt x="930315" y="378586"/>
                  </a:lnTo>
                  <a:lnTo>
                    <a:pt x="928525" y="376796"/>
                  </a:lnTo>
                  <a:lnTo>
                    <a:pt x="926499" y="378822"/>
                  </a:lnTo>
                  <a:lnTo>
                    <a:pt x="928289" y="380612"/>
                  </a:lnTo>
                  <a:close/>
                  <a:moveTo>
                    <a:pt x="1039304" y="364497"/>
                  </a:moveTo>
                  <a:lnTo>
                    <a:pt x="1041330" y="362471"/>
                  </a:lnTo>
                  <a:lnTo>
                    <a:pt x="1039539" y="360681"/>
                  </a:lnTo>
                  <a:lnTo>
                    <a:pt x="1037514" y="362707"/>
                  </a:lnTo>
                  <a:lnTo>
                    <a:pt x="1039304" y="364497"/>
                  </a:lnTo>
                  <a:close/>
                  <a:moveTo>
                    <a:pt x="926499" y="362471"/>
                  </a:moveTo>
                  <a:lnTo>
                    <a:pt x="928525" y="364497"/>
                  </a:lnTo>
                  <a:lnTo>
                    <a:pt x="930315" y="362707"/>
                  </a:lnTo>
                  <a:lnTo>
                    <a:pt x="928289" y="360681"/>
                  </a:lnTo>
                  <a:lnTo>
                    <a:pt x="926499" y="362471"/>
                  </a:lnTo>
                  <a:close/>
                  <a:moveTo>
                    <a:pt x="1039304" y="350173"/>
                  </a:moveTo>
                  <a:lnTo>
                    <a:pt x="1041330" y="348147"/>
                  </a:lnTo>
                  <a:lnTo>
                    <a:pt x="1039539" y="346356"/>
                  </a:lnTo>
                  <a:lnTo>
                    <a:pt x="1037514" y="348382"/>
                  </a:lnTo>
                  <a:lnTo>
                    <a:pt x="1039304" y="350173"/>
                  </a:lnTo>
                  <a:close/>
                  <a:moveTo>
                    <a:pt x="926499" y="348147"/>
                  </a:moveTo>
                  <a:lnTo>
                    <a:pt x="928525" y="350173"/>
                  </a:lnTo>
                  <a:lnTo>
                    <a:pt x="930315" y="348382"/>
                  </a:lnTo>
                  <a:lnTo>
                    <a:pt x="928289" y="346356"/>
                  </a:lnTo>
                  <a:lnTo>
                    <a:pt x="926499" y="348147"/>
                  </a:lnTo>
                  <a:close/>
                  <a:moveTo>
                    <a:pt x="1038885" y="334835"/>
                  </a:moveTo>
                  <a:lnTo>
                    <a:pt x="1041750" y="334835"/>
                  </a:lnTo>
                  <a:lnTo>
                    <a:pt x="1041750" y="333045"/>
                  </a:lnTo>
                  <a:lnTo>
                    <a:pt x="1038885" y="333045"/>
                  </a:lnTo>
                  <a:lnTo>
                    <a:pt x="1038885" y="334835"/>
                  </a:lnTo>
                  <a:close/>
                  <a:moveTo>
                    <a:pt x="926079" y="334835"/>
                  </a:moveTo>
                  <a:lnTo>
                    <a:pt x="928944" y="334835"/>
                  </a:lnTo>
                  <a:lnTo>
                    <a:pt x="928944" y="333045"/>
                  </a:lnTo>
                  <a:lnTo>
                    <a:pt x="926079" y="333045"/>
                  </a:lnTo>
                  <a:lnTo>
                    <a:pt x="926079" y="334835"/>
                  </a:lnTo>
                  <a:close/>
                  <a:moveTo>
                    <a:pt x="1038885" y="320511"/>
                  </a:moveTo>
                  <a:lnTo>
                    <a:pt x="1041750" y="320511"/>
                  </a:lnTo>
                  <a:lnTo>
                    <a:pt x="1041750" y="318720"/>
                  </a:lnTo>
                  <a:lnTo>
                    <a:pt x="1038885" y="318720"/>
                  </a:lnTo>
                  <a:lnTo>
                    <a:pt x="1038885" y="320511"/>
                  </a:lnTo>
                  <a:close/>
                  <a:moveTo>
                    <a:pt x="926079" y="320511"/>
                  </a:moveTo>
                  <a:lnTo>
                    <a:pt x="928944" y="320511"/>
                  </a:lnTo>
                  <a:lnTo>
                    <a:pt x="928944" y="318720"/>
                  </a:lnTo>
                  <a:lnTo>
                    <a:pt x="926079" y="318720"/>
                  </a:lnTo>
                  <a:lnTo>
                    <a:pt x="926079" y="320511"/>
                  </a:lnTo>
                  <a:close/>
                  <a:moveTo>
                    <a:pt x="1038885" y="306186"/>
                  </a:moveTo>
                  <a:lnTo>
                    <a:pt x="1041750" y="306186"/>
                  </a:lnTo>
                  <a:lnTo>
                    <a:pt x="1041750" y="304396"/>
                  </a:lnTo>
                  <a:lnTo>
                    <a:pt x="1038885" y="304396"/>
                  </a:lnTo>
                  <a:lnTo>
                    <a:pt x="1038885" y="306186"/>
                  </a:lnTo>
                  <a:close/>
                  <a:moveTo>
                    <a:pt x="926079" y="306186"/>
                  </a:moveTo>
                  <a:lnTo>
                    <a:pt x="928944" y="306186"/>
                  </a:lnTo>
                  <a:lnTo>
                    <a:pt x="928944" y="304396"/>
                  </a:lnTo>
                  <a:lnTo>
                    <a:pt x="926079" y="304396"/>
                  </a:lnTo>
                  <a:lnTo>
                    <a:pt x="926079" y="306186"/>
                  </a:lnTo>
                  <a:close/>
                  <a:moveTo>
                    <a:pt x="1037514" y="290849"/>
                  </a:moveTo>
                  <a:lnTo>
                    <a:pt x="1039539" y="292875"/>
                  </a:lnTo>
                  <a:lnTo>
                    <a:pt x="1041330" y="291084"/>
                  </a:lnTo>
                  <a:lnTo>
                    <a:pt x="1039304" y="289058"/>
                  </a:lnTo>
                  <a:lnTo>
                    <a:pt x="1037514" y="290849"/>
                  </a:lnTo>
                  <a:close/>
                  <a:moveTo>
                    <a:pt x="928289" y="292875"/>
                  </a:moveTo>
                  <a:lnTo>
                    <a:pt x="930315" y="290849"/>
                  </a:lnTo>
                  <a:lnTo>
                    <a:pt x="928525" y="289058"/>
                  </a:lnTo>
                  <a:lnTo>
                    <a:pt x="926499" y="291084"/>
                  </a:lnTo>
                  <a:lnTo>
                    <a:pt x="928289" y="292875"/>
                  </a:lnTo>
                  <a:close/>
                  <a:moveTo>
                    <a:pt x="1039304" y="276760"/>
                  </a:moveTo>
                  <a:lnTo>
                    <a:pt x="1041330" y="274734"/>
                  </a:lnTo>
                  <a:lnTo>
                    <a:pt x="1039539" y="272943"/>
                  </a:lnTo>
                  <a:lnTo>
                    <a:pt x="1037514" y="274969"/>
                  </a:lnTo>
                  <a:lnTo>
                    <a:pt x="1039304" y="276760"/>
                  </a:lnTo>
                  <a:close/>
                  <a:moveTo>
                    <a:pt x="926499" y="274734"/>
                  </a:moveTo>
                  <a:lnTo>
                    <a:pt x="928525" y="276760"/>
                  </a:lnTo>
                  <a:lnTo>
                    <a:pt x="930315" y="274969"/>
                  </a:lnTo>
                  <a:lnTo>
                    <a:pt x="928289" y="272943"/>
                  </a:lnTo>
                  <a:lnTo>
                    <a:pt x="926499" y="274734"/>
                  </a:lnTo>
                  <a:close/>
                  <a:moveTo>
                    <a:pt x="1038885" y="261422"/>
                  </a:moveTo>
                  <a:lnTo>
                    <a:pt x="1041750" y="261422"/>
                  </a:lnTo>
                  <a:lnTo>
                    <a:pt x="1041750" y="259632"/>
                  </a:lnTo>
                  <a:lnTo>
                    <a:pt x="1038885" y="259632"/>
                  </a:lnTo>
                  <a:lnTo>
                    <a:pt x="1038885" y="261422"/>
                  </a:lnTo>
                  <a:close/>
                  <a:moveTo>
                    <a:pt x="926079" y="261422"/>
                  </a:moveTo>
                  <a:lnTo>
                    <a:pt x="928944" y="261422"/>
                  </a:lnTo>
                  <a:lnTo>
                    <a:pt x="928944" y="259632"/>
                  </a:lnTo>
                  <a:lnTo>
                    <a:pt x="926079" y="259632"/>
                  </a:lnTo>
                  <a:lnTo>
                    <a:pt x="926079" y="261422"/>
                  </a:lnTo>
                  <a:close/>
                  <a:moveTo>
                    <a:pt x="1038885" y="247098"/>
                  </a:moveTo>
                  <a:lnTo>
                    <a:pt x="1041750" y="247098"/>
                  </a:lnTo>
                  <a:lnTo>
                    <a:pt x="1041750" y="245307"/>
                  </a:lnTo>
                  <a:lnTo>
                    <a:pt x="1038885" y="245307"/>
                  </a:lnTo>
                  <a:lnTo>
                    <a:pt x="1038885" y="247098"/>
                  </a:lnTo>
                  <a:close/>
                  <a:moveTo>
                    <a:pt x="926079" y="247098"/>
                  </a:moveTo>
                  <a:lnTo>
                    <a:pt x="928944" y="247098"/>
                  </a:lnTo>
                  <a:lnTo>
                    <a:pt x="928944" y="245307"/>
                  </a:lnTo>
                  <a:lnTo>
                    <a:pt x="926079" y="245307"/>
                  </a:lnTo>
                  <a:lnTo>
                    <a:pt x="926079" y="247098"/>
                  </a:lnTo>
                  <a:close/>
                  <a:moveTo>
                    <a:pt x="1038885" y="232773"/>
                  </a:moveTo>
                  <a:lnTo>
                    <a:pt x="1041750" y="232773"/>
                  </a:lnTo>
                  <a:lnTo>
                    <a:pt x="1041750" y="230983"/>
                  </a:lnTo>
                  <a:lnTo>
                    <a:pt x="1038885" y="230983"/>
                  </a:lnTo>
                  <a:lnTo>
                    <a:pt x="1038885" y="232773"/>
                  </a:lnTo>
                  <a:close/>
                  <a:moveTo>
                    <a:pt x="926079" y="232773"/>
                  </a:moveTo>
                  <a:lnTo>
                    <a:pt x="928944" y="232773"/>
                  </a:lnTo>
                  <a:lnTo>
                    <a:pt x="928944" y="230983"/>
                  </a:lnTo>
                  <a:lnTo>
                    <a:pt x="926079" y="230983"/>
                  </a:lnTo>
                  <a:lnTo>
                    <a:pt x="926079" y="232773"/>
                  </a:lnTo>
                  <a:close/>
                  <a:moveTo>
                    <a:pt x="1037514" y="217436"/>
                  </a:moveTo>
                  <a:lnTo>
                    <a:pt x="1039539" y="219462"/>
                  </a:lnTo>
                  <a:lnTo>
                    <a:pt x="1041330" y="217671"/>
                  </a:lnTo>
                  <a:lnTo>
                    <a:pt x="1039304" y="215645"/>
                  </a:lnTo>
                  <a:lnTo>
                    <a:pt x="1037514" y="217436"/>
                  </a:lnTo>
                  <a:close/>
                  <a:moveTo>
                    <a:pt x="928289" y="219462"/>
                  </a:moveTo>
                  <a:lnTo>
                    <a:pt x="930315" y="217436"/>
                  </a:lnTo>
                  <a:lnTo>
                    <a:pt x="928525" y="215645"/>
                  </a:lnTo>
                  <a:lnTo>
                    <a:pt x="926499" y="217671"/>
                  </a:lnTo>
                  <a:lnTo>
                    <a:pt x="928289" y="219462"/>
                  </a:lnTo>
                  <a:close/>
                  <a:moveTo>
                    <a:pt x="1037514" y="203111"/>
                  </a:moveTo>
                  <a:lnTo>
                    <a:pt x="1039539" y="205137"/>
                  </a:lnTo>
                  <a:lnTo>
                    <a:pt x="1041330" y="203347"/>
                  </a:lnTo>
                  <a:lnTo>
                    <a:pt x="1039304" y="201321"/>
                  </a:lnTo>
                  <a:lnTo>
                    <a:pt x="1037514" y="203111"/>
                  </a:lnTo>
                  <a:close/>
                  <a:moveTo>
                    <a:pt x="928289" y="205137"/>
                  </a:moveTo>
                  <a:lnTo>
                    <a:pt x="930315" y="203111"/>
                  </a:lnTo>
                  <a:lnTo>
                    <a:pt x="928525" y="201321"/>
                  </a:lnTo>
                  <a:lnTo>
                    <a:pt x="926499" y="203347"/>
                  </a:lnTo>
                  <a:lnTo>
                    <a:pt x="928289" y="205137"/>
                  </a:lnTo>
                  <a:close/>
                  <a:moveTo>
                    <a:pt x="1039304" y="189022"/>
                  </a:moveTo>
                  <a:lnTo>
                    <a:pt x="1041330" y="186996"/>
                  </a:lnTo>
                  <a:lnTo>
                    <a:pt x="1039539" y="185206"/>
                  </a:lnTo>
                  <a:lnTo>
                    <a:pt x="1037514" y="187231"/>
                  </a:lnTo>
                  <a:lnTo>
                    <a:pt x="1039304" y="189022"/>
                  </a:lnTo>
                  <a:close/>
                  <a:moveTo>
                    <a:pt x="926499" y="186996"/>
                  </a:moveTo>
                  <a:lnTo>
                    <a:pt x="928525" y="189022"/>
                  </a:lnTo>
                  <a:lnTo>
                    <a:pt x="930315" y="187231"/>
                  </a:lnTo>
                  <a:lnTo>
                    <a:pt x="928289" y="185206"/>
                  </a:lnTo>
                  <a:lnTo>
                    <a:pt x="926499" y="186996"/>
                  </a:lnTo>
                  <a:close/>
                  <a:moveTo>
                    <a:pt x="1038885" y="173685"/>
                  </a:moveTo>
                  <a:lnTo>
                    <a:pt x="1041750" y="173685"/>
                  </a:lnTo>
                  <a:lnTo>
                    <a:pt x="1041750" y="171894"/>
                  </a:lnTo>
                  <a:lnTo>
                    <a:pt x="1038885" y="171894"/>
                  </a:lnTo>
                  <a:lnTo>
                    <a:pt x="1038885" y="173685"/>
                  </a:lnTo>
                  <a:close/>
                  <a:moveTo>
                    <a:pt x="926079" y="173685"/>
                  </a:moveTo>
                  <a:lnTo>
                    <a:pt x="928944" y="173685"/>
                  </a:lnTo>
                  <a:lnTo>
                    <a:pt x="928944" y="171894"/>
                  </a:lnTo>
                  <a:lnTo>
                    <a:pt x="926079" y="171894"/>
                  </a:lnTo>
                  <a:lnTo>
                    <a:pt x="926079" y="173685"/>
                  </a:lnTo>
                  <a:close/>
                  <a:moveTo>
                    <a:pt x="1038885" y="159360"/>
                  </a:moveTo>
                  <a:lnTo>
                    <a:pt x="1041750" y="159360"/>
                  </a:lnTo>
                  <a:lnTo>
                    <a:pt x="1041750" y="157570"/>
                  </a:lnTo>
                  <a:lnTo>
                    <a:pt x="1038885" y="157570"/>
                  </a:lnTo>
                  <a:lnTo>
                    <a:pt x="1038885" y="159360"/>
                  </a:lnTo>
                  <a:close/>
                  <a:moveTo>
                    <a:pt x="926079" y="159360"/>
                  </a:moveTo>
                  <a:lnTo>
                    <a:pt x="928944" y="159360"/>
                  </a:lnTo>
                  <a:lnTo>
                    <a:pt x="928944" y="157570"/>
                  </a:lnTo>
                  <a:lnTo>
                    <a:pt x="926079" y="157570"/>
                  </a:lnTo>
                  <a:lnTo>
                    <a:pt x="926079" y="159360"/>
                  </a:lnTo>
                  <a:close/>
                  <a:moveTo>
                    <a:pt x="1038885" y="145036"/>
                  </a:moveTo>
                  <a:lnTo>
                    <a:pt x="1041750" y="145036"/>
                  </a:lnTo>
                  <a:lnTo>
                    <a:pt x="1041750" y="143245"/>
                  </a:lnTo>
                  <a:lnTo>
                    <a:pt x="1038885" y="143245"/>
                  </a:lnTo>
                  <a:lnTo>
                    <a:pt x="1038885" y="145036"/>
                  </a:lnTo>
                  <a:close/>
                  <a:moveTo>
                    <a:pt x="926079" y="145036"/>
                  </a:moveTo>
                  <a:lnTo>
                    <a:pt x="928944" y="145036"/>
                  </a:lnTo>
                  <a:lnTo>
                    <a:pt x="928944" y="143245"/>
                  </a:lnTo>
                  <a:lnTo>
                    <a:pt x="926079" y="143245"/>
                  </a:lnTo>
                  <a:lnTo>
                    <a:pt x="926079" y="145036"/>
                  </a:lnTo>
                  <a:close/>
                  <a:moveTo>
                    <a:pt x="1037514" y="129698"/>
                  </a:moveTo>
                  <a:lnTo>
                    <a:pt x="1039539" y="131724"/>
                  </a:lnTo>
                  <a:lnTo>
                    <a:pt x="1041330" y="129933"/>
                  </a:lnTo>
                  <a:lnTo>
                    <a:pt x="1039304" y="127908"/>
                  </a:lnTo>
                  <a:lnTo>
                    <a:pt x="1037514" y="129698"/>
                  </a:lnTo>
                  <a:close/>
                  <a:moveTo>
                    <a:pt x="928289" y="131724"/>
                  </a:moveTo>
                  <a:lnTo>
                    <a:pt x="930315" y="129698"/>
                  </a:lnTo>
                  <a:lnTo>
                    <a:pt x="928525" y="127908"/>
                  </a:lnTo>
                  <a:lnTo>
                    <a:pt x="926499" y="129933"/>
                  </a:lnTo>
                  <a:lnTo>
                    <a:pt x="928289" y="131724"/>
                  </a:lnTo>
                  <a:close/>
                  <a:moveTo>
                    <a:pt x="1039304" y="115609"/>
                  </a:moveTo>
                  <a:lnTo>
                    <a:pt x="1041330" y="113583"/>
                  </a:lnTo>
                  <a:lnTo>
                    <a:pt x="1039539" y="111793"/>
                  </a:lnTo>
                  <a:lnTo>
                    <a:pt x="1037514" y="113818"/>
                  </a:lnTo>
                  <a:lnTo>
                    <a:pt x="1039304" y="115609"/>
                  </a:lnTo>
                  <a:close/>
                  <a:moveTo>
                    <a:pt x="926499" y="113583"/>
                  </a:moveTo>
                  <a:lnTo>
                    <a:pt x="928525" y="115609"/>
                  </a:lnTo>
                  <a:lnTo>
                    <a:pt x="930315" y="113818"/>
                  </a:lnTo>
                  <a:lnTo>
                    <a:pt x="928289" y="111793"/>
                  </a:lnTo>
                  <a:lnTo>
                    <a:pt x="926499" y="113583"/>
                  </a:lnTo>
                  <a:close/>
                  <a:moveTo>
                    <a:pt x="1039304" y="101284"/>
                  </a:moveTo>
                  <a:lnTo>
                    <a:pt x="1041330" y="99259"/>
                  </a:lnTo>
                  <a:lnTo>
                    <a:pt x="1039539" y="97468"/>
                  </a:lnTo>
                  <a:lnTo>
                    <a:pt x="1037514" y="99494"/>
                  </a:lnTo>
                  <a:lnTo>
                    <a:pt x="1039304" y="101284"/>
                  </a:lnTo>
                  <a:close/>
                  <a:moveTo>
                    <a:pt x="926499" y="99259"/>
                  </a:moveTo>
                  <a:lnTo>
                    <a:pt x="928525" y="101284"/>
                  </a:lnTo>
                  <a:lnTo>
                    <a:pt x="930315" y="99494"/>
                  </a:lnTo>
                  <a:lnTo>
                    <a:pt x="928289" y="97468"/>
                  </a:lnTo>
                  <a:lnTo>
                    <a:pt x="926499" y="99259"/>
                  </a:lnTo>
                  <a:close/>
                  <a:moveTo>
                    <a:pt x="1038885" y="85947"/>
                  </a:moveTo>
                  <a:lnTo>
                    <a:pt x="1041750" y="85947"/>
                  </a:lnTo>
                  <a:lnTo>
                    <a:pt x="1041750" y="84156"/>
                  </a:lnTo>
                  <a:lnTo>
                    <a:pt x="1038885" y="84156"/>
                  </a:lnTo>
                  <a:lnTo>
                    <a:pt x="1038885" y="85947"/>
                  </a:lnTo>
                  <a:close/>
                  <a:moveTo>
                    <a:pt x="926079" y="85947"/>
                  </a:moveTo>
                  <a:lnTo>
                    <a:pt x="928944" y="85947"/>
                  </a:lnTo>
                  <a:lnTo>
                    <a:pt x="928944" y="84156"/>
                  </a:lnTo>
                  <a:lnTo>
                    <a:pt x="926079" y="84156"/>
                  </a:lnTo>
                  <a:lnTo>
                    <a:pt x="926079" y="85947"/>
                  </a:lnTo>
                  <a:close/>
                  <a:moveTo>
                    <a:pt x="1038885" y="71623"/>
                  </a:moveTo>
                  <a:lnTo>
                    <a:pt x="1041750" y="71623"/>
                  </a:lnTo>
                  <a:lnTo>
                    <a:pt x="1041750" y="69832"/>
                  </a:lnTo>
                  <a:lnTo>
                    <a:pt x="1038885" y="69832"/>
                  </a:lnTo>
                  <a:lnTo>
                    <a:pt x="1038885" y="71623"/>
                  </a:lnTo>
                  <a:close/>
                  <a:moveTo>
                    <a:pt x="926079" y="71623"/>
                  </a:moveTo>
                  <a:lnTo>
                    <a:pt x="928944" y="71623"/>
                  </a:lnTo>
                  <a:lnTo>
                    <a:pt x="928944" y="69832"/>
                  </a:lnTo>
                  <a:lnTo>
                    <a:pt x="926079" y="69832"/>
                  </a:lnTo>
                  <a:lnTo>
                    <a:pt x="926079" y="71623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159" name="Vector layer 333333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37514" y="1623028"/>
                  </a:moveTo>
                  <a:lnTo>
                    <a:pt x="1039539" y="1625054"/>
                  </a:lnTo>
                  <a:lnTo>
                    <a:pt x="1041330" y="1623263"/>
                  </a:lnTo>
                  <a:lnTo>
                    <a:pt x="1039304" y="1621237"/>
                  </a:lnTo>
                  <a:lnTo>
                    <a:pt x="1037514" y="1623028"/>
                  </a:lnTo>
                  <a:close/>
                  <a:moveTo>
                    <a:pt x="928289" y="1625054"/>
                  </a:moveTo>
                  <a:lnTo>
                    <a:pt x="930315" y="1623028"/>
                  </a:lnTo>
                  <a:lnTo>
                    <a:pt x="928525" y="1621237"/>
                  </a:lnTo>
                  <a:lnTo>
                    <a:pt x="926499" y="1623263"/>
                  </a:lnTo>
                  <a:lnTo>
                    <a:pt x="928289" y="1625054"/>
                  </a:lnTo>
                  <a:close/>
                  <a:moveTo>
                    <a:pt x="1037514" y="1608703"/>
                  </a:moveTo>
                  <a:lnTo>
                    <a:pt x="1039539" y="1610729"/>
                  </a:lnTo>
                  <a:lnTo>
                    <a:pt x="1042343" y="1607926"/>
                  </a:lnTo>
                  <a:lnTo>
                    <a:pt x="1039539" y="1605122"/>
                  </a:lnTo>
                  <a:lnTo>
                    <a:pt x="1037514" y="1607148"/>
                  </a:lnTo>
                  <a:lnTo>
                    <a:pt x="1038291" y="1607926"/>
                  </a:lnTo>
                  <a:lnTo>
                    <a:pt x="1037514" y="1608703"/>
                  </a:lnTo>
                  <a:close/>
                  <a:moveTo>
                    <a:pt x="925486" y="1607926"/>
                  </a:moveTo>
                  <a:lnTo>
                    <a:pt x="928289" y="1610729"/>
                  </a:lnTo>
                  <a:lnTo>
                    <a:pt x="930315" y="1608703"/>
                  </a:lnTo>
                  <a:lnTo>
                    <a:pt x="929537" y="1607926"/>
                  </a:lnTo>
                  <a:lnTo>
                    <a:pt x="930315" y="1607148"/>
                  </a:lnTo>
                  <a:lnTo>
                    <a:pt x="928289" y="1605122"/>
                  </a:lnTo>
                  <a:lnTo>
                    <a:pt x="925486" y="1607926"/>
                  </a:lnTo>
                  <a:close/>
                  <a:moveTo>
                    <a:pt x="1039304" y="1594614"/>
                  </a:moveTo>
                  <a:lnTo>
                    <a:pt x="1041330" y="1592588"/>
                  </a:lnTo>
                  <a:lnTo>
                    <a:pt x="1039539" y="1590798"/>
                  </a:lnTo>
                  <a:lnTo>
                    <a:pt x="1037514" y="1592823"/>
                  </a:lnTo>
                  <a:lnTo>
                    <a:pt x="1039304" y="1594614"/>
                  </a:lnTo>
                  <a:close/>
                  <a:moveTo>
                    <a:pt x="926499" y="1592588"/>
                  </a:moveTo>
                  <a:lnTo>
                    <a:pt x="928525" y="1594614"/>
                  </a:lnTo>
                  <a:lnTo>
                    <a:pt x="930315" y="1592823"/>
                  </a:lnTo>
                  <a:lnTo>
                    <a:pt x="928289" y="1590798"/>
                  </a:lnTo>
                  <a:lnTo>
                    <a:pt x="926499" y="1592588"/>
                  </a:lnTo>
                  <a:close/>
                  <a:moveTo>
                    <a:pt x="1038885" y="1579277"/>
                  </a:moveTo>
                  <a:lnTo>
                    <a:pt x="1041750" y="1579277"/>
                  </a:lnTo>
                  <a:lnTo>
                    <a:pt x="1041750" y="1577486"/>
                  </a:lnTo>
                  <a:lnTo>
                    <a:pt x="1038885" y="1577486"/>
                  </a:lnTo>
                  <a:lnTo>
                    <a:pt x="1038885" y="1579277"/>
                  </a:lnTo>
                  <a:close/>
                  <a:moveTo>
                    <a:pt x="926079" y="1579277"/>
                  </a:moveTo>
                  <a:lnTo>
                    <a:pt x="928944" y="1579277"/>
                  </a:lnTo>
                  <a:lnTo>
                    <a:pt x="928944" y="1577486"/>
                  </a:lnTo>
                  <a:lnTo>
                    <a:pt x="926079" y="1577486"/>
                  </a:lnTo>
                  <a:lnTo>
                    <a:pt x="926079" y="1579277"/>
                  </a:lnTo>
                  <a:close/>
                  <a:moveTo>
                    <a:pt x="1038885" y="1564952"/>
                  </a:moveTo>
                  <a:lnTo>
                    <a:pt x="1041750" y="1564952"/>
                  </a:lnTo>
                  <a:lnTo>
                    <a:pt x="1041750" y="1563161"/>
                  </a:lnTo>
                  <a:lnTo>
                    <a:pt x="1038885" y="1563161"/>
                  </a:lnTo>
                  <a:lnTo>
                    <a:pt x="1038885" y="1564952"/>
                  </a:lnTo>
                  <a:close/>
                  <a:moveTo>
                    <a:pt x="926079" y="1564952"/>
                  </a:moveTo>
                  <a:lnTo>
                    <a:pt x="928944" y="1564952"/>
                  </a:lnTo>
                  <a:lnTo>
                    <a:pt x="928944" y="1563161"/>
                  </a:lnTo>
                  <a:lnTo>
                    <a:pt x="926079" y="1563161"/>
                  </a:lnTo>
                  <a:lnTo>
                    <a:pt x="926079" y="1564952"/>
                  </a:lnTo>
                  <a:close/>
                  <a:moveTo>
                    <a:pt x="1038885" y="1550628"/>
                  </a:moveTo>
                  <a:lnTo>
                    <a:pt x="1041750" y="1550628"/>
                  </a:lnTo>
                  <a:lnTo>
                    <a:pt x="1041750" y="1548837"/>
                  </a:lnTo>
                  <a:lnTo>
                    <a:pt x="1038885" y="1548837"/>
                  </a:lnTo>
                  <a:lnTo>
                    <a:pt x="1038885" y="1550628"/>
                  </a:lnTo>
                  <a:close/>
                  <a:moveTo>
                    <a:pt x="926079" y="1550628"/>
                  </a:moveTo>
                  <a:lnTo>
                    <a:pt x="928944" y="1550628"/>
                  </a:lnTo>
                  <a:lnTo>
                    <a:pt x="928944" y="1548837"/>
                  </a:lnTo>
                  <a:lnTo>
                    <a:pt x="926079" y="1548837"/>
                  </a:lnTo>
                  <a:lnTo>
                    <a:pt x="926079" y="1550628"/>
                  </a:lnTo>
                  <a:close/>
                  <a:moveTo>
                    <a:pt x="1037514" y="1535290"/>
                  </a:moveTo>
                  <a:lnTo>
                    <a:pt x="1039539" y="1537316"/>
                  </a:lnTo>
                  <a:lnTo>
                    <a:pt x="1041330" y="1535525"/>
                  </a:lnTo>
                  <a:lnTo>
                    <a:pt x="1039304" y="1533500"/>
                  </a:lnTo>
                  <a:lnTo>
                    <a:pt x="1037514" y="1535290"/>
                  </a:lnTo>
                  <a:close/>
                  <a:moveTo>
                    <a:pt x="928289" y="1537316"/>
                  </a:moveTo>
                  <a:lnTo>
                    <a:pt x="930315" y="1535290"/>
                  </a:lnTo>
                  <a:lnTo>
                    <a:pt x="928525" y="1533500"/>
                  </a:lnTo>
                  <a:lnTo>
                    <a:pt x="926499" y="1535525"/>
                  </a:lnTo>
                  <a:lnTo>
                    <a:pt x="928289" y="1537316"/>
                  </a:lnTo>
                  <a:close/>
                  <a:moveTo>
                    <a:pt x="1039304" y="1521201"/>
                  </a:moveTo>
                  <a:lnTo>
                    <a:pt x="1041330" y="1519175"/>
                  </a:lnTo>
                  <a:lnTo>
                    <a:pt x="1039539" y="1517385"/>
                  </a:lnTo>
                  <a:lnTo>
                    <a:pt x="1037514" y="1519410"/>
                  </a:lnTo>
                  <a:lnTo>
                    <a:pt x="1039304" y="1521201"/>
                  </a:lnTo>
                  <a:close/>
                  <a:moveTo>
                    <a:pt x="926499" y="1519175"/>
                  </a:moveTo>
                  <a:lnTo>
                    <a:pt x="928525" y="1521201"/>
                  </a:lnTo>
                  <a:lnTo>
                    <a:pt x="930315" y="1519410"/>
                  </a:lnTo>
                  <a:lnTo>
                    <a:pt x="928289" y="1517385"/>
                  </a:lnTo>
                  <a:lnTo>
                    <a:pt x="926499" y="1519175"/>
                  </a:lnTo>
                  <a:close/>
                  <a:moveTo>
                    <a:pt x="1038885" y="1505863"/>
                  </a:moveTo>
                  <a:lnTo>
                    <a:pt x="1041750" y="1505863"/>
                  </a:lnTo>
                  <a:lnTo>
                    <a:pt x="1041750" y="1504073"/>
                  </a:lnTo>
                  <a:lnTo>
                    <a:pt x="1038885" y="1504073"/>
                  </a:lnTo>
                  <a:lnTo>
                    <a:pt x="1038885" y="1505863"/>
                  </a:lnTo>
                  <a:close/>
                  <a:moveTo>
                    <a:pt x="926079" y="1505863"/>
                  </a:moveTo>
                  <a:lnTo>
                    <a:pt x="928944" y="1505863"/>
                  </a:lnTo>
                  <a:lnTo>
                    <a:pt x="928944" y="1504073"/>
                  </a:lnTo>
                  <a:lnTo>
                    <a:pt x="926079" y="1504073"/>
                  </a:lnTo>
                  <a:lnTo>
                    <a:pt x="926079" y="1505863"/>
                  </a:lnTo>
                  <a:close/>
                  <a:moveTo>
                    <a:pt x="1038885" y="1491539"/>
                  </a:moveTo>
                  <a:lnTo>
                    <a:pt x="1041750" y="1491539"/>
                  </a:lnTo>
                  <a:lnTo>
                    <a:pt x="1041750" y="1489748"/>
                  </a:lnTo>
                  <a:lnTo>
                    <a:pt x="1038885" y="1489748"/>
                  </a:lnTo>
                  <a:lnTo>
                    <a:pt x="1038885" y="1491539"/>
                  </a:lnTo>
                  <a:close/>
                  <a:moveTo>
                    <a:pt x="926079" y="1491539"/>
                  </a:moveTo>
                  <a:lnTo>
                    <a:pt x="928944" y="1491539"/>
                  </a:lnTo>
                  <a:lnTo>
                    <a:pt x="928944" y="1489748"/>
                  </a:lnTo>
                  <a:lnTo>
                    <a:pt x="926079" y="1489748"/>
                  </a:lnTo>
                  <a:lnTo>
                    <a:pt x="926079" y="1491539"/>
                  </a:lnTo>
                  <a:close/>
                  <a:moveTo>
                    <a:pt x="1038885" y="1477214"/>
                  </a:moveTo>
                  <a:lnTo>
                    <a:pt x="1041750" y="1477214"/>
                  </a:lnTo>
                  <a:lnTo>
                    <a:pt x="1041750" y="1475424"/>
                  </a:lnTo>
                  <a:lnTo>
                    <a:pt x="1038885" y="1475424"/>
                  </a:lnTo>
                  <a:lnTo>
                    <a:pt x="1038885" y="1477214"/>
                  </a:lnTo>
                  <a:close/>
                  <a:moveTo>
                    <a:pt x="926079" y="1477214"/>
                  </a:moveTo>
                  <a:lnTo>
                    <a:pt x="928944" y="1477214"/>
                  </a:lnTo>
                  <a:lnTo>
                    <a:pt x="928944" y="1475424"/>
                  </a:lnTo>
                  <a:lnTo>
                    <a:pt x="926079" y="1475424"/>
                  </a:lnTo>
                  <a:lnTo>
                    <a:pt x="926079" y="1477214"/>
                  </a:lnTo>
                  <a:close/>
                  <a:moveTo>
                    <a:pt x="1038885" y="1462890"/>
                  </a:moveTo>
                  <a:lnTo>
                    <a:pt x="1041750" y="1462890"/>
                  </a:lnTo>
                  <a:lnTo>
                    <a:pt x="1041750" y="1461099"/>
                  </a:lnTo>
                  <a:lnTo>
                    <a:pt x="1038885" y="1461099"/>
                  </a:lnTo>
                  <a:lnTo>
                    <a:pt x="1038885" y="1462890"/>
                  </a:lnTo>
                  <a:close/>
                  <a:moveTo>
                    <a:pt x="1037514" y="1447553"/>
                  </a:moveTo>
                  <a:lnTo>
                    <a:pt x="1039539" y="1449578"/>
                  </a:lnTo>
                  <a:lnTo>
                    <a:pt x="1041330" y="1447788"/>
                  </a:lnTo>
                  <a:lnTo>
                    <a:pt x="1039304" y="1445762"/>
                  </a:lnTo>
                  <a:lnTo>
                    <a:pt x="1037514" y="1447553"/>
                  </a:lnTo>
                  <a:close/>
                  <a:moveTo>
                    <a:pt x="1039304" y="1433463"/>
                  </a:moveTo>
                  <a:lnTo>
                    <a:pt x="1041330" y="1431437"/>
                  </a:lnTo>
                  <a:lnTo>
                    <a:pt x="1039539" y="1429647"/>
                  </a:lnTo>
                  <a:lnTo>
                    <a:pt x="1037514" y="1431673"/>
                  </a:lnTo>
                  <a:lnTo>
                    <a:pt x="1039304" y="1433463"/>
                  </a:lnTo>
                  <a:close/>
                  <a:moveTo>
                    <a:pt x="926499" y="1431437"/>
                  </a:moveTo>
                  <a:lnTo>
                    <a:pt x="928525" y="1433463"/>
                  </a:lnTo>
                  <a:lnTo>
                    <a:pt x="930315" y="1431673"/>
                  </a:lnTo>
                  <a:lnTo>
                    <a:pt x="928289" y="1429647"/>
                  </a:lnTo>
                  <a:lnTo>
                    <a:pt x="926499" y="1431437"/>
                  </a:lnTo>
                  <a:close/>
                  <a:moveTo>
                    <a:pt x="1038885" y="1418126"/>
                  </a:moveTo>
                  <a:lnTo>
                    <a:pt x="1041750" y="1418126"/>
                  </a:lnTo>
                  <a:lnTo>
                    <a:pt x="1041750" y="1416335"/>
                  </a:lnTo>
                  <a:lnTo>
                    <a:pt x="1038885" y="1416335"/>
                  </a:lnTo>
                  <a:lnTo>
                    <a:pt x="1038885" y="1418126"/>
                  </a:lnTo>
                  <a:close/>
                  <a:moveTo>
                    <a:pt x="926079" y="1418126"/>
                  </a:moveTo>
                  <a:lnTo>
                    <a:pt x="928944" y="1418126"/>
                  </a:lnTo>
                  <a:lnTo>
                    <a:pt x="928944" y="1416335"/>
                  </a:lnTo>
                  <a:lnTo>
                    <a:pt x="926079" y="1416335"/>
                  </a:lnTo>
                  <a:lnTo>
                    <a:pt x="926079" y="1418126"/>
                  </a:lnTo>
                  <a:close/>
                  <a:moveTo>
                    <a:pt x="1038885" y="1403801"/>
                  </a:moveTo>
                  <a:lnTo>
                    <a:pt x="1041750" y="1403801"/>
                  </a:lnTo>
                  <a:lnTo>
                    <a:pt x="1041750" y="1402011"/>
                  </a:lnTo>
                  <a:lnTo>
                    <a:pt x="1038885" y="1402011"/>
                  </a:lnTo>
                  <a:lnTo>
                    <a:pt x="1038885" y="1403801"/>
                  </a:lnTo>
                  <a:close/>
                  <a:moveTo>
                    <a:pt x="926079" y="1403801"/>
                  </a:moveTo>
                  <a:lnTo>
                    <a:pt x="928944" y="1403801"/>
                  </a:lnTo>
                  <a:lnTo>
                    <a:pt x="928944" y="1402011"/>
                  </a:lnTo>
                  <a:lnTo>
                    <a:pt x="926079" y="1402011"/>
                  </a:lnTo>
                  <a:lnTo>
                    <a:pt x="926079" y="1403801"/>
                  </a:lnTo>
                  <a:close/>
                  <a:moveTo>
                    <a:pt x="1038885" y="1389477"/>
                  </a:moveTo>
                  <a:lnTo>
                    <a:pt x="1041750" y="1389477"/>
                  </a:lnTo>
                  <a:lnTo>
                    <a:pt x="1041750" y="1387686"/>
                  </a:lnTo>
                  <a:lnTo>
                    <a:pt x="1038885" y="1387686"/>
                  </a:lnTo>
                  <a:lnTo>
                    <a:pt x="1038885" y="1389477"/>
                  </a:lnTo>
                  <a:close/>
                  <a:moveTo>
                    <a:pt x="926079" y="1389477"/>
                  </a:moveTo>
                  <a:lnTo>
                    <a:pt x="928944" y="1389477"/>
                  </a:lnTo>
                  <a:lnTo>
                    <a:pt x="928944" y="1387686"/>
                  </a:lnTo>
                  <a:lnTo>
                    <a:pt x="926079" y="1387686"/>
                  </a:lnTo>
                  <a:lnTo>
                    <a:pt x="926079" y="1389477"/>
                  </a:lnTo>
                  <a:close/>
                  <a:moveTo>
                    <a:pt x="1037514" y="1374139"/>
                  </a:moveTo>
                  <a:lnTo>
                    <a:pt x="1039539" y="1376165"/>
                  </a:lnTo>
                  <a:lnTo>
                    <a:pt x="1041330" y="1374375"/>
                  </a:lnTo>
                  <a:lnTo>
                    <a:pt x="1039304" y="1372349"/>
                  </a:lnTo>
                  <a:lnTo>
                    <a:pt x="1037514" y="1374139"/>
                  </a:lnTo>
                  <a:close/>
                  <a:moveTo>
                    <a:pt x="928289" y="1376165"/>
                  </a:moveTo>
                  <a:lnTo>
                    <a:pt x="930315" y="1374139"/>
                  </a:lnTo>
                  <a:lnTo>
                    <a:pt x="928525" y="1372349"/>
                  </a:lnTo>
                  <a:lnTo>
                    <a:pt x="926499" y="1374375"/>
                  </a:lnTo>
                  <a:lnTo>
                    <a:pt x="928289" y="1376165"/>
                  </a:lnTo>
                  <a:close/>
                  <a:moveTo>
                    <a:pt x="1137366" y="1369781"/>
                  </a:moveTo>
                  <a:lnTo>
                    <a:pt x="1140231" y="1369781"/>
                  </a:lnTo>
                  <a:lnTo>
                    <a:pt x="1140231" y="1367990"/>
                  </a:lnTo>
                  <a:lnTo>
                    <a:pt x="1137366" y="1367990"/>
                  </a:lnTo>
                  <a:lnTo>
                    <a:pt x="1137366" y="1369781"/>
                  </a:lnTo>
                  <a:close/>
                  <a:moveTo>
                    <a:pt x="1123041" y="1369781"/>
                  </a:moveTo>
                  <a:lnTo>
                    <a:pt x="1125906" y="1369781"/>
                  </a:lnTo>
                  <a:lnTo>
                    <a:pt x="1125906" y="1367990"/>
                  </a:lnTo>
                  <a:lnTo>
                    <a:pt x="1123041" y="1367990"/>
                  </a:lnTo>
                  <a:lnTo>
                    <a:pt x="1123041" y="1369781"/>
                  </a:lnTo>
                  <a:close/>
                  <a:moveTo>
                    <a:pt x="1049628" y="1369781"/>
                  </a:moveTo>
                  <a:lnTo>
                    <a:pt x="1052493" y="1369781"/>
                  </a:lnTo>
                  <a:lnTo>
                    <a:pt x="1052493" y="1367990"/>
                  </a:lnTo>
                  <a:lnTo>
                    <a:pt x="1049628" y="1367990"/>
                  </a:lnTo>
                  <a:lnTo>
                    <a:pt x="1049628" y="1369781"/>
                  </a:lnTo>
                  <a:close/>
                  <a:moveTo>
                    <a:pt x="1035304" y="1369781"/>
                  </a:moveTo>
                  <a:lnTo>
                    <a:pt x="1038168" y="1369781"/>
                  </a:lnTo>
                  <a:lnTo>
                    <a:pt x="1038168" y="1367990"/>
                  </a:lnTo>
                  <a:lnTo>
                    <a:pt x="1035304" y="1367990"/>
                  </a:lnTo>
                  <a:lnTo>
                    <a:pt x="1035304" y="1369781"/>
                  </a:lnTo>
                  <a:close/>
                  <a:moveTo>
                    <a:pt x="1031722" y="1369781"/>
                  </a:moveTo>
                  <a:lnTo>
                    <a:pt x="1034587" y="1369781"/>
                  </a:lnTo>
                  <a:lnTo>
                    <a:pt x="1034587" y="1367990"/>
                  </a:lnTo>
                  <a:lnTo>
                    <a:pt x="1031722" y="1367990"/>
                  </a:lnTo>
                  <a:lnTo>
                    <a:pt x="1031722" y="1369781"/>
                  </a:lnTo>
                  <a:close/>
                  <a:moveTo>
                    <a:pt x="1017398" y="1369781"/>
                  </a:moveTo>
                  <a:lnTo>
                    <a:pt x="1020263" y="1369781"/>
                  </a:lnTo>
                  <a:lnTo>
                    <a:pt x="1020263" y="1367990"/>
                  </a:lnTo>
                  <a:lnTo>
                    <a:pt x="1017398" y="1367990"/>
                  </a:lnTo>
                  <a:lnTo>
                    <a:pt x="1017398" y="1369781"/>
                  </a:lnTo>
                  <a:close/>
                  <a:moveTo>
                    <a:pt x="888477" y="1369781"/>
                  </a:moveTo>
                  <a:lnTo>
                    <a:pt x="891342" y="1369781"/>
                  </a:lnTo>
                  <a:lnTo>
                    <a:pt x="891342" y="1367990"/>
                  </a:lnTo>
                  <a:lnTo>
                    <a:pt x="888477" y="1367990"/>
                  </a:lnTo>
                  <a:lnTo>
                    <a:pt x="888477" y="1369781"/>
                  </a:lnTo>
                  <a:close/>
                  <a:moveTo>
                    <a:pt x="874153" y="1369781"/>
                  </a:moveTo>
                  <a:lnTo>
                    <a:pt x="877018" y="1369781"/>
                  </a:lnTo>
                  <a:lnTo>
                    <a:pt x="877018" y="1367990"/>
                  </a:lnTo>
                  <a:lnTo>
                    <a:pt x="874153" y="1367990"/>
                  </a:lnTo>
                  <a:lnTo>
                    <a:pt x="874153" y="1369781"/>
                  </a:lnTo>
                  <a:close/>
                  <a:moveTo>
                    <a:pt x="870572" y="1369781"/>
                  </a:moveTo>
                  <a:lnTo>
                    <a:pt x="873437" y="1369781"/>
                  </a:lnTo>
                  <a:lnTo>
                    <a:pt x="873437" y="1367990"/>
                  </a:lnTo>
                  <a:lnTo>
                    <a:pt x="870572" y="1367990"/>
                  </a:lnTo>
                  <a:lnTo>
                    <a:pt x="870572" y="1369781"/>
                  </a:lnTo>
                  <a:close/>
                  <a:moveTo>
                    <a:pt x="856247" y="1369781"/>
                  </a:moveTo>
                  <a:lnTo>
                    <a:pt x="859112" y="1369781"/>
                  </a:lnTo>
                  <a:lnTo>
                    <a:pt x="859112" y="1367990"/>
                  </a:lnTo>
                  <a:lnTo>
                    <a:pt x="856247" y="1367990"/>
                  </a:lnTo>
                  <a:lnTo>
                    <a:pt x="856247" y="1369781"/>
                  </a:lnTo>
                  <a:close/>
                  <a:moveTo>
                    <a:pt x="1037514" y="1359815"/>
                  </a:moveTo>
                  <a:lnTo>
                    <a:pt x="1039539" y="1361841"/>
                  </a:lnTo>
                  <a:lnTo>
                    <a:pt x="1042343" y="1359037"/>
                  </a:lnTo>
                  <a:lnTo>
                    <a:pt x="1039539" y="1356234"/>
                  </a:lnTo>
                  <a:lnTo>
                    <a:pt x="1037514" y="1358260"/>
                  </a:lnTo>
                  <a:lnTo>
                    <a:pt x="1038291" y="1359037"/>
                  </a:lnTo>
                  <a:lnTo>
                    <a:pt x="1037514" y="1359815"/>
                  </a:lnTo>
                  <a:close/>
                  <a:moveTo>
                    <a:pt x="1039304" y="1345726"/>
                  </a:moveTo>
                  <a:lnTo>
                    <a:pt x="1041330" y="1343700"/>
                  </a:lnTo>
                  <a:lnTo>
                    <a:pt x="1039539" y="1341909"/>
                  </a:lnTo>
                  <a:lnTo>
                    <a:pt x="1037514" y="1343935"/>
                  </a:lnTo>
                  <a:lnTo>
                    <a:pt x="1039304" y="1345726"/>
                  </a:lnTo>
                  <a:close/>
                  <a:moveTo>
                    <a:pt x="926079" y="1330388"/>
                  </a:moveTo>
                  <a:lnTo>
                    <a:pt x="928944" y="1330388"/>
                  </a:lnTo>
                  <a:lnTo>
                    <a:pt x="928944" y="1328598"/>
                  </a:lnTo>
                  <a:lnTo>
                    <a:pt x="926079" y="1328598"/>
                  </a:lnTo>
                  <a:lnTo>
                    <a:pt x="926079" y="1330388"/>
                  </a:lnTo>
                  <a:close/>
                  <a:moveTo>
                    <a:pt x="926079" y="1316064"/>
                  </a:moveTo>
                  <a:lnTo>
                    <a:pt x="928944" y="1316064"/>
                  </a:lnTo>
                  <a:lnTo>
                    <a:pt x="928944" y="1314273"/>
                  </a:lnTo>
                  <a:lnTo>
                    <a:pt x="926079" y="1314273"/>
                  </a:lnTo>
                  <a:lnTo>
                    <a:pt x="926079" y="1316064"/>
                  </a:lnTo>
                  <a:close/>
                  <a:moveTo>
                    <a:pt x="1038885" y="1301739"/>
                  </a:moveTo>
                  <a:lnTo>
                    <a:pt x="1041750" y="1301739"/>
                  </a:lnTo>
                  <a:lnTo>
                    <a:pt x="1041750" y="1299949"/>
                  </a:lnTo>
                  <a:lnTo>
                    <a:pt x="1038885" y="1299949"/>
                  </a:lnTo>
                  <a:lnTo>
                    <a:pt x="1038885" y="1301739"/>
                  </a:lnTo>
                  <a:close/>
                  <a:moveTo>
                    <a:pt x="926079" y="1301739"/>
                  </a:moveTo>
                  <a:lnTo>
                    <a:pt x="928944" y="1301739"/>
                  </a:lnTo>
                  <a:lnTo>
                    <a:pt x="928944" y="1299949"/>
                  </a:lnTo>
                  <a:lnTo>
                    <a:pt x="926079" y="1299949"/>
                  </a:lnTo>
                  <a:lnTo>
                    <a:pt x="926079" y="1301739"/>
                  </a:lnTo>
                  <a:close/>
                  <a:moveTo>
                    <a:pt x="926079" y="1282166"/>
                  </a:moveTo>
                  <a:lnTo>
                    <a:pt x="926079" y="1288847"/>
                  </a:lnTo>
                  <a:lnTo>
                    <a:pt x="932760" y="1288847"/>
                  </a:lnTo>
                  <a:lnTo>
                    <a:pt x="926079" y="1282166"/>
                  </a:lnTo>
                  <a:close/>
                  <a:moveTo>
                    <a:pt x="1038885" y="1228326"/>
                  </a:moveTo>
                  <a:lnTo>
                    <a:pt x="1041750" y="1228326"/>
                  </a:lnTo>
                  <a:lnTo>
                    <a:pt x="1041750" y="1226536"/>
                  </a:lnTo>
                  <a:lnTo>
                    <a:pt x="1038885" y="1226536"/>
                  </a:lnTo>
                  <a:lnTo>
                    <a:pt x="1038885" y="1228326"/>
                  </a:lnTo>
                  <a:close/>
                  <a:moveTo>
                    <a:pt x="1038885" y="1154913"/>
                  </a:moveTo>
                  <a:lnTo>
                    <a:pt x="1041750" y="1154913"/>
                  </a:lnTo>
                  <a:lnTo>
                    <a:pt x="1041750" y="1153123"/>
                  </a:lnTo>
                  <a:lnTo>
                    <a:pt x="1038885" y="1153123"/>
                  </a:lnTo>
                  <a:lnTo>
                    <a:pt x="1038885" y="1154913"/>
                  </a:lnTo>
                  <a:close/>
                  <a:moveTo>
                    <a:pt x="926079" y="979438"/>
                  </a:moveTo>
                  <a:lnTo>
                    <a:pt x="928944" y="979438"/>
                  </a:lnTo>
                  <a:lnTo>
                    <a:pt x="928944" y="977647"/>
                  </a:lnTo>
                  <a:lnTo>
                    <a:pt x="926079" y="977647"/>
                  </a:lnTo>
                  <a:lnTo>
                    <a:pt x="926079" y="979438"/>
                  </a:lnTo>
                  <a:close/>
                  <a:moveTo>
                    <a:pt x="928289" y="966126"/>
                  </a:moveTo>
                  <a:lnTo>
                    <a:pt x="930315" y="964101"/>
                  </a:lnTo>
                  <a:lnTo>
                    <a:pt x="928525" y="962310"/>
                  </a:lnTo>
                  <a:lnTo>
                    <a:pt x="926499" y="964336"/>
                  </a:lnTo>
                  <a:lnTo>
                    <a:pt x="928289" y="966126"/>
                  </a:lnTo>
                  <a:close/>
                  <a:moveTo>
                    <a:pt x="2076460" y="863409"/>
                  </a:moveTo>
                  <a:lnTo>
                    <a:pt x="2074669" y="865200"/>
                  </a:lnTo>
                  <a:lnTo>
                    <a:pt x="2072879" y="865200"/>
                  </a:lnTo>
                  <a:lnTo>
                    <a:pt x="2071088" y="866991"/>
                  </a:lnTo>
                  <a:lnTo>
                    <a:pt x="2069297" y="866991"/>
                  </a:lnTo>
                  <a:lnTo>
                    <a:pt x="2059506" y="876783"/>
                  </a:lnTo>
                  <a:lnTo>
                    <a:pt x="2059506" y="878573"/>
                  </a:lnTo>
                  <a:lnTo>
                    <a:pt x="2057715" y="880364"/>
                  </a:lnTo>
                  <a:lnTo>
                    <a:pt x="2057715" y="897665"/>
                  </a:lnTo>
                  <a:lnTo>
                    <a:pt x="2059506" y="899456"/>
                  </a:lnTo>
                  <a:lnTo>
                    <a:pt x="2059506" y="901247"/>
                  </a:lnTo>
                  <a:lnTo>
                    <a:pt x="2061296" y="903037"/>
                  </a:lnTo>
                  <a:lnTo>
                    <a:pt x="2061296" y="904828"/>
                  </a:lnTo>
                  <a:lnTo>
                    <a:pt x="2067507" y="911038"/>
                  </a:lnTo>
                  <a:lnTo>
                    <a:pt x="2069297" y="911038"/>
                  </a:lnTo>
                  <a:lnTo>
                    <a:pt x="2071088" y="912829"/>
                  </a:lnTo>
                  <a:lnTo>
                    <a:pt x="2072879" y="912829"/>
                  </a:lnTo>
                  <a:lnTo>
                    <a:pt x="2074669" y="914620"/>
                  </a:lnTo>
                  <a:lnTo>
                    <a:pt x="2080041" y="914620"/>
                  </a:lnTo>
                  <a:lnTo>
                    <a:pt x="2081831" y="916410"/>
                  </a:lnTo>
                  <a:lnTo>
                    <a:pt x="2084809" y="916410"/>
                  </a:lnTo>
                  <a:lnTo>
                    <a:pt x="2086599" y="914620"/>
                  </a:lnTo>
                  <a:lnTo>
                    <a:pt x="2091971" y="914620"/>
                  </a:lnTo>
                  <a:lnTo>
                    <a:pt x="2093761" y="912829"/>
                  </a:lnTo>
                  <a:lnTo>
                    <a:pt x="2095552" y="912829"/>
                  </a:lnTo>
                  <a:lnTo>
                    <a:pt x="2097343" y="911038"/>
                  </a:lnTo>
                  <a:lnTo>
                    <a:pt x="2099133" y="911038"/>
                  </a:lnTo>
                  <a:lnTo>
                    <a:pt x="2105344" y="904828"/>
                  </a:lnTo>
                  <a:lnTo>
                    <a:pt x="2105344" y="903037"/>
                  </a:lnTo>
                  <a:lnTo>
                    <a:pt x="2107135" y="901247"/>
                  </a:lnTo>
                  <a:lnTo>
                    <a:pt x="2107135" y="899456"/>
                  </a:lnTo>
                  <a:lnTo>
                    <a:pt x="2108925" y="897665"/>
                  </a:lnTo>
                  <a:lnTo>
                    <a:pt x="2108925" y="882154"/>
                  </a:lnTo>
                  <a:lnTo>
                    <a:pt x="2107135" y="880364"/>
                  </a:lnTo>
                  <a:lnTo>
                    <a:pt x="2107135" y="878573"/>
                  </a:lnTo>
                  <a:lnTo>
                    <a:pt x="2105344" y="876783"/>
                  </a:lnTo>
                  <a:lnTo>
                    <a:pt x="2105344" y="874992"/>
                  </a:lnTo>
                  <a:lnTo>
                    <a:pt x="2097343" y="866991"/>
                  </a:lnTo>
                  <a:lnTo>
                    <a:pt x="2095552" y="866991"/>
                  </a:lnTo>
                  <a:lnTo>
                    <a:pt x="2093761" y="865200"/>
                  </a:lnTo>
                  <a:lnTo>
                    <a:pt x="2091971" y="865200"/>
                  </a:lnTo>
                  <a:lnTo>
                    <a:pt x="2090180" y="863409"/>
                  </a:lnTo>
                  <a:lnTo>
                    <a:pt x="2076460" y="863409"/>
                  </a:lnTo>
                  <a:close/>
                  <a:moveTo>
                    <a:pt x="2081831" y="786415"/>
                  </a:moveTo>
                  <a:lnTo>
                    <a:pt x="2080041" y="788206"/>
                  </a:lnTo>
                  <a:lnTo>
                    <a:pt x="2074669" y="788206"/>
                  </a:lnTo>
                  <a:lnTo>
                    <a:pt x="2072879" y="789996"/>
                  </a:lnTo>
                  <a:lnTo>
                    <a:pt x="2071088" y="789996"/>
                  </a:lnTo>
                  <a:lnTo>
                    <a:pt x="2067507" y="793578"/>
                  </a:lnTo>
                  <a:lnTo>
                    <a:pt x="2064877" y="793578"/>
                  </a:lnTo>
                  <a:lnTo>
                    <a:pt x="2064877" y="796207"/>
                  </a:lnTo>
                  <a:lnTo>
                    <a:pt x="2061296" y="799788"/>
                  </a:lnTo>
                  <a:lnTo>
                    <a:pt x="2061296" y="801579"/>
                  </a:lnTo>
                  <a:lnTo>
                    <a:pt x="2059506" y="803369"/>
                  </a:lnTo>
                  <a:lnTo>
                    <a:pt x="2059506" y="820671"/>
                  </a:lnTo>
                  <a:lnTo>
                    <a:pt x="2063087" y="824252"/>
                  </a:lnTo>
                  <a:lnTo>
                    <a:pt x="2063087" y="826043"/>
                  </a:lnTo>
                  <a:lnTo>
                    <a:pt x="2069297" y="832254"/>
                  </a:lnTo>
                  <a:lnTo>
                    <a:pt x="2071088" y="832254"/>
                  </a:lnTo>
                  <a:lnTo>
                    <a:pt x="2072879" y="834044"/>
                  </a:lnTo>
                  <a:lnTo>
                    <a:pt x="2074669" y="834044"/>
                  </a:lnTo>
                  <a:lnTo>
                    <a:pt x="2076460" y="835835"/>
                  </a:lnTo>
                  <a:lnTo>
                    <a:pt x="2090180" y="835835"/>
                  </a:lnTo>
                  <a:lnTo>
                    <a:pt x="2091971" y="834044"/>
                  </a:lnTo>
                  <a:lnTo>
                    <a:pt x="2093761" y="834044"/>
                  </a:lnTo>
                  <a:lnTo>
                    <a:pt x="2095552" y="832254"/>
                  </a:lnTo>
                  <a:lnTo>
                    <a:pt x="2097343" y="832254"/>
                  </a:lnTo>
                  <a:lnTo>
                    <a:pt x="2103553" y="826043"/>
                  </a:lnTo>
                  <a:lnTo>
                    <a:pt x="2103553" y="824252"/>
                  </a:lnTo>
                  <a:lnTo>
                    <a:pt x="2105344" y="822462"/>
                  </a:lnTo>
                  <a:lnTo>
                    <a:pt x="2105344" y="820671"/>
                  </a:lnTo>
                  <a:lnTo>
                    <a:pt x="2107135" y="818881"/>
                  </a:lnTo>
                  <a:lnTo>
                    <a:pt x="2107135" y="803369"/>
                  </a:lnTo>
                  <a:lnTo>
                    <a:pt x="2103553" y="799788"/>
                  </a:lnTo>
                  <a:lnTo>
                    <a:pt x="2103553" y="797998"/>
                  </a:lnTo>
                  <a:lnTo>
                    <a:pt x="2097343" y="791787"/>
                  </a:lnTo>
                  <a:lnTo>
                    <a:pt x="2095552" y="791787"/>
                  </a:lnTo>
                  <a:lnTo>
                    <a:pt x="2091971" y="788206"/>
                  </a:lnTo>
                  <a:lnTo>
                    <a:pt x="2086599" y="788206"/>
                  </a:lnTo>
                  <a:lnTo>
                    <a:pt x="2084809" y="786415"/>
                  </a:lnTo>
                  <a:lnTo>
                    <a:pt x="2081831" y="786415"/>
                  </a:lnTo>
                  <a:close/>
                  <a:moveTo>
                    <a:pt x="2078250" y="711212"/>
                  </a:moveTo>
                  <a:lnTo>
                    <a:pt x="2076460" y="713002"/>
                  </a:lnTo>
                  <a:lnTo>
                    <a:pt x="2074669" y="713002"/>
                  </a:lnTo>
                  <a:lnTo>
                    <a:pt x="2072879" y="714793"/>
                  </a:lnTo>
                  <a:lnTo>
                    <a:pt x="2071088" y="714793"/>
                  </a:lnTo>
                  <a:lnTo>
                    <a:pt x="2063087" y="722794"/>
                  </a:lnTo>
                  <a:lnTo>
                    <a:pt x="2063087" y="724585"/>
                  </a:lnTo>
                  <a:lnTo>
                    <a:pt x="2061296" y="726375"/>
                  </a:lnTo>
                  <a:lnTo>
                    <a:pt x="2061296" y="741886"/>
                  </a:lnTo>
                  <a:lnTo>
                    <a:pt x="2064877" y="745468"/>
                  </a:lnTo>
                  <a:lnTo>
                    <a:pt x="2064877" y="747258"/>
                  </a:lnTo>
                  <a:lnTo>
                    <a:pt x="2069297" y="751678"/>
                  </a:lnTo>
                  <a:lnTo>
                    <a:pt x="2071088" y="751678"/>
                  </a:lnTo>
                  <a:lnTo>
                    <a:pt x="2074669" y="755259"/>
                  </a:lnTo>
                  <a:lnTo>
                    <a:pt x="2078250" y="755259"/>
                  </a:lnTo>
                  <a:lnTo>
                    <a:pt x="2080041" y="757050"/>
                  </a:lnTo>
                  <a:lnTo>
                    <a:pt x="2084809" y="757050"/>
                  </a:lnTo>
                  <a:lnTo>
                    <a:pt x="2086599" y="755259"/>
                  </a:lnTo>
                  <a:lnTo>
                    <a:pt x="2091971" y="755259"/>
                  </a:lnTo>
                  <a:lnTo>
                    <a:pt x="2095552" y="751678"/>
                  </a:lnTo>
                  <a:lnTo>
                    <a:pt x="2097343" y="751678"/>
                  </a:lnTo>
                  <a:lnTo>
                    <a:pt x="2101763" y="747258"/>
                  </a:lnTo>
                  <a:lnTo>
                    <a:pt x="2101763" y="745468"/>
                  </a:lnTo>
                  <a:lnTo>
                    <a:pt x="2103553" y="743677"/>
                  </a:lnTo>
                  <a:lnTo>
                    <a:pt x="2103553" y="741886"/>
                  </a:lnTo>
                  <a:lnTo>
                    <a:pt x="2105344" y="740096"/>
                  </a:lnTo>
                  <a:lnTo>
                    <a:pt x="2105344" y="728166"/>
                  </a:lnTo>
                  <a:lnTo>
                    <a:pt x="2103553" y="726375"/>
                  </a:lnTo>
                  <a:lnTo>
                    <a:pt x="2103553" y="724585"/>
                  </a:lnTo>
                  <a:lnTo>
                    <a:pt x="2101763" y="722794"/>
                  </a:lnTo>
                  <a:lnTo>
                    <a:pt x="2101763" y="721004"/>
                  </a:lnTo>
                  <a:lnTo>
                    <a:pt x="2095552" y="714793"/>
                  </a:lnTo>
                  <a:lnTo>
                    <a:pt x="2093761" y="714793"/>
                  </a:lnTo>
                  <a:lnTo>
                    <a:pt x="2091971" y="713002"/>
                  </a:lnTo>
                  <a:lnTo>
                    <a:pt x="2090180" y="713002"/>
                  </a:lnTo>
                  <a:lnTo>
                    <a:pt x="2088390" y="711212"/>
                  </a:lnTo>
                  <a:lnTo>
                    <a:pt x="2078250" y="711212"/>
                  </a:lnTo>
                  <a:close/>
                  <a:moveTo>
                    <a:pt x="2080041" y="636008"/>
                  </a:moveTo>
                  <a:lnTo>
                    <a:pt x="2078250" y="637799"/>
                  </a:lnTo>
                  <a:lnTo>
                    <a:pt x="2074669" y="637799"/>
                  </a:lnTo>
                  <a:lnTo>
                    <a:pt x="2072879" y="639589"/>
                  </a:lnTo>
                  <a:lnTo>
                    <a:pt x="2071088" y="639589"/>
                  </a:lnTo>
                  <a:lnTo>
                    <a:pt x="2066668" y="644009"/>
                  </a:lnTo>
                  <a:lnTo>
                    <a:pt x="2066668" y="645800"/>
                  </a:lnTo>
                  <a:lnTo>
                    <a:pt x="2064877" y="647590"/>
                  </a:lnTo>
                  <a:lnTo>
                    <a:pt x="2064877" y="651172"/>
                  </a:lnTo>
                  <a:lnTo>
                    <a:pt x="2063087" y="652962"/>
                  </a:lnTo>
                  <a:lnTo>
                    <a:pt x="2063087" y="659521"/>
                  </a:lnTo>
                  <a:lnTo>
                    <a:pt x="2064877" y="661311"/>
                  </a:lnTo>
                  <a:lnTo>
                    <a:pt x="2064877" y="664892"/>
                  </a:lnTo>
                  <a:lnTo>
                    <a:pt x="2068458" y="668473"/>
                  </a:lnTo>
                  <a:lnTo>
                    <a:pt x="2068458" y="671103"/>
                  </a:lnTo>
                  <a:lnTo>
                    <a:pt x="2071088" y="671103"/>
                  </a:lnTo>
                  <a:lnTo>
                    <a:pt x="2074669" y="674684"/>
                  </a:lnTo>
                  <a:lnTo>
                    <a:pt x="2078250" y="674684"/>
                  </a:lnTo>
                  <a:lnTo>
                    <a:pt x="2080041" y="676475"/>
                  </a:lnTo>
                  <a:lnTo>
                    <a:pt x="2086599" y="676475"/>
                  </a:lnTo>
                  <a:lnTo>
                    <a:pt x="2088390" y="674684"/>
                  </a:lnTo>
                  <a:lnTo>
                    <a:pt x="2091971" y="674684"/>
                  </a:lnTo>
                  <a:lnTo>
                    <a:pt x="2095552" y="671103"/>
                  </a:lnTo>
                  <a:lnTo>
                    <a:pt x="2098182" y="671103"/>
                  </a:lnTo>
                  <a:lnTo>
                    <a:pt x="2098182" y="668473"/>
                  </a:lnTo>
                  <a:lnTo>
                    <a:pt x="2101763" y="664892"/>
                  </a:lnTo>
                  <a:lnTo>
                    <a:pt x="2101763" y="661311"/>
                  </a:lnTo>
                  <a:lnTo>
                    <a:pt x="2103553" y="659521"/>
                  </a:lnTo>
                  <a:lnTo>
                    <a:pt x="2103553" y="652962"/>
                  </a:lnTo>
                  <a:lnTo>
                    <a:pt x="2101763" y="651172"/>
                  </a:lnTo>
                  <a:lnTo>
                    <a:pt x="2101763" y="647590"/>
                  </a:lnTo>
                  <a:lnTo>
                    <a:pt x="2098182" y="644009"/>
                  </a:lnTo>
                  <a:lnTo>
                    <a:pt x="2098182" y="641380"/>
                  </a:lnTo>
                  <a:lnTo>
                    <a:pt x="2095552" y="641380"/>
                  </a:lnTo>
                  <a:lnTo>
                    <a:pt x="2091971" y="637799"/>
                  </a:lnTo>
                  <a:lnTo>
                    <a:pt x="2088390" y="637799"/>
                  </a:lnTo>
                  <a:lnTo>
                    <a:pt x="2086599" y="636008"/>
                  </a:lnTo>
                  <a:lnTo>
                    <a:pt x="2080041" y="636008"/>
                  </a:lnTo>
                  <a:close/>
                  <a:moveTo>
                    <a:pt x="2082425" y="560211"/>
                  </a:moveTo>
                  <a:lnTo>
                    <a:pt x="2080041" y="562595"/>
                  </a:lnTo>
                  <a:lnTo>
                    <a:pt x="2076460" y="562595"/>
                  </a:lnTo>
                  <a:lnTo>
                    <a:pt x="2074669" y="564385"/>
                  </a:lnTo>
                  <a:lnTo>
                    <a:pt x="2072879" y="564385"/>
                  </a:lnTo>
                  <a:lnTo>
                    <a:pt x="2070249" y="567015"/>
                  </a:lnTo>
                  <a:lnTo>
                    <a:pt x="2070249" y="568806"/>
                  </a:lnTo>
                  <a:lnTo>
                    <a:pt x="2066668" y="572387"/>
                  </a:lnTo>
                  <a:lnTo>
                    <a:pt x="2066668" y="584317"/>
                  </a:lnTo>
                  <a:lnTo>
                    <a:pt x="2070249" y="587898"/>
                  </a:lnTo>
                  <a:lnTo>
                    <a:pt x="2070249" y="589689"/>
                  </a:lnTo>
                  <a:lnTo>
                    <a:pt x="2072879" y="592318"/>
                  </a:lnTo>
                  <a:lnTo>
                    <a:pt x="2074669" y="592318"/>
                  </a:lnTo>
                  <a:lnTo>
                    <a:pt x="2076460" y="594109"/>
                  </a:lnTo>
                  <a:lnTo>
                    <a:pt x="2080041" y="594109"/>
                  </a:lnTo>
                  <a:lnTo>
                    <a:pt x="2081831" y="595899"/>
                  </a:lnTo>
                  <a:lnTo>
                    <a:pt x="2084809" y="595899"/>
                  </a:lnTo>
                  <a:lnTo>
                    <a:pt x="2086599" y="594109"/>
                  </a:lnTo>
                  <a:lnTo>
                    <a:pt x="2090180" y="594109"/>
                  </a:lnTo>
                  <a:lnTo>
                    <a:pt x="2091971" y="592318"/>
                  </a:lnTo>
                  <a:lnTo>
                    <a:pt x="2093761" y="592318"/>
                  </a:lnTo>
                  <a:lnTo>
                    <a:pt x="2096391" y="589689"/>
                  </a:lnTo>
                  <a:lnTo>
                    <a:pt x="2096391" y="587898"/>
                  </a:lnTo>
                  <a:lnTo>
                    <a:pt x="2098182" y="586107"/>
                  </a:lnTo>
                  <a:lnTo>
                    <a:pt x="2098182" y="584317"/>
                  </a:lnTo>
                  <a:lnTo>
                    <a:pt x="2099972" y="582526"/>
                  </a:lnTo>
                  <a:lnTo>
                    <a:pt x="2099972" y="574177"/>
                  </a:lnTo>
                  <a:lnTo>
                    <a:pt x="2098182" y="572387"/>
                  </a:lnTo>
                  <a:lnTo>
                    <a:pt x="2098182" y="570596"/>
                  </a:lnTo>
                  <a:lnTo>
                    <a:pt x="2096391" y="568806"/>
                  </a:lnTo>
                  <a:lnTo>
                    <a:pt x="2096391" y="566176"/>
                  </a:lnTo>
                  <a:lnTo>
                    <a:pt x="2093761" y="566176"/>
                  </a:lnTo>
                  <a:lnTo>
                    <a:pt x="2090180" y="562595"/>
                  </a:lnTo>
                  <a:lnTo>
                    <a:pt x="2084809" y="562595"/>
                  </a:lnTo>
                  <a:lnTo>
                    <a:pt x="2082425" y="560211"/>
                  </a:lnTo>
                  <a:close/>
                  <a:moveTo>
                    <a:pt x="197320" y="63028"/>
                  </a:moveTo>
                  <a:lnTo>
                    <a:pt x="197320" y="396912"/>
                  </a:lnTo>
                  <a:lnTo>
                    <a:pt x="196369" y="397863"/>
                  </a:lnTo>
                  <a:lnTo>
                    <a:pt x="195171" y="397863"/>
                  </a:lnTo>
                  <a:lnTo>
                    <a:pt x="195171" y="400728"/>
                  </a:lnTo>
                  <a:lnTo>
                    <a:pt x="196369" y="400728"/>
                  </a:lnTo>
                  <a:lnTo>
                    <a:pt x="197320" y="401679"/>
                  </a:lnTo>
                  <a:lnTo>
                    <a:pt x="197320" y="808741"/>
                  </a:lnTo>
                  <a:lnTo>
                    <a:pt x="195529" y="810532"/>
                  </a:lnTo>
                  <a:lnTo>
                    <a:pt x="195529" y="813509"/>
                  </a:lnTo>
                  <a:lnTo>
                    <a:pt x="197320" y="815299"/>
                  </a:lnTo>
                  <a:lnTo>
                    <a:pt x="197320" y="1222361"/>
                  </a:lnTo>
                  <a:lnTo>
                    <a:pt x="196369" y="1223313"/>
                  </a:lnTo>
                  <a:lnTo>
                    <a:pt x="193381" y="1223313"/>
                  </a:lnTo>
                  <a:lnTo>
                    <a:pt x="193381" y="1226178"/>
                  </a:lnTo>
                  <a:lnTo>
                    <a:pt x="196369" y="1226178"/>
                  </a:lnTo>
                  <a:lnTo>
                    <a:pt x="197320" y="1227129"/>
                  </a:lnTo>
                  <a:lnTo>
                    <a:pt x="197320" y="1634191"/>
                  </a:lnTo>
                  <a:lnTo>
                    <a:pt x="196369" y="1635142"/>
                  </a:lnTo>
                  <a:lnTo>
                    <a:pt x="188367" y="1635142"/>
                  </a:lnTo>
                  <a:lnTo>
                    <a:pt x="188367" y="1639798"/>
                  </a:lnTo>
                  <a:lnTo>
                    <a:pt x="196369" y="1639798"/>
                  </a:lnTo>
                  <a:lnTo>
                    <a:pt x="197320" y="1640749"/>
                  </a:lnTo>
                  <a:lnTo>
                    <a:pt x="197320" y="1713211"/>
                  </a:lnTo>
                  <a:lnTo>
                    <a:pt x="563434" y="1713211"/>
                  </a:lnTo>
                  <a:lnTo>
                    <a:pt x="564385" y="1714162"/>
                  </a:lnTo>
                  <a:lnTo>
                    <a:pt x="564385" y="1720731"/>
                  </a:lnTo>
                  <a:lnTo>
                    <a:pt x="567250" y="1720731"/>
                  </a:lnTo>
                  <a:lnTo>
                    <a:pt x="567250" y="1714162"/>
                  </a:lnTo>
                  <a:lnTo>
                    <a:pt x="568202" y="1713211"/>
                  </a:lnTo>
                  <a:lnTo>
                    <a:pt x="980635" y="1713211"/>
                  </a:lnTo>
                  <a:lnTo>
                    <a:pt x="982426" y="1715001"/>
                  </a:lnTo>
                  <a:lnTo>
                    <a:pt x="985403" y="1715001"/>
                  </a:lnTo>
                  <a:lnTo>
                    <a:pt x="987194" y="1713211"/>
                  </a:lnTo>
                  <a:lnTo>
                    <a:pt x="1397836" y="1713211"/>
                  </a:lnTo>
                  <a:lnTo>
                    <a:pt x="1399627" y="1715001"/>
                  </a:lnTo>
                  <a:lnTo>
                    <a:pt x="1402604" y="1715001"/>
                  </a:lnTo>
                  <a:lnTo>
                    <a:pt x="1404395" y="1713211"/>
                  </a:lnTo>
                  <a:lnTo>
                    <a:pt x="1816828" y="1713211"/>
                  </a:lnTo>
                  <a:lnTo>
                    <a:pt x="1817780" y="1714162"/>
                  </a:lnTo>
                  <a:lnTo>
                    <a:pt x="1817780" y="1718940"/>
                  </a:lnTo>
                  <a:lnTo>
                    <a:pt x="1820644" y="1718940"/>
                  </a:lnTo>
                  <a:lnTo>
                    <a:pt x="1820644" y="1714162"/>
                  </a:lnTo>
                  <a:lnTo>
                    <a:pt x="1821596" y="1713211"/>
                  </a:lnTo>
                  <a:lnTo>
                    <a:pt x="1988957" y="1713211"/>
                  </a:lnTo>
                  <a:lnTo>
                    <a:pt x="1988957" y="63028"/>
                  </a:lnTo>
                  <a:lnTo>
                    <a:pt x="197320" y="63028"/>
                  </a:lnTo>
                  <a:close/>
                  <a:moveTo>
                    <a:pt x="200185" y="66844"/>
                  </a:moveTo>
                  <a:lnTo>
                    <a:pt x="201136" y="65893"/>
                  </a:lnTo>
                  <a:lnTo>
                    <a:pt x="1985141" y="65893"/>
                  </a:lnTo>
                  <a:lnTo>
                    <a:pt x="1986092" y="66844"/>
                  </a:lnTo>
                  <a:lnTo>
                    <a:pt x="1986092" y="1709394"/>
                  </a:lnTo>
                  <a:lnTo>
                    <a:pt x="1985141" y="1710346"/>
                  </a:lnTo>
                  <a:lnTo>
                    <a:pt x="1042701" y="1710346"/>
                  </a:lnTo>
                  <a:lnTo>
                    <a:pt x="1040317" y="1707962"/>
                  </a:lnTo>
                  <a:lnTo>
                    <a:pt x="1037933" y="1710346"/>
                  </a:lnTo>
                  <a:lnTo>
                    <a:pt x="929896" y="1710346"/>
                  </a:lnTo>
                  <a:lnTo>
                    <a:pt x="927512" y="1707962"/>
                  </a:lnTo>
                  <a:lnTo>
                    <a:pt x="925128" y="1710346"/>
                  </a:lnTo>
                  <a:lnTo>
                    <a:pt x="201136" y="1710346"/>
                  </a:lnTo>
                  <a:lnTo>
                    <a:pt x="200185" y="1709394"/>
                  </a:lnTo>
                  <a:lnTo>
                    <a:pt x="200185" y="668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160" name="Vector layer 3D1F1F"/>
            <p:cNvSpPr/>
            <p:nvPr/>
          </p:nvSpPr>
          <p:spPr>
            <a:xfrm>
              <a:off x="0" y="0"/>
              <a:ext cx="2359962" cy="1915902"/>
            </a:xfrm>
            <a:custGeom>
              <a:avLst/>
              <a:gdLst/>
              <a:ahLst/>
              <a:cxnLst/>
              <a:rect l="0" t="0" r="r" b="b"/>
              <a:pathLst>
                <a:path w="2359962" h="1915902" stroke="0" extrusionOk="0">
                  <a:moveTo>
                    <a:pt x="1037094" y="1667014"/>
                  </a:moveTo>
                  <a:lnTo>
                    <a:pt x="1039959" y="1667014"/>
                  </a:lnTo>
                  <a:lnTo>
                    <a:pt x="1039959" y="1665224"/>
                  </a:lnTo>
                  <a:lnTo>
                    <a:pt x="1037094" y="1665224"/>
                  </a:lnTo>
                  <a:lnTo>
                    <a:pt x="1037094" y="1667014"/>
                  </a:lnTo>
                  <a:close/>
                  <a:moveTo>
                    <a:pt x="927870" y="1667014"/>
                  </a:moveTo>
                  <a:lnTo>
                    <a:pt x="930735" y="1667014"/>
                  </a:lnTo>
                  <a:lnTo>
                    <a:pt x="930735" y="1665224"/>
                  </a:lnTo>
                  <a:lnTo>
                    <a:pt x="927870" y="1665224"/>
                  </a:lnTo>
                  <a:lnTo>
                    <a:pt x="927870" y="1667014"/>
                  </a:lnTo>
                  <a:close/>
                  <a:moveTo>
                    <a:pt x="1037094" y="1652690"/>
                  </a:moveTo>
                  <a:lnTo>
                    <a:pt x="1039959" y="1652690"/>
                  </a:lnTo>
                  <a:lnTo>
                    <a:pt x="1039959" y="1650899"/>
                  </a:lnTo>
                  <a:lnTo>
                    <a:pt x="1037094" y="1650899"/>
                  </a:lnTo>
                  <a:lnTo>
                    <a:pt x="1037094" y="1652690"/>
                  </a:lnTo>
                  <a:close/>
                  <a:moveTo>
                    <a:pt x="927870" y="1652690"/>
                  </a:moveTo>
                  <a:lnTo>
                    <a:pt x="930735" y="1652690"/>
                  </a:lnTo>
                  <a:lnTo>
                    <a:pt x="930735" y="1650899"/>
                  </a:lnTo>
                  <a:lnTo>
                    <a:pt x="927870" y="1650899"/>
                  </a:lnTo>
                  <a:lnTo>
                    <a:pt x="927870" y="1652690"/>
                  </a:lnTo>
                  <a:close/>
                  <a:moveTo>
                    <a:pt x="1037094" y="1638365"/>
                  </a:moveTo>
                  <a:lnTo>
                    <a:pt x="1039959" y="1638365"/>
                  </a:lnTo>
                  <a:lnTo>
                    <a:pt x="1039959" y="1636575"/>
                  </a:lnTo>
                  <a:lnTo>
                    <a:pt x="1037094" y="1636575"/>
                  </a:lnTo>
                  <a:lnTo>
                    <a:pt x="1037094" y="1638365"/>
                  </a:lnTo>
                  <a:close/>
                  <a:moveTo>
                    <a:pt x="927870" y="1638365"/>
                  </a:moveTo>
                  <a:lnTo>
                    <a:pt x="930735" y="1638365"/>
                  </a:lnTo>
                  <a:lnTo>
                    <a:pt x="930735" y="1636575"/>
                  </a:lnTo>
                  <a:lnTo>
                    <a:pt x="927870" y="1636575"/>
                  </a:lnTo>
                  <a:lnTo>
                    <a:pt x="927870" y="1638365"/>
                  </a:lnTo>
                  <a:close/>
                  <a:moveTo>
                    <a:pt x="1037094" y="1579277"/>
                  </a:moveTo>
                  <a:lnTo>
                    <a:pt x="1039959" y="1579277"/>
                  </a:lnTo>
                  <a:lnTo>
                    <a:pt x="1039959" y="1577486"/>
                  </a:lnTo>
                  <a:lnTo>
                    <a:pt x="1037094" y="1577486"/>
                  </a:lnTo>
                  <a:lnTo>
                    <a:pt x="1037094" y="1579277"/>
                  </a:lnTo>
                  <a:close/>
                  <a:moveTo>
                    <a:pt x="927870" y="1579277"/>
                  </a:moveTo>
                  <a:lnTo>
                    <a:pt x="930735" y="1579277"/>
                  </a:lnTo>
                  <a:lnTo>
                    <a:pt x="930735" y="1577486"/>
                  </a:lnTo>
                  <a:lnTo>
                    <a:pt x="927870" y="1577486"/>
                  </a:lnTo>
                  <a:lnTo>
                    <a:pt x="927870" y="1579277"/>
                  </a:lnTo>
                  <a:close/>
                  <a:moveTo>
                    <a:pt x="1037094" y="1564952"/>
                  </a:moveTo>
                  <a:lnTo>
                    <a:pt x="1039959" y="1564952"/>
                  </a:lnTo>
                  <a:lnTo>
                    <a:pt x="1039959" y="1563161"/>
                  </a:lnTo>
                  <a:lnTo>
                    <a:pt x="1037094" y="1563161"/>
                  </a:lnTo>
                  <a:lnTo>
                    <a:pt x="1037094" y="1564952"/>
                  </a:lnTo>
                  <a:close/>
                  <a:moveTo>
                    <a:pt x="927870" y="1564952"/>
                  </a:moveTo>
                  <a:lnTo>
                    <a:pt x="930735" y="1564952"/>
                  </a:lnTo>
                  <a:lnTo>
                    <a:pt x="930735" y="1563161"/>
                  </a:lnTo>
                  <a:lnTo>
                    <a:pt x="927870" y="1563161"/>
                  </a:lnTo>
                  <a:lnTo>
                    <a:pt x="927870" y="1564952"/>
                  </a:lnTo>
                  <a:close/>
                  <a:moveTo>
                    <a:pt x="1037094" y="1550628"/>
                  </a:moveTo>
                  <a:lnTo>
                    <a:pt x="1039959" y="1550628"/>
                  </a:lnTo>
                  <a:lnTo>
                    <a:pt x="1039959" y="1548837"/>
                  </a:lnTo>
                  <a:lnTo>
                    <a:pt x="1037094" y="1548837"/>
                  </a:lnTo>
                  <a:lnTo>
                    <a:pt x="1037094" y="1550628"/>
                  </a:lnTo>
                  <a:close/>
                  <a:moveTo>
                    <a:pt x="927870" y="1550628"/>
                  </a:moveTo>
                  <a:lnTo>
                    <a:pt x="930735" y="1550628"/>
                  </a:lnTo>
                  <a:lnTo>
                    <a:pt x="930735" y="1548837"/>
                  </a:lnTo>
                  <a:lnTo>
                    <a:pt x="927870" y="1548837"/>
                  </a:lnTo>
                  <a:lnTo>
                    <a:pt x="927870" y="1550628"/>
                  </a:lnTo>
                  <a:close/>
                  <a:moveTo>
                    <a:pt x="1037094" y="1505863"/>
                  </a:moveTo>
                  <a:lnTo>
                    <a:pt x="1039959" y="1505863"/>
                  </a:lnTo>
                  <a:lnTo>
                    <a:pt x="1039959" y="1504073"/>
                  </a:lnTo>
                  <a:lnTo>
                    <a:pt x="1037094" y="1504073"/>
                  </a:lnTo>
                  <a:lnTo>
                    <a:pt x="1037094" y="1505863"/>
                  </a:lnTo>
                  <a:close/>
                  <a:moveTo>
                    <a:pt x="927870" y="1505863"/>
                  </a:moveTo>
                  <a:lnTo>
                    <a:pt x="930735" y="1505863"/>
                  </a:lnTo>
                  <a:lnTo>
                    <a:pt x="930735" y="1504073"/>
                  </a:lnTo>
                  <a:lnTo>
                    <a:pt x="927870" y="1504073"/>
                  </a:lnTo>
                  <a:lnTo>
                    <a:pt x="927870" y="1505863"/>
                  </a:lnTo>
                  <a:close/>
                  <a:moveTo>
                    <a:pt x="1037094" y="1491539"/>
                  </a:moveTo>
                  <a:lnTo>
                    <a:pt x="1039959" y="1491539"/>
                  </a:lnTo>
                  <a:lnTo>
                    <a:pt x="1039959" y="1489748"/>
                  </a:lnTo>
                  <a:lnTo>
                    <a:pt x="1037094" y="1489748"/>
                  </a:lnTo>
                  <a:lnTo>
                    <a:pt x="1037094" y="1491539"/>
                  </a:lnTo>
                  <a:close/>
                  <a:moveTo>
                    <a:pt x="927870" y="1491539"/>
                  </a:moveTo>
                  <a:lnTo>
                    <a:pt x="930735" y="1491539"/>
                  </a:lnTo>
                  <a:lnTo>
                    <a:pt x="930735" y="1489748"/>
                  </a:lnTo>
                  <a:lnTo>
                    <a:pt x="927870" y="1489748"/>
                  </a:lnTo>
                  <a:lnTo>
                    <a:pt x="927870" y="1491539"/>
                  </a:lnTo>
                  <a:close/>
                  <a:moveTo>
                    <a:pt x="1037094" y="1477214"/>
                  </a:moveTo>
                  <a:lnTo>
                    <a:pt x="1039959" y="1477214"/>
                  </a:lnTo>
                  <a:lnTo>
                    <a:pt x="1039959" y="1475424"/>
                  </a:lnTo>
                  <a:lnTo>
                    <a:pt x="1037094" y="1475424"/>
                  </a:lnTo>
                  <a:lnTo>
                    <a:pt x="1037094" y="1477214"/>
                  </a:lnTo>
                  <a:close/>
                  <a:moveTo>
                    <a:pt x="927870" y="1477214"/>
                  </a:moveTo>
                  <a:lnTo>
                    <a:pt x="930735" y="1477214"/>
                  </a:lnTo>
                  <a:lnTo>
                    <a:pt x="930735" y="1475424"/>
                  </a:lnTo>
                  <a:lnTo>
                    <a:pt x="927870" y="1475424"/>
                  </a:lnTo>
                  <a:lnTo>
                    <a:pt x="927870" y="1477214"/>
                  </a:lnTo>
                  <a:close/>
                  <a:moveTo>
                    <a:pt x="1037094" y="1462890"/>
                  </a:moveTo>
                  <a:lnTo>
                    <a:pt x="1039959" y="1462890"/>
                  </a:lnTo>
                  <a:lnTo>
                    <a:pt x="1039959" y="1461099"/>
                  </a:lnTo>
                  <a:lnTo>
                    <a:pt x="1037094" y="1461099"/>
                  </a:lnTo>
                  <a:lnTo>
                    <a:pt x="1037094" y="1462890"/>
                  </a:lnTo>
                  <a:close/>
                  <a:moveTo>
                    <a:pt x="927870" y="1462890"/>
                  </a:moveTo>
                  <a:lnTo>
                    <a:pt x="930735" y="1462890"/>
                  </a:lnTo>
                  <a:lnTo>
                    <a:pt x="930735" y="1461099"/>
                  </a:lnTo>
                  <a:lnTo>
                    <a:pt x="927870" y="1461099"/>
                  </a:lnTo>
                  <a:lnTo>
                    <a:pt x="927870" y="1462890"/>
                  </a:lnTo>
                  <a:close/>
                  <a:moveTo>
                    <a:pt x="1037094" y="1418126"/>
                  </a:moveTo>
                  <a:lnTo>
                    <a:pt x="1039959" y="1418126"/>
                  </a:lnTo>
                  <a:lnTo>
                    <a:pt x="1039959" y="1416335"/>
                  </a:lnTo>
                  <a:lnTo>
                    <a:pt x="1037094" y="1416335"/>
                  </a:lnTo>
                  <a:lnTo>
                    <a:pt x="1037094" y="1418126"/>
                  </a:lnTo>
                  <a:close/>
                  <a:moveTo>
                    <a:pt x="927870" y="1418126"/>
                  </a:moveTo>
                  <a:lnTo>
                    <a:pt x="930735" y="1418126"/>
                  </a:lnTo>
                  <a:lnTo>
                    <a:pt x="930735" y="1416335"/>
                  </a:lnTo>
                  <a:lnTo>
                    <a:pt x="927870" y="1416335"/>
                  </a:lnTo>
                  <a:lnTo>
                    <a:pt x="927870" y="1418126"/>
                  </a:lnTo>
                  <a:close/>
                  <a:moveTo>
                    <a:pt x="1037094" y="1403801"/>
                  </a:moveTo>
                  <a:lnTo>
                    <a:pt x="1039959" y="1403801"/>
                  </a:lnTo>
                  <a:lnTo>
                    <a:pt x="1039959" y="1402011"/>
                  </a:lnTo>
                  <a:lnTo>
                    <a:pt x="1037094" y="1402011"/>
                  </a:lnTo>
                  <a:lnTo>
                    <a:pt x="1037094" y="1403801"/>
                  </a:lnTo>
                  <a:close/>
                  <a:moveTo>
                    <a:pt x="927870" y="1403801"/>
                  </a:moveTo>
                  <a:lnTo>
                    <a:pt x="930735" y="1403801"/>
                  </a:lnTo>
                  <a:lnTo>
                    <a:pt x="930735" y="1402011"/>
                  </a:lnTo>
                  <a:lnTo>
                    <a:pt x="927870" y="1402011"/>
                  </a:lnTo>
                  <a:lnTo>
                    <a:pt x="927870" y="1403801"/>
                  </a:lnTo>
                  <a:close/>
                  <a:moveTo>
                    <a:pt x="1037094" y="1389477"/>
                  </a:moveTo>
                  <a:lnTo>
                    <a:pt x="1039959" y="1389477"/>
                  </a:lnTo>
                  <a:lnTo>
                    <a:pt x="1039959" y="1387686"/>
                  </a:lnTo>
                  <a:lnTo>
                    <a:pt x="1037094" y="1387686"/>
                  </a:lnTo>
                  <a:lnTo>
                    <a:pt x="1037094" y="1389477"/>
                  </a:lnTo>
                  <a:close/>
                  <a:moveTo>
                    <a:pt x="927870" y="1389477"/>
                  </a:moveTo>
                  <a:lnTo>
                    <a:pt x="930735" y="1389477"/>
                  </a:lnTo>
                  <a:lnTo>
                    <a:pt x="930735" y="1387686"/>
                  </a:lnTo>
                  <a:lnTo>
                    <a:pt x="927870" y="1387686"/>
                  </a:lnTo>
                  <a:lnTo>
                    <a:pt x="927870" y="1389477"/>
                  </a:lnTo>
                  <a:close/>
                  <a:moveTo>
                    <a:pt x="1984302" y="1369781"/>
                  </a:moveTo>
                  <a:lnTo>
                    <a:pt x="1987167" y="1369781"/>
                  </a:lnTo>
                  <a:lnTo>
                    <a:pt x="1987167" y="1367990"/>
                  </a:lnTo>
                  <a:lnTo>
                    <a:pt x="1984302" y="1367990"/>
                  </a:lnTo>
                  <a:lnTo>
                    <a:pt x="1984302" y="1369781"/>
                  </a:lnTo>
                  <a:close/>
                  <a:moveTo>
                    <a:pt x="1969977" y="1366558"/>
                  </a:moveTo>
                  <a:lnTo>
                    <a:pt x="1969977" y="1371213"/>
                  </a:lnTo>
                  <a:lnTo>
                    <a:pt x="1974633" y="1371213"/>
                  </a:lnTo>
                  <a:lnTo>
                    <a:pt x="1974633" y="1366558"/>
                  </a:lnTo>
                  <a:lnTo>
                    <a:pt x="1969977" y="1366558"/>
                  </a:lnTo>
                  <a:close/>
                  <a:moveTo>
                    <a:pt x="1955653" y="1369781"/>
                  </a:moveTo>
                  <a:lnTo>
                    <a:pt x="1958518" y="1369781"/>
                  </a:lnTo>
                  <a:lnTo>
                    <a:pt x="1958518" y="1367990"/>
                  </a:lnTo>
                  <a:lnTo>
                    <a:pt x="1955653" y="1367990"/>
                  </a:lnTo>
                  <a:lnTo>
                    <a:pt x="1955653" y="1369781"/>
                  </a:lnTo>
                  <a:close/>
                  <a:moveTo>
                    <a:pt x="1941328" y="1369781"/>
                  </a:moveTo>
                  <a:lnTo>
                    <a:pt x="1944193" y="1369781"/>
                  </a:lnTo>
                  <a:lnTo>
                    <a:pt x="1944193" y="1367990"/>
                  </a:lnTo>
                  <a:lnTo>
                    <a:pt x="1941328" y="1367990"/>
                  </a:lnTo>
                  <a:lnTo>
                    <a:pt x="1941328" y="1369781"/>
                  </a:lnTo>
                  <a:close/>
                  <a:moveTo>
                    <a:pt x="1927004" y="1369781"/>
                  </a:moveTo>
                  <a:lnTo>
                    <a:pt x="1929869" y="1369781"/>
                  </a:lnTo>
                  <a:lnTo>
                    <a:pt x="1929869" y="1367990"/>
                  </a:lnTo>
                  <a:lnTo>
                    <a:pt x="1927004" y="1367990"/>
                  </a:lnTo>
                  <a:lnTo>
                    <a:pt x="1927004" y="1369781"/>
                  </a:lnTo>
                  <a:close/>
                  <a:moveTo>
                    <a:pt x="1910889" y="1366558"/>
                  </a:moveTo>
                  <a:lnTo>
                    <a:pt x="1910889" y="1371213"/>
                  </a:lnTo>
                  <a:lnTo>
                    <a:pt x="1915544" y="1371213"/>
                  </a:lnTo>
                  <a:lnTo>
                    <a:pt x="1915544" y="1366558"/>
                  </a:lnTo>
                  <a:lnTo>
                    <a:pt x="1910889" y="1366558"/>
                  </a:lnTo>
                  <a:close/>
                  <a:moveTo>
                    <a:pt x="1896564" y="1366558"/>
                  </a:moveTo>
                  <a:lnTo>
                    <a:pt x="1896564" y="1371213"/>
                  </a:lnTo>
                  <a:lnTo>
                    <a:pt x="1901220" y="1371213"/>
                  </a:lnTo>
                  <a:lnTo>
                    <a:pt x="1901220" y="1366558"/>
                  </a:lnTo>
                  <a:lnTo>
                    <a:pt x="1896564" y="1366558"/>
                  </a:lnTo>
                  <a:close/>
                  <a:moveTo>
                    <a:pt x="1882240" y="1366558"/>
                  </a:moveTo>
                  <a:lnTo>
                    <a:pt x="1882240" y="1371213"/>
                  </a:lnTo>
                  <a:lnTo>
                    <a:pt x="1886895" y="1371213"/>
                  </a:lnTo>
                  <a:lnTo>
                    <a:pt x="1886895" y="1366558"/>
                  </a:lnTo>
                  <a:lnTo>
                    <a:pt x="1882240" y="1366558"/>
                  </a:lnTo>
                  <a:close/>
                  <a:moveTo>
                    <a:pt x="1867915" y="1369781"/>
                  </a:moveTo>
                  <a:lnTo>
                    <a:pt x="1870780" y="1369781"/>
                  </a:lnTo>
                  <a:lnTo>
                    <a:pt x="1870780" y="1367990"/>
                  </a:lnTo>
                  <a:lnTo>
                    <a:pt x="1867915" y="1367990"/>
                  </a:lnTo>
                  <a:lnTo>
                    <a:pt x="1867915" y="1369781"/>
                  </a:lnTo>
                  <a:close/>
                  <a:moveTo>
                    <a:pt x="1853591" y="1369781"/>
                  </a:moveTo>
                  <a:lnTo>
                    <a:pt x="1856456" y="1369781"/>
                  </a:lnTo>
                  <a:lnTo>
                    <a:pt x="1856456" y="1367990"/>
                  </a:lnTo>
                  <a:lnTo>
                    <a:pt x="1853591" y="1367990"/>
                  </a:lnTo>
                  <a:lnTo>
                    <a:pt x="1853591" y="1369781"/>
                  </a:lnTo>
                  <a:close/>
                  <a:moveTo>
                    <a:pt x="1839266" y="1369781"/>
                  </a:moveTo>
                  <a:lnTo>
                    <a:pt x="1842131" y="1369781"/>
                  </a:lnTo>
                  <a:lnTo>
                    <a:pt x="1842131" y="1367990"/>
                  </a:lnTo>
                  <a:lnTo>
                    <a:pt x="1839266" y="1367990"/>
                  </a:lnTo>
                  <a:lnTo>
                    <a:pt x="1839266" y="1369781"/>
                  </a:lnTo>
                  <a:close/>
                  <a:moveTo>
                    <a:pt x="1823151" y="1366558"/>
                  </a:moveTo>
                  <a:lnTo>
                    <a:pt x="1823151" y="1371213"/>
                  </a:lnTo>
                  <a:lnTo>
                    <a:pt x="1827807" y="1371213"/>
                  </a:lnTo>
                  <a:lnTo>
                    <a:pt x="1827807" y="1366558"/>
                  </a:lnTo>
                  <a:lnTo>
                    <a:pt x="1823151" y="1366558"/>
                  </a:lnTo>
                  <a:close/>
                  <a:moveTo>
                    <a:pt x="1808827" y="1366558"/>
                  </a:moveTo>
                  <a:lnTo>
                    <a:pt x="1808827" y="1371213"/>
                  </a:lnTo>
                  <a:lnTo>
                    <a:pt x="1813482" y="1371213"/>
                  </a:lnTo>
                  <a:lnTo>
                    <a:pt x="1813482" y="1366558"/>
                  </a:lnTo>
                  <a:lnTo>
                    <a:pt x="1808827" y="1366558"/>
                  </a:lnTo>
                  <a:close/>
                  <a:moveTo>
                    <a:pt x="1794502" y="1366558"/>
                  </a:moveTo>
                  <a:lnTo>
                    <a:pt x="1794502" y="1371213"/>
                  </a:lnTo>
                  <a:lnTo>
                    <a:pt x="1799158" y="1371213"/>
                  </a:lnTo>
                  <a:lnTo>
                    <a:pt x="1799158" y="1366558"/>
                  </a:lnTo>
                  <a:lnTo>
                    <a:pt x="1794502" y="1366558"/>
                  </a:lnTo>
                  <a:close/>
                  <a:moveTo>
                    <a:pt x="1780178" y="1369781"/>
                  </a:moveTo>
                  <a:lnTo>
                    <a:pt x="1783043" y="1369781"/>
                  </a:lnTo>
                  <a:lnTo>
                    <a:pt x="1783043" y="1367990"/>
                  </a:lnTo>
                  <a:lnTo>
                    <a:pt x="1780178" y="1367990"/>
                  </a:lnTo>
                  <a:lnTo>
                    <a:pt x="1780178" y="1369781"/>
                  </a:lnTo>
                  <a:close/>
                  <a:moveTo>
                    <a:pt x="1765853" y="1369781"/>
                  </a:moveTo>
                  <a:lnTo>
                    <a:pt x="1768718" y="1369781"/>
                  </a:lnTo>
                  <a:lnTo>
                    <a:pt x="1768718" y="1367990"/>
                  </a:lnTo>
                  <a:lnTo>
                    <a:pt x="1765853" y="1367990"/>
                  </a:lnTo>
                  <a:lnTo>
                    <a:pt x="1765853" y="1369781"/>
                  </a:lnTo>
                  <a:close/>
                  <a:moveTo>
                    <a:pt x="1749738" y="1366558"/>
                  </a:moveTo>
                  <a:lnTo>
                    <a:pt x="1749738" y="1371213"/>
                  </a:lnTo>
                  <a:lnTo>
                    <a:pt x="1754394" y="1371213"/>
                  </a:lnTo>
                  <a:lnTo>
                    <a:pt x="1754394" y="1366558"/>
                  </a:lnTo>
                  <a:lnTo>
                    <a:pt x="1749738" y="1366558"/>
                  </a:lnTo>
                  <a:close/>
                  <a:moveTo>
                    <a:pt x="1735414" y="1366558"/>
                  </a:moveTo>
                  <a:lnTo>
                    <a:pt x="1735414" y="1371213"/>
                  </a:lnTo>
                  <a:lnTo>
                    <a:pt x="1740069" y="1371213"/>
                  </a:lnTo>
                  <a:lnTo>
                    <a:pt x="1740069" y="1366558"/>
                  </a:lnTo>
                  <a:lnTo>
                    <a:pt x="1735414" y="1366558"/>
                  </a:lnTo>
                  <a:close/>
                  <a:moveTo>
                    <a:pt x="1721089" y="1366558"/>
                  </a:moveTo>
                  <a:lnTo>
                    <a:pt x="1721089" y="1371213"/>
                  </a:lnTo>
                  <a:lnTo>
                    <a:pt x="1725745" y="1371213"/>
                  </a:lnTo>
                  <a:lnTo>
                    <a:pt x="1725745" y="1366558"/>
                  </a:lnTo>
                  <a:lnTo>
                    <a:pt x="1721089" y="1366558"/>
                  </a:lnTo>
                  <a:close/>
                  <a:moveTo>
                    <a:pt x="1706765" y="1369781"/>
                  </a:moveTo>
                  <a:lnTo>
                    <a:pt x="1709630" y="1369781"/>
                  </a:lnTo>
                  <a:lnTo>
                    <a:pt x="1709630" y="1367990"/>
                  </a:lnTo>
                  <a:lnTo>
                    <a:pt x="1706765" y="1367990"/>
                  </a:lnTo>
                  <a:lnTo>
                    <a:pt x="1706765" y="1369781"/>
                  </a:lnTo>
                  <a:close/>
                  <a:moveTo>
                    <a:pt x="1692440" y="1369781"/>
                  </a:moveTo>
                  <a:lnTo>
                    <a:pt x="1695305" y="1369781"/>
                  </a:lnTo>
                  <a:lnTo>
                    <a:pt x="1695305" y="1367990"/>
                  </a:lnTo>
                  <a:lnTo>
                    <a:pt x="1692440" y="1367990"/>
                  </a:lnTo>
                  <a:lnTo>
                    <a:pt x="1692440" y="1369781"/>
                  </a:lnTo>
                  <a:close/>
                  <a:moveTo>
                    <a:pt x="1678116" y="1369781"/>
                  </a:moveTo>
                  <a:lnTo>
                    <a:pt x="1680981" y="1369781"/>
                  </a:lnTo>
                  <a:lnTo>
                    <a:pt x="1680981" y="1367990"/>
                  </a:lnTo>
                  <a:lnTo>
                    <a:pt x="1678116" y="1367990"/>
                  </a:lnTo>
                  <a:lnTo>
                    <a:pt x="1678116" y="1369781"/>
                  </a:lnTo>
                  <a:close/>
                  <a:moveTo>
                    <a:pt x="1662001" y="1366558"/>
                  </a:moveTo>
                  <a:lnTo>
                    <a:pt x="1662001" y="1371213"/>
                  </a:lnTo>
                  <a:lnTo>
                    <a:pt x="1666656" y="1371213"/>
                  </a:lnTo>
                  <a:lnTo>
                    <a:pt x="1666656" y="1366558"/>
                  </a:lnTo>
                  <a:lnTo>
                    <a:pt x="1662001" y="1366558"/>
                  </a:lnTo>
                  <a:close/>
                  <a:moveTo>
                    <a:pt x="1647676" y="1366558"/>
                  </a:moveTo>
                  <a:lnTo>
                    <a:pt x="1647676" y="1371213"/>
                  </a:lnTo>
                  <a:lnTo>
                    <a:pt x="1652332" y="1371213"/>
                  </a:lnTo>
                  <a:lnTo>
                    <a:pt x="1652332" y="1366558"/>
                  </a:lnTo>
                  <a:lnTo>
                    <a:pt x="1647676" y="1366558"/>
                  </a:lnTo>
                  <a:close/>
                  <a:moveTo>
                    <a:pt x="1633352" y="1366558"/>
                  </a:moveTo>
                  <a:lnTo>
                    <a:pt x="1633352" y="1371213"/>
                  </a:lnTo>
                  <a:lnTo>
                    <a:pt x="1638007" y="1371213"/>
                  </a:lnTo>
                  <a:lnTo>
                    <a:pt x="1638007" y="1366558"/>
                  </a:lnTo>
                  <a:lnTo>
                    <a:pt x="1633352" y="1366558"/>
                  </a:lnTo>
                  <a:close/>
                  <a:moveTo>
                    <a:pt x="1619027" y="1369781"/>
                  </a:moveTo>
                  <a:lnTo>
                    <a:pt x="1621892" y="1369781"/>
                  </a:lnTo>
                  <a:lnTo>
                    <a:pt x="1621892" y="1367990"/>
                  </a:lnTo>
                  <a:lnTo>
                    <a:pt x="1619027" y="1367990"/>
                  </a:lnTo>
                  <a:lnTo>
                    <a:pt x="1619027" y="1369781"/>
                  </a:lnTo>
                  <a:close/>
                  <a:moveTo>
                    <a:pt x="1604703" y="1369781"/>
                  </a:moveTo>
                  <a:lnTo>
                    <a:pt x="1607567" y="1369781"/>
                  </a:lnTo>
                  <a:lnTo>
                    <a:pt x="1607567" y="1367990"/>
                  </a:lnTo>
                  <a:lnTo>
                    <a:pt x="1604703" y="1367990"/>
                  </a:lnTo>
                  <a:lnTo>
                    <a:pt x="1604703" y="1369781"/>
                  </a:lnTo>
                  <a:close/>
                  <a:moveTo>
                    <a:pt x="1588587" y="1366558"/>
                  </a:moveTo>
                  <a:lnTo>
                    <a:pt x="1588587" y="1371213"/>
                  </a:lnTo>
                  <a:lnTo>
                    <a:pt x="1593243" y="1371213"/>
                  </a:lnTo>
                  <a:lnTo>
                    <a:pt x="1593243" y="1366558"/>
                  </a:lnTo>
                  <a:lnTo>
                    <a:pt x="1588587" y="1366558"/>
                  </a:lnTo>
                  <a:close/>
                  <a:moveTo>
                    <a:pt x="1574263" y="1366558"/>
                  </a:moveTo>
                  <a:lnTo>
                    <a:pt x="1574263" y="1371213"/>
                  </a:lnTo>
                  <a:lnTo>
                    <a:pt x="1578918" y="1371213"/>
                  </a:lnTo>
                  <a:lnTo>
                    <a:pt x="1578918" y="1366558"/>
                  </a:lnTo>
                  <a:lnTo>
                    <a:pt x="1574263" y="1366558"/>
                  </a:lnTo>
                  <a:close/>
                  <a:moveTo>
                    <a:pt x="1559938" y="1366558"/>
                  </a:moveTo>
                  <a:lnTo>
                    <a:pt x="1559938" y="1371213"/>
                  </a:lnTo>
                  <a:lnTo>
                    <a:pt x="1564594" y="1371213"/>
                  </a:lnTo>
                  <a:lnTo>
                    <a:pt x="1564594" y="1366558"/>
                  </a:lnTo>
                  <a:lnTo>
                    <a:pt x="1559938" y="1366558"/>
                  </a:lnTo>
                  <a:close/>
                  <a:moveTo>
                    <a:pt x="1545614" y="1369781"/>
                  </a:moveTo>
                  <a:lnTo>
                    <a:pt x="1548479" y="1369781"/>
                  </a:lnTo>
                  <a:lnTo>
                    <a:pt x="1548479" y="1367990"/>
                  </a:lnTo>
                  <a:lnTo>
                    <a:pt x="1545614" y="1367990"/>
                  </a:lnTo>
                  <a:lnTo>
                    <a:pt x="1545614" y="1369781"/>
                  </a:lnTo>
                  <a:close/>
                  <a:moveTo>
                    <a:pt x="1531289" y="1369781"/>
                  </a:moveTo>
                  <a:lnTo>
                    <a:pt x="1534154" y="1369781"/>
                  </a:lnTo>
                  <a:lnTo>
                    <a:pt x="1534154" y="1367990"/>
                  </a:lnTo>
                  <a:lnTo>
                    <a:pt x="1531289" y="1367990"/>
                  </a:lnTo>
                  <a:lnTo>
                    <a:pt x="1531289" y="1369781"/>
                  </a:lnTo>
                  <a:close/>
                  <a:moveTo>
                    <a:pt x="1516965" y="1369781"/>
                  </a:moveTo>
                  <a:lnTo>
                    <a:pt x="1519830" y="1369781"/>
                  </a:lnTo>
                  <a:lnTo>
                    <a:pt x="1519830" y="1367990"/>
                  </a:lnTo>
                  <a:lnTo>
                    <a:pt x="1516965" y="1367990"/>
                  </a:lnTo>
                  <a:lnTo>
                    <a:pt x="1516965" y="1369781"/>
                  </a:lnTo>
                  <a:close/>
                  <a:moveTo>
                    <a:pt x="1500850" y="1366558"/>
                  </a:moveTo>
                  <a:lnTo>
                    <a:pt x="1500850" y="1371213"/>
                  </a:lnTo>
                  <a:lnTo>
                    <a:pt x="1505505" y="1371213"/>
                  </a:lnTo>
                  <a:lnTo>
                    <a:pt x="1505505" y="1366558"/>
                  </a:lnTo>
                  <a:lnTo>
                    <a:pt x="1500850" y="1366558"/>
                  </a:lnTo>
                  <a:close/>
                  <a:moveTo>
                    <a:pt x="1486525" y="1366558"/>
                  </a:moveTo>
                  <a:lnTo>
                    <a:pt x="1486525" y="1371213"/>
                  </a:lnTo>
                  <a:lnTo>
                    <a:pt x="1491181" y="1371213"/>
                  </a:lnTo>
                  <a:lnTo>
                    <a:pt x="1491181" y="1366558"/>
                  </a:lnTo>
                  <a:lnTo>
                    <a:pt x="1486525" y="1366558"/>
                  </a:lnTo>
                  <a:close/>
                  <a:moveTo>
                    <a:pt x="1472201" y="1366558"/>
                  </a:moveTo>
                  <a:lnTo>
                    <a:pt x="1472201" y="1371213"/>
                  </a:lnTo>
                  <a:lnTo>
                    <a:pt x="1476856" y="1371213"/>
                  </a:lnTo>
                  <a:lnTo>
                    <a:pt x="1476856" y="1366558"/>
                  </a:lnTo>
                  <a:lnTo>
                    <a:pt x="1472201" y="1366558"/>
                  </a:lnTo>
                  <a:close/>
                  <a:moveTo>
                    <a:pt x="1457876" y="1369781"/>
                  </a:moveTo>
                  <a:lnTo>
                    <a:pt x="1460741" y="1369781"/>
                  </a:lnTo>
                  <a:lnTo>
                    <a:pt x="1460741" y="1367990"/>
                  </a:lnTo>
                  <a:lnTo>
                    <a:pt x="1457876" y="1367990"/>
                  </a:lnTo>
                  <a:lnTo>
                    <a:pt x="1457876" y="1369781"/>
                  </a:lnTo>
                  <a:close/>
                  <a:moveTo>
                    <a:pt x="1443552" y="1369781"/>
                  </a:moveTo>
                  <a:lnTo>
                    <a:pt x="1446417" y="1369781"/>
                  </a:lnTo>
                  <a:lnTo>
                    <a:pt x="1446417" y="1367990"/>
                  </a:lnTo>
                  <a:lnTo>
                    <a:pt x="1443552" y="1367990"/>
                  </a:lnTo>
                  <a:lnTo>
                    <a:pt x="1443552" y="1369781"/>
                  </a:lnTo>
                  <a:close/>
                  <a:moveTo>
                    <a:pt x="1429227" y="1369781"/>
                  </a:moveTo>
                  <a:lnTo>
                    <a:pt x="1432092" y="1369781"/>
                  </a:lnTo>
                  <a:lnTo>
                    <a:pt x="1432092" y="1367990"/>
                  </a:lnTo>
                  <a:lnTo>
                    <a:pt x="1429227" y="1367990"/>
                  </a:lnTo>
                  <a:lnTo>
                    <a:pt x="1429227" y="1369781"/>
                  </a:lnTo>
                  <a:close/>
                  <a:moveTo>
                    <a:pt x="1413112" y="1366558"/>
                  </a:moveTo>
                  <a:lnTo>
                    <a:pt x="1413112" y="1371213"/>
                  </a:lnTo>
                  <a:lnTo>
                    <a:pt x="1417768" y="1371213"/>
                  </a:lnTo>
                  <a:lnTo>
                    <a:pt x="1417768" y="1366558"/>
                  </a:lnTo>
                  <a:lnTo>
                    <a:pt x="1413112" y="1366558"/>
                  </a:lnTo>
                  <a:close/>
                  <a:moveTo>
                    <a:pt x="1398788" y="1366558"/>
                  </a:moveTo>
                  <a:lnTo>
                    <a:pt x="1398788" y="1371213"/>
                  </a:lnTo>
                  <a:lnTo>
                    <a:pt x="1403443" y="1371213"/>
                  </a:lnTo>
                  <a:lnTo>
                    <a:pt x="1403443" y="1366558"/>
                  </a:lnTo>
                  <a:lnTo>
                    <a:pt x="1398788" y="1366558"/>
                  </a:lnTo>
                  <a:close/>
                  <a:moveTo>
                    <a:pt x="1384463" y="1366558"/>
                  </a:moveTo>
                  <a:lnTo>
                    <a:pt x="1384463" y="1371213"/>
                  </a:lnTo>
                  <a:lnTo>
                    <a:pt x="1389119" y="1371213"/>
                  </a:lnTo>
                  <a:lnTo>
                    <a:pt x="1389119" y="1366558"/>
                  </a:lnTo>
                  <a:lnTo>
                    <a:pt x="1384463" y="1366558"/>
                  </a:lnTo>
                  <a:close/>
                  <a:moveTo>
                    <a:pt x="1370139" y="1369781"/>
                  </a:moveTo>
                  <a:lnTo>
                    <a:pt x="1373004" y="1369781"/>
                  </a:lnTo>
                  <a:lnTo>
                    <a:pt x="1373004" y="1367990"/>
                  </a:lnTo>
                  <a:lnTo>
                    <a:pt x="1370139" y="1367990"/>
                  </a:lnTo>
                  <a:lnTo>
                    <a:pt x="1370139" y="1369781"/>
                  </a:lnTo>
                  <a:close/>
                  <a:moveTo>
                    <a:pt x="1355814" y="1369781"/>
                  </a:moveTo>
                  <a:lnTo>
                    <a:pt x="1358679" y="1369781"/>
                  </a:lnTo>
                  <a:lnTo>
                    <a:pt x="1358679" y="1367990"/>
                  </a:lnTo>
                  <a:lnTo>
                    <a:pt x="1355814" y="1367990"/>
                  </a:lnTo>
                  <a:lnTo>
                    <a:pt x="1355814" y="1369781"/>
                  </a:lnTo>
                  <a:close/>
                  <a:moveTo>
                    <a:pt x="1339699" y="1366558"/>
                  </a:moveTo>
                  <a:lnTo>
                    <a:pt x="1339699" y="1371213"/>
                  </a:lnTo>
                  <a:lnTo>
                    <a:pt x="1344355" y="1371213"/>
                  </a:lnTo>
                  <a:lnTo>
                    <a:pt x="1344355" y="1366558"/>
                  </a:lnTo>
                  <a:lnTo>
                    <a:pt x="1339699" y="1366558"/>
                  </a:lnTo>
                  <a:close/>
                  <a:moveTo>
                    <a:pt x="1325375" y="1366558"/>
                  </a:moveTo>
                  <a:lnTo>
                    <a:pt x="1325375" y="1371213"/>
                  </a:lnTo>
                  <a:lnTo>
                    <a:pt x="1330030" y="1371213"/>
                  </a:lnTo>
                  <a:lnTo>
                    <a:pt x="1330030" y="1366558"/>
                  </a:lnTo>
                  <a:lnTo>
                    <a:pt x="1325375" y="1366558"/>
                  </a:lnTo>
                  <a:close/>
                  <a:moveTo>
                    <a:pt x="1311050" y="1366558"/>
                  </a:moveTo>
                  <a:lnTo>
                    <a:pt x="1311050" y="1371213"/>
                  </a:lnTo>
                  <a:lnTo>
                    <a:pt x="1315706" y="1371213"/>
                  </a:lnTo>
                  <a:lnTo>
                    <a:pt x="1315706" y="1366558"/>
                  </a:lnTo>
                  <a:lnTo>
                    <a:pt x="1311050" y="1366558"/>
                  </a:lnTo>
                  <a:close/>
                  <a:moveTo>
                    <a:pt x="1296726" y="1369781"/>
                  </a:moveTo>
                  <a:lnTo>
                    <a:pt x="1299591" y="1369781"/>
                  </a:lnTo>
                  <a:lnTo>
                    <a:pt x="1299591" y="1367990"/>
                  </a:lnTo>
                  <a:lnTo>
                    <a:pt x="1296726" y="1367990"/>
                  </a:lnTo>
                  <a:lnTo>
                    <a:pt x="1296726" y="1369781"/>
                  </a:lnTo>
                  <a:close/>
                  <a:moveTo>
                    <a:pt x="1282401" y="1369781"/>
                  </a:moveTo>
                  <a:lnTo>
                    <a:pt x="1285266" y="1369781"/>
                  </a:lnTo>
                  <a:lnTo>
                    <a:pt x="1285266" y="1367990"/>
                  </a:lnTo>
                  <a:lnTo>
                    <a:pt x="1282401" y="1367990"/>
                  </a:lnTo>
                  <a:lnTo>
                    <a:pt x="1282401" y="1369781"/>
                  </a:lnTo>
                  <a:close/>
                  <a:moveTo>
                    <a:pt x="1268077" y="1369781"/>
                  </a:moveTo>
                  <a:lnTo>
                    <a:pt x="1270942" y="1369781"/>
                  </a:lnTo>
                  <a:lnTo>
                    <a:pt x="1270942" y="1367990"/>
                  </a:lnTo>
                  <a:lnTo>
                    <a:pt x="1268077" y="1367990"/>
                  </a:lnTo>
                  <a:lnTo>
                    <a:pt x="1268077" y="1369781"/>
                  </a:lnTo>
                  <a:close/>
                  <a:moveTo>
                    <a:pt x="1251962" y="1366558"/>
                  </a:moveTo>
                  <a:lnTo>
                    <a:pt x="1251962" y="1371213"/>
                  </a:lnTo>
                  <a:lnTo>
                    <a:pt x="1256617" y="1371213"/>
                  </a:lnTo>
                  <a:lnTo>
                    <a:pt x="1256617" y="1366558"/>
                  </a:lnTo>
                  <a:lnTo>
                    <a:pt x="1251962" y="1366558"/>
                  </a:lnTo>
                  <a:close/>
                  <a:moveTo>
                    <a:pt x="1237637" y="1366558"/>
                  </a:moveTo>
                  <a:lnTo>
                    <a:pt x="1237637" y="1371213"/>
                  </a:lnTo>
                  <a:lnTo>
                    <a:pt x="1242293" y="1371213"/>
                  </a:lnTo>
                  <a:lnTo>
                    <a:pt x="1242293" y="1366558"/>
                  </a:lnTo>
                  <a:lnTo>
                    <a:pt x="1237637" y="1366558"/>
                  </a:lnTo>
                  <a:close/>
                  <a:moveTo>
                    <a:pt x="1223313" y="1366558"/>
                  </a:moveTo>
                  <a:lnTo>
                    <a:pt x="1223313" y="1371213"/>
                  </a:lnTo>
                  <a:lnTo>
                    <a:pt x="1227968" y="1371213"/>
                  </a:lnTo>
                  <a:lnTo>
                    <a:pt x="1227968" y="1366558"/>
                  </a:lnTo>
                  <a:lnTo>
                    <a:pt x="1223313" y="1366558"/>
                  </a:lnTo>
                  <a:close/>
                  <a:moveTo>
                    <a:pt x="1208988" y="1369781"/>
                  </a:moveTo>
                  <a:lnTo>
                    <a:pt x="1211853" y="1369781"/>
                  </a:lnTo>
                  <a:lnTo>
                    <a:pt x="1211853" y="1367990"/>
                  </a:lnTo>
                  <a:lnTo>
                    <a:pt x="1208988" y="1367990"/>
                  </a:lnTo>
                  <a:lnTo>
                    <a:pt x="1208988" y="1369781"/>
                  </a:lnTo>
                  <a:close/>
                  <a:moveTo>
                    <a:pt x="1194664" y="1369781"/>
                  </a:moveTo>
                  <a:lnTo>
                    <a:pt x="1197529" y="1369781"/>
                  </a:lnTo>
                  <a:lnTo>
                    <a:pt x="1197529" y="1367990"/>
                  </a:lnTo>
                  <a:lnTo>
                    <a:pt x="1194664" y="1367990"/>
                  </a:lnTo>
                  <a:lnTo>
                    <a:pt x="1194664" y="1369781"/>
                  </a:lnTo>
                  <a:close/>
                  <a:moveTo>
                    <a:pt x="1178549" y="1366558"/>
                  </a:moveTo>
                  <a:lnTo>
                    <a:pt x="1178549" y="1371213"/>
                  </a:lnTo>
                  <a:lnTo>
                    <a:pt x="1183204" y="1371213"/>
                  </a:lnTo>
                  <a:lnTo>
                    <a:pt x="1183204" y="1366558"/>
                  </a:lnTo>
                  <a:lnTo>
                    <a:pt x="1178549" y="1366558"/>
                  </a:lnTo>
                  <a:close/>
                  <a:moveTo>
                    <a:pt x="1164224" y="1366558"/>
                  </a:moveTo>
                  <a:lnTo>
                    <a:pt x="1164224" y="1371213"/>
                  </a:lnTo>
                  <a:lnTo>
                    <a:pt x="1168880" y="1371213"/>
                  </a:lnTo>
                  <a:lnTo>
                    <a:pt x="1168880" y="1366558"/>
                  </a:lnTo>
                  <a:lnTo>
                    <a:pt x="1164224" y="1366558"/>
                  </a:lnTo>
                  <a:close/>
                  <a:moveTo>
                    <a:pt x="1149900" y="1366558"/>
                  </a:moveTo>
                  <a:lnTo>
                    <a:pt x="1149900" y="1371213"/>
                  </a:lnTo>
                  <a:lnTo>
                    <a:pt x="1154555" y="1371213"/>
                  </a:lnTo>
                  <a:lnTo>
                    <a:pt x="1154555" y="1366558"/>
                  </a:lnTo>
                  <a:lnTo>
                    <a:pt x="1149900" y="1366558"/>
                  </a:lnTo>
                  <a:close/>
                  <a:moveTo>
                    <a:pt x="1135575" y="1369781"/>
                  </a:moveTo>
                  <a:lnTo>
                    <a:pt x="1138440" y="1369781"/>
                  </a:lnTo>
                  <a:lnTo>
                    <a:pt x="1138440" y="1367990"/>
                  </a:lnTo>
                  <a:lnTo>
                    <a:pt x="1135575" y="1367990"/>
                  </a:lnTo>
                  <a:lnTo>
                    <a:pt x="1135575" y="1369781"/>
                  </a:lnTo>
                  <a:close/>
                  <a:moveTo>
                    <a:pt x="1121251" y="1369781"/>
                  </a:moveTo>
                  <a:lnTo>
                    <a:pt x="1124115" y="1369781"/>
                  </a:lnTo>
                  <a:lnTo>
                    <a:pt x="1124115" y="1367990"/>
                  </a:lnTo>
                  <a:lnTo>
                    <a:pt x="1121251" y="1367990"/>
                  </a:lnTo>
                  <a:lnTo>
                    <a:pt x="1121251" y="1369781"/>
                  </a:lnTo>
                  <a:close/>
                  <a:moveTo>
                    <a:pt x="1106926" y="1369781"/>
                  </a:moveTo>
                  <a:lnTo>
                    <a:pt x="1109791" y="1369781"/>
                  </a:lnTo>
                  <a:lnTo>
                    <a:pt x="1109791" y="1367990"/>
                  </a:lnTo>
                  <a:lnTo>
                    <a:pt x="1106926" y="1367990"/>
                  </a:lnTo>
                  <a:lnTo>
                    <a:pt x="1106926" y="1369781"/>
                  </a:lnTo>
                  <a:close/>
                  <a:moveTo>
                    <a:pt x="1090811" y="1366558"/>
                  </a:moveTo>
                  <a:lnTo>
                    <a:pt x="1090811" y="1371213"/>
                  </a:lnTo>
                  <a:lnTo>
                    <a:pt x="1095466" y="1371213"/>
                  </a:lnTo>
                  <a:lnTo>
                    <a:pt x="1095466" y="1366558"/>
                  </a:lnTo>
                  <a:lnTo>
                    <a:pt x="1090811" y="1366558"/>
                  </a:lnTo>
                  <a:close/>
                  <a:moveTo>
                    <a:pt x="1076486" y="1366558"/>
                  </a:moveTo>
                  <a:lnTo>
                    <a:pt x="1076486" y="1371213"/>
                  </a:lnTo>
                  <a:lnTo>
                    <a:pt x="1081142" y="1371213"/>
                  </a:lnTo>
                  <a:lnTo>
                    <a:pt x="1081142" y="1366558"/>
                  </a:lnTo>
                  <a:lnTo>
                    <a:pt x="1076486" y="1366558"/>
                  </a:lnTo>
                  <a:close/>
                  <a:moveTo>
                    <a:pt x="1062162" y="1366558"/>
                  </a:moveTo>
                  <a:lnTo>
                    <a:pt x="1062162" y="1371213"/>
                  </a:lnTo>
                  <a:lnTo>
                    <a:pt x="1066817" y="1371213"/>
                  </a:lnTo>
                  <a:lnTo>
                    <a:pt x="1066817" y="1366558"/>
                  </a:lnTo>
                  <a:lnTo>
                    <a:pt x="1062162" y="1366558"/>
                  </a:lnTo>
                  <a:close/>
                  <a:moveTo>
                    <a:pt x="1047837" y="1369781"/>
                  </a:moveTo>
                  <a:lnTo>
                    <a:pt x="1050702" y="1369781"/>
                  </a:lnTo>
                  <a:lnTo>
                    <a:pt x="1050702" y="1367990"/>
                  </a:lnTo>
                  <a:lnTo>
                    <a:pt x="1047837" y="1367990"/>
                  </a:lnTo>
                  <a:lnTo>
                    <a:pt x="1047837" y="1369781"/>
                  </a:lnTo>
                  <a:close/>
                  <a:moveTo>
                    <a:pt x="1033513" y="1369781"/>
                  </a:moveTo>
                  <a:lnTo>
                    <a:pt x="1036378" y="1369781"/>
                  </a:lnTo>
                  <a:lnTo>
                    <a:pt x="1036378" y="1367990"/>
                  </a:lnTo>
                  <a:lnTo>
                    <a:pt x="1033513" y="1367990"/>
                  </a:lnTo>
                  <a:lnTo>
                    <a:pt x="1033513" y="1369781"/>
                  </a:lnTo>
                  <a:close/>
                  <a:moveTo>
                    <a:pt x="1019188" y="1369781"/>
                  </a:moveTo>
                  <a:lnTo>
                    <a:pt x="1022053" y="1369781"/>
                  </a:lnTo>
                  <a:lnTo>
                    <a:pt x="1022053" y="1367990"/>
                  </a:lnTo>
                  <a:lnTo>
                    <a:pt x="1019188" y="1367990"/>
                  </a:lnTo>
                  <a:lnTo>
                    <a:pt x="1019188" y="1369781"/>
                  </a:lnTo>
                  <a:close/>
                  <a:moveTo>
                    <a:pt x="1003073" y="1366558"/>
                  </a:moveTo>
                  <a:lnTo>
                    <a:pt x="1003073" y="1371213"/>
                  </a:lnTo>
                  <a:lnTo>
                    <a:pt x="1007729" y="1371213"/>
                  </a:lnTo>
                  <a:lnTo>
                    <a:pt x="1007729" y="1366558"/>
                  </a:lnTo>
                  <a:lnTo>
                    <a:pt x="1003073" y="1366558"/>
                  </a:lnTo>
                  <a:close/>
                  <a:moveTo>
                    <a:pt x="988749" y="1366558"/>
                  </a:moveTo>
                  <a:lnTo>
                    <a:pt x="988749" y="1371213"/>
                  </a:lnTo>
                  <a:lnTo>
                    <a:pt x="993404" y="1371213"/>
                  </a:lnTo>
                  <a:lnTo>
                    <a:pt x="993404" y="1366558"/>
                  </a:lnTo>
                  <a:lnTo>
                    <a:pt x="988749" y="1366558"/>
                  </a:lnTo>
                  <a:close/>
                  <a:moveTo>
                    <a:pt x="974424" y="1366558"/>
                  </a:moveTo>
                  <a:lnTo>
                    <a:pt x="974424" y="1371213"/>
                  </a:lnTo>
                  <a:lnTo>
                    <a:pt x="979080" y="1371213"/>
                  </a:lnTo>
                  <a:lnTo>
                    <a:pt x="979080" y="1366558"/>
                  </a:lnTo>
                  <a:lnTo>
                    <a:pt x="974424" y="1366558"/>
                  </a:lnTo>
                  <a:close/>
                  <a:moveTo>
                    <a:pt x="960100" y="1369781"/>
                  </a:moveTo>
                  <a:lnTo>
                    <a:pt x="962965" y="1369781"/>
                  </a:lnTo>
                  <a:lnTo>
                    <a:pt x="962965" y="1367990"/>
                  </a:lnTo>
                  <a:lnTo>
                    <a:pt x="960100" y="1367990"/>
                  </a:lnTo>
                  <a:lnTo>
                    <a:pt x="960100" y="1369781"/>
                  </a:lnTo>
                  <a:close/>
                  <a:moveTo>
                    <a:pt x="945775" y="1369781"/>
                  </a:moveTo>
                  <a:lnTo>
                    <a:pt x="948640" y="1369781"/>
                  </a:lnTo>
                  <a:lnTo>
                    <a:pt x="948640" y="1367990"/>
                  </a:lnTo>
                  <a:lnTo>
                    <a:pt x="945775" y="1367990"/>
                  </a:lnTo>
                  <a:lnTo>
                    <a:pt x="945775" y="1369781"/>
                  </a:lnTo>
                  <a:close/>
                  <a:moveTo>
                    <a:pt x="929660" y="1366558"/>
                  </a:moveTo>
                  <a:lnTo>
                    <a:pt x="929660" y="1371213"/>
                  </a:lnTo>
                  <a:lnTo>
                    <a:pt x="934316" y="1371213"/>
                  </a:lnTo>
                  <a:lnTo>
                    <a:pt x="934316" y="1366558"/>
                  </a:lnTo>
                  <a:lnTo>
                    <a:pt x="929660" y="1366558"/>
                  </a:lnTo>
                  <a:close/>
                  <a:moveTo>
                    <a:pt x="915336" y="1366558"/>
                  </a:moveTo>
                  <a:lnTo>
                    <a:pt x="915336" y="1371213"/>
                  </a:lnTo>
                  <a:lnTo>
                    <a:pt x="919991" y="1371213"/>
                  </a:lnTo>
                  <a:lnTo>
                    <a:pt x="919991" y="1366558"/>
                  </a:lnTo>
                  <a:lnTo>
                    <a:pt x="915336" y="1366558"/>
                  </a:lnTo>
                  <a:close/>
                  <a:moveTo>
                    <a:pt x="901011" y="1366558"/>
                  </a:moveTo>
                  <a:lnTo>
                    <a:pt x="901011" y="1371213"/>
                  </a:lnTo>
                  <a:lnTo>
                    <a:pt x="905667" y="1371213"/>
                  </a:lnTo>
                  <a:lnTo>
                    <a:pt x="905667" y="1366558"/>
                  </a:lnTo>
                  <a:lnTo>
                    <a:pt x="901011" y="1366558"/>
                  </a:lnTo>
                  <a:close/>
                  <a:moveTo>
                    <a:pt x="886687" y="1369781"/>
                  </a:moveTo>
                  <a:lnTo>
                    <a:pt x="889552" y="1369781"/>
                  </a:lnTo>
                  <a:lnTo>
                    <a:pt x="889552" y="1367990"/>
                  </a:lnTo>
                  <a:lnTo>
                    <a:pt x="886687" y="1367990"/>
                  </a:lnTo>
                  <a:lnTo>
                    <a:pt x="886687" y="1369781"/>
                  </a:lnTo>
                  <a:close/>
                  <a:moveTo>
                    <a:pt x="872362" y="1369781"/>
                  </a:moveTo>
                  <a:lnTo>
                    <a:pt x="875227" y="1369781"/>
                  </a:lnTo>
                  <a:lnTo>
                    <a:pt x="875227" y="1367990"/>
                  </a:lnTo>
                  <a:lnTo>
                    <a:pt x="872362" y="1367990"/>
                  </a:lnTo>
                  <a:lnTo>
                    <a:pt x="872362" y="1369781"/>
                  </a:lnTo>
                  <a:close/>
                  <a:moveTo>
                    <a:pt x="858038" y="1369781"/>
                  </a:moveTo>
                  <a:lnTo>
                    <a:pt x="860903" y="1369781"/>
                  </a:lnTo>
                  <a:lnTo>
                    <a:pt x="860903" y="1367990"/>
                  </a:lnTo>
                  <a:lnTo>
                    <a:pt x="858038" y="1367990"/>
                  </a:lnTo>
                  <a:lnTo>
                    <a:pt x="858038" y="1369781"/>
                  </a:lnTo>
                  <a:close/>
                  <a:moveTo>
                    <a:pt x="841923" y="1366558"/>
                  </a:moveTo>
                  <a:lnTo>
                    <a:pt x="841923" y="1371213"/>
                  </a:lnTo>
                  <a:lnTo>
                    <a:pt x="846578" y="1371213"/>
                  </a:lnTo>
                  <a:lnTo>
                    <a:pt x="846578" y="1366558"/>
                  </a:lnTo>
                  <a:lnTo>
                    <a:pt x="841923" y="1366558"/>
                  </a:lnTo>
                  <a:close/>
                  <a:moveTo>
                    <a:pt x="827598" y="1366558"/>
                  </a:moveTo>
                  <a:lnTo>
                    <a:pt x="827598" y="1371213"/>
                  </a:lnTo>
                  <a:lnTo>
                    <a:pt x="832254" y="1371213"/>
                  </a:lnTo>
                  <a:lnTo>
                    <a:pt x="832254" y="1366558"/>
                  </a:lnTo>
                  <a:lnTo>
                    <a:pt x="827598" y="1366558"/>
                  </a:lnTo>
                  <a:close/>
                  <a:moveTo>
                    <a:pt x="813274" y="1366558"/>
                  </a:moveTo>
                  <a:lnTo>
                    <a:pt x="813274" y="1371213"/>
                  </a:lnTo>
                  <a:lnTo>
                    <a:pt x="817929" y="1371213"/>
                  </a:lnTo>
                  <a:lnTo>
                    <a:pt x="817929" y="1366558"/>
                  </a:lnTo>
                  <a:lnTo>
                    <a:pt x="813274" y="1366558"/>
                  </a:lnTo>
                  <a:close/>
                  <a:moveTo>
                    <a:pt x="798949" y="1369781"/>
                  </a:moveTo>
                  <a:lnTo>
                    <a:pt x="801814" y="1369781"/>
                  </a:lnTo>
                  <a:lnTo>
                    <a:pt x="801814" y="1367990"/>
                  </a:lnTo>
                  <a:lnTo>
                    <a:pt x="798949" y="1367990"/>
                  </a:lnTo>
                  <a:lnTo>
                    <a:pt x="798949" y="1369781"/>
                  </a:lnTo>
                  <a:close/>
                  <a:moveTo>
                    <a:pt x="784625" y="1369781"/>
                  </a:moveTo>
                  <a:lnTo>
                    <a:pt x="787490" y="1369781"/>
                  </a:lnTo>
                  <a:lnTo>
                    <a:pt x="787490" y="1367990"/>
                  </a:lnTo>
                  <a:lnTo>
                    <a:pt x="784625" y="1367990"/>
                  </a:lnTo>
                  <a:lnTo>
                    <a:pt x="784625" y="1369781"/>
                  </a:lnTo>
                  <a:close/>
                  <a:moveTo>
                    <a:pt x="768510" y="1366558"/>
                  </a:moveTo>
                  <a:lnTo>
                    <a:pt x="768510" y="1371213"/>
                  </a:lnTo>
                  <a:lnTo>
                    <a:pt x="773165" y="1371213"/>
                  </a:lnTo>
                  <a:lnTo>
                    <a:pt x="773165" y="1366558"/>
                  </a:lnTo>
                  <a:lnTo>
                    <a:pt x="768510" y="1366558"/>
                  </a:lnTo>
                  <a:close/>
                  <a:moveTo>
                    <a:pt x="754185" y="1366558"/>
                  </a:moveTo>
                  <a:lnTo>
                    <a:pt x="754185" y="1371213"/>
                  </a:lnTo>
                  <a:lnTo>
                    <a:pt x="758841" y="1371213"/>
                  </a:lnTo>
                  <a:lnTo>
                    <a:pt x="758841" y="1366558"/>
                  </a:lnTo>
                  <a:lnTo>
                    <a:pt x="754185" y="1366558"/>
                  </a:lnTo>
                  <a:close/>
                  <a:moveTo>
                    <a:pt x="739861" y="1366558"/>
                  </a:moveTo>
                  <a:lnTo>
                    <a:pt x="739861" y="1371213"/>
                  </a:lnTo>
                  <a:lnTo>
                    <a:pt x="744516" y="1371213"/>
                  </a:lnTo>
                  <a:lnTo>
                    <a:pt x="744516" y="1366558"/>
                  </a:lnTo>
                  <a:lnTo>
                    <a:pt x="739861" y="1366558"/>
                  </a:lnTo>
                  <a:close/>
                  <a:moveTo>
                    <a:pt x="725536" y="1366558"/>
                  </a:moveTo>
                  <a:lnTo>
                    <a:pt x="725536" y="1371213"/>
                  </a:lnTo>
                  <a:lnTo>
                    <a:pt x="730192" y="1371213"/>
                  </a:lnTo>
                  <a:lnTo>
                    <a:pt x="730192" y="1366558"/>
                  </a:lnTo>
                  <a:lnTo>
                    <a:pt x="725536" y="1366558"/>
                  </a:lnTo>
                  <a:close/>
                  <a:moveTo>
                    <a:pt x="711212" y="1369781"/>
                  </a:moveTo>
                  <a:lnTo>
                    <a:pt x="714077" y="1369781"/>
                  </a:lnTo>
                  <a:lnTo>
                    <a:pt x="714077" y="1367990"/>
                  </a:lnTo>
                  <a:lnTo>
                    <a:pt x="711212" y="1367990"/>
                  </a:lnTo>
                  <a:lnTo>
                    <a:pt x="711212" y="1369781"/>
                  </a:lnTo>
                  <a:close/>
                  <a:moveTo>
                    <a:pt x="696887" y="1369781"/>
                  </a:moveTo>
                  <a:lnTo>
                    <a:pt x="699752" y="1369781"/>
                  </a:lnTo>
                  <a:lnTo>
                    <a:pt x="699752" y="1367990"/>
                  </a:lnTo>
                  <a:lnTo>
                    <a:pt x="696887" y="1367990"/>
                  </a:lnTo>
                  <a:lnTo>
                    <a:pt x="696887" y="1369781"/>
                  </a:lnTo>
                  <a:close/>
                  <a:moveTo>
                    <a:pt x="680772" y="1366558"/>
                  </a:moveTo>
                  <a:lnTo>
                    <a:pt x="680772" y="1371213"/>
                  </a:lnTo>
                  <a:lnTo>
                    <a:pt x="685428" y="1371213"/>
                  </a:lnTo>
                  <a:lnTo>
                    <a:pt x="685428" y="1366558"/>
                  </a:lnTo>
                  <a:lnTo>
                    <a:pt x="680772" y="1366558"/>
                  </a:lnTo>
                  <a:close/>
                  <a:moveTo>
                    <a:pt x="666448" y="1366558"/>
                  </a:moveTo>
                  <a:lnTo>
                    <a:pt x="666448" y="1371213"/>
                  </a:lnTo>
                  <a:lnTo>
                    <a:pt x="671103" y="1371213"/>
                  </a:lnTo>
                  <a:lnTo>
                    <a:pt x="671103" y="1366558"/>
                  </a:lnTo>
                  <a:lnTo>
                    <a:pt x="666448" y="1366558"/>
                  </a:lnTo>
                  <a:close/>
                  <a:moveTo>
                    <a:pt x="652123" y="1366558"/>
                  </a:moveTo>
                  <a:lnTo>
                    <a:pt x="652123" y="1371213"/>
                  </a:lnTo>
                  <a:lnTo>
                    <a:pt x="656778" y="1371213"/>
                  </a:lnTo>
                  <a:lnTo>
                    <a:pt x="656778" y="1366558"/>
                  </a:lnTo>
                  <a:lnTo>
                    <a:pt x="652123" y="1366558"/>
                  </a:lnTo>
                  <a:close/>
                  <a:moveTo>
                    <a:pt x="637799" y="1369781"/>
                  </a:moveTo>
                  <a:lnTo>
                    <a:pt x="640663" y="1369781"/>
                  </a:lnTo>
                  <a:lnTo>
                    <a:pt x="640663" y="1367990"/>
                  </a:lnTo>
                  <a:lnTo>
                    <a:pt x="637799" y="1367990"/>
                  </a:lnTo>
                  <a:lnTo>
                    <a:pt x="637799" y="1369781"/>
                  </a:lnTo>
                  <a:close/>
                  <a:moveTo>
                    <a:pt x="623474" y="1369781"/>
                  </a:moveTo>
                  <a:lnTo>
                    <a:pt x="626339" y="1369781"/>
                  </a:lnTo>
                  <a:lnTo>
                    <a:pt x="626339" y="1367990"/>
                  </a:lnTo>
                  <a:lnTo>
                    <a:pt x="623474" y="1367990"/>
                  </a:lnTo>
                  <a:lnTo>
                    <a:pt x="623474" y="1369781"/>
                  </a:lnTo>
                  <a:close/>
                  <a:moveTo>
                    <a:pt x="609150" y="1369781"/>
                  </a:moveTo>
                  <a:lnTo>
                    <a:pt x="612014" y="1369781"/>
                  </a:lnTo>
                  <a:lnTo>
                    <a:pt x="612014" y="1367990"/>
                  </a:lnTo>
                  <a:lnTo>
                    <a:pt x="609150" y="1367990"/>
                  </a:lnTo>
                  <a:lnTo>
                    <a:pt x="609150" y="1369781"/>
                  </a:lnTo>
                  <a:close/>
                  <a:moveTo>
                    <a:pt x="593034" y="1366558"/>
                  </a:moveTo>
                  <a:lnTo>
                    <a:pt x="593034" y="1371213"/>
                  </a:lnTo>
                  <a:lnTo>
                    <a:pt x="597690" y="1371213"/>
                  </a:lnTo>
                  <a:lnTo>
                    <a:pt x="597690" y="1366558"/>
                  </a:lnTo>
                  <a:lnTo>
                    <a:pt x="593034" y="1366558"/>
                  </a:lnTo>
                  <a:close/>
                  <a:moveTo>
                    <a:pt x="578710" y="1366558"/>
                  </a:moveTo>
                  <a:lnTo>
                    <a:pt x="578710" y="1371213"/>
                  </a:lnTo>
                  <a:lnTo>
                    <a:pt x="583365" y="1371213"/>
                  </a:lnTo>
                  <a:lnTo>
                    <a:pt x="583365" y="1366558"/>
                  </a:lnTo>
                  <a:lnTo>
                    <a:pt x="578710" y="1366558"/>
                  </a:lnTo>
                  <a:close/>
                  <a:moveTo>
                    <a:pt x="564385" y="1366558"/>
                  </a:moveTo>
                  <a:lnTo>
                    <a:pt x="564385" y="1371213"/>
                  </a:lnTo>
                  <a:lnTo>
                    <a:pt x="569041" y="1371213"/>
                  </a:lnTo>
                  <a:lnTo>
                    <a:pt x="569041" y="1366558"/>
                  </a:lnTo>
                  <a:lnTo>
                    <a:pt x="564385" y="1366558"/>
                  </a:lnTo>
                  <a:close/>
                  <a:moveTo>
                    <a:pt x="550061" y="1369781"/>
                  </a:moveTo>
                  <a:lnTo>
                    <a:pt x="552926" y="1369781"/>
                  </a:lnTo>
                  <a:lnTo>
                    <a:pt x="552926" y="1367990"/>
                  </a:lnTo>
                  <a:lnTo>
                    <a:pt x="550061" y="1367990"/>
                  </a:lnTo>
                  <a:lnTo>
                    <a:pt x="550061" y="1369781"/>
                  </a:lnTo>
                  <a:close/>
                  <a:moveTo>
                    <a:pt x="535736" y="1369781"/>
                  </a:moveTo>
                  <a:lnTo>
                    <a:pt x="538601" y="1369781"/>
                  </a:lnTo>
                  <a:lnTo>
                    <a:pt x="538601" y="1367990"/>
                  </a:lnTo>
                  <a:lnTo>
                    <a:pt x="535736" y="1367990"/>
                  </a:lnTo>
                  <a:lnTo>
                    <a:pt x="535736" y="1369781"/>
                  </a:lnTo>
                  <a:close/>
                  <a:moveTo>
                    <a:pt x="519621" y="1366558"/>
                  </a:moveTo>
                  <a:lnTo>
                    <a:pt x="519621" y="1371213"/>
                  </a:lnTo>
                  <a:lnTo>
                    <a:pt x="524277" y="1371213"/>
                  </a:lnTo>
                  <a:lnTo>
                    <a:pt x="524277" y="1366558"/>
                  </a:lnTo>
                  <a:lnTo>
                    <a:pt x="519621" y="1366558"/>
                  </a:lnTo>
                  <a:close/>
                  <a:moveTo>
                    <a:pt x="505297" y="1366558"/>
                  </a:moveTo>
                  <a:lnTo>
                    <a:pt x="505297" y="1371213"/>
                  </a:lnTo>
                  <a:lnTo>
                    <a:pt x="509952" y="1371213"/>
                  </a:lnTo>
                  <a:lnTo>
                    <a:pt x="509952" y="1366558"/>
                  </a:lnTo>
                  <a:lnTo>
                    <a:pt x="505297" y="1366558"/>
                  </a:lnTo>
                  <a:close/>
                  <a:moveTo>
                    <a:pt x="490972" y="1366558"/>
                  </a:moveTo>
                  <a:lnTo>
                    <a:pt x="490972" y="1371213"/>
                  </a:lnTo>
                  <a:lnTo>
                    <a:pt x="495628" y="1371213"/>
                  </a:lnTo>
                  <a:lnTo>
                    <a:pt x="495628" y="1366558"/>
                  </a:lnTo>
                  <a:lnTo>
                    <a:pt x="490972" y="1366558"/>
                  </a:lnTo>
                  <a:close/>
                  <a:moveTo>
                    <a:pt x="476648" y="1369781"/>
                  </a:moveTo>
                  <a:lnTo>
                    <a:pt x="479513" y="1369781"/>
                  </a:lnTo>
                  <a:lnTo>
                    <a:pt x="479513" y="1367990"/>
                  </a:lnTo>
                  <a:lnTo>
                    <a:pt x="476648" y="1367990"/>
                  </a:lnTo>
                  <a:lnTo>
                    <a:pt x="476648" y="1369781"/>
                  </a:lnTo>
                  <a:close/>
                  <a:moveTo>
                    <a:pt x="462323" y="1369781"/>
                  </a:moveTo>
                  <a:lnTo>
                    <a:pt x="465188" y="1369781"/>
                  </a:lnTo>
                  <a:lnTo>
                    <a:pt x="465188" y="1367990"/>
                  </a:lnTo>
                  <a:lnTo>
                    <a:pt x="462323" y="1367990"/>
                  </a:lnTo>
                  <a:lnTo>
                    <a:pt x="462323" y="1369781"/>
                  </a:lnTo>
                  <a:close/>
                  <a:moveTo>
                    <a:pt x="447999" y="1369781"/>
                  </a:moveTo>
                  <a:lnTo>
                    <a:pt x="450864" y="1369781"/>
                  </a:lnTo>
                  <a:lnTo>
                    <a:pt x="450864" y="1367990"/>
                  </a:lnTo>
                  <a:lnTo>
                    <a:pt x="447999" y="1367990"/>
                  </a:lnTo>
                  <a:lnTo>
                    <a:pt x="447999" y="1369781"/>
                  </a:lnTo>
                  <a:close/>
                  <a:moveTo>
                    <a:pt x="431884" y="1366558"/>
                  </a:moveTo>
                  <a:lnTo>
                    <a:pt x="431884" y="1371213"/>
                  </a:lnTo>
                  <a:lnTo>
                    <a:pt x="436539" y="1371213"/>
                  </a:lnTo>
                  <a:lnTo>
                    <a:pt x="436539" y="1366558"/>
                  </a:lnTo>
                  <a:lnTo>
                    <a:pt x="431884" y="1366558"/>
                  </a:lnTo>
                  <a:close/>
                  <a:moveTo>
                    <a:pt x="417559" y="1366558"/>
                  </a:moveTo>
                  <a:lnTo>
                    <a:pt x="417559" y="1371213"/>
                  </a:lnTo>
                  <a:lnTo>
                    <a:pt x="422215" y="1371213"/>
                  </a:lnTo>
                  <a:lnTo>
                    <a:pt x="422215" y="1366558"/>
                  </a:lnTo>
                  <a:lnTo>
                    <a:pt x="417559" y="1366558"/>
                  </a:lnTo>
                  <a:close/>
                  <a:moveTo>
                    <a:pt x="403235" y="1366558"/>
                  </a:moveTo>
                  <a:lnTo>
                    <a:pt x="403235" y="1371213"/>
                  </a:lnTo>
                  <a:lnTo>
                    <a:pt x="407890" y="1371213"/>
                  </a:lnTo>
                  <a:lnTo>
                    <a:pt x="407890" y="1366558"/>
                  </a:lnTo>
                  <a:lnTo>
                    <a:pt x="403235" y="1366558"/>
                  </a:lnTo>
                  <a:close/>
                  <a:moveTo>
                    <a:pt x="388910" y="1369781"/>
                  </a:moveTo>
                  <a:lnTo>
                    <a:pt x="391775" y="1369781"/>
                  </a:lnTo>
                  <a:lnTo>
                    <a:pt x="391775" y="1367990"/>
                  </a:lnTo>
                  <a:lnTo>
                    <a:pt x="388910" y="1367990"/>
                  </a:lnTo>
                  <a:lnTo>
                    <a:pt x="388910" y="1369781"/>
                  </a:lnTo>
                  <a:close/>
                  <a:moveTo>
                    <a:pt x="374586" y="1369781"/>
                  </a:moveTo>
                  <a:lnTo>
                    <a:pt x="377451" y="1369781"/>
                  </a:lnTo>
                  <a:lnTo>
                    <a:pt x="377451" y="1367990"/>
                  </a:lnTo>
                  <a:lnTo>
                    <a:pt x="374586" y="1367990"/>
                  </a:lnTo>
                  <a:lnTo>
                    <a:pt x="374586" y="1369781"/>
                  </a:lnTo>
                  <a:close/>
                  <a:moveTo>
                    <a:pt x="360261" y="1369781"/>
                  </a:moveTo>
                  <a:lnTo>
                    <a:pt x="363126" y="1369781"/>
                  </a:lnTo>
                  <a:lnTo>
                    <a:pt x="363126" y="1367990"/>
                  </a:lnTo>
                  <a:lnTo>
                    <a:pt x="360261" y="1367990"/>
                  </a:lnTo>
                  <a:lnTo>
                    <a:pt x="360261" y="1369781"/>
                  </a:lnTo>
                  <a:close/>
                  <a:moveTo>
                    <a:pt x="344146" y="1366558"/>
                  </a:moveTo>
                  <a:lnTo>
                    <a:pt x="344146" y="1371213"/>
                  </a:lnTo>
                  <a:lnTo>
                    <a:pt x="348802" y="1371213"/>
                  </a:lnTo>
                  <a:lnTo>
                    <a:pt x="348802" y="1366558"/>
                  </a:lnTo>
                  <a:lnTo>
                    <a:pt x="344146" y="1366558"/>
                  </a:lnTo>
                  <a:close/>
                  <a:moveTo>
                    <a:pt x="329822" y="1366558"/>
                  </a:moveTo>
                  <a:lnTo>
                    <a:pt x="329822" y="1371213"/>
                  </a:lnTo>
                  <a:lnTo>
                    <a:pt x="334477" y="1371213"/>
                  </a:lnTo>
                  <a:lnTo>
                    <a:pt x="334477" y="1366558"/>
                  </a:lnTo>
                  <a:lnTo>
                    <a:pt x="329822" y="1366558"/>
                  </a:lnTo>
                  <a:close/>
                  <a:moveTo>
                    <a:pt x="315497" y="1366558"/>
                  </a:moveTo>
                  <a:lnTo>
                    <a:pt x="315497" y="1371213"/>
                  </a:lnTo>
                  <a:lnTo>
                    <a:pt x="320153" y="1371213"/>
                  </a:lnTo>
                  <a:lnTo>
                    <a:pt x="320153" y="1366558"/>
                  </a:lnTo>
                  <a:lnTo>
                    <a:pt x="315497" y="1366558"/>
                  </a:lnTo>
                  <a:close/>
                  <a:moveTo>
                    <a:pt x="301173" y="1369781"/>
                  </a:moveTo>
                  <a:lnTo>
                    <a:pt x="304038" y="1369781"/>
                  </a:lnTo>
                  <a:lnTo>
                    <a:pt x="304038" y="1367990"/>
                  </a:lnTo>
                  <a:lnTo>
                    <a:pt x="301173" y="1367990"/>
                  </a:lnTo>
                  <a:lnTo>
                    <a:pt x="301173" y="1369781"/>
                  </a:lnTo>
                  <a:close/>
                  <a:moveTo>
                    <a:pt x="286848" y="1369781"/>
                  </a:moveTo>
                  <a:lnTo>
                    <a:pt x="289713" y="1369781"/>
                  </a:lnTo>
                  <a:lnTo>
                    <a:pt x="289713" y="1367990"/>
                  </a:lnTo>
                  <a:lnTo>
                    <a:pt x="286848" y="1367990"/>
                  </a:lnTo>
                  <a:lnTo>
                    <a:pt x="286848" y="1369781"/>
                  </a:lnTo>
                  <a:close/>
                  <a:moveTo>
                    <a:pt x="270733" y="1366558"/>
                  </a:moveTo>
                  <a:lnTo>
                    <a:pt x="270733" y="1371213"/>
                  </a:lnTo>
                  <a:lnTo>
                    <a:pt x="275389" y="1371213"/>
                  </a:lnTo>
                  <a:lnTo>
                    <a:pt x="275389" y="1366558"/>
                  </a:lnTo>
                  <a:lnTo>
                    <a:pt x="270733" y="1366558"/>
                  </a:lnTo>
                  <a:close/>
                  <a:moveTo>
                    <a:pt x="256409" y="1366558"/>
                  </a:moveTo>
                  <a:lnTo>
                    <a:pt x="256409" y="1371213"/>
                  </a:lnTo>
                  <a:lnTo>
                    <a:pt x="261064" y="1371213"/>
                  </a:lnTo>
                  <a:lnTo>
                    <a:pt x="261064" y="1366558"/>
                  </a:lnTo>
                  <a:lnTo>
                    <a:pt x="256409" y="1366558"/>
                  </a:lnTo>
                  <a:close/>
                  <a:moveTo>
                    <a:pt x="242084" y="1366558"/>
                  </a:moveTo>
                  <a:lnTo>
                    <a:pt x="242084" y="1371213"/>
                  </a:lnTo>
                  <a:lnTo>
                    <a:pt x="246740" y="1371213"/>
                  </a:lnTo>
                  <a:lnTo>
                    <a:pt x="246740" y="1366558"/>
                  </a:lnTo>
                  <a:lnTo>
                    <a:pt x="242084" y="1366558"/>
                  </a:lnTo>
                  <a:close/>
                  <a:moveTo>
                    <a:pt x="227760" y="1369781"/>
                  </a:moveTo>
                  <a:lnTo>
                    <a:pt x="230625" y="1369781"/>
                  </a:lnTo>
                  <a:lnTo>
                    <a:pt x="230625" y="1367990"/>
                  </a:lnTo>
                  <a:lnTo>
                    <a:pt x="227760" y="1367990"/>
                  </a:lnTo>
                  <a:lnTo>
                    <a:pt x="227760" y="1369781"/>
                  </a:lnTo>
                  <a:close/>
                  <a:moveTo>
                    <a:pt x="213435" y="1369781"/>
                  </a:moveTo>
                  <a:lnTo>
                    <a:pt x="216300" y="1369781"/>
                  </a:lnTo>
                  <a:lnTo>
                    <a:pt x="216300" y="1367990"/>
                  </a:lnTo>
                  <a:lnTo>
                    <a:pt x="213435" y="1367990"/>
                  </a:lnTo>
                  <a:lnTo>
                    <a:pt x="213435" y="1369781"/>
                  </a:lnTo>
                  <a:close/>
                  <a:moveTo>
                    <a:pt x="199111" y="1369781"/>
                  </a:moveTo>
                  <a:lnTo>
                    <a:pt x="201976" y="1369781"/>
                  </a:lnTo>
                  <a:lnTo>
                    <a:pt x="201976" y="1367990"/>
                  </a:lnTo>
                  <a:lnTo>
                    <a:pt x="199111" y="1367990"/>
                  </a:lnTo>
                  <a:lnTo>
                    <a:pt x="199111" y="1369781"/>
                  </a:lnTo>
                  <a:close/>
                  <a:moveTo>
                    <a:pt x="1037094" y="1327165"/>
                  </a:moveTo>
                  <a:lnTo>
                    <a:pt x="1037094" y="1331821"/>
                  </a:lnTo>
                  <a:lnTo>
                    <a:pt x="1041750" y="1331821"/>
                  </a:lnTo>
                  <a:lnTo>
                    <a:pt x="1041750" y="1327165"/>
                  </a:lnTo>
                  <a:lnTo>
                    <a:pt x="1037094" y="1327165"/>
                  </a:lnTo>
                  <a:close/>
                  <a:moveTo>
                    <a:pt x="927870" y="1330388"/>
                  </a:moveTo>
                  <a:lnTo>
                    <a:pt x="930735" y="1330388"/>
                  </a:lnTo>
                  <a:lnTo>
                    <a:pt x="930735" y="1328598"/>
                  </a:lnTo>
                  <a:lnTo>
                    <a:pt x="927870" y="1328598"/>
                  </a:lnTo>
                  <a:lnTo>
                    <a:pt x="927870" y="1330388"/>
                  </a:lnTo>
                  <a:close/>
                  <a:moveTo>
                    <a:pt x="1037094" y="1312841"/>
                  </a:moveTo>
                  <a:lnTo>
                    <a:pt x="1037094" y="1317496"/>
                  </a:lnTo>
                  <a:lnTo>
                    <a:pt x="1041750" y="1317496"/>
                  </a:lnTo>
                  <a:lnTo>
                    <a:pt x="1041750" y="1312841"/>
                  </a:lnTo>
                  <a:lnTo>
                    <a:pt x="1037094" y="1312841"/>
                  </a:lnTo>
                  <a:close/>
                  <a:moveTo>
                    <a:pt x="927870" y="1316064"/>
                  </a:moveTo>
                  <a:lnTo>
                    <a:pt x="930735" y="1316064"/>
                  </a:lnTo>
                  <a:lnTo>
                    <a:pt x="930735" y="1314273"/>
                  </a:lnTo>
                  <a:lnTo>
                    <a:pt x="927870" y="1314273"/>
                  </a:lnTo>
                  <a:lnTo>
                    <a:pt x="927870" y="1316064"/>
                  </a:lnTo>
                  <a:close/>
                  <a:moveTo>
                    <a:pt x="1037094" y="1301739"/>
                  </a:moveTo>
                  <a:lnTo>
                    <a:pt x="1039959" y="1301739"/>
                  </a:lnTo>
                  <a:lnTo>
                    <a:pt x="1039959" y="1299949"/>
                  </a:lnTo>
                  <a:lnTo>
                    <a:pt x="1037094" y="1299949"/>
                  </a:lnTo>
                  <a:lnTo>
                    <a:pt x="1037094" y="1301739"/>
                  </a:lnTo>
                  <a:close/>
                  <a:moveTo>
                    <a:pt x="927870" y="1301739"/>
                  </a:moveTo>
                  <a:lnTo>
                    <a:pt x="930735" y="1301739"/>
                  </a:lnTo>
                  <a:lnTo>
                    <a:pt x="930735" y="1299949"/>
                  </a:lnTo>
                  <a:lnTo>
                    <a:pt x="927870" y="1299949"/>
                  </a:lnTo>
                  <a:lnTo>
                    <a:pt x="927870" y="1301739"/>
                  </a:lnTo>
                  <a:close/>
                  <a:moveTo>
                    <a:pt x="1037094" y="1284192"/>
                  </a:moveTo>
                  <a:lnTo>
                    <a:pt x="1037094" y="1290873"/>
                  </a:lnTo>
                  <a:lnTo>
                    <a:pt x="1043775" y="1284192"/>
                  </a:lnTo>
                  <a:lnTo>
                    <a:pt x="1037094" y="1284192"/>
                  </a:lnTo>
                  <a:close/>
                  <a:moveTo>
                    <a:pt x="1037094" y="1266051"/>
                  </a:moveTo>
                  <a:lnTo>
                    <a:pt x="1037094" y="1272732"/>
                  </a:lnTo>
                  <a:lnTo>
                    <a:pt x="1043775" y="1272732"/>
                  </a:lnTo>
                  <a:lnTo>
                    <a:pt x="1037094" y="1266051"/>
                  </a:lnTo>
                  <a:close/>
                  <a:moveTo>
                    <a:pt x="1037094" y="1253752"/>
                  </a:moveTo>
                  <a:lnTo>
                    <a:pt x="1037094" y="1258408"/>
                  </a:lnTo>
                  <a:lnTo>
                    <a:pt x="1041750" y="1258408"/>
                  </a:lnTo>
                  <a:lnTo>
                    <a:pt x="1041750" y="1253752"/>
                  </a:lnTo>
                  <a:lnTo>
                    <a:pt x="1037094" y="1253752"/>
                  </a:lnTo>
                  <a:close/>
                  <a:moveTo>
                    <a:pt x="927870" y="1256975"/>
                  </a:moveTo>
                  <a:lnTo>
                    <a:pt x="930735" y="1256975"/>
                  </a:lnTo>
                  <a:lnTo>
                    <a:pt x="930735" y="1255185"/>
                  </a:lnTo>
                  <a:lnTo>
                    <a:pt x="927870" y="1255185"/>
                  </a:lnTo>
                  <a:lnTo>
                    <a:pt x="927870" y="1256975"/>
                  </a:lnTo>
                  <a:close/>
                  <a:moveTo>
                    <a:pt x="1037094" y="1237402"/>
                  </a:moveTo>
                  <a:lnTo>
                    <a:pt x="1037094" y="1244083"/>
                  </a:lnTo>
                  <a:lnTo>
                    <a:pt x="1043775" y="1244083"/>
                  </a:lnTo>
                  <a:lnTo>
                    <a:pt x="1037094" y="1237402"/>
                  </a:lnTo>
                  <a:close/>
                  <a:moveTo>
                    <a:pt x="927870" y="1242651"/>
                  </a:moveTo>
                  <a:lnTo>
                    <a:pt x="930735" y="1242651"/>
                  </a:lnTo>
                  <a:lnTo>
                    <a:pt x="930735" y="1240860"/>
                  </a:lnTo>
                  <a:lnTo>
                    <a:pt x="927870" y="1240860"/>
                  </a:lnTo>
                  <a:lnTo>
                    <a:pt x="927870" y="1242651"/>
                  </a:lnTo>
                  <a:close/>
                  <a:moveTo>
                    <a:pt x="1037094" y="1228326"/>
                  </a:moveTo>
                  <a:lnTo>
                    <a:pt x="1039959" y="1228326"/>
                  </a:lnTo>
                  <a:lnTo>
                    <a:pt x="1039959" y="1226536"/>
                  </a:lnTo>
                  <a:lnTo>
                    <a:pt x="1037094" y="1226536"/>
                  </a:lnTo>
                  <a:lnTo>
                    <a:pt x="1037094" y="1228326"/>
                  </a:lnTo>
                  <a:close/>
                  <a:moveTo>
                    <a:pt x="927870" y="1228326"/>
                  </a:moveTo>
                  <a:lnTo>
                    <a:pt x="930735" y="1228326"/>
                  </a:lnTo>
                  <a:lnTo>
                    <a:pt x="930735" y="1226536"/>
                  </a:lnTo>
                  <a:lnTo>
                    <a:pt x="927870" y="1226536"/>
                  </a:lnTo>
                  <a:lnTo>
                    <a:pt x="927870" y="1228326"/>
                  </a:lnTo>
                  <a:close/>
                  <a:moveTo>
                    <a:pt x="1040317" y="1213644"/>
                  </a:moveTo>
                  <a:lnTo>
                    <a:pt x="1040317" y="1210779"/>
                  </a:lnTo>
                  <a:lnTo>
                    <a:pt x="1038527" y="1210779"/>
                  </a:lnTo>
                  <a:lnTo>
                    <a:pt x="1038527" y="1213644"/>
                  </a:lnTo>
                  <a:lnTo>
                    <a:pt x="1040317" y="1213644"/>
                  </a:lnTo>
                  <a:close/>
                  <a:moveTo>
                    <a:pt x="1037094" y="1196454"/>
                  </a:moveTo>
                  <a:lnTo>
                    <a:pt x="1037094" y="1203135"/>
                  </a:lnTo>
                  <a:lnTo>
                    <a:pt x="1043775" y="1196454"/>
                  </a:lnTo>
                  <a:lnTo>
                    <a:pt x="1037094" y="1196454"/>
                  </a:lnTo>
                  <a:close/>
                  <a:moveTo>
                    <a:pt x="1037094" y="1178313"/>
                  </a:moveTo>
                  <a:lnTo>
                    <a:pt x="1037094" y="1184995"/>
                  </a:lnTo>
                  <a:lnTo>
                    <a:pt x="1043775" y="1184995"/>
                  </a:lnTo>
                  <a:lnTo>
                    <a:pt x="1037094" y="1178313"/>
                  </a:lnTo>
                  <a:close/>
                  <a:moveTo>
                    <a:pt x="1037094" y="1166015"/>
                  </a:moveTo>
                  <a:lnTo>
                    <a:pt x="1037094" y="1170670"/>
                  </a:lnTo>
                  <a:lnTo>
                    <a:pt x="1041750" y="1170670"/>
                  </a:lnTo>
                  <a:lnTo>
                    <a:pt x="1041750" y="1166015"/>
                  </a:lnTo>
                  <a:lnTo>
                    <a:pt x="1037094" y="1166015"/>
                  </a:lnTo>
                  <a:close/>
                  <a:moveTo>
                    <a:pt x="927870" y="1169238"/>
                  </a:moveTo>
                  <a:lnTo>
                    <a:pt x="930735" y="1169238"/>
                  </a:lnTo>
                  <a:lnTo>
                    <a:pt x="930735" y="1167447"/>
                  </a:lnTo>
                  <a:lnTo>
                    <a:pt x="927870" y="1167447"/>
                  </a:lnTo>
                  <a:lnTo>
                    <a:pt x="927870" y="1169238"/>
                  </a:lnTo>
                  <a:close/>
                  <a:moveTo>
                    <a:pt x="1037094" y="1154913"/>
                  </a:moveTo>
                  <a:lnTo>
                    <a:pt x="1039959" y="1154913"/>
                  </a:lnTo>
                  <a:lnTo>
                    <a:pt x="1039959" y="1153123"/>
                  </a:lnTo>
                  <a:lnTo>
                    <a:pt x="1037094" y="1153123"/>
                  </a:lnTo>
                  <a:lnTo>
                    <a:pt x="1037094" y="1154913"/>
                  </a:lnTo>
                  <a:close/>
                  <a:moveTo>
                    <a:pt x="927870" y="1154913"/>
                  </a:moveTo>
                  <a:lnTo>
                    <a:pt x="930735" y="1154913"/>
                  </a:lnTo>
                  <a:lnTo>
                    <a:pt x="930735" y="1153123"/>
                  </a:lnTo>
                  <a:lnTo>
                    <a:pt x="927870" y="1153123"/>
                  </a:lnTo>
                  <a:lnTo>
                    <a:pt x="927870" y="1154913"/>
                  </a:lnTo>
                  <a:close/>
                  <a:moveTo>
                    <a:pt x="1037094" y="1137366"/>
                  </a:moveTo>
                  <a:lnTo>
                    <a:pt x="1037094" y="1142021"/>
                  </a:lnTo>
                  <a:lnTo>
                    <a:pt x="1041750" y="1142021"/>
                  </a:lnTo>
                  <a:lnTo>
                    <a:pt x="1041750" y="1137366"/>
                  </a:lnTo>
                  <a:lnTo>
                    <a:pt x="1037094" y="1137366"/>
                  </a:lnTo>
                  <a:close/>
                  <a:moveTo>
                    <a:pt x="927870" y="1140589"/>
                  </a:moveTo>
                  <a:lnTo>
                    <a:pt x="930735" y="1140589"/>
                  </a:lnTo>
                  <a:lnTo>
                    <a:pt x="930735" y="1138798"/>
                  </a:lnTo>
                  <a:lnTo>
                    <a:pt x="927870" y="1138798"/>
                  </a:lnTo>
                  <a:lnTo>
                    <a:pt x="927870" y="1140589"/>
                  </a:lnTo>
                  <a:close/>
                  <a:moveTo>
                    <a:pt x="1037094" y="1123041"/>
                  </a:moveTo>
                  <a:lnTo>
                    <a:pt x="1037094" y="1129722"/>
                  </a:lnTo>
                  <a:lnTo>
                    <a:pt x="1043775" y="1123041"/>
                  </a:lnTo>
                  <a:lnTo>
                    <a:pt x="1037094" y="1123041"/>
                  </a:lnTo>
                  <a:close/>
                  <a:moveTo>
                    <a:pt x="1037094" y="1104900"/>
                  </a:moveTo>
                  <a:lnTo>
                    <a:pt x="1037094" y="1111581"/>
                  </a:lnTo>
                  <a:lnTo>
                    <a:pt x="1043775" y="1111581"/>
                  </a:lnTo>
                  <a:lnTo>
                    <a:pt x="1037094" y="1104900"/>
                  </a:lnTo>
                  <a:close/>
                  <a:moveTo>
                    <a:pt x="1037094" y="1090576"/>
                  </a:moveTo>
                  <a:lnTo>
                    <a:pt x="1037094" y="1097257"/>
                  </a:lnTo>
                  <a:lnTo>
                    <a:pt x="1043775" y="1097257"/>
                  </a:lnTo>
                  <a:lnTo>
                    <a:pt x="1037094" y="1090576"/>
                  </a:lnTo>
                  <a:close/>
                  <a:moveTo>
                    <a:pt x="1037094" y="1081500"/>
                  </a:moveTo>
                  <a:lnTo>
                    <a:pt x="1039959" y="1081500"/>
                  </a:lnTo>
                  <a:lnTo>
                    <a:pt x="1039959" y="1079709"/>
                  </a:lnTo>
                  <a:lnTo>
                    <a:pt x="1037094" y="1079709"/>
                  </a:lnTo>
                  <a:lnTo>
                    <a:pt x="1037094" y="1081500"/>
                  </a:lnTo>
                  <a:close/>
                  <a:moveTo>
                    <a:pt x="927870" y="1081500"/>
                  </a:moveTo>
                  <a:lnTo>
                    <a:pt x="930735" y="1081500"/>
                  </a:lnTo>
                  <a:lnTo>
                    <a:pt x="930735" y="1079709"/>
                  </a:lnTo>
                  <a:lnTo>
                    <a:pt x="927870" y="1079709"/>
                  </a:lnTo>
                  <a:lnTo>
                    <a:pt x="927870" y="1081500"/>
                  </a:lnTo>
                  <a:close/>
                  <a:moveTo>
                    <a:pt x="1037094" y="1063953"/>
                  </a:moveTo>
                  <a:lnTo>
                    <a:pt x="1037094" y="1068608"/>
                  </a:lnTo>
                  <a:lnTo>
                    <a:pt x="1041750" y="1068608"/>
                  </a:lnTo>
                  <a:lnTo>
                    <a:pt x="1041750" y="1063953"/>
                  </a:lnTo>
                  <a:lnTo>
                    <a:pt x="1037094" y="1063953"/>
                  </a:lnTo>
                  <a:close/>
                  <a:moveTo>
                    <a:pt x="927870" y="1067176"/>
                  </a:moveTo>
                  <a:lnTo>
                    <a:pt x="930735" y="1067176"/>
                  </a:lnTo>
                  <a:lnTo>
                    <a:pt x="930735" y="1065385"/>
                  </a:lnTo>
                  <a:lnTo>
                    <a:pt x="927870" y="1065385"/>
                  </a:lnTo>
                  <a:lnTo>
                    <a:pt x="927870" y="1067176"/>
                  </a:lnTo>
                  <a:close/>
                  <a:moveTo>
                    <a:pt x="1037094" y="1049628"/>
                  </a:moveTo>
                  <a:lnTo>
                    <a:pt x="1037094" y="1054283"/>
                  </a:lnTo>
                  <a:lnTo>
                    <a:pt x="1041750" y="1054283"/>
                  </a:lnTo>
                  <a:lnTo>
                    <a:pt x="1041750" y="1049628"/>
                  </a:lnTo>
                  <a:lnTo>
                    <a:pt x="1037094" y="1049628"/>
                  </a:lnTo>
                  <a:close/>
                  <a:moveTo>
                    <a:pt x="927870" y="1052851"/>
                  </a:moveTo>
                  <a:lnTo>
                    <a:pt x="930735" y="1052851"/>
                  </a:lnTo>
                  <a:lnTo>
                    <a:pt x="930735" y="1051060"/>
                  </a:lnTo>
                  <a:lnTo>
                    <a:pt x="927870" y="1051060"/>
                  </a:lnTo>
                  <a:lnTo>
                    <a:pt x="927870" y="1052851"/>
                  </a:lnTo>
                  <a:close/>
                  <a:moveTo>
                    <a:pt x="1037094" y="1017163"/>
                  </a:moveTo>
                  <a:lnTo>
                    <a:pt x="1037094" y="1023844"/>
                  </a:lnTo>
                  <a:lnTo>
                    <a:pt x="1043775" y="1023844"/>
                  </a:lnTo>
                  <a:lnTo>
                    <a:pt x="1037094" y="1017163"/>
                  </a:lnTo>
                  <a:close/>
                  <a:moveTo>
                    <a:pt x="1037094" y="1004864"/>
                  </a:moveTo>
                  <a:lnTo>
                    <a:pt x="1037094" y="1009519"/>
                  </a:lnTo>
                  <a:lnTo>
                    <a:pt x="1041750" y="1009519"/>
                  </a:lnTo>
                  <a:lnTo>
                    <a:pt x="1041750" y="1004864"/>
                  </a:lnTo>
                  <a:lnTo>
                    <a:pt x="1037094" y="1004864"/>
                  </a:lnTo>
                  <a:close/>
                  <a:moveTo>
                    <a:pt x="927870" y="1008087"/>
                  </a:moveTo>
                  <a:lnTo>
                    <a:pt x="930735" y="1008087"/>
                  </a:lnTo>
                  <a:lnTo>
                    <a:pt x="930735" y="1006296"/>
                  </a:lnTo>
                  <a:lnTo>
                    <a:pt x="927870" y="1006296"/>
                  </a:lnTo>
                  <a:lnTo>
                    <a:pt x="927870" y="1008087"/>
                  </a:lnTo>
                  <a:close/>
                  <a:moveTo>
                    <a:pt x="1037094" y="993762"/>
                  </a:moveTo>
                  <a:lnTo>
                    <a:pt x="1039959" y="993762"/>
                  </a:lnTo>
                  <a:lnTo>
                    <a:pt x="1039959" y="991972"/>
                  </a:lnTo>
                  <a:lnTo>
                    <a:pt x="1037094" y="991972"/>
                  </a:lnTo>
                  <a:lnTo>
                    <a:pt x="1037094" y="993762"/>
                  </a:lnTo>
                  <a:close/>
                  <a:moveTo>
                    <a:pt x="927870" y="993762"/>
                  </a:moveTo>
                  <a:lnTo>
                    <a:pt x="930735" y="993762"/>
                  </a:lnTo>
                  <a:lnTo>
                    <a:pt x="930735" y="991972"/>
                  </a:lnTo>
                  <a:lnTo>
                    <a:pt x="927870" y="991972"/>
                  </a:lnTo>
                  <a:lnTo>
                    <a:pt x="927870" y="993762"/>
                  </a:lnTo>
                  <a:close/>
                  <a:moveTo>
                    <a:pt x="1037094" y="979438"/>
                  </a:moveTo>
                  <a:lnTo>
                    <a:pt x="1039959" y="979438"/>
                  </a:lnTo>
                  <a:lnTo>
                    <a:pt x="1039959" y="977647"/>
                  </a:lnTo>
                  <a:lnTo>
                    <a:pt x="1037094" y="977647"/>
                  </a:lnTo>
                  <a:lnTo>
                    <a:pt x="1037094" y="979438"/>
                  </a:lnTo>
                  <a:close/>
                  <a:moveTo>
                    <a:pt x="927870" y="979438"/>
                  </a:moveTo>
                  <a:lnTo>
                    <a:pt x="930735" y="979438"/>
                  </a:lnTo>
                  <a:lnTo>
                    <a:pt x="930735" y="977647"/>
                  </a:lnTo>
                  <a:lnTo>
                    <a:pt x="927870" y="977647"/>
                  </a:lnTo>
                  <a:lnTo>
                    <a:pt x="927870" y="979438"/>
                  </a:lnTo>
                  <a:close/>
                  <a:moveTo>
                    <a:pt x="1037094" y="961890"/>
                  </a:moveTo>
                  <a:lnTo>
                    <a:pt x="1037094" y="968572"/>
                  </a:lnTo>
                  <a:lnTo>
                    <a:pt x="1043775" y="961890"/>
                  </a:lnTo>
                  <a:lnTo>
                    <a:pt x="1037094" y="961890"/>
                  </a:lnTo>
                  <a:close/>
                  <a:moveTo>
                    <a:pt x="1037094" y="947566"/>
                  </a:moveTo>
                  <a:lnTo>
                    <a:pt x="1037094" y="954247"/>
                  </a:lnTo>
                  <a:lnTo>
                    <a:pt x="1043775" y="947566"/>
                  </a:lnTo>
                  <a:lnTo>
                    <a:pt x="1037094" y="947566"/>
                  </a:lnTo>
                  <a:close/>
                  <a:moveTo>
                    <a:pt x="1037094" y="929425"/>
                  </a:moveTo>
                  <a:lnTo>
                    <a:pt x="1037094" y="936106"/>
                  </a:lnTo>
                  <a:lnTo>
                    <a:pt x="1043775" y="936106"/>
                  </a:lnTo>
                  <a:lnTo>
                    <a:pt x="1037094" y="929425"/>
                  </a:lnTo>
                  <a:close/>
                  <a:moveTo>
                    <a:pt x="1037094" y="917126"/>
                  </a:moveTo>
                  <a:lnTo>
                    <a:pt x="1037094" y="921782"/>
                  </a:lnTo>
                  <a:lnTo>
                    <a:pt x="1041750" y="921782"/>
                  </a:lnTo>
                  <a:lnTo>
                    <a:pt x="1041750" y="917126"/>
                  </a:lnTo>
                  <a:lnTo>
                    <a:pt x="1037094" y="917126"/>
                  </a:lnTo>
                  <a:close/>
                  <a:moveTo>
                    <a:pt x="927870" y="920349"/>
                  </a:moveTo>
                  <a:lnTo>
                    <a:pt x="930735" y="920349"/>
                  </a:lnTo>
                  <a:lnTo>
                    <a:pt x="930735" y="918559"/>
                  </a:lnTo>
                  <a:lnTo>
                    <a:pt x="927870" y="918559"/>
                  </a:lnTo>
                  <a:lnTo>
                    <a:pt x="927870" y="920349"/>
                  </a:lnTo>
                  <a:close/>
                  <a:moveTo>
                    <a:pt x="1037094" y="906025"/>
                  </a:moveTo>
                  <a:lnTo>
                    <a:pt x="1039959" y="906025"/>
                  </a:lnTo>
                  <a:lnTo>
                    <a:pt x="1039959" y="904234"/>
                  </a:lnTo>
                  <a:lnTo>
                    <a:pt x="1037094" y="904234"/>
                  </a:lnTo>
                  <a:lnTo>
                    <a:pt x="1037094" y="906025"/>
                  </a:lnTo>
                  <a:close/>
                  <a:moveTo>
                    <a:pt x="927870" y="906025"/>
                  </a:moveTo>
                  <a:lnTo>
                    <a:pt x="930735" y="906025"/>
                  </a:lnTo>
                  <a:lnTo>
                    <a:pt x="930735" y="904234"/>
                  </a:lnTo>
                  <a:lnTo>
                    <a:pt x="927870" y="904234"/>
                  </a:lnTo>
                  <a:lnTo>
                    <a:pt x="927870" y="906025"/>
                  </a:lnTo>
                  <a:close/>
                  <a:moveTo>
                    <a:pt x="1037094" y="888477"/>
                  </a:moveTo>
                  <a:lnTo>
                    <a:pt x="1037094" y="893133"/>
                  </a:lnTo>
                  <a:lnTo>
                    <a:pt x="1041750" y="893133"/>
                  </a:lnTo>
                  <a:lnTo>
                    <a:pt x="1041750" y="888477"/>
                  </a:lnTo>
                  <a:lnTo>
                    <a:pt x="1037094" y="888477"/>
                  </a:lnTo>
                  <a:close/>
                  <a:moveTo>
                    <a:pt x="927870" y="891700"/>
                  </a:moveTo>
                  <a:lnTo>
                    <a:pt x="930735" y="891700"/>
                  </a:lnTo>
                  <a:lnTo>
                    <a:pt x="930735" y="889910"/>
                  </a:lnTo>
                  <a:lnTo>
                    <a:pt x="927870" y="889910"/>
                  </a:lnTo>
                  <a:lnTo>
                    <a:pt x="927870" y="891700"/>
                  </a:lnTo>
                  <a:close/>
                  <a:moveTo>
                    <a:pt x="1037094" y="874153"/>
                  </a:moveTo>
                  <a:lnTo>
                    <a:pt x="1037094" y="880834"/>
                  </a:lnTo>
                  <a:lnTo>
                    <a:pt x="1043775" y="874153"/>
                  </a:lnTo>
                  <a:lnTo>
                    <a:pt x="1037094" y="874153"/>
                  </a:lnTo>
                  <a:close/>
                  <a:moveTo>
                    <a:pt x="1037094" y="832612"/>
                  </a:moveTo>
                  <a:lnTo>
                    <a:pt x="1039959" y="832612"/>
                  </a:lnTo>
                  <a:lnTo>
                    <a:pt x="1039959" y="830821"/>
                  </a:lnTo>
                  <a:lnTo>
                    <a:pt x="1037094" y="830821"/>
                  </a:lnTo>
                  <a:lnTo>
                    <a:pt x="1037094" y="832612"/>
                  </a:lnTo>
                  <a:close/>
                  <a:moveTo>
                    <a:pt x="927870" y="832612"/>
                  </a:moveTo>
                  <a:lnTo>
                    <a:pt x="930735" y="832612"/>
                  </a:lnTo>
                  <a:lnTo>
                    <a:pt x="930735" y="830821"/>
                  </a:lnTo>
                  <a:lnTo>
                    <a:pt x="927870" y="830821"/>
                  </a:lnTo>
                  <a:lnTo>
                    <a:pt x="927870" y="832612"/>
                  </a:lnTo>
                  <a:close/>
                  <a:moveTo>
                    <a:pt x="1037094" y="818287"/>
                  </a:moveTo>
                  <a:lnTo>
                    <a:pt x="1039959" y="818287"/>
                  </a:lnTo>
                  <a:lnTo>
                    <a:pt x="1039959" y="816497"/>
                  </a:lnTo>
                  <a:lnTo>
                    <a:pt x="1037094" y="816497"/>
                  </a:lnTo>
                  <a:lnTo>
                    <a:pt x="1037094" y="818287"/>
                  </a:lnTo>
                  <a:close/>
                  <a:moveTo>
                    <a:pt x="927870" y="818287"/>
                  </a:moveTo>
                  <a:lnTo>
                    <a:pt x="930735" y="818287"/>
                  </a:lnTo>
                  <a:lnTo>
                    <a:pt x="930735" y="816497"/>
                  </a:lnTo>
                  <a:lnTo>
                    <a:pt x="927870" y="816497"/>
                  </a:lnTo>
                  <a:lnTo>
                    <a:pt x="927870" y="818287"/>
                  </a:lnTo>
                  <a:close/>
                  <a:moveTo>
                    <a:pt x="1037094" y="803963"/>
                  </a:moveTo>
                  <a:lnTo>
                    <a:pt x="1039959" y="803963"/>
                  </a:lnTo>
                  <a:lnTo>
                    <a:pt x="1039959" y="802172"/>
                  </a:lnTo>
                  <a:lnTo>
                    <a:pt x="1037094" y="802172"/>
                  </a:lnTo>
                  <a:lnTo>
                    <a:pt x="1037094" y="803963"/>
                  </a:lnTo>
                  <a:close/>
                  <a:moveTo>
                    <a:pt x="927870" y="803963"/>
                  </a:moveTo>
                  <a:lnTo>
                    <a:pt x="930735" y="803963"/>
                  </a:lnTo>
                  <a:lnTo>
                    <a:pt x="930735" y="802172"/>
                  </a:lnTo>
                  <a:lnTo>
                    <a:pt x="927870" y="802172"/>
                  </a:lnTo>
                  <a:lnTo>
                    <a:pt x="927870" y="803963"/>
                  </a:lnTo>
                  <a:close/>
                  <a:moveTo>
                    <a:pt x="1037094" y="759199"/>
                  </a:moveTo>
                  <a:lnTo>
                    <a:pt x="1039959" y="759199"/>
                  </a:lnTo>
                  <a:lnTo>
                    <a:pt x="1039959" y="757408"/>
                  </a:lnTo>
                  <a:lnTo>
                    <a:pt x="1037094" y="757408"/>
                  </a:lnTo>
                  <a:lnTo>
                    <a:pt x="1037094" y="759199"/>
                  </a:lnTo>
                  <a:close/>
                  <a:moveTo>
                    <a:pt x="927870" y="759199"/>
                  </a:moveTo>
                  <a:lnTo>
                    <a:pt x="930735" y="759199"/>
                  </a:lnTo>
                  <a:lnTo>
                    <a:pt x="930735" y="757408"/>
                  </a:lnTo>
                  <a:lnTo>
                    <a:pt x="927870" y="757408"/>
                  </a:lnTo>
                  <a:lnTo>
                    <a:pt x="927870" y="759199"/>
                  </a:lnTo>
                  <a:close/>
                  <a:moveTo>
                    <a:pt x="1037094" y="744874"/>
                  </a:moveTo>
                  <a:lnTo>
                    <a:pt x="1039959" y="744874"/>
                  </a:lnTo>
                  <a:lnTo>
                    <a:pt x="1039959" y="743084"/>
                  </a:lnTo>
                  <a:lnTo>
                    <a:pt x="1037094" y="743084"/>
                  </a:lnTo>
                  <a:lnTo>
                    <a:pt x="1037094" y="744874"/>
                  </a:lnTo>
                  <a:close/>
                  <a:moveTo>
                    <a:pt x="927870" y="744874"/>
                  </a:moveTo>
                  <a:lnTo>
                    <a:pt x="930735" y="744874"/>
                  </a:lnTo>
                  <a:lnTo>
                    <a:pt x="930735" y="743084"/>
                  </a:lnTo>
                  <a:lnTo>
                    <a:pt x="927870" y="743084"/>
                  </a:lnTo>
                  <a:lnTo>
                    <a:pt x="927870" y="744874"/>
                  </a:lnTo>
                  <a:close/>
                  <a:moveTo>
                    <a:pt x="1037094" y="730550"/>
                  </a:moveTo>
                  <a:lnTo>
                    <a:pt x="1039959" y="730550"/>
                  </a:lnTo>
                  <a:lnTo>
                    <a:pt x="1039959" y="728759"/>
                  </a:lnTo>
                  <a:lnTo>
                    <a:pt x="1037094" y="728759"/>
                  </a:lnTo>
                  <a:lnTo>
                    <a:pt x="1037094" y="730550"/>
                  </a:lnTo>
                  <a:close/>
                  <a:moveTo>
                    <a:pt x="927870" y="730550"/>
                  </a:moveTo>
                  <a:lnTo>
                    <a:pt x="930735" y="730550"/>
                  </a:lnTo>
                  <a:lnTo>
                    <a:pt x="930735" y="728759"/>
                  </a:lnTo>
                  <a:lnTo>
                    <a:pt x="927870" y="728759"/>
                  </a:lnTo>
                  <a:lnTo>
                    <a:pt x="927870" y="730550"/>
                  </a:lnTo>
                  <a:close/>
                  <a:moveTo>
                    <a:pt x="1037094" y="671461"/>
                  </a:moveTo>
                  <a:lnTo>
                    <a:pt x="1039959" y="671461"/>
                  </a:lnTo>
                  <a:lnTo>
                    <a:pt x="1039959" y="669671"/>
                  </a:lnTo>
                  <a:lnTo>
                    <a:pt x="1037094" y="669671"/>
                  </a:lnTo>
                  <a:lnTo>
                    <a:pt x="1037094" y="671461"/>
                  </a:lnTo>
                  <a:close/>
                  <a:moveTo>
                    <a:pt x="927870" y="671461"/>
                  </a:moveTo>
                  <a:lnTo>
                    <a:pt x="930735" y="671461"/>
                  </a:lnTo>
                  <a:lnTo>
                    <a:pt x="930735" y="669671"/>
                  </a:lnTo>
                  <a:lnTo>
                    <a:pt x="927870" y="669671"/>
                  </a:lnTo>
                  <a:lnTo>
                    <a:pt x="927870" y="671461"/>
                  </a:lnTo>
                  <a:close/>
                  <a:moveTo>
                    <a:pt x="1037094" y="657137"/>
                  </a:moveTo>
                  <a:lnTo>
                    <a:pt x="1039959" y="657137"/>
                  </a:lnTo>
                  <a:lnTo>
                    <a:pt x="1039959" y="655346"/>
                  </a:lnTo>
                  <a:lnTo>
                    <a:pt x="1037094" y="655346"/>
                  </a:lnTo>
                  <a:lnTo>
                    <a:pt x="1037094" y="657137"/>
                  </a:lnTo>
                  <a:close/>
                  <a:moveTo>
                    <a:pt x="927870" y="657137"/>
                  </a:moveTo>
                  <a:lnTo>
                    <a:pt x="930735" y="657137"/>
                  </a:lnTo>
                  <a:lnTo>
                    <a:pt x="930735" y="655346"/>
                  </a:lnTo>
                  <a:lnTo>
                    <a:pt x="927870" y="655346"/>
                  </a:lnTo>
                  <a:lnTo>
                    <a:pt x="927870" y="657137"/>
                  </a:lnTo>
                  <a:close/>
                  <a:moveTo>
                    <a:pt x="1037094" y="642812"/>
                  </a:moveTo>
                  <a:lnTo>
                    <a:pt x="1039959" y="642812"/>
                  </a:lnTo>
                  <a:lnTo>
                    <a:pt x="1039959" y="641022"/>
                  </a:lnTo>
                  <a:lnTo>
                    <a:pt x="1037094" y="641022"/>
                  </a:lnTo>
                  <a:lnTo>
                    <a:pt x="1037094" y="642812"/>
                  </a:lnTo>
                  <a:close/>
                  <a:moveTo>
                    <a:pt x="927870" y="642812"/>
                  </a:moveTo>
                  <a:lnTo>
                    <a:pt x="930735" y="642812"/>
                  </a:lnTo>
                  <a:lnTo>
                    <a:pt x="930735" y="641022"/>
                  </a:lnTo>
                  <a:lnTo>
                    <a:pt x="927870" y="641022"/>
                  </a:lnTo>
                  <a:lnTo>
                    <a:pt x="927870" y="642812"/>
                  </a:lnTo>
                  <a:close/>
                  <a:moveTo>
                    <a:pt x="1037094" y="583724"/>
                  </a:moveTo>
                  <a:lnTo>
                    <a:pt x="1039959" y="583724"/>
                  </a:lnTo>
                  <a:lnTo>
                    <a:pt x="1039959" y="581933"/>
                  </a:lnTo>
                  <a:lnTo>
                    <a:pt x="1037094" y="581933"/>
                  </a:lnTo>
                  <a:lnTo>
                    <a:pt x="1037094" y="583724"/>
                  </a:lnTo>
                  <a:close/>
                  <a:moveTo>
                    <a:pt x="927870" y="583724"/>
                  </a:moveTo>
                  <a:lnTo>
                    <a:pt x="930735" y="583724"/>
                  </a:lnTo>
                  <a:lnTo>
                    <a:pt x="930735" y="581933"/>
                  </a:lnTo>
                  <a:lnTo>
                    <a:pt x="927870" y="581933"/>
                  </a:lnTo>
                  <a:lnTo>
                    <a:pt x="927870" y="583724"/>
                  </a:lnTo>
                  <a:close/>
                  <a:moveTo>
                    <a:pt x="1037094" y="569399"/>
                  </a:moveTo>
                  <a:lnTo>
                    <a:pt x="1039959" y="569399"/>
                  </a:lnTo>
                  <a:lnTo>
                    <a:pt x="1039959" y="567608"/>
                  </a:lnTo>
                  <a:lnTo>
                    <a:pt x="1037094" y="567608"/>
                  </a:lnTo>
                  <a:lnTo>
                    <a:pt x="1037094" y="569399"/>
                  </a:lnTo>
                  <a:close/>
                  <a:moveTo>
                    <a:pt x="927870" y="569399"/>
                  </a:moveTo>
                  <a:lnTo>
                    <a:pt x="930735" y="569399"/>
                  </a:lnTo>
                  <a:lnTo>
                    <a:pt x="930735" y="567608"/>
                  </a:lnTo>
                  <a:lnTo>
                    <a:pt x="927870" y="567608"/>
                  </a:lnTo>
                  <a:lnTo>
                    <a:pt x="927870" y="569399"/>
                  </a:lnTo>
                  <a:close/>
                  <a:moveTo>
                    <a:pt x="1037094" y="555075"/>
                  </a:moveTo>
                  <a:lnTo>
                    <a:pt x="1039959" y="555075"/>
                  </a:lnTo>
                  <a:lnTo>
                    <a:pt x="1039959" y="553284"/>
                  </a:lnTo>
                  <a:lnTo>
                    <a:pt x="1037094" y="553284"/>
                  </a:lnTo>
                  <a:lnTo>
                    <a:pt x="1037094" y="555075"/>
                  </a:lnTo>
                  <a:close/>
                  <a:moveTo>
                    <a:pt x="927870" y="555075"/>
                  </a:moveTo>
                  <a:lnTo>
                    <a:pt x="930735" y="555075"/>
                  </a:lnTo>
                  <a:lnTo>
                    <a:pt x="930735" y="553284"/>
                  </a:lnTo>
                  <a:lnTo>
                    <a:pt x="927870" y="553284"/>
                  </a:lnTo>
                  <a:lnTo>
                    <a:pt x="927870" y="555075"/>
                  </a:lnTo>
                  <a:close/>
                  <a:moveTo>
                    <a:pt x="1037094" y="510310"/>
                  </a:moveTo>
                  <a:lnTo>
                    <a:pt x="1039959" y="510310"/>
                  </a:lnTo>
                  <a:lnTo>
                    <a:pt x="1039959" y="508520"/>
                  </a:lnTo>
                  <a:lnTo>
                    <a:pt x="1037094" y="508520"/>
                  </a:lnTo>
                  <a:lnTo>
                    <a:pt x="1037094" y="510310"/>
                  </a:lnTo>
                  <a:close/>
                  <a:moveTo>
                    <a:pt x="927870" y="510310"/>
                  </a:moveTo>
                  <a:lnTo>
                    <a:pt x="930735" y="510310"/>
                  </a:lnTo>
                  <a:lnTo>
                    <a:pt x="930735" y="508520"/>
                  </a:lnTo>
                  <a:lnTo>
                    <a:pt x="927870" y="508520"/>
                  </a:lnTo>
                  <a:lnTo>
                    <a:pt x="927870" y="510310"/>
                  </a:lnTo>
                  <a:close/>
                  <a:moveTo>
                    <a:pt x="1037094" y="495986"/>
                  </a:moveTo>
                  <a:lnTo>
                    <a:pt x="1039959" y="495986"/>
                  </a:lnTo>
                  <a:lnTo>
                    <a:pt x="1039959" y="494195"/>
                  </a:lnTo>
                  <a:lnTo>
                    <a:pt x="1037094" y="494195"/>
                  </a:lnTo>
                  <a:lnTo>
                    <a:pt x="1037094" y="495986"/>
                  </a:lnTo>
                  <a:close/>
                  <a:moveTo>
                    <a:pt x="927870" y="495986"/>
                  </a:moveTo>
                  <a:lnTo>
                    <a:pt x="930735" y="495986"/>
                  </a:lnTo>
                  <a:lnTo>
                    <a:pt x="930735" y="494195"/>
                  </a:lnTo>
                  <a:lnTo>
                    <a:pt x="927870" y="494195"/>
                  </a:lnTo>
                  <a:lnTo>
                    <a:pt x="927870" y="495986"/>
                  </a:lnTo>
                  <a:close/>
                  <a:moveTo>
                    <a:pt x="1037094" y="481661"/>
                  </a:moveTo>
                  <a:lnTo>
                    <a:pt x="1039959" y="481661"/>
                  </a:lnTo>
                  <a:lnTo>
                    <a:pt x="1039959" y="479871"/>
                  </a:lnTo>
                  <a:lnTo>
                    <a:pt x="1037094" y="479871"/>
                  </a:lnTo>
                  <a:lnTo>
                    <a:pt x="1037094" y="481661"/>
                  </a:lnTo>
                  <a:close/>
                  <a:moveTo>
                    <a:pt x="927870" y="481661"/>
                  </a:moveTo>
                  <a:lnTo>
                    <a:pt x="930735" y="481661"/>
                  </a:lnTo>
                  <a:lnTo>
                    <a:pt x="930735" y="479871"/>
                  </a:lnTo>
                  <a:lnTo>
                    <a:pt x="927870" y="479871"/>
                  </a:lnTo>
                  <a:lnTo>
                    <a:pt x="927870" y="481661"/>
                  </a:lnTo>
                  <a:close/>
                  <a:moveTo>
                    <a:pt x="1037094" y="422573"/>
                  </a:moveTo>
                  <a:lnTo>
                    <a:pt x="1039959" y="422573"/>
                  </a:lnTo>
                  <a:lnTo>
                    <a:pt x="1039959" y="420782"/>
                  </a:lnTo>
                  <a:lnTo>
                    <a:pt x="1037094" y="420782"/>
                  </a:lnTo>
                  <a:lnTo>
                    <a:pt x="1037094" y="422573"/>
                  </a:lnTo>
                  <a:close/>
                  <a:moveTo>
                    <a:pt x="927870" y="422573"/>
                  </a:moveTo>
                  <a:lnTo>
                    <a:pt x="930735" y="422573"/>
                  </a:lnTo>
                  <a:lnTo>
                    <a:pt x="930735" y="420782"/>
                  </a:lnTo>
                  <a:lnTo>
                    <a:pt x="927870" y="420782"/>
                  </a:lnTo>
                  <a:lnTo>
                    <a:pt x="927870" y="422573"/>
                  </a:lnTo>
                  <a:close/>
                  <a:moveTo>
                    <a:pt x="1037094" y="408248"/>
                  </a:moveTo>
                  <a:lnTo>
                    <a:pt x="1039959" y="408248"/>
                  </a:lnTo>
                  <a:lnTo>
                    <a:pt x="1039959" y="406458"/>
                  </a:lnTo>
                  <a:lnTo>
                    <a:pt x="1037094" y="406458"/>
                  </a:lnTo>
                  <a:lnTo>
                    <a:pt x="1037094" y="408248"/>
                  </a:lnTo>
                  <a:close/>
                  <a:moveTo>
                    <a:pt x="927870" y="408248"/>
                  </a:moveTo>
                  <a:lnTo>
                    <a:pt x="930735" y="408248"/>
                  </a:lnTo>
                  <a:lnTo>
                    <a:pt x="930735" y="406458"/>
                  </a:lnTo>
                  <a:lnTo>
                    <a:pt x="927870" y="406458"/>
                  </a:lnTo>
                  <a:lnTo>
                    <a:pt x="927870" y="408248"/>
                  </a:lnTo>
                  <a:close/>
                  <a:moveTo>
                    <a:pt x="1037094" y="393924"/>
                  </a:moveTo>
                  <a:lnTo>
                    <a:pt x="1039959" y="393924"/>
                  </a:lnTo>
                  <a:lnTo>
                    <a:pt x="1039959" y="392133"/>
                  </a:lnTo>
                  <a:lnTo>
                    <a:pt x="1037094" y="392133"/>
                  </a:lnTo>
                  <a:lnTo>
                    <a:pt x="1037094" y="393924"/>
                  </a:lnTo>
                  <a:close/>
                  <a:moveTo>
                    <a:pt x="927870" y="393924"/>
                  </a:moveTo>
                  <a:lnTo>
                    <a:pt x="930735" y="393924"/>
                  </a:lnTo>
                  <a:lnTo>
                    <a:pt x="930735" y="392133"/>
                  </a:lnTo>
                  <a:lnTo>
                    <a:pt x="927870" y="392133"/>
                  </a:lnTo>
                  <a:lnTo>
                    <a:pt x="927870" y="393924"/>
                  </a:lnTo>
                  <a:close/>
                  <a:moveTo>
                    <a:pt x="1037094" y="334835"/>
                  </a:moveTo>
                  <a:lnTo>
                    <a:pt x="1039959" y="334835"/>
                  </a:lnTo>
                  <a:lnTo>
                    <a:pt x="1039959" y="333045"/>
                  </a:lnTo>
                  <a:lnTo>
                    <a:pt x="1037094" y="333045"/>
                  </a:lnTo>
                  <a:lnTo>
                    <a:pt x="1037094" y="334835"/>
                  </a:lnTo>
                  <a:close/>
                  <a:moveTo>
                    <a:pt x="927870" y="334835"/>
                  </a:moveTo>
                  <a:lnTo>
                    <a:pt x="930735" y="334835"/>
                  </a:lnTo>
                  <a:lnTo>
                    <a:pt x="930735" y="333045"/>
                  </a:lnTo>
                  <a:lnTo>
                    <a:pt x="927870" y="333045"/>
                  </a:lnTo>
                  <a:lnTo>
                    <a:pt x="927870" y="334835"/>
                  </a:lnTo>
                  <a:close/>
                  <a:moveTo>
                    <a:pt x="1037094" y="320511"/>
                  </a:moveTo>
                  <a:lnTo>
                    <a:pt x="1039959" y="320511"/>
                  </a:lnTo>
                  <a:lnTo>
                    <a:pt x="1039959" y="318720"/>
                  </a:lnTo>
                  <a:lnTo>
                    <a:pt x="1037094" y="318720"/>
                  </a:lnTo>
                  <a:lnTo>
                    <a:pt x="1037094" y="320511"/>
                  </a:lnTo>
                  <a:close/>
                  <a:moveTo>
                    <a:pt x="927870" y="320511"/>
                  </a:moveTo>
                  <a:lnTo>
                    <a:pt x="930735" y="320511"/>
                  </a:lnTo>
                  <a:lnTo>
                    <a:pt x="930735" y="318720"/>
                  </a:lnTo>
                  <a:lnTo>
                    <a:pt x="927870" y="318720"/>
                  </a:lnTo>
                  <a:lnTo>
                    <a:pt x="927870" y="320511"/>
                  </a:lnTo>
                  <a:close/>
                  <a:moveTo>
                    <a:pt x="1037094" y="306186"/>
                  </a:moveTo>
                  <a:lnTo>
                    <a:pt x="1039959" y="306186"/>
                  </a:lnTo>
                  <a:lnTo>
                    <a:pt x="1039959" y="304396"/>
                  </a:lnTo>
                  <a:lnTo>
                    <a:pt x="1037094" y="304396"/>
                  </a:lnTo>
                  <a:lnTo>
                    <a:pt x="1037094" y="306186"/>
                  </a:lnTo>
                  <a:close/>
                  <a:moveTo>
                    <a:pt x="927870" y="306186"/>
                  </a:moveTo>
                  <a:lnTo>
                    <a:pt x="930735" y="306186"/>
                  </a:lnTo>
                  <a:lnTo>
                    <a:pt x="930735" y="304396"/>
                  </a:lnTo>
                  <a:lnTo>
                    <a:pt x="927870" y="304396"/>
                  </a:lnTo>
                  <a:lnTo>
                    <a:pt x="927870" y="306186"/>
                  </a:lnTo>
                  <a:close/>
                  <a:moveTo>
                    <a:pt x="1037094" y="261422"/>
                  </a:moveTo>
                  <a:lnTo>
                    <a:pt x="1039959" y="261422"/>
                  </a:lnTo>
                  <a:lnTo>
                    <a:pt x="1039959" y="259632"/>
                  </a:lnTo>
                  <a:lnTo>
                    <a:pt x="1037094" y="259632"/>
                  </a:lnTo>
                  <a:lnTo>
                    <a:pt x="1037094" y="261422"/>
                  </a:lnTo>
                  <a:close/>
                  <a:moveTo>
                    <a:pt x="927870" y="261422"/>
                  </a:moveTo>
                  <a:lnTo>
                    <a:pt x="930735" y="261422"/>
                  </a:lnTo>
                  <a:lnTo>
                    <a:pt x="930735" y="259632"/>
                  </a:lnTo>
                  <a:lnTo>
                    <a:pt x="927870" y="259632"/>
                  </a:lnTo>
                  <a:lnTo>
                    <a:pt x="927870" y="261422"/>
                  </a:lnTo>
                  <a:close/>
                  <a:moveTo>
                    <a:pt x="1037094" y="247098"/>
                  </a:moveTo>
                  <a:lnTo>
                    <a:pt x="1039959" y="247098"/>
                  </a:lnTo>
                  <a:lnTo>
                    <a:pt x="1039959" y="245307"/>
                  </a:lnTo>
                  <a:lnTo>
                    <a:pt x="1037094" y="245307"/>
                  </a:lnTo>
                  <a:lnTo>
                    <a:pt x="1037094" y="247098"/>
                  </a:lnTo>
                  <a:close/>
                  <a:moveTo>
                    <a:pt x="927870" y="247098"/>
                  </a:moveTo>
                  <a:lnTo>
                    <a:pt x="930735" y="247098"/>
                  </a:lnTo>
                  <a:lnTo>
                    <a:pt x="930735" y="245307"/>
                  </a:lnTo>
                  <a:lnTo>
                    <a:pt x="927870" y="245307"/>
                  </a:lnTo>
                  <a:lnTo>
                    <a:pt x="927870" y="247098"/>
                  </a:lnTo>
                  <a:close/>
                  <a:moveTo>
                    <a:pt x="1037094" y="232773"/>
                  </a:moveTo>
                  <a:lnTo>
                    <a:pt x="1039959" y="232773"/>
                  </a:lnTo>
                  <a:lnTo>
                    <a:pt x="1039959" y="230983"/>
                  </a:lnTo>
                  <a:lnTo>
                    <a:pt x="1037094" y="230983"/>
                  </a:lnTo>
                  <a:lnTo>
                    <a:pt x="1037094" y="232773"/>
                  </a:lnTo>
                  <a:close/>
                  <a:moveTo>
                    <a:pt x="927870" y="232773"/>
                  </a:moveTo>
                  <a:lnTo>
                    <a:pt x="930735" y="232773"/>
                  </a:lnTo>
                  <a:lnTo>
                    <a:pt x="930735" y="230983"/>
                  </a:lnTo>
                  <a:lnTo>
                    <a:pt x="927870" y="230983"/>
                  </a:lnTo>
                  <a:lnTo>
                    <a:pt x="927870" y="232773"/>
                  </a:lnTo>
                  <a:close/>
                  <a:moveTo>
                    <a:pt x="1037094" y="173685"/>
                  </a:moveTo>
                  <a:lnTo>
                    <a:pt x="1039959" y="173685"/>
                  </a:lnTo>
                  <a:lnTo>
                    <a:pt x="1039959" y="171894"/>
                  </a:lnTo>
                  <a:lnTo>
                    <a:pt x="1037094" y="171894"/>
                  </a:lnTo>
                  <a:lnTo>
                    <a:pt x="1037094" y="173685"/>
                  </a:lnTo>
                  <a:close/>
                  <a:moveTo>
                    <a:pt x="927870" y="173685"/>
                  </a:moveTo>
                  <a:lnTo>
                    <a:pt x="930735" y="173685"/>
                  </a:lnTo>
                  <a:lnTo>
                    <a:pt x="930735" y="171894"/>
                  </a:lnTo>
                  <a:lnTo>
                    <a:pt x="927870" y="171894"/>
                  </a:lnTo>
                  <a:lnTo>
                    <a:pt x="927870" y="173685"/>
                  </a:lnTo>
                  <a:close/>
                  <a:moveTo>
                    <a:pt x="1037094" y="159360"/>
                  </a:moveTo>
                  <a:lnTo>
                    <a:pt x="1039959" y="159360"/>
                  </a:lnTo>
                  <a:lnTo>
                    <a:pt x="1039959" y="157570"/>
                  </a:lnTo>
                  <a:lnTo>
                    <a:pt x="1037094" y="157570"/>
                  </a:lnTo>
                  <a:lnTo>
                    <a:pt x="1037094" y="159360"/>
                  </a:lnTo>
                  <a:close/>
                  <a:moveTo>
                    <a:pt x="927870" y="159360"/>
                  </a:moveTo>
                  <a:lnTo>
                    <a:pt x="930735" y="159360"/>
                  </a:lnTo>
                  <a:lnTo>
                    <a:pt x="930735" y="157570"/>
                  </a:lnTo>
                  <a:lnTo>
                    <a:pt x="927870" y="157570"/>
                  </a:lnTo>
                  <a:lnTo>
                    <a:pt x="927870" y="159360"/>
                  </a:lnTo>
                  <a:close/>
                  <a:moveTo>
                    <a:pt x="1037094" y="145036"/>
                  </a:moveTo>
                  <a:lnTo>
                    <a:pt x="1039959" y="145036"/>
                  </a:lnTo>
                  <a:lnTo>
                    <a:pt x="1039959" y="143245"/>
                  </a:lnTo>
                  <a:lnTo>
                    <a:pt x="1037094" y="143245"/>
                  </a:lnTo>
                  <a:lnTo>
                    <a:pt x="1037094" y="145036"/>
                  </a:lnTo>
                  <a:close/>
                  <a:moveTo>
                    <a:pt x="927870" y="145036"/>
                  </a:moveTo>
                  <a:lnTo>
                    <a:pt x="930735" y="145036"/>
                  </a:lnTo>
                  <a:lnTo>
                    <a:pt x="930735" y="143245"/>
                  </a:lnTo>
                  <a:lnTo>
                    <a:pt x="927870" y="143245"/>
                  </a:lnTo>
                  <a:lnTo>
                    <a:pt x="927870" y="145036"/>
                  </a:lnTo>
                  <a:close/>
                  <a:moveTo>
                    <a:pt x="1037094" y="85947"/>
                  </a:moveTo>
                  <a:lnTo>
                    <a:pt x="1039959" y="85947"/>
                  </a:lnTo>
                  <a:lnTo>
                    <a:pt x="1039959" y="84156"/>
                  </a:lnTo>
                  <a:lnTo>
                    <a:pt x="1037094" y="84156"/>
                  </a:lnTo>
                  <a:lnTo>
                    <a:pt x="1037094" y="85947"/>
                  </a:lnTo>
                  <a:close/>
                  <a:moveTo>
                    <a:pt x="927870" y="85947"/>
                  </a:moveTo>
                  <a:lnTo>
                    <a:pt x="930735" y="85947"/>
                  </a:lnTo>
                  <a:lnTo>
                    <a:pt x="930735" y="84156"/>
                  </a:lnTo>
                  <a:lnTo>
                    <a:pt x="927870" y="84156"/>
                  </a:lnTo>
                  <a:lnTo>
                    <a:pt x="927870" y="85947"/>
                  </a:lnTo>
                  <a:close/>
                  <a:moveTo>
                    <a:pt x="1037094" y="71623"/>
                  </a:moveTo>
                  <a:lnTo>
                    <a:pt x="1039959" y="71623"/>
                  </a:lnTo>
                  <a:lnTo>
                    <a:pt x="1039959" y="69832"/>
                  </a:lnTo>
                  <a:lnTo>
                    <a:pt x="1037094" y="69832"/>
                  </a:lnTo>
                  <a:lnTo>
                    <a:pt x="1037094" y="71623"/>
                  </a:lnTo>
                  <a:close/>
                  <a:moveTo>
                    <a:pt x="927870" y="71623"/>
                  </a:moveTo>
                  <a:lnTo>
                    <a:pt x="930735" y="71623"/>
                  </a:lnTo>
                  <a:lnTo>
                    <a:pt x="930735" y="69832"/>
                  </a:lnTo>
                  <a:lnTo>
                    <a:pt x="927870" y="69832"/>
                  </a:lnTo>
                  <a:lnTo>
                    <a:pt x="927870" y="71623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161" name="Text: 6"/>
            <p:cNvSpPr/>
            <p:nvPr/>
          </p:nvSpPr>
          <p:spPr>
            <a:xfrm>
              <a:off x="155779" y="377500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162" name="Text: VIP_Total"/>
            <p:cNvSpPr/>
            <p:nvPr/>
          </p:nvSpPr>
          <p:spPr>
            <a:xfrm>
              <a:off x="2046613" y="452533"/>
              <a:ext cx="268584" cy="6868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VIP_Total</a:t>
              </a:r>
            </a:p>
          </p:txBody>
        </p:sp>
        <p:sp>
          <p:nvSpPr>
            <p:cNvPr id="1163" name="Text: 1"/>
            <p:cNvSpPr/>
            <p:nvPr/>
          </p:nvSpPr>
          <p:spPr>
            <a:xfrm>
              <a:off x="2159419" y="551744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64" name="Text: 2"/>
            <p:cNvSpPr/>
            <p:nvPr/>
          </p:nvSpPr>
          <p:spPr>
            <a:xfrm>
              <a:off x="2157628" y="628738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65" name="Text: −log10 p-value"/>
            <p:cNvSpPr/>
            <p:nvPr/>
          </p:nvSpPr>
          <p:spPr>
            <a:xfrm rot="16200000">
              <a:off x="-132502" y="831332"/>
              <a:ext cx="388552" cy="777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5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 p-value</a:t>
              </a:r>
            </a:p>
          </p:txBody>
        </p:sp>
        <p:sp>
          <p:nvSpPr>
            <p:cNvPr id="1166" name="Text: 3"/>
            <p:cNvSpPr/>
            <p:nvPr/>
          </p:nvSpPr>
          <p:spPr>
            <a:xfrm>
              <a:off x="2157628" y="707334"/>
              <a:ext cx="42806" cy="833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8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167" name="Text: 4"/>
            <p:cNvSpPr/>
            <p:nvPr/>
          </p:nvSpPr>
          <p:spPr>
            <a:xfrm>
              <a:off x="2157628" y="784517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68" name="Text: 4"/>
            <p:cNvSpPr/>
            <p:nvPr/>
          </p:nvSpPr>
          <p:spPr>
            <a:xfrm>
              <a:off x="155779" y="78925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69" name="Text: 5"/>
            <p:cNvSpPr/>
            <p:nvPr/>
          </p:nvSpPr>
          <p:spPr>
            <a:xfrm>
              <a:off x="2157628" y="862388"/>
              <a:ext cx="43813" cy="8452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9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170" name="Text: change"/>
            <p:cNvSpPr/>
            <p:nvPr/>
          </p:nvSpPr>
          <p:spPr>
            <a:xfrm>
              <a:off x="2046613" y="1002909"/>
              <a:ext cx="208657" cy="818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change</a:t>
              </a:r>
            </a:p>
          </p:txBody>
        </p:sp>
        <p:sp>
          <p:nvSpPr>
            <p:cNvPr id="1171" name="Text: Up"/>
            <p:cNvSpPr/>
            <p:nvPr/>
          </p:nvSpPr>
          <p:spPr>
            <a:xfrm>
              <a:off x="2159419" y="1103714"/>
              <a:ext cx="80575" cy="755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4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Up</a:t>
              </a:r>
            </a:p>
          </p:txBody>
        </p:sp>
        <p:sp>
          <p:nvSpPr>
            <p:cNvPr id="1172" name="Text: Equals"/>
            <p:cNvSpPr/>
            <p:nvPr/>
          </p:nvSpPr>
          <p:spPr>
            <a:xfrm>
              <a:off x="2159419" y="1180347"/>
              <a:ext cx="189800" cy="7978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Equals</a:t>
              </a:r>
            </a:p>
          </p:txBody>
        </p:sp>
        <p:sp>
          <p:nvSpPr>
            <p:cNvPr id="1173" name="Text: 2"/>
            <p:cNvSpPr/>
            <p:nvPr/>
          </p:nvSpPr>
          <p:spPr>
            <a:xfrm>
              <a:off x="157570" y="120287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74" name="Text: Down"/>
            <p:cNvSpPr/>
            <p:nvPr/>
          </p:nvSpPr>
          <p:spPr>
            <a:xfrm>
              <a:off x="2159419" y="1257529"/>
              <a:ext cx="155779" cy="775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Down</a:t>
              </a:r>
            </a:p>
          </p:txBody>
        </p:sp>
        <p:sp>
          <p:nvSpPr>
            <p:cNvPr id="1175" name="Text: 0"/>
            <p:cNvSpPr/>
            <p:nvPr/>
          </p:nvSpPr>
          <p:spPr>
            <a:xfrm>
              <a:off x="155779" y="1614779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76" name="Text: -2"/>
            <p:cNvSpPr/>
            <p:nvPr/>
          </p:nvSpPr>
          <p:spPr>
            <a:xfrm>
              <a:off x="542541" y="1725715"/>
              <a:ext cx="59089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177" name="Text: 0"/>
            <p:cNvSpPr/>
            <p:nvPr/>
          </p:nvSpPr>
          <p:spPr>
            <a:xfrm>
              <a:off x="972276" y="1725794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78" name="Text: 2"/>
            <p:cNvSpPr/>
            <p:nvPr/>
          </p:nvSpPr>
          <p:spPr>
            <a:xfrm>
              <a:off x="1391267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179" name="Text: 4"/>
            <p:cNvSpPr/>
            <p:nvPr/>
          </p:nvSpPr>
          <p:spPr>
            <a:xfrm>
              <a:off x="1808469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80" name="Text: log2 Fold Change"/>
            <p:cNvSpPr/>
            <p:nvPr/>
          </p:nvSpPr>
          <p:spPr>
            <a:xfrm>
              <a:off x="854099" y="1821783"/>
              <a:ext cx="489495" cy="820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log2 Fold Change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6B61710F-1EC6-33E8-E5CD-0B3D442CAF62}"/>
              </a:ext>
            </a:extLst>
          </p:cNvPr>
          <p:cNvSpPr txBox="1"/>
          <p:nvPr/>
        </p:nvSpPr>
        <p:spPr>
          <a:xfrm>
            <a:off x="2638106" y="288362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158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2F0A3-591B-553D-A017-883A3D54CECE}"/>
              </a:ext>
            </a:extLst>
          </p:cNvPr>
          <p:cNvSpPr txBox="1"/>
          <p:nvPr/>
        </p:nvSpPr>
        <p:spPr>
          <a:xfrm>
            <a:off x="5886029" y="335294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63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图片 23 — editable">
            <a:extLst>
              <a:ext uri="{FF2B5EF4-FFF2-40B4-BE49-F238E27FC236}">
                <a16:creationId xmlns:a16="http://schemas.microsoft.com/office/drawing/2014/main" id="{467F51E2-BF4B-C02E-E275-BC593F562F91}"/>
              </a:ext>
            </a:extLst>
          </p:cNvPr>
          <p:cNvGrpSpPr/>
          <p:nvPr/>
        </p:nvGrpSpPr>
        <p:grpSpPr>
          <a:xfrm>
            <a:off x="6650024" y="565425"/>
            <a:ext cx="316883" cy="1662703"/>
            <a:chOff x="0" y="0"/>
            <a:chExt cx="316883" cy="1662704"/>
          </a:xfrm>
        </p:grpSpPr>
        <p:sp>
          <p:nvSpPr>
            <p:cNvPr id="1181" name="Panel background"/>
            <p:cNvSpPr/>
            <p:nvPr/>
          </p:nvSpPr>
          <p:spPr>
            <a:xfrm>
              <a:off x="0" y="0"/>
              <a:ext cx="316883" cy="16627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2" name="Colorbar gradient 6"/>
            <p:cNvSpPr/>
            <p:nvPr/>
          </p:nvSpPr>
          <p:spPr>
            <a:xfrm>
              <a:off x="33552" y="11184"/>
              <a:ext cx="106249" cy="1957"/>
            </a:xfrm>
            <a:prstGeom prst="rect">
              <a:avLst/>
            </a:prstGeom>
            <a:solidFill>
              <a:srgbClr val="530A0E"/>
            </a:solidFill>
            <a:ln>
              <a:noFill/>
            </a:ln>
          </p:spPr>
        </p:sp>
        <p:sp>
          <p:nvSpPr>
            <p:cNvPr id="1183" name="Colorbar gradient 7"/>
            <p:cNvSpPr/>
            <p:nvPr/>
          </p:nvSpPr>
          <p:spPr>
            <a:xfrm>
              <a:off x="33552" y="13048"/>
              <a:ext cx="106249" cy="1957"/>
            </a:xfrm>
            <a:prstGeom prst="rect">
              <a:avLst/>
            </a:prstGeom>
            <a:solidFill>
              <a:srgbClr val="530A0E"/>
            </a:solidFill>
            <a:ln>
              <a:noFill/>
            </a:ln>
          </p:spPr>
        </p:sp>
        <p:sp>
          <p:nvSpPr>
            <p:cNvPr id="1184" name="Colorbar gradient 8"/>
            <p:cNvSpPr/>
            <p:nvPr/>
          </p:nvSpPr>
          <p:spPr>
            <a:xfrm>
              <a:off x="33552" y="14912"/>
              <a:ext cx="106249" cy="1957"/>
            </a:xfrm>
            <a:prstGeom prst="rect">
              <a:avLst/>
            </a:prstGeom>
            <a:solidFill>
              <a:srgbClr val="530A0E"/>
            </a:solidFill>
            <a:ln>
              <a:noFill/>
            </a:ln>
          </p:spPr>
        </p:sp>
        <p:sp>
          <p:nvSpPr>
            <p:cNvPr id="1185" name="Colorbar gradient 9"/>
            <p:cNvSpPr/>
            <p:nvPr/>
          </p:nvSpPr>
          <p:spPr>
            <a:xfrm>
              <a:off x="33552" y="16776"/>
              <a:ext cx="106249" cy="1957"/>
            </a:xfrm>
            <a:prstGeom prst="rect">
              <a:avLst/>
            </a:prstGeom>
            <a:solidFill>
              <a:srgbClr val="540B0D"/>
            </a:solidFill>
            <a:ln>
              <a:noFill/>
            </a:ln>
          </p:spPr>
        </p:sp>
        <p:sp>
          <p:nvSpPr>
            <p:cNvPr id="1186" name="Colorbar gradient 10"/>
            <p:cNvSpPr/>
            <p:nvPr/>
          </p:nvSpPr>
          <p:spPr>
            <a:xfrm>
              <a:off x="33552" y="18640"/>
              <a:ext cx="106249" cy="1957"/>
            </a:xfrm>
            <a:prstGeom prst="rect">
              <a:avLst/>
            </a:prstGeom>
            <a:solidFill>
              <a:srgbClr val="540B0D"/>
            </a:solidFill>
            <a:ln>
              <a:noFill/>
            </a:ln>
          </p:spPr>
        </p:sp>
        <p:sp>
          <p:nvSpPr>
            <p:cNvPr id="1187" name="Colorbar gradient 11"/>
            <p:cNvSpPr/>
            <p:nvPr/>
          </p:nvSpPr>
          <p:spPr>
            <a:xfrm>
              <a:off x="33552" y="20504"/>
              <a:ext cx="106249" cy="1957"/>
            </a:xfrm>
            <a:prstGeom prst="rect">
              <a:avLst/>
            </a:prstGeom>
            <a:solidFill>
              <a:srgbClr val="550A0D"/>
            </a:solidFill>
            <a:ln>
              <a:noFill/>
            </a:ln>
          </p:spPr>
        </p:sp>
        <p:sp>
          <p:nvSpPr>
            <p:cNvPr id="1188" name="Colorbar gradient 12"/>
            <p:cNvSpPr/>
            <p:nvPr/>
          </p:nvSpPr>
          <p:spPr>
            <a:xfrm>
              <a:off x="33552" y="22368"/>
              <a:ext cx="106249" cy="1957"/>
            </a:xfrm>
            <a:prstGeom prst="rect">
              <a:avLst/>
            </a:prstGeom>
            <a:solidFill>
              <a:srgbClr val="560A0D"/>
            </a:solidFill>
            <a:ln>
              <a:noFill/>
            </a:ln>
          </p:spPr>
        </p:sp>
        <p:sp>
          <p:nvSpPr>
            <p:cNvPr id="1189" name="Colorbar gradient 13"/>
            <p:cNvSpPr/>
            <p:nvPr/>
          </p:nvSpPr>
          <p:spPr>
            <a:xfrm>
              <a:off x="33552" y="24232"/>
              <a:ext cx="106249" cy="1957"/>
            </a:xfrm>
            <a:prstGeom prst="rect">
              <a:avLst/>
            </a:prstGeom>
            <a:solidFill>
              <a:srgbClr val="560A0D"/>
            </a:solidFill>
            <a:ln>
              <a:noFill/>
            </a:ln>
          </p:spPr>
        </p:sp>
        <p:sp>
          <p:nvSpPr>
            <p:cNvPr id="1190" name="Colorbar gradient 14"/>
            <p:cNvSpPr/>
            <p:nvPr/>
          </p:nvSpPr>
          <p:spPr>
            <a:xfrm>
              <a:off x="33552" y="26096"/>
              <a:ext cx="106249" cy="1957"/>
            </a:xfrm>
            <a:prstGeom prst="rect">
              <a:avLst/>
            </a:prstGeom>
            <a:solidFill>
              <a:srgbClr val="570A0F"/>
            </a:solidFill>
            <a:ln>
              <a:noFill/>
            </a:ln>
          </p:spPr>
        </p:sp>
        <p:sp>
          <p:nvSpPr>
            <p:cNvPr id="1191" name="Colorbar gradient 15"/>
            <p:cNvSpPr/>
            <p:nvPr/>
          </p:nvSpPr>
          <p:spPr>
            <a:xfrm>
              <a:off x="33552" y="27960"/>
              <a:ext cx="106249" cy="1957"/>
            </a:xfrm>
            <a:prstGeom prst="rect">
              <a:avLst/>
            </a:prstGeom>
            <a:solidFill>
              <a:srgbClr val="570A0F"/>
            </a:solidFill>
            <a:ln>
              <a:noFill/>
            </a:ln>
          </p:spPr>
        </p:sp>
        <p:sp>
          <p:nvSpPr>
            <p:cNvPr id="1192" name="Colorbar gradient 16"/>
            <p:cNvSpPr/>
            <p:nvPr/>
          </p:nvSpPr>
          <p:spPr>
            <a:xfrm>
              <a:off x="33552" y="29824"/>
              <a:ext cx="106249" cy="1957"/>
            </a:xfrm>
            <a:prstGeom prst="rect">
              <a:avLst/>
            </a:prstGeom>
            <a:solidFill>
              <a:srgbClr val="580A0F"/>
            </a:solidFill>
            <a:ln>
              <a:noFill/>
            </a:ln>
          </p:spPr>
        </p:sp>
        <p:sp>
          <p:nvSpPr>
            <p:cNvPr id="1193" name="Colorbar gradient 17"/>
            <p:cNvSpPr/>
            <p:nvPr/>
          </p:nvSpPr>
          <p:spPr>
            <a:xfrm>
              <a:off x="33552" y="31688"/>
              <a:ext cx="106249" cy="1957"/>
            </a:xfrm>
            <a:prstGeom prst="rect">
              <a:avLst/>
            </a:prstGeom>
            <a:solidFill>
              <a:srgbClr val="580A0F"/>
            </a:solidFill>
            <a:ln>
              <a:noFill/>
            </a:ln>
          </p:spPr>
        </p:sp>
        <p:sp>
          <p:nvSpPr>
            <p:cNvPr id="1194" name="Colorbar gradient 18"/>
            <p:cNvSpPr/>
            <p:nvPr/>
          </p:nvSpPr>
          <p:spPr>
            <a:xfrm>
              <a:off x="33552" y="33552"/>
              <a:ext cx="106249" cy="1957"/>
            </a:xfrm>
            <a:prstGeom prst="rect">
              <a:avLst/>
            </a:prstGeom>
            <a:solidFill>
              <a:srgbClr val="5A0B10"/>
            </a:solidFill>
            <a:ln>
              <a:noFill/>
            </a:ln>
          </p:spPr>
        </p:sp>
        <p:sp>
          <p:nvSpPr>
            <p:cNvPr id="1195" name="Colorbar gradient 19"/>
            <p:cNvSpPr/>
            <p:nvPr/>
          </p:nvSpPr>
          <p:spPr>
            <a:xfrm>
              <a:off x="33552" y="35416"/>
              <a:ext cx="106249" cy="1957"/>
            </a:xfrm>
            <a:prstGeom prst="rect">
              <a:avLst/>
            </a:prstGeom>
            <a:solidFill>
              <a:srgbClr val="5A0B10"/>
            </a:solidFill>
            <a:ln>
              <a:noFill/>
            </a:ln>
          </p:spPr>
        </p:sp>
        <p:sp>
          <p:nvSpPr>
            <p:cNvPr id="1196" name="Colorbar gradient 20"/>
            <p:cNvSpPr/>
            <p:nvPr/>
          </p:nvSpPr>
          <p:spPr>
            <a:xfrm>
              <a:off x="33552" y="37280"/>
              <a:ext cx="106249" cy="1957"/>
            </a:xfrm>
            <a:prstGeom prst="rect">
              <a:avLst/>
            </a:prstGeom>
            <a:solidFill>
              <a:srgbClr val="5A0B10"/>
            </a:solidFill>
            <a:ln>
              <a:noFill/>
            </a:ln>
          </p:spPr>
        </p:sp>
        <p:sp>
          <p:nvSpPr>
            <p:cNvPr id="1197" name="Colorbar gradient 21"/>
            <p:cNvSpPr/>
            <p:nvPr/>
          </p:nvSpPr>
          <p:spPr>
            <a:xfrm>
              <a:off x="33552" y="39144"/>
              <a:ext cx="106249" cy="1957"/>
            </a:xfrm>
            <a:prstGeom prst="rect">
              <a:avLst/>
            </a:prstGeom>
            <a:solidFill>
              <a:srgbClr val="5C0A0F"/>
            </a:solidFill>
            <a:ln>
              <a:noFill/>
            </a:ln>
          </p:spPr>
        </p:sp>
        <p:sp>
          <p:nvSpPr>
            <p:cNvPr id="1198" name="Colorbar gradient 22"/>
            <p:cNvSpPr/>
            <p:nvPr/>
          </p:nvSpPr>
          <p:spPr>
            <a:xfrm>
              <a:off x="33552" y="41008"/>
              <a:ext cx="106249" cy="1957"/>
            </a:xfrm>
            <a:prstGeom prst="rect">
              <a:avLst/>
            </a:prstGeom>
            <a:solidFill>
              <a:srgbClr val="5C0A0F"/>
            </a:solidFill>
            <a:ln>
              <a:noFill/>
            </a:ln>
          </p:spPr>
        </p:sp>
        <p:sp>
          <p:nvSpPr>
            <p:cNvPr id="1199" name="Colorbar gradient 23"/>
            <p:cNvSpPr/>
            <p:nvPr/>
          </p:nvSpPr>
          <p:spPr>
            <a:xfrm>
              <a:off x="33552" y="42872"/>
              <a:ext cx="106249" cy="1957"/>
            </a:xfrm>
            <a:prstGeom prst="rect">
              <a:avLst/>
            </a:prstGeom>
            <a:solidFill>
              <a:srgbClr val="5D0A0F"/>
            </a:solidFill>
            <a:ln>
              <a:noFill/>
            </a:ln>
          </p:spPr>
        </p:sp>
        <p:sp>
          <p:nvSpPr>
            <p:cNvPr id="1200" name="Colorbar gradient 24"/>
            <p:cNvSpPr/>
            <p:nvPr/>
          </p:nvSpPr>
          <p:spPr>
            <a:xfrm>
              <a:off x="33552" y="44736"/>
              <a:ext cx="106249" cy="1957"/>
            </a:xfrm>
            <a:prstGeom prst="rect">
              <a:avLst/>
            </a:prstGeom>
            <a:solidFill>
              <a:srgbClr val="5E0A10"/>
            </a:solidFill>
            <a:ln>
              <a:noFill/>
            </a:ln>
          </p:spPr>
        </p:sp>
        <p:sp>
          <p:nvSpPr>
            <p:cNvPr id="1201" name="Colorbar gradient 25"/>
            <p:cNvSpPr/>
            <p:nvPr/>
          </p:nvSpPr>
          <p:spPr>
            <a:xfrm>
              <a:off x="33552" y="46600"/>
              <a:ext cx="106249" cy="1957"/>
            </a:xfrm>
            <a:prstGeom prst="rect">
              <a:avLst/>
            </a:prstGeom>
            <a:solidFill>
              <a:srgbClr val="5E0A10"/>
            </a:solidFill>
            <a:ln>
              <a:noFill/>
            </a:ln>
          </p:spPr>
        </p:sp>
        <p:sp>
          <p:nvSpPr>
            <p:cNvPr id="1202" name="Colorbar gradient 26"/>
            <p:cNvSpPr/>
            <p:nvPr/>
          </p:nvSpPr>
          <p:spPr>
            <a:xfrm>
              <a:off x="33552" y="48464"/>
              <a:ext cx="106249" cy="1957"/>
            </a:xfrm>
            <a:prstGeom prst="rect">
              <a:avLst/>
            </a:prstGeom>
            <a:solidFill>
              <a:srgbClr val="5F0B10"/>
            </a:solidFill>
            <a:ln>
              <a:noFill/>
            </a:ln>
          </p:spPr>
        </p:sp>
        <p:sp>
          <p:nvSpPr>
            <p:cNvPr id="1203" name="Colorbar gradient 27"/>
            <p:cNvSpPr/>
            <p:nvPr/>
          </p:nvSpPr>
          <p:spPr>
            <a:xfrm>
              <a:off x="33552" y="50328"/>
              <a:ext cx="106249" cy="1957"/>
            </a:xfrm>
            <a:prstGeom prst="rect">
              <a:avLst/>
            </a:prstGeom>
            <a:solidFill>
              <a:srgbClr val="5F0B10"/>
            </a:solidFill>
            <a:ln>
              <a:noFill/>
            </a:ln>
          </p:spPr>
        </p:sp>
        <p:sp>
          <p:nvSpPr>
            <p:cNvPr id="1204" name="Colorbar gradient 28"/>
            <p:cNvSpPr/>
            <p:nvPr/>
          </p:nvSpPr>
          <p:spPr>
            <a:xfrm>
              <a:off x="33552" y="52192"/>
              <a:ext cx="106249" cy="1957"/>
            </a:xfrm>
            <a:prstGeom prst="rect">
              <a:avLst/>
            </a:prstGeom>
            <a:solidFill>
              <a:srgbClr val="5F0B10"/>
            </a:solidFill>
            <a:ln>
              <a:noFill/>
            </a:ln>
          </p:spPr>
        </p:sp>
        <p:sp>
          <p:nvSpPr>
            <p:cNvPr id="1205" name="Colorbar gradient 29"/>
            <p:cNvSpPr/>
            <p:nvPr/>
          </p:nvSpPr>
          <p:spPr>
            <a:xfrm>
              <a:off x="33552" y="54057"/>
              <a:ext cx="106249" cy="1957"/>
            </a:xfrm>
            <a:prstGeom prst="rect">
              <a:avLst/>
            </a:prstGeom>
            <a:solidFill>
              <a:srgbClr val="600B10"/>
            </a:solidFill>
            <a:ln>
              <a:noFill/>
            </a:ln>
          </p:spPr>
        </p:sp>
        <p:sp>
          <p:nvSpPr>
            <p:cNvPr id="1206" name="Colorbar gradient 30"/>
            <p:cNvSpPr/>
            <p:nvPr/>
          </p:nvSpPr>
          <p:spPr>
            <a:xfrm>
              <a:off x="33552" y="55921"/>
              <a:ext cx="106249" cy="1957"/>
            </a:xfrm>
            <a:prstGeom prst="rect">
              <a:avLst/>
            </a:prstGeom>
            <a:solidFill>
              <a:srgbClr val="600B10"/>
            </a:solidFill>
            <a:ln>
              <a:noFill/>
            </a:ln>
          </p:spPr>
        </p:sp>
        <p:sp>
          <p:nvSpPr>
            <p:cNvPr id="1207" name="Colorbar gradient 31"/>
            <p:cNvSpPr/>
            <p:nvPr/>
          </p:nvSpPr>
          <p:spPr>
            <a:xfrm>
              <a:off x="33552" y="57785"/>
              <a:ext cx="106249" cy="1957"/>
            </a:xfrm>
            <a:prstGeom prst="rect">
              <a:avLst/>
            </a:prstGeom>
            <a:solidFill>
              <a:srgbClr val="610A10"/>
            </a:solidFill>
            <a:ln>
              <a:noFill/>
            </a:ln>
          </p:spPr>
        </p:sp>
        <p:sp>
          <p:nvSpPr>
            <p:cNvPr id="1208" name="Colorbar gradient 32"/>
            <p:cNvSpPr/>
            <p:nvPr/>
          </p:nvSpPr>
          <p:spPr>
            <a:xfrm>
              <a:off x="33552" y="59649"/>
              <a:ext cx="106249" cy="1957"/>
            </a:xfrm>
            <a:prstGeom prst="rect">
              <a:avLst/>
            </a:prstGeom>
            <a:solidFill>
              <a:srgbClr val="610A12"/>
            </a:solidFill>
            <a:ln>
              <a:noFill/>
            </a:ln>
          </p:spPr>
        </p:sp>
        <p:sp>
          <p:nvSpPr>
            <p:cNvPr id="1209" name="Colorbar gradient 33"/>
            <p:cNvSpPr/>
            <p:nvPr/>
          </p:nvSpPr>
          <p:spPr>
            <a:xfrm>
              <a:off x="33552" y="61513"/>
              <a:ext cx="106249" cy="1957"/>
            </a:xfrm>
            <a:prstGeom prst="rect">
              <a:avLst/>
            </a:prstGeom>
            <a:solidFill>
              <a:srgbClr val="620C11"/>
            </a:solidFill>
            <a:ln>
              <a:noFill/>
            </a:ln>
          </p:spPr>
        </p:sp>
        <p:sp>
          <p:nvSpPr>
            <p:cNvPr id="1210" name="Colorbar gradient 34"/>
            <p:cNvSpPr/>
            <p:nvPr/>
          </p:nvSpPr>
          <p:spPr>
            <a:xfrm>
              <a:off x="33552" y="63377"/>
              <a:ext cx="106249" cy="1957"/>
            </a:xfrm>
            <a:prstGeom prst="rect">
              <a:avLst/>
            </a:prstGeom>
            <a:solidFill>
              <a:srgbClr val="620C11"/>
            </a:solidFill>
            <a:ln>
              <a:noFill/>
            </a:ln>
          </p:spPr>
        </p:sp>
        <p:sp>
          <p:nvSpPr>
            <p:cNvPr id="1211" name="Colorbar gradient 35"/>
            <p:cNvSpPr/>
            <p:nvPr/>
          </p:nvSpPr>
          <p:spPr>
            <a:xfrm>
              <a:off x="33552" y="65241"/>
              <a:ext cx="106249" cy="1957"/>
            </a:xfrm>
            <a:prstGeom prst="rect">
              <a:avLst/>
            </a:prstGeom>
            <a:solidFill>
              <a:srgbClr val="630C11"/>
            </a:solidFill>
            <a:ln>
              <a:noFill/>
            </a:ln>
          </p:spPr>
        </p:sp>
        <p:sp>
          <p:nvSpPr>
            <p:cNvPr id="1212" name="Colorbar gradient 36"/>
            <p:cNvSpPr/>
            <p:nvPr/>
          </p:nvSpPr>
          <p:spPr>
            <a:xfrm>
              <a:off x="33552" y="67105"/>
              <a:ext cx="106249" cy="1957"/>
            </a:xfrm>
            <a:prstGeom prst="rect">
              <a:avLst/>
            </a:prstGeom>
            <a:solidFill>
              <a:srgbClr val="640B11"/>
            </a:solidFill>
            <a:ln>
              <a:noFill/>
            </a:ln>
          </p:spPr>
        </p:sp>
        <p:sp>
          <p:nvSpPr>
            <p:cNvPr id="1213" name="Colorbar gradient 37"/>
            <p:cNvSpPr/>
            <p:nvPr/>
          </p:nvSpPr>
          <p:spPr>
            <a:xfrm>
              <a:off x="33552" y="68969"/>
              <a:ext cx="106249" cy="1957"/>
            </a:xfrm>
            <a:prstGeom prst="rect">
              <a:avLst/>
            </a:prstGeom>
            <a:solidFill>
              <a:srgbClr val="640B11"/>
            </a:solidFill>
            <a:ln>
              <a:noFill/>
            </a:ln>
          </p:spPr>
        </p:sp>
        <p:sp>
          <p:nvSpPr>
            <p:cNvPr id="1214" name="Colorbar gradient 38"/>
            <p:cNvSpPr/>
            <p:nvPr/>
          </p:nvSpPr>
          <p:spPr>
            <a:xfrm>
              <a:off x="33552" y="70833"/>
              <a:ext cx="106249" cy="1957"/>
            </a:xfrm>
            <a:prstGeom prst="rect">
              <a:avLst/>
            </a:prstGeom>
            <a:solidFill>
              <a:srgbClr val="660A11"/>
            </a:solidFill>
            <a:ln>
              <a:noFill/>
            </a:ln>
          </p:spPr>
        </p:sp>
        <p:sp>
          <p:nvSpPr>
            <p:cNvPr id="1215" name="Colorbar gradient 39"/>
            <p:cNvSpPr/>
            <p:nvPr/>
          </p:nvSpPr>
          <p:spPr>
            <a:xfrm>
              <a:off x="33552" y="72697"/>
              <a:ext cx="106249" cy="1957"/>
            </a:xfrm>
            <a:prstGeom prst="rect">
              <a:avLst/>
            </a:prstGeom>
            <a:solidFill>
              <a:srgbClr val="660A11"/>
            </a:solidFill>
            <a:ln>
              <a:noFill/>
            </a:ln>
          </p:spPr>
        </p:sp>
        <p:sp>
          <p:nvSpPr>
            <p:cNvPr id="1216" name="Colorbar gradient 40"/>
            <p:cNvSpPr/>
            <p:nvPr/>
          </p:nvSpPr>
          <p:spPr>
            <a:xfrm>
              <a:off x="33552" y="74561"/>
              <a:ext cx="106249" cy="1957"/>
            </a:xfrm>
            <a:prstGeom prst="rect">
              <a:avLst/>
            </a:prstGeom>
            <a:solidFill>
              <a:srgbClr val="680A10"/>
            </a:solidFill>
            <a:ln>
              <a:noFill/>
            </a:ln>
          </p:spPr>
        </p:sp>
        <p:sp>
          <p:nvSpPr>
            <p:cNvPr id="1217" name="Colorbar gradient 41"/>
            <p:cNvSpPr/>
            <p:nvPr/>
          </p:nvSpPr>
          <p:spPr>
            <a:xfrm>
              <a:off x="33552" y="76425"/>
              <a:ext cx="106249" cy="1957"/>
            </a:xfrm>
            <a:prstGeom prst="rect">
              <a:avLst/>
            </a:prstGeom>
            <a:solidFill>
              <a:srgbClr val="670C12"/>
            </a:solidFill>
            <a:ln>
              <a:noFill/>
            </a:ln>
          </p:spPr>
        </p:sp>
        <p:sp>
          <p:nvSpPr>
            <p:cNvPr id="1218" name="Colorbar gradient 42"/>
            <p:cNvSpPr/>
            <p:nvPr/>
          </p:nvSpPr>
          <p:spPr>
            <a:xfrm>
              <a:off x="33552" y="78289"/>
              <a:ext cx="106249" cy="1957"/>
            </a:xfrm>
            <a:prstGeom prst="rect">
              <a:avLst/>
            </a:prstGeom>
            <a:solidFill>
              <a:srgbClr val="670C12"/>
            </a:solidFill>
            <a:ln>
              <a:noFill/>
            </a:ln>
          </p:spPr>
        </p:sp>
        <p:sp>
          <p:nvSpPr>
            <p:cNvPr id="1219" name="Colorbar gradient 43"/>
            <p:cNvSpPr/>
            <p:nvPr/>
          </p:nvSpPr>
          <p:spPr>
            <a:xfrm>
              <a:off x="33552" y="80153"/>
              <a:ext cx="106249" cy="1957"/>
            </a:xfrm>
            <a:prstGeom prst="rect">
              <a:avLst/>
            </a:prstGeom>
            <a:solidFill>
              <a:srgbClr val="690C12"/>
            </a:solidFill>
            <a:ln>
              <a:noFill/>
            </a:ln>
          </p:spPr>
        </p:sp>
        <p:sp>
          <p:nvSpPr>
            <p:cNvPr id="1220" name="Colorbar gradient 44"/>
            <p:cNvSpPr/>
            <p:nvPr/>
          </p:nvSpPr>
          <p:spPr>
            <a:xfrm>
              <a:off x="33552" y="82017"/>
              <a:ext cx="106249" cy="1957"/>
            </a:xfrm>
            <a:prstGeom prst="rect">
              <a:avLst/>
            </a:prstGeom>
            <a:solidFill>
              <a:srgbClr val="690C12"/>
            </a:solidFill>
            <a:ln>
              <a:noFill/>
            </a:ln>
          </p:spPr>
        </p:sp>
        <p:sp>
          <p:nvSpPr>
            <p:cNvPr id="1221" name="Colorbar gradient 45"/>
            <p:cNvSpPr/>
            <p:nvPr/>
          </p:nvSpPr>
          <p:spPr>
            <a:xfrm>
              <a:off x="33552" y="83881"/>
              <a:ext cx="106249" cy="1957"/>
            </a:xfrm>
            <a:prstGeom prst="rect">
              <a:avLst/>
            </a:prstGeom>
            <a:solidFill>
              <a:srgbClr val="6A0B12"/>
            </a:solidFill>
            <a:ln>
              <a:noFill/>
            </a:ln>
          </p:spPr>
        </p:sp>
        <p:sp>
          <p:nvSpPr>
            <p:cNvPr id="1222" name="Colorbar gradient 46"/>
            <p:cNvSpPr/>
            <p:nvPr/>
          </p:nvSpPr>
          <p:spPr>
            <a:xfrm>
              <a:off x="33552" y="85745"/>
              <a:ext cx="106249" cy="1957"/>
            </a:xfrm>
            <a:prstGeom prst="rect">
              <a:avLst/>
            </a:prstGeom>
            <a:solidFill>
              <a:srgbClr val="6A0D12"/>
            </a:solidFill>
            <a:ln>
              <a:noFill/>
            </a:ln>
          </p:spPr>
        </p:sp>
        <p:sp>
          <p:nvSpPr>
            <p:cNvPr id="1223" name="Colorbar gradient 47"/>
            <p:cNvSpPr/>
            <p:nvPr/>
          </p:nvSpPr>
          <p:spPr>
            <a:xfrm>
              <a:off x="33552" y="87609"/>
              <a:ext cx="106249" cy="1957"/>
            </a:xfrm>
            <a:prstGeom prst="rect">
              <a:avLst/>
            </a:prstGeom>
            <a:solidFill>
              <a:srgbClr val="6B0D13"/>
            </a:solidFill>
            <a:ln>
              <a:noFill/>
            </a:ln>
          </p:spPr>
        </p:sp>
        <p:sp>
          <p:nvSpPr>
            <p:cNvPr id="1224" name="Colorbar gradient 48"/>
            <p:cNvSpPr/>
            <p:nvPr/>
          </p:nvSpPr>
          <p:spPr>
            <a:xfrm>
              <a:off x="33552" y="89473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225" name="Colorbar gradient 49"/>
            <p:cNvSpPr/>
            <p:nvPr/>
          </p:nvSpPr>
          <p:spPr>
            <a:xfrm>
              <a:off x="33552" y="91337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226" name="Colorbar gradient 50"/>
            <p:cNvSpPr/>
            <p:nvPr/>
          </p:nvSpPr>
          <p:spPr>
            <a:xfrm>
              <a:off x="33552" y="93201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227" name="Colorbar gradient 51"/>
            <p:cNvSpPr/>
            <p:nvPr/>
          </p:nvSpPr>
          <p:spPr>
            <a:xfrm>
              <a:off x="33552" y="95065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228" name="Colorbar gradient 52"/>
            <p:cNvSpPr/>
            <p:nvPr/>
          </p:nvSpPr>
          <p:spPr>
            <a:xfrm>
              <a:off x="33552" y="96929"/>
              <a:ext cx="106249" cy="1957"/>
            </a:xfrm>
            <a:prstGeom prst="rect">
              <a:avLst/>
            </a:prstGeom>
            <a:solidFill>
              <a:srgbClr val="6D0D12"/>
            </a:solidFill>
            <a:ln>
              <a:noFill/>
            </a:ln>
          </p:spPr>
        </p:sp>
        <p:sp>
          <p:nvSpPr>
            <p:cNvPr id="1229" name="Colorbar gradient 53"/>
            <p:cNvSpPr/>
            <p:nvPr/>
          </p:nvSpPr>
          <p:spPr>
            <a:xfrm>
              <a:off x="33552" y="98793"/>
              <a:ext cx="106249" cy="1957"/>
            </a:xfrm>
            <a:prstGeom prst="rect">
              <a:avLst/>
            </a:prstGeom>
            <a:solidFill>
              <a:srgbClr val="6E0D13"/>
            </a:solidFill>
            <a:ln>
              <a:noFill/>
            </a:ln>
          </p:spPr>
        </p:sp>
        <p:sp>
          <p:nvSpPr>
            <p:cNvPr id="1230" name="Colorbar gradient 54"/>
            <p:cNvSpPr/>
            <p:nvPr/>
          </p:nvSpPr>
          <p:spPr>
            <a:xfrm>
              <a:off x="33552" y="100657"/>
              <a:ext cx="106249" cy="1957"/>
            </a:xfrm>
            <a:prstGeom prst="rect">
              <a:avLst/>
            </a:prstGeom>
            <a:solidFill>
              <a:srgbClr val="6E0D13"/>
            </a:solidFill>
            <a:ln>
              <a:noFill/>
            </a:ln>
          </p:spPr>
        </p:sp>
        <p:sp>
          <p:nvSpPr>
            <p:cNvPr id="1231" name="Colorbar gradient 55"/>
            <p:cNvSpPr/>
            <p:nvPr/>
          </p:nvSpPr>
          <p:spPr>
            <a:xfrm>
              <a:off x="33552" y="102521"/>
              <a:ext cx="106249" cy="1957"/>
            </a:xfrm>
            <a:prstGeom prst="rect">
              <a:avLst/>
            </a:prstGeom>
            <a:solidFill>
              <a:srgbClr val="6F0D13"/>
            </a:solidFill>
            <a:ln>
              <a:noFill/>
            </a:ln>
          </p:spPr>
        </p:sp>
        <p:sp>
          <p:nvSpPr>
            <p:cNvPr id="1232" name="Colorbar gradient 56"/>
            <p:cNvSpPr/>
            <p:nvPr/>
          </p:nvSpPr>
          <p:spPr>
            <a:xfrm>
              <a:off x="33552" y="104385"/>
              <a:ext cx="106249" cy="1957"/>
            </a:xfrm>
            <a:prstGeom prst="rect">
              <a:avLst/>
            </a:prstGeom>
            <a:solidFill>
              <a:srgbClr val="6F0D13"/>
            </a:solidFill>
            <a:ln>
              <a:noFill/>
            </a:ln>
          </p:spPr>
        </p:sp>
        <p:sp>
          <p:nvSpPr>
            <p:cNvPr id="1233" name="Colorbar gradient 57"/>
            <p:cNvSpPr/>
            <p:nvPr/>
          </p:nvSpPr>
          <p:spPr>
            <a:xfrm>
              <a:off x="33552" y="106249"/>
              <a:ext cx="106249" cy="1957"/>
            </a:xfrm>
            <a:prstGeom prst="rect">
              <a:avLst/>
            </a:prstGeom>
            <a:solidFill>
              <a:srgbClr val="700D13"/>
            </a:solidFill>
            <a:ln>
              <a:noFill/>
            </a:ln>
          </p:spPr>
        </p:sp>
        <p:sp>
          <p:nvSpPr>
            <p:cNvPr id="1234" name="Colorbar gradient 58"/>
            <p:cNvSpPr/>
            <p:nvPr/>
          </p:nvSpPr>
          <p:spPr>
            <a:xfrm>
              <a:off x="33552" y="108113"/>
              <a:ext cx="106249" cy="1957"/>
            </a:xfrm>
            <a:prstGeom prst="rect">
              <a:avLst/>
            </a:prstGeom>
            <a:solidFill>
              <a:srgbClr val="710C13"/>
            </a:solidFill>
            <a:ln>
              <a:noFill/>
            </a:ln>
          </p:spPr>
        </p:sp>
        <p:sp>
          <p:nvSpPr>
            <p:cNvPr id="1235" name="Colorbar gradient 59"/>
            <p:cNvSpPr/>
            <p:nvPr/>
          </p:nvSpPr>
          <p:spPr>
            <a:xfrm>
              <a:off x="33552" y="109977"/>
              <a:ext cx="106249" cy="1957"/>
            </a:xfrm>
            <a:prstGeom prst="rect">
              <a:avLst/>
            </a:prstGeom>
            <a:solidFill>
              <a:srgbClr val="710C13"/>
            </a:solidFill>
            <a:ln>
              <a:noFill/>
            </a:ln>
          </p:spPr>
        </p:sp>
        <p:sp>
          <p:nvSpPr>
            <p:cNvPr id="1236" name="Colorbar gradient 60"/>
            <p:cNvSpPr/>
            <p:nvPr/>
          </p:nvSpPr>
          <p:spPr>
            <a:xfrm>
              <a:off x="33552" y="111841"/>
              <a:ext cx="106249" cy="1957"/>
            </a:xfrm>
            <a:prstGeom prst="rect">
              <a:avLst/>
            </a:prstGeom>
            <a:solidFill>
              <a:srgbClr val="730D13"/>
            </a:solidFill>
            <a:ln>
              <a:noFill/>
            </a:ln>
          </p:spPr>
        </p:sp>
        <p:sp>
          <p:nvSpPr>
            <p:cNvPr id="1237" name="Colorbar gradient 61"/>
            <p:cNvSpPr/>
            <p:nvPr/>
          </p:nvSpPr>
          <p:spPr>
            <a:xfrm>
              <a:off x="33552" y="113705"/>
              <a:ext cx="106249" cy="1957"/>
            </a:xfrm>
            <a:prstGeom prst="rect">
              <a:avLst/>
            </a:prstGeom>
            <a:solidFill>
              <a:srgbClr val="730D13"/>
            </a:solidFill>
            <a:ln>
              <a:noFill/>
            </a:ln>
          </p:spPr>
        </p:sp>
        <p:sp>
          <p:nvSpPr>
            <p:cNvPr id="1238" name="Colorbar gradient 62"/>
            <p:cNvSpPr/>
            <p:nvPr/>
          </p:nvSpPr>
          <p:spPr>
            <a:xfrm>
              <a:off x="33552" y="115569"/>
              <a:ext cx="106249" cy="1957"/>
            </a:xfrm>
            <a:prstGeom prst="rect">
              <a:avLst/>
            </a:prstGeom>
            <a:solidFill>
              <a:srgbClr val="740D13"/>
            </a:solidFill>
            <a:ln>
              <a:noFill/>
            </a:ln>
          </p:spPr>
        </p:sp>
        <p:sp>
          <p:nvSpPr>
            <p:cNvPr id="1239" name="Colorbar gradient 63"/>
            <p:cNvSpPr/>
            <p:nvPr/>
          </p:nvSpPr>
          <p:spPr>
            <a:xfrm>
              <a:off x="33552" y="117433"/>
              <a:ext cx="106249" cy="1957"/>
            </a:xfrm>
            <a:prstGeom prst="rect">
              <a:avLst/>
            </a:prstGeom>
            <a:solidFill>
              <a:srgbClr val="740D13"/>
            </a:solidFill>
            <a:ln>
              <a:noFill/>
            </a:ln>
          </p:spPr>
        </p:sp>
        <p:sp>
          <p:nvSpPr>
            <p:cNvPr id="1240" name="Colorbar gradient 64"/>
            <p:cNvSpPr/>
            <p:nvPr/>
          </p:nvSpPr>
          <p:spPr>
            <a:xfrm>
              <a:off x="33552" y="119297"/>
              <a:ext cx="106249" cy="1957"/>
            </a:xfrm>
            <a:prstGeom prst="rect">
              <a:avLst/>
            </a:prstGeom>
            <a:solidFill>
              <a:srgbClr val="750D13"/>
            </a:solidFill>
            <a:ln>
              <a:noFill/>
            </a:ln>
          </p:spPr>
        </p:sp>
        <p:sp>
          <p:nvSpPr>
            <p:cNvPr id="1241" name="Colorbar gradient 65"/>
            <p:cNvSpPr/>
            <p:nvPr/>
          </p:nvSpPr>
          <p:spPr>
            <a:xfrm>
              <a:off x="33552" y="121161"/>
              <a:ext cx="106249" cy="1957"/>
            </a:xfrm>
            <a:prstGeom prst="rect">
              <a:avLst/>
            </a:prstGeom>
            <a:solidFill>
              <a:srgbClr val="750F12"/>
            </a:solidFill>
            <a:ln>
              <a:noFill/>
            </a:ln>
          </p:spPr>
        </p:sp>
        <p:sp>
          <p:nvSpPr>
            <p:cNvPr id="1242" name="Colorbar gradient 66"/>
            <p:cNvSpPr/>
            <p:nvPr/>
          </p:nvSpPr>
          <p:spPr>
            <a:xfrm>
              <a:off x="33552" y="123025"/>
              <a:ext cx="106249" cy="1957"/>
            </a:xfrm>
            <a:prstGeom prst="rect">
              <a:avLst/>
            </a:prstGeom>
            <a:solidFill>
              <a:srgbClr val="750F14"/>
            </a:solidFill>
            <a:ln>
              <a:noFill/>
            </a:ln>
          </p:spPr>
        </p:sp>
        <p:sp>
          <p:nvSpPr>
            <p:cNvPr id="1243" name="Colorbar gradient 67"/>
            <p:cNvSpPr/>
            <p:nvPr/>
          </p:nvSpPr>
          <p:spPr>
            <a:xfrm>
              <a:off x="33552" y="124889"/>
              <a:ext cx="106249" cy="1957"/>
            </a:xfrm>
            <a:prstGeom prst="rect">
              <a:avLst/>
            </a:prstGeom>
            <a:solidFill>
              <a:srgbClr val="750F14"/>
            </a:solidFill>
            <a:ln>
              <a:noFill/>
            </a:ln>
          </p:spPr>
        </p:sp>
        <p:sp>
          <p:nvSpPr>
            <p:cNvPr id="1244" name="Colorbar gradient 68"/>
            <p:cNvSpPr/>
            <p:nvPr/>
          </p:nvSpPr>
          <p:spPr>
            <a:xfrm>
              <a:off x="33552" y="126753"/>
              <a:ext cx="106249" cy="1957"/>
            </a:xfrm>
            <a:prstGeom prst="rect">
              <a:avLst/>
            </a:prstGeom>
            <a:solidFill>
              <a:srgbClr val="770E14"/>
            </a:solidFill>
            <a:ln>
              <a:noFill/>
            </a:ln>
          </p:spPr>
        </p:sp>
        <p:sp>
          <p:nvSpPr>
            <p:cNvPr id="1245" name="Colorbar gradient 69"/>
            <p:cNvSpPr/>
            <p:nvPr/>
          </p:nvSpPr>
          <p:spPr>
            <a:xfrm>
              <a:off x="33552" y="128617"/>
              <a:ext cx="106249" cy="1957"/>
            </a:xfrm>
            <a:prstGeom prst="rect">
              <a:avLst/>
            </a:prstGeom>
            <a:solidFill>
              <a:srgbClr val="770E14"/>
            </a:solidFill>
            <a:ln>
              <a:noFill/>
            </a:ln>
          </p:spPr>
        </p:sp>
        <p:sp>
          <p:nvSpPr>
            <p:cNvPr id="1246" name="Colorbar gradient 70"/>
            <p:cNvSpPr/>
            <p:nvPr/>
          </p:nvSpPr>
          <p:spPr>
            <a:xfrm>
              <a:off x="33552" y="130481"/>
              <a:ext cx="106249" cy="1957"/>
            </a:xfrm>
            <a:prstGeom prst="rect">
              <a:avLst/>
            </a:prstGeom>
            <a:solidFill>
              <a:srgbClr val="780E14"/>
            </a:solidFill>
            <a:ln>
              <a:noFill/>
            </a:ln>
          </p:spPr>
        </p:sp>
        <p:sp>
          <p:nvSpPr>
            <p:cNvPr id="1247" name="Colorbar gradient 71"/>
            <p:cNvSpPr/>
            <p:nvPr/>
          </p:nvSpPr>
          <p:spPr>
            <a:xfrm>
              <a:off x="33552" y="132345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248" name="Colorbar gradient 72"/>
            <p:cNvSpPr/>
            <p:nvPr/>
          </p:nvSpPr>
          <p:spPr>
            <a:xfrm>
              <a:off x="33552" y="134209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249" name="Colorbar gradient 73"/>
            <p:cNvSpPr/>
            <p:nvPr/>
          </p:nvSpPr>
          <p:spPr>
            <a:xfrm>
              <a:off x="33552" y="136073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250" name="Colorbar gradient 74"/>
            <p:cNvSpPr/>
            <p:nvPr/>
          </p:nvSpPr>
          <p:spPr>
            <a:xfrm>
              <a:off x="33552" y="137937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251" name="Colorbar gradient 75"/>
            <p:cNvSpPr/>
            <p:nvPr/>
          </p:nvSpPr>
          <p:spPr>
            <a:xfrm>
              <a:off x="33552" y="139801"/>
              <a:ext cx="106249" cy="1957"/>
            </a:xfrm>
            <a:prstGeom prst="rect">
              <a:avLst/>
            </a:prstGeom>
            <a:solidFill>
              <a:srgbClr val="7A0D15"/>
            </a:solidFill>
            <a:ln>
              <a:noFill/>
            </a:ln>
          </p:spPr>
        </p:sp>
        <p:sp>
          <p:nvSpPr>
            <p:cNvPr id="1252" name="Colorbar gradient 76"/>
            <p:cNvSpPr/>
            <p:nvPr/>
          </p:nvSpPr>
          <p:spPr>
            <a:xfrm>
              <a:off x="33552" y="141665"/>
              <a:ext cx="106249" cy="1957"/>
            </a:xfrm>
            <a:prstGeom prst="rect">
              <a:avLst/>
            </a:prstGeom>
            <a:solidFill>
              <a:srgbClr val="7B0F14"/>
            </a:solidFill>
            <a:ln>
              <a:noFill/>
            </a:ln>
          </p:spPr>
        </p:sp>
        <p:sp>
          <p:nvSpPr>
            <p:cNvPr id="1253" name="Colorbar gradient 77"/>
            <p:cNvSpPr/>
            <p:nvPr/>
          </p:nvSpPr>
          <p:spPr>
            <a:xfrm>
              <a:off x="33552" y="143529"/>
              <a:ext cx="106249" cy="1957"/>
            </a:xfrm>
            <a:prstGeom prst="rect">
              <a:avLst/>
            </a:prstGeom>
            <a:solidFill>
              <a:srgbClr val="7B0F14"/>
            </a:solidFill>
            <a:ln>
              <a:noFill/>
            </a:ln>
          </p:spPr>
        </p:sp>
        <p:sp>
          <p:nvSpPr>
            <p:cNvPr id="1254" name="Colorbar gradient 78"/>
            <p:cNvSpPr/>
            <p:nvPr/>
          </p:nvSpPr>
          <p:spPr>
            <a:xfrm>
              <a:off x="33552" y="145393"/>
              <a:ext cx="106249" cy="1957"/>
            </a:xfrm>
            <a:prstGeom prst="rect">
              <a:avLst/>
            </a:prstGeom>
            <a:solidFill>
              <a:srgbClr val="7C0F14"/>
            </a:solidFill>
            <a:ln>
              <a:noFill/>
            </a:ln>
          </p:spPr>
        </p:sp>
        <p:sp>
          <p:nvSpPr>
            <p:cNvPr id="1255" name="Colorbar gradient 79"/>
            <p:cNvSpPr/>
            <p:nvPr/>
          </p:nvSpPr>
          <p:spPr>
            <a:xfrm>
              <a:off x="33552" y="147257"/>
              <a:ext cx="106249" cy="1957"/>
            </a:xfrm>
            <a:prstGeom prst="rect">
              <a:avLst/>
            </a:prstGeom>
            <a:solidFill>
              <a:srgbClr val="7C0F14"/>
            </a:solidFill>
            <a:ln>
              <a:noFill/>
            </a:ln>
          </p:spPr>
        </p:sp>
        <p:sp>
          <p:nvSpPr>
            <p:cNvPr id="1256" name="Colorbar gradient 80"/>
            <p:cNvSpPr/>
            <p:nvPr/>
          </p:nvSpPr>
          <p:spPr>
            <a:xfrm>
              <a:off x="33552" y="149121"/>
              <a:ext cx="106249" cy="1957"/>
            </a:xfrm>
            <a:prstGeom prst="rect">
              <a:avLst/>
            </a:prstGeom>
            <a:solidFill>
              <a:srgbClr val="7D0E16"/>
            </a:solidFill>
            <a:ln>
              <a:noFill/>
            </a:ln>
          </p:spPr>
        </p:sp>
        <p:sp>
          <p:nvSpPr>
            <p:cNvPr id="1257" name="Colorbar gradient 81"/>
            <p:cNvSpPr/>
            <p:nvPr/>
          </p:nvSpPr>
          <p:spPr>
            <a:xfrm>
              <a:off x="33552" y="150985"/>
              <a:ext cx="106249" cy="1957"/>
            </a:xfrm>
            <a:prstGeom prst="rect">
              <a:avLst/>
            </a:prstGeom>
            <a:solidFill>
              <a:srgbClr val="7E0D16"/>
            </a:solidFill>
            <a:ln>
              <a:noFill/>
            </a:ln>
          </p:spPr>
        </p:sp>
        <p:sp>
          <p:nvSpPr>
            <p:cNvPr id="1258" name="Colorbar gradient 82"/>
            <p:cNvSpPr/>
            <p:nvPr/>
          </p:nvSpPr>
          <p:spPr>
            <a:xfrm>
              <a:off x="33552" y="152849"/>
              <a:ext cx="106249" cy="1957"/>
            </a:xfrm>
            <a:prstGeom prst="rect">
              <a:avLst/>
            </a:prstGeom>
            <a:solidFill>
              <a:srgbClr val="7E0D16"/>
            </a:solidFill>
            <a:ln>
              <a:noFill/>
            </a:ln>
          </p:spPr>
        </p:sp>
        <p:sp>
          <p:nvSpPr>
            <p:cNvPr id="1259" name="Colorbar gradient 83"/>
            <p:cNvSpPr/>
            <p:nvPr/>
          </p:nvSpPr>
          <p:spPr>
            <a:xfrm>
              <a:off x="33552" y="154713"/>
              <a:ext cx="106249" cy="1957"/>
            </a:xfrm>
            <a:prstGeom prst="rect">
              <a:avLst/>
            </a:prstGeom>
            <a:solidFill>
              <a:srgbClr val="800F17"/>
            </a:solidFill>
            <a:ln>
              <a:noFill/>
            </a:ln>
          </p:spPr>
        </p:sp>
        <p:sp>
          <p:nvSpPr>
            <p:cNvPr id="1260" name="Colorbar gradient 84"/>
            <p:cNvSpPr/>
            <p:nvPr/>
          </p:nvSpPr>
          <p:spPr>
            <a:xfrm>
              <a:off x="33552" y="156577"/>
              <a:ext cx="106249" cy="1957"/>
            </a:xfrm>
            <a:prstGeom prst="rect">
              <a:avLst/>
            </a:prstGeom>
            <a:solidFill>
              <a:srgbClr val="800F17"/>
            </a:solidFill>
            <a:ln>
              <a:noFill/>
            </a:ln>
          </p:spPr>
        </p:sp>
        <p:sp>
          <p:nvSpPr>
            <p:cNvPr id="1261" name="Colorbar gradient 85"/>
            <p:cNvSpPr/>
            <p:nvPr/>
          </p:nvSpPr>
          <p:spPr>
            <a:xfrm>
              <a:off x="33552" y="158442"/>
              <a:ext cx="106249" cy="1957"/>
            </a:xfrm>
            <a:prstGeom prst="rect">
              <a:avLst/>
            </a:prstGeom>
            <a:solidFill>
              <a:srgbClr val="810F17"/>
            </a:solidFill>
            <a:ln>
              <a:noFill/>
            </a:ln>
          </p:spPr>
        </p:sp>
        <p:sp>
          <p:nvSpPr>
            <p:cNvPr id="1262" name="Colorbar gradient 86"/>
            <p:cNvSpPr/>
            <p:nvPr/>
          </p:nvSpPr>
          <p:spPr>
            <a:xfrm>
              <a:off x="33552" y="160306"/>
              <a:ext cx="106249" cy="1957"/>
            </a:xfrm>
            <a:prstGeom prst="rect">
              <a:avLst/>
            </a:prstGeom>
            <a:solidFill>
              <a:srgbClr val="810F17"/>
            </a:solidFill>
            <a:ln>
              <a:noFill/>
            </a:ln>
          </p:spPr>
        </p:sp>
        <p:sp>
          <p:nvSpPr>
            <p:cNvPr id="1263" name="Colorbar gradient 87"/>
            <p:cNvSpPr/>
            <p:nvPr/>
          </p:nvSpPr>
          <p:spPr>
            <a:xfrm>
              <a:off x="33552" y="162170"/>
              <a:ext cx="106249" cy="1957"/>
            </a:xfrm>
            <a:prstGeom prst="rect">
              <a:avLst/>
            </a:prstGeom>
            <a:solidFill>
              <a:srgbClr val="820E17"/>
            </a:solidFill>
            <a:ln>
              <a:noFill/>
            </a:ln>
          </p:spPr>
        </p:sp>
        <p:sp>
          <p:nvSpPr>
            <p:cNvPr id="1264" name="Colorbar gradient 88"/>
            <p:cNvSpPr/>
            <p:nvPr/>
          </p:nvSpPr>
          <p:spPr>
            <a:xfrm>
              <a:off x="33552" y="164034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265" name="Colorbar gradient 89"/>
            <p:cNvSpPr/>
            <p:nvPr/>
          </p:nvSpPr>
          <p:spPr>
            <a:xfrm>
              <a:off x="33552" y="165898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266" name="Colorbar gradient 90"/>
            <p:cNvSpPr/>
            <p:nvPr/>
          </p:nvSpPr>
          <p:spPr>
            <a:xfrm>
              <a:off x="33552" y="167762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267" name="Colorbar gradient 91"/>
            <p:cNvSpPr/>
            <p:nvPr/>
          </p:nvSpPr>
          <p:spPr>
            <a:xfrm>
              <a:off x="33552" y="169626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268" name="Colorbar gradient 92"/>
            <p:cNvSpPr/>
            <p:nvPr/>
          </p:nvSpPr>
          <p:spPr>
            <a:xfrm>
              <a:off x="33552" y="171490"/>
              <a:ext cx="106249" cy="1957"/>
            </a:xfrm>
            <a:prstGeom prst="rect">
              <a:avLst/>
            </a:prstGeom>
            <a:solidFill>
              <a:srgbClr val="850F17"/>
            </a:solidFill>
            <a:ln>
              <a:noFill/>
            </a:ln>
          </p:spPr>
        </p:sp>
        <p:sp>
          <p:nvSpPr>
            <p:cNvPr id="1269" name="Colorbar gradient 93"/>
            <p:cNvSpPr/>
            <p:nvPr/>
          </p:nvSpPr>
          <p:spPr>
            <a:xfrm>
              <a:off x="33552" y="173354"/>
              <a:ext cx="106249" cy="1957"/>
            </a:xfrm>
            <a:prstGeom prst="rect">
              <a:avLst/>
            </a:prstGeom>
            <a:solidFill>
              <a:srgbClr val="850F17"/>
            </a:solidFill>
            <a:ln>
              <a:noFill/>
            </a:ln>
          </p:spPr>
        </p:sp>
        <p:sp>
          <p:nvSpPr>
            <p:cNvPr id="1270" name="Colorbar gradient 94"/>
            <p:cNvSpPr/>
            <p:nvPr/>
          </p:nvSpPr>
          <p:spPr>
            <a:xfrm>
              <a:off x="33552" y="175218"/>
              <a:ext cx="106249" cy="1957"/>
            </a:xfrm>
            <a:prstGeom prst="rect">
              <a:avLst/>
            </a:prstGeom>
            <a:solidFill>
              <a:srgbClr val="850F17"/>
            </a:solidFill>
            <a:ln>
              <a:noFill/>
            </a:ln>
          </p:spPr>
        </p:sp>
        <p:sp>
          <p:nvSpPr>
            <p:cNvPr id="1271" name="Colorbar gradient 95"/>
            <p:cNvSpPr/>
            <p:nvPr/>
          </p:nvSpPr>
          <p:spPr>
            <a:xfrm>
              <a:off x="33552" y="177082"/>
              <a:ext cx="106249" cy="1957"/>
            </a:xfrm>
            <a:prstGeom prst="rect">
              <a:avLst/>
            </a:prstGeom>
            <a:solidFill>
              <a:srgbClr val="860F17"/>
            </a:solidFill>
            <a:ln>
              <a:noFill/>
            </a:ln>
          </p:spPr>
        </p:sp>
        <p:sp>
          <p:nvSpPr>
            <p:cNvPr id="1272" name="Colorbar gradient 96"/>
            <p:cNvSpPr/>
            <p:nvPr/>
          </p:nvSpPr>
          <p:spPr>
            <a:xfrm>
              <a:off x="33552" y="178946"/>
              <a:ext cx="106249" cy="1957"/>
            </a:xfrm>
            <a:prstGeom prst="rect">
              <a:avLst/>
            </a:prstGeom>
            <a:solidFill>
              <a:srgbClr val="860F17"/>
            </a:solidFill>
            <a:ln>
              <a:noFill/>
            </a:ln>
          </p:spPr>
        </p:sp>
        <p:sp>
          <p:nvSpPr>
            <p:cNvPr id="1273" name="Colorbar gradient 97"/>
            <p:cNvSpPr/>
            <p:nvPr/>
          </p:nvSpPr>
          <p:spPr>
            <a:xfrm>
              <a:off x="33552" y="180810"/>
              <a:ext cx="106249" cy="1957"/>
            </a:xfrm>
            <a:prstGeom prst="rect">
              <a:avLst/>
            </a:prstGeom>
            <a:solidFill>
              <a:srgbClr val="870E17"/>
            </a:solidFill>
            <a:ln>
              <a:noFill/>
            </a:ln>
          </p:spPr>
        </p:sp>
        <p:sp>
          <p:nvSpPr>
            <p:cNvPr id="1274" name="Colorbar gradient 98"/>
            <p:cNvSpPr/>
            <p:nvPr/>
          </p:nvSpPr>
          <p:spPr>
            <a:xfrm>
              <a:off x="33552" y="182674"/>
              <a:ext cx="106249" cy="1957"/>
            </a:xfrm>
            <a:prstGeom prst="rect">
              <a:avLst/>
            </a:prstGeom>
            <a:solidFill>
              <a:srgbClr val="881017"/>
            </a:solidFill>
            <a:ln>
              <a:noFill/>
            </a:ln>
          </p:spPr>
        </p:sp>
        <p:sp>
          <p:nvSpPr>
            <p:cNvPr id="1275" name="Colorbar gradient 99"/>
            <p:cNvSpPr/>
            <p:nvPr/>
          </p:nvSpPr>
          <p:spPr>
            <a:xfrm>
              <a:off x="33552" y="184538"/>
              <a:ext cx="106249" cy="1957"/>
            </a:xfrm>
            <a:prstGeom prst="rect">
              <a:avLst/>
            </a:prstGeom>
            <a:solidFill>
              <a:srgbClr val="881017"/>
            </a:solidFill>
            <a:ln>
              <a:noFill/>
            </a:ln>
          </p:spPr>
        </p:sp>
        <p:sp>
          <p:nvSpPr>
            <p:cNvPr id="1276" name="Colorbar gradient 100"/>
            <p:cNvSpPr/>
            <p:nvPr/>
          </p:nvSpPr>
          <p:spPr>
            <a:xfrm>
              <a:off x="33552" y="186402"/>
              <a:ext cx="106249" cy="1957"/>
            </a:xfrm>
            <a:prstGeom prst="rect">
              <a:avLst/>
            </a:prstGeom>
            <a:solidFill>
              <a:srgbClr val="890F18"/>
            </a:solidFill>
            <a:ln>
              <a:noFill/>
            </a:ln>
          </p:spPr>
        </p:sp>
        <p:sp>
          <p:nvSpPr>
            <p:cNvPr id="1277" name="Colorbar gradient 101"/>
            <p:cNvSpPr/>
            <p:nvPr/>
          </p:nvSpPr>
          <p:spPr>
            <a:xfrm>
              <a:off x="33552" y="188266"/>
              <a:ext cx="106249" cy="1957"/>
            </a:xfrm>
            <a:prstGeom prst="rect">
              <a:avLst/>
            </a:prstGeom>
            <a:solidFill>
              <a:srgbClr val="890F18"/>
            </a:solidFill>
            <a:ln>
              <a:noFill/>
            </a:ln>
          </p:spPr>
        </p:sp>
        <p:sp>
          <p:nvSpPr>
            <p:cNvPr id="1278" name="Colorbar gradient 102"/>
            <p:cNvSpPr/>
            <p:nvPr/>
          </p:nvSpPr>
          <p:spPr>
            <a:xfrm>
              <a:off x="33552" y="190130"/>
              <a:ext cx="106249" cy="1957"/>
            </a:xfrm>
            <a:prstGeom prst="rect">
              <a:avLst/>
            </a:prstGeom>
            <a:solidFill>
              <a:srgbClr val="8A0F18"/>
            </a:solidFill>
            <a:ln>
              <a:noFill/>
            </a:ln>
          </p:spPr>
        </p:sp>
        <p:sp>
          <p:nvSpPr>
            <p:cNvPr id="1279" name="Colorbar gradient 103"/>
            <p:cNvSpPr/>
            <p:nvPr/>
          </p:nvSpPr>
          <p:spPr>
            <a:xfrm>
              <a:off x="33552" y="191994"/>
              <a:ext cx="106249" cy="1957"/>
            </a:xfrm>
            <a:prstGeom prst="rect">
              <a:avLst/>
            </a:prstGeom>
            <a:solidFill>
              <a:srgbClr val="8A0F18"/>
            </a:solidFill>
            <a:ln>
              <a:noFill/>
            </a:ln>
          </p:spPr>
        </p:sp>
        <p:sp>
          <p:nvSpPr>
            <p:cNvPr id="1280" name="Colorbar gradient 104"/>
            <p:cNvSpPr/>
            <p:nvPr/>
          </p:nvSpPr>
          <p:spPr>
            <a:xfrm>
              <a:off x="33552" y="193858"/>
              <a:ext cx="106249" cy="1957"/>
            </a:xfrm>
            <a:prstGeom prst="rect">
              <a:avLst/>
            </a:prstGeom>
            <a:solidFill>
              <a:srgbClr val="8B1018"/>
            </a:solidFill>
            <a:ln>
              <a:noFill/>
            </a:ln>
          </p:spPr>
        </p:sp>
        <p:sp>
          <p:nvSpPr>
            <p:cNvPr id="1281" name="Colorbar gradient 105"/>
            <p:cNvSpPr/>
            <p:nvPr/>
          </p:nvSpPr>
          <p:spPr>
            <a:xfrm>
              <a:off x="33552" y="195722"/>
              <a:ext cx="106249" cy="1957"/>
            </a:xfrm>
            <a:prstGeom prst="rect">
              <a:avLst/>
            </a:prstGeom>
            <a:solidFill>
              <a:srgbClr val="8D1017"/>
            </a:solidFill>
            <a:ln>
              <a:noFill/>
            </a:ln>
          </p:spPr>
        </p:sp>
        <p:sp>
          <p:nvSpPr>
            <p:cNvPr id="1282" name="Colorbar gradient 106"/>
            <p:cNvSpPr/>
            <p:nvPr/>
          </p:nvSpPr>
          <p:spPr>
            <a:xfrm>
              <a:off x="33552" y="197586"/>
              <a:ext cx="106249" cy="1957"/>
            </a:xfrm>
            <a:prstGeom prst="rect">
              <a:avLst/>
            </a:prstGeom>
            <a:solidFill>
              <a:srgbClr val="8D1017"/>
            </a:solidFill>
            <a:ln>
              <a:noFill/>
            </a:ln>
          </p:spPr>
        </p:sp>
        <p:sp>
          <p:nvSpPr>
            <p:cNvPr id="1283" name="Colorbar gradient 107"/>
            <p:cNvSpPr/>
            <p:nvPr/>
          </p:nvSpPr>
          <p:spPr>
            <a:xfrm>
              <a:off x="33552" y="199450"/>
              <a:ext cx="106249" cy="1957"/>
            </a:xfrm>
            <a:prstGeom prst="rect">
              <a:avLst/>
            </a:prstGeom>
            <a:solidFill>
              <a:srgbClr val="8E0F17"/>
            </a:solidFill>
            <a:ln>
              <a:noFill/>
            </a:ln>
          </p:spPr>
        </p:sp>
        <p:sp>
          <p:nvSpPr>
            <p:cNvPr id="1284" name="Colorbar gradient 108"/>
            <p:cNvSpPr/>
            <p:nvPr/>
          </p:nvSpPr>
          <p:spPr>
            <a:xfrm>
              <a:off x="33552" y="201314"/>
              <a:ext cx="106249" cy="1957"/>
            </a:xfrm>
            <a:prstGeom prst="rect">
              <a:avLst/>
            </a:prstGeom>
            <a:solidFill>
              <a:srgbClr val="8E0F17"/>
            </a:solidFill>
            <a:ln>
              <a:noFill/>
            </a:ln>
          </p:spPr>
        </p:sp>
        <p:sp>
          <p:nvSpPr>
            <p:cNvPr id="1285" name="Colorbar gradient 109"/>
            <p:cNvSpPr/>
            <p:nvPr/>
          </p:nvSpPr>
          <p:spPr>
            <a:xfrm>
              <a:off x="33552" y="203178"/>
              <a:ext cx="106249" cy="1957"/>
            </a:xfrm>
            <a:prstGeom prst="rect">
              <a:avLst/>
            </a:prstGeom>
            <a:solidFill>
              <a:srgbClr val="8F0F1A"/>
            </a:solidFill>
            <a:ln>
              <a:noFill/>
            </a:ln>
          </p:spPr>
        </p:sp>
        <p:sp>
          <p:nvSpPr>
            <p:cNvPr id="1286" name="Colorbar gradient 110"/>
            <p:cNvSpPr/>
            <p:nvPr/>
          </p:nvSpPr>
          <p:spPr>
            <a:xfrm>
              <a:off x="33552" y="205042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287" name="Colorbar gradient 111"/>
            <p:cNvSpPr/>
            <p:nvPr/>
          </p:nvSpPr>
          <p:spPr>
            <a:xfrm>
              <a:off x="33552" y="206906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288" name="Colorbar gradient 112"/>
            <p:cNvSpPr/>
            <p:nvPr/>
          </p:nvSpPr>
          <p:spPr>
            <a:xfrm>
              <a:off x="33552" y="208770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289" name="Colorbar gradient 113"/>
            <p:cNvSpPr/>
            <p:nvPr/>
          </p:nvSpPr>
          <p:spPr>
            <a:xfrm>
              <a:off x="33552" y="210634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290" name="Colorbar gradient 114"/>
            <p:cNvSpPr/>
            <p:nvPr/>
          </p:nvSpPr>
          <p:spPr>
            <a:xfrm>
              <a:off x="33552" y="212498"/>
              <a:ext cx="106249" cy="1957"/>
            </a:xfrm>
            <a:prstGeom prst="rect">
              <a:avLst/>
            </a:prstGeom>
            <a:solidFill>
              <a:srgbClr val="921019"/>
            </a:solidFill>
            <a:ln>
              <a:noFill/>
            </a:ln>
          </p:spPr>
        </p:sp>
        <p:sp>
          <p:nvSpPr>
            <p:cNvPr id="1291" name="Colorbar gradient 115"/>
            <p:cNvSpPr/>
            <p:nvPr/>
          </p:nvSpPr>
          <p:spPr>
            <a:xfrm>
              <a:off x="33552" y="214362"/>
              <a:ext cx="106249" cy="1957"/>
            </a:xfrm>
            <a:prstGeom prst="rect">
              <a:avLst/>
            </a:prstGeom>
            <a:solidFill>
              <a:srgbClr val="921019"/>
            </a:solidFill>
            <a:ln>
              <a:noFill/>
            </a:ln>
          </p:spPr>
        </p:sp>
        <p:sp>
          <p:nvSpPr>
            <p:cNvPr id="1292" name="Colorbar gradient 116"/>
            <p:cNvSpPr/>
            <p:nvPr/>
          </p:nvSpPr>
          <p:spPr>
            <a:xfrm>
              <a:off x="33552" y="216226"/>
              <a:ext cx="106249" cy="1957"/>
            </a:xfrm>
            <a:prstGeom prst="rect">
              <a:avLst/>
            </a:prstGeom>
            <a:solidFill>
              <a:srgbClr val="921019"/>
            </a:solidFill>
            <a:ln>
              <a:noFill/>
            </a:ln>
          </p:spPr>
        </p:sp>
        <p:sp>
          <p:nvSpPr>
            <p:cNvPr id="1293" name="Colorbar gradient 117"/>
            <p:cNvSpPr/>
            <p:nvPr/>
          </p:nvSpPr>
          <p:spPr>
            <a:xfrm>
              <a:off x="33552" y="218090"/>
              <a:ext cx="106249" cy="1957"/>
            </a:xfrm>
            <a:prstGeom prst="rect">
              <a:avLst/>
            </a:prstGeom>
            <a:solidFill>
              <a:srgbClr val="93101B"/>
            </a:solidFill>
            <a:ln>
              <a:noFill/>
            </a:ln>
          </p:spPr>
        </p:sp>
        <p:sp>
          <p:nvSpPr>
            <p:cNvPr id="1294" name="Colorbar gradient 118"/>
            <p:cNvSpPr/>
            <p:nvPr/>
          </p:nvSpPr>
          <p:spPr>
            <a:xfrm>
              <a:off x="33552" y="219954"/>
              <a:ext cx="106249" cy="1957"/>
            </a:xfrm>
            <a:prstGeom prst="rect">
              <a:avLst/>
            </a:prstGeom>
            <a:solidFill>
              <a:srgbClr val="93101B"/>
            </a:solidFill>
            <a:ln>
              <a:noFill/>
            </a:ln>
          </p:spPr>
        </p:sp>
        <p:sp>
          <p:nvSpPr>
            <p:cNvPr id="1295" name="Colorbar gradient 119"/>
            <p:cNvSpPr/>
            <p:nvPr/>
          </p:nvSpPr>
          <p:spPr>
            <a:xfrm>
              <a:off x="33552" y="221818"/>
              <a:ext cx="106249" cy="1957"/>
            </a:xfrm>
            <a:prstGeom prst="rect">
              <a:avLst/>
            </a:prstGeom>
            <a:solidFill>
              <a:srgbClr val="940F1B"/>
            </a:solidFill>
            <a:ln>
              <a:noFill/>
            </a:ln>
          </p:spPr>
        </p:sp>
        <p:sp>
          <p:nvSpPr>
            <p:cNvPr id="1296" name="Colorbar gradient 120"/>
            <p:cNvSpPr/>
            <p:nvPr/>
          </p:nvSpPr>
          <p:spPr>
            <a:xfrm>
              <a:off x="33552" y="223682"/>
              <a:ext cx="106249" cy="1957"/>
            </a:xfrm>
            <a:prstGeom prst="rect">
              <a:avLst/>
            </a:prstGeom>
            <a:solidFill>
              <a:srgbClr val="940F1B"/>
            </a:solidFill>
            <a:ln>
              <a:noFill/>
            </a:ln>
          </p:spPr>
        </p:sp>
        <p:sp>
          <p:nvSpPr>
            <p:cNvPr id="1297" name="Colorbar gradient 121"/>
            <p:cNvSpPr/>
            <p:nvPr/>
          </p:nvSpPr>
          <p:spPr>
            <a:xfrm>
              <a:off x="33552" y="225546"/>
              <a:ext cx="106249" cy="1957"/>
            </a:xfrm>
            <a:prstGeom prst="rect">
              <a:avLst/>
            </a:prstGeom>
            <a:solidFill>
              <a:srgbClr val="95101A"/>
            </a:solidFill>
            <a:ln>
              <a:noFill/>
            </a:ln>
          </p:spPr>
        </p:sp>
        <p:sp>
          <p:nvSpPr>
            <p:cNvPr id="1298" name="Colorbar gradient 122"/>
            <p:cNvSpPr/>
            <p:nvPr/>
          </p:nvSpPr>
          <p:spPr>
            <a:xfrm>
              <a:off x="33552" y="227410"/>
              <a:ext cx="106249" cy="1957"/>
            </a:xfrm>
            <a:prstGeom prst="rect">
              <a:avLst/>
            </a:prstGeom>
            <a:solidFill>
              <a:srgbClr val="95101A"/>
            </a:solidFill>
            <a:ln>
              <a:noFill/>
            </a:ln>
          </p:spPr>
        </p:sp>
        <p:sp>
          <p:nvSpPr>
            <p:cNvPr id="1299" name="Colorbar gradient 123"/>
            <p:cNvSpPr/>
            <p:nvPr/>
          </p:nvSpPr>
          <p:spPr>
            <a:xfrm>
              <a:off x="33552" y="229274"/>
              <a:ext cx="106249" cy="1957"/>
            </a:xfrm>
            <a:prstGeom prst="rect">
              <a:avLst/>
            </a:prstGeom>
            <a:solidFill>
              <a:srgbClr val="96101C"/>
            </a:solidFill>
            <a:ln>
              <a:noFill/>
            </a:ln>
          </p:spPr>
        </p:sp>
        <p:sp>
          <p:nvSpPr>
            <p:cNvPr id="1300" name="Colorbar gradient 124"/>
            <p:cNvSpPr/>
            <p:nvPr/>
          </p:nvSpPr>
          <p:spPr>
            <a:xfrm>
              <a:off x="33552" y="231138"/>
              <a:ext cx="106249" cy="1957"/>
            </a:xfrm>
            <a:prstGeom prst="rect">
              <a:avLst/>
            </a:prstGeom>
            <a:solidFill>
              <a:srgbClr val="96101C"/>
            </a:solidFill>
            <a:ln>
              <a:noFill/>
            </a:ln>
          </p:spPr>
        </p:sp>
        <p:sp>
          <p:nvSpPr>
            <p:cNvPr id="1301" name="Colorbar gradient 125"/>
            <p:cNvSpPr/>
            <p:nvPr/>
          </p:nvSpPr>
          <p:spPr>
            <a:xfrm>
              <a:off x="33552" y="233002"/>
              <a:ext cx="106249" cy="1957"/>
            </a:xfrm>
            <a:prstGeom prst="rect">
              <a:avLst/>
            </a:prstGeom>
            <a:solidFill>
              <a:srgbClr val="97101C"/>
            </a:solidFill>
            <a:ln>
              <a:noFill/>
            </a:ln>
          </p:spPr>
        </p:sp>
        <p:sp>
          <p:nvSpPr>
            <p:cNvPr id="1302" name="Colorbar gradient 126"/>
            <p:cNvSpPr/>
            <p:nvPr/>
          </p:nvSpPr>
          <p:spPr>
            <a:xfrm>
              <a:off x="33552" y="234866"/>
              <a:ext cx="106249" cy="1957"/>
            </a:xfrm>
            <a:prstGeom prst="rect">
              <a:avLst/>
            </a:prstGeom>
            <a:solidFill>
              <a:srgbClr val="97101C"/>
            </a:solidFill>
            <a:ln>
              <a:noFill/>
            </a:ln>
          </p:spPr>
        </p:sp>
        <p:sp>
          <p:nvSpPr>
            <p:cNvPr id="1303" name="Colorbar gradient 127"/>
            <p:cNvSpPr/>
            <p:nvPr/>
          </p:nvSpPr>
          <p:spPr>
            <a:xfrm>
              <a:off x="33552" y="236730"/>
              <a:ext cx="106249" cy="1957"/>
            </a:xfrm>
            <a:prstGeom prst="rect">
              <a:avLst/>
            </a:prstGeom>
            <a:solidFill>
              <a:srgbClr val="99121D"/>
            </a:solidFill>
            <a:ln>
              <a:noFill/>
            </a:ln>
          </p:spPr>
        </p:sp>
        <p:sp>
          <p:nvSpPr>
            <p:cNvPr id="1304" name="Colorbar gradient 128"/>
            <p:cNvSpPr/>
            <p:nvPr/>
          </p:nvSpPr>
          <p:spPr>
            <a:xfrm>
              <a:off x="33552" y="238594"/>
              <a:ext cx="106249" cy="1957"/>
            </a:xfrm>
            <a:prstGeom prst="rect">
              <a:avLst/>
            </a:prstGeom>
            <a:solidFill>
              <a:srgbClr val="9A111D"/>
            </a:solidFill>
            <a:ln>
              <a:noFill/>
            </a:ln>
          </p:spPr>
        </p:sp>
        <p:sp>
          <p:nvSpPr>
            <p:cNvPr id="1305" name="Colorbar gradient 129"/>
            <p:cNvSpPr/>
            <p:nvPr/>
          </p:nvSpPr>
          <p:spPr>
            <a:xfrm>
              <a:off x="33552" y="240458"/>
              <a:ext cx="106249" cy="1957"/>
            </a:xfrm>
            <a:prstGeom prst="rect">
              <a:avLst/>
            </a:prstGeom>
            <a:solidFill>
              <a:srgbClr val="9A111D"/>
            </a:solidFill>
            <a:ln>
              <a:noFill/>
            </a:ln>
          </p:spPr>
        </p:sp>
        <p:sp>
          <p:nvSpPr>
            <p:cNvPr id="1306" name="Colorbar gradient 130"/>
            <p:cNvSpPr/>
            <p:nvPr/>
          </p:nvSpPr>
          <p:spPr>
            <a:xfrm>
              <a:off x="33552" y="242322"/>
              <a:ext cx="106249" cy="1957"/>
            </a:xfrm>
            <a:prstGeom prst="rect">
              <a:avLst/>
            </a:prstGeom>
            <a:solidFill>
              <a:srgbClr val="9B101D"/>
            </a:solidFill>
            <a:ln>
              <a:noFill/>
            </a:ln>
          </p:spPr>
        </p:sp>
        <p:sp>
          <p:nvSpPr>
            <p:cNvPr id="1307" name="Colorbar gradient 131"/>
            <p:cNvSpPr/>
            <p:nvPr/>
          </p:nvSpPr>
          <p:spPr>
            <a:xfrm>
              <a:off x="33552" y="244186"/>
              <a:ext cx="106249" cy="1957"/>
            </a:xfrm>
            <a:prstGeom prst="rect">
              <a:avLst/>
            </a:prstGeom>
            <a:solidFill>
              <a:srgbClr val="9B101D"/>
            </a:solidFill>
            <a:ln>
              <a:noFill/>
            </a:ln>
          </p:spPr>
        </p:sp>
        <p:sp>
          <p:nvSpPr>
            <p:cNvPr id="1308" name="Colorbar gradient 132"/>
            <p:cNvSpPr/>
            <p:nvPr/>
          </p:nvSpPr>
          <p:spPr>
            <a:xfrm>
              <a:off x="33552" y="246050"/>
              <a:ext cx="106249" cy="1957"/>
            </a:xfrm>
            <a:prstGeom prst="rect">
              <a:avLst/>
            </a:prstGeom>
            <a:solidFill>
              <a:srgbClr val="9C101C"/>
            </a:solidFill>
            <a:ln>
              <a:noFill/>
            </a:ln>
          </p:spPr>
        </p:sp>
        <p:sp>
          <p:nvSpPr>
            <p:cNvPr id="1309" name="Colorbar gradient 133"/>
            <p:cNvSpPr/>
            <p:nvPr/>
          </p:nvSpPr>
          <p:spPr>
            <a:xfrm>
              <a:off x="33552" y="247914"/>
              <a:ext cx="106249" cy="1957"/>
            </a:xfrm>
            <a:prstGeom prst="rect">
              <a:avLst/>
            </a:prstGeom>
            <a:solidFill>
              <a:srgbClr val="9E121C"/>
            </a:solidFill>
            <a:ln>
              <a:noFill/>
            </a:ln>
          </p:spPr>
        </p:sp>
        <p:sp>
          <p:nvSpPr>
            <p:cNvPr id="1310" name="Colorbar gradient 134"/>
            <p:cNvSpPr/>
            <p:nvPr/>
          </p:nvSpPr>
          <p:spPr>
            <a:xfrm>
              <a:off x="33552" y="249778"/>
              <a:ext cx="106249" cy="1957"/>
            </a:xfrm>
            <a:prstGeom prst="rect">
              <a:avLst/>
            </a:prstGeom>
            <a:solidFill>
              <a:srgbClr val="9E121D"/>
            </a:solidFill>
            <a:ln>
              <a:noFill/>
            </a:ln>
          </p:spPr>
        </p:sp>
        <p:sp>
          <p:nvSpPr>
            <p:cNvPr id="1311" name="Colorbar gradient 135"/>
            <p:cNvSpPr/>
            <p:nvPr/>
          </p:nvSpPr>
          <p:spPr>
            <a:xfrm>
              <a:off x="33552" y="251642"/>
              <a:ext cx="106249" cy="1957"/>
            </a:xfrm>
            <a:prstGeom prst="rect">
              <a:avLst/>
            </a:prstGeom>
            <a:solidFill>
              <a:srgbClr val="9E121D"/>
            </a:solidFill>
            <a:ln>
              <a:noFill/>
            </a:ln>
          </p:spPr>
        </p:sp>
        <p:sp>
          <p:nvSpPr>
            <p:cNvPr id="1312" name="Colorbar gradient 136"/>
            <p:cNvSpPr/>
            <p:nvPr/>
          </p:nvSpPr>
          <p:spPr>
            <a:xfrm>
              <a:off x="33552" y="253506"/>
              <a:ext cx="106249" cy="1957"/>
            </a:xfrm>
            <a:prstGeom prst="rect">
              <a:avLst/>
            </a:prstGeom>
            <a:solidFill>
              <a:srgbClr val="9E121D"/>
            </a:solidFill>
            <a:ln>
              <a:noFill/>
            </a:ln>
          </p:spPr>
        </p:sp>
        <p:sp>
          <p:nvSpPr>
            <p:cNvPr id="1313" name="Colorbar gradient 137"/>
            <p:cNvSpPr/>
            <p:nvPr/>
          </p:nvSpPr>
          <p:spPr>
            <a:xfrm>
              <a:off x="33552" y="255370"/>
              <a:ext cx="106249" cy="1957"/>
            </a:xfrm>
            <a:prstGeom prst="rect">
              <a:avLst/>
            </a:prstGeom>
            <a:solidFill>
              <a:srgbClr val="9F111D"/>
            </a:solidFill>
            <a:ln>
              <a:noFill/>
            </a:ln>
          </p:spPr>
        </p:sp>
        <p:sp>
          <p:nvSpPr>
            <p:cNvPr id="1314" name="Colorbar gradient 138"/>
            <p:cNvSpPr/>
            <p:nvPr/>
          </p:nvSpPr>
          <p:spPr>
            <a:xfrm>
              <a:off x="33552" y="257234"/>
              <a:ext cx="106249" cy="1957"/>
            </a:xfrm>
            <a:prstGeom prst="rect">
              <a:avLst/>
            </a:prstGeom>
            <a:solidFill>
              <a:srgbClr val="9F111D"/>
            </a:solidFill>
            <a:ln>
              <a:noFill/>
            </a:ln>
          </p:spPr>
        </p:sp>
        <p:sp>
          <p:nvSpPr>
            <p:cNvPr id="1315" name="Colorbar gradient 139"/>
            <p:cNvSpPr/>
            <p:nvPr/>
          </p:nvSpPr>
          <p:spPr>
            <a:xfrm>
              <a:off x="33552" y="259098"/>
              <a:ext cx="106249" cy="1957"/>
            </a:xfrm>
            <a:prstGeom prst="rect">
              <a:avLst/>
            </a:prstGeom>
            <a:solidFill>
              <a:srgbClr val="9F111D"/>
            </a:solidFill>
            <a:ln>
              <a:noFill/>
            </a:ln>
          </p:spPr>
        </p:sp>
        <p:sp>
          <p:nvSpPr>
            <p:cNvPr id="1316" name="Colorbar gradient 140"/>
            <p:cNvSpPr/>
            <p:nvPr/>
          </p:nvSpPr>
          <p:spPr>
            <a:xfrm>
              <a:off x="33552" y="260962"/>
              <a:ext cx="106249" cy="1957"/>
            </a:xfrm>
            <a:prstGeom prst="rect">
              <a:avLst/>
            </a:prstGeom>
            <a:solidFill>
              <a:srgbClr val="A0111D"/>
            </a:solidFill>
            <a:ln>
              <a:noFill/>
            </a:ln>
          </p:spPr>
        </p:sp>
        <p:sp>
          <p:nvSpPr>
            <p:cNvPr id="1317" name="Colorbar gradient 141"/>
            <p:cNvSpPr/>
            <p:nvPr/>
          </p:nvSpPr>
          <p:spPr>
            <a:xfrm>
              <a:off x="33552" y="262826"/>
              <a:ext cx="106249" cy="1957"/>
            </a:xfrm>
            <a:prstGeom prst="rect">
              <a:avLst/>
            </a:prstGeom>
            <a:solidFill>
              <a:srgbClr val="A0111D"/>
            </a:solidFill>
            <a:ln>
              <a:noFill/>
            </a:ln>
          </p:spPr>
        </p:sp>
        <p:sp>
          <p:nvSpPr>
            <p:cNvPr id="1318" name="Colorbar gradient 142"/>
            <p:cNvSpPr/>
            <p:nvPr/>
          </p:nvSpPr>
          <p:spPr>
            <a:xfrm>
              <a:off x="33552" y="264691"/>
              <a:ext cx="106249" cy="1957"/>
            </a:xfrm>
            <a:prstGeom prst="rect">
              <a:avLst/>
            </a:prstGeom>
            <a:solidFill>
              <a:srgbClr val="A1121D"/>
            </a:solidFill>
            <a:ln>
              <a:noFill/>
            </a:ln>
          </p:spPr>
        </p:sp>
        <p:sp>
          <p:nvSpPr>
            <p:cNvPr id="1319" name="Colorbar gradient 143"/>
            <p:cNvSpPr/>
            <p:nvPr/>
          </p:nvSpPr>
          <p:spPr>
            <a:xfrm>
              <a:off x="33552" y="266555"/>
              <a:ext cx="106249" cy="1957"/>
            </a:xfrm>
            <a:prstGeom prst="rect">
              <a:avLst/>
            </a:prstGeom>
            <a:solidFill>
              <a:srgbClr val="A1121E"/>
            </a:solidFill>
            <a:ln>
              <a:noFill/>
            </a:ln>
          </p:spPr>
        </p:sp>
        <p:sp>
          <p:nvSpPr>
            <p:cNvPr id="1320" name="Colorbar gradient 144"/>
            <p:cNvSpPr/>
            <p:nvPr/>
          </p:nvSpPr>
          <p:spPr>
            <a:xfrm>
              <a:off x="33552" y="268419"/>
              <a:ext cx="106249" cy="1957"/>
            </a:xfrm>
            <a:prstGeom prst="rect">
              <a:avLst/>
            </a:prstGeom>
            <a:solidFill>
              <a:srgbClr val="A2121E"/>
            </a:solidFill>
            <a:ln>
              <a:noFill/>
            </a:ln>
          </p:spPr>
        </p:sp>
        <p:sp>
          <p:nvSpPr>
            <p:cNvPr id="1321" name="Colorbar gradient 145"/>
            <p:cNvSpPr/>
            <p:nvPr/>
          </p:nvSpPr>
          <p:spPr>
            <a:xfrm>
              <a:off x="33552" y="270283"/>
              <a:ext cx="106249" cy="1957"/>
            </a:xfrm>
            <a:prstGeom prst="rect">
              <a:avLst/>
            </a:prstGeom>
            <a:solidFill>
              <a:srgbClr val="A3121E"/>
            </a:solidFill>
            <a:ln>
              <a:noFill/>
            </a:ln>
          </p:spPr>
        </p:sp>
        <p:sp>
          <p:nvSpPr>
            <p:cNvPr id="1322" name="Colorbar gradient 146"/>
            <p:cNvSpPr/>
            <p:nvPr/>
          </p:nvSpPr>
          <p:spPr>
            <a:xfrm>
              <a:off x="33552" y="272147"/>
              <a:ext cx="106249" cy="1957"/>
            </a:xfrm>
            <a:prstGeom prst="rect">
              <a:avLst/>
            </a:prstGeom>
            <a:solidFill>
              <a:srgbClr val="A3121E"/>
            </a:solidFill>
            <a:ln>
              <a:noFill/>
            </a:ln>
          </p:spPr>
        </p:sp>
        <p:sp>
          <p:nvSpPr>
            <p:cNvPr id="1323" name="Colorbar gradient 147"/>
            <p:cNvSpPr/>
            <p:nvPr/>
          </p:nvSpPr>
          <p:spPr>
            <a:xfrm>
              <a:off x="33552" y="274011"/>
              <a:ext cx="106249" cy="1957"/>
            </a:xfrm>
            <a:prstGeom prst="rect">
              <a:avLst/>
            </a:prstGeom>
            <a:solidFill>
              <a:srgbClr val="A4111E"/>
            </a:solidFill>
            <a:ln>
              <a:noFill/>
            </a:ln>
          </p:spPr>
        </p:sp>
        <p:sp>
          <p:nvSpPr>
            <p:cNvPr id="1324" name="Colorbar gradient 148"/>
            <p:cNvSpPr/>
            <p:nvPr/>
          </p:nvSpPr>
          <p:spPr>
            <a:xfrm>
              <a:off x="33552" y="275875"/>
              <a:ext cx="106249" cy="1957"/>
            </a:xfrm>
            <a:prstGeom prst="rect">
              <a:avLst/>
            </a:prstGeom>
            <a:solidFill>
              <a:srgbClr val="A4111E"/>
            </a:solidFill>
            <a:ln>
              <a:noFill/>
            </a:ln>
          </p:spPr>
        </p:sp>
        <p:sp>
          <p:nvSpPr>
            <p:cNvPr id="1325" name="Colorbar gradient 149"/>
            <p:cNvSpPr/>
            <p:nvPr/>
          </p:nvSpPr>
          <p:spPr>
            <a:xfrm>
              <a:off x="33552" y="277739"/>
              <a:ext cx="106249" cy="1957"/>
            </a:xfrm>
            <a:prstGeom prst="rect">
              <a:avLst/>
            </a:prstGeom>
            <a:solidFill>
              <a:srgbClr val="A6131E"/>
            </a:solidFill>
            <a:ln>
              <a:noFill/>
            </a:ln>
          </p:spPr>
        </p:sp>
        <p:sp>
          <p:nvSpPr>
            <p:cNvPr id="1326" name="Colorbar gradient 150"/>
            <p:cNvSpPr/>
            <p:nvPr/>
          </p:nvSpPr>
          <p:spPr>
            <a:xfrm>
              <a:off x="33552" y="279603"/>
              <a:ext cx="106249" cy="1957"/>
            </a:xfrm>
            <a:prstGeom prst="rect">
              <a:avLst/>
            </a:prstGeom>
            <a:solidFill>
              <a:srgbClr val="A7121E"/>
            </a:solidFill>
            <a:ln>
              <a:noFill/>
            </a:ln>
          </p:spPr>
        </p:sp>
        <p:sp>
          <p:nvSpPr>
            <p:cNvPr id="1327" name="Colorbar gradient 151"/>
            <p:cNvSpPr/>
            <p:nvPr/>
          </p:nvSpPr>
          <p:spPr>
            <a:xfrm>
              <a:off x="33552" y="281467"/>
              <a:ext cx="106249" cy="1957"/>
            </a:xfrm>
            <a:prstGeom prst="rect">
              <a:avLst/>
            </a:prstGeom>
            <a:solidFill>
              <a:srgbClr val="A7121F"/>
            </a:solidFill>
            <a:ln>
              <a:noFill/>
            </a:ln>
          </p:spPr>
        </p:sp>
        <p:sp>
          <p:nvSpPr>
            <p:cNvPr id="1328" name="Colorbar gradient 152"/>
            <p:cNvSpPr/>
            <p:nvPr/>
          </p:nvSpPr>
          <p:spPr>
            <a:xfrm>
              <a:off x="33552" y="283331"/>
              <a:ext cx="106249" cy="1957"/>
            </a:xfrm>
            <a:prstGeom prst="rect">
              <a:avLst/>
            </a:prstGeom>
            <a:solidFill>
              <a:srgbClr val="A8121F"/>
            </a:solidFill>
            <a:ln>
              <a:noFill/>
            </a:ln>
          </p:spPr>
        </p:sp>
        <p:sp>
          <p:nvSpPr>
            <p:cNvPr id="1329" name="Colorbar gradient 153"/>
            <p:cNvSpPr/>
            <p:nvPr/>
          </p:nvSpPr>
          <p:spPr>
            <a:xfrm>
              <a:off x="33552" y="285195"/>
              <a:ext cx="106249" cy="1957"/>
            </a:xfrm>
            <a:prstGeom prst="rect">
              <a:avLst/>
            </a:prstGeom>
            <a:solidFill>
              <a:srgbClr val="A8121F"/>
            </a:solidFill>
            <a:ln>
              <a:noFill/>
            </a:ln>
          </p:spPr>
        </p:sp>
        <p:sp>
          <p:nvSpPr>
            <p:cNvPr id="1330" name="Colorbar gradient 154"/>
            <p:cNvSpPr/>
            <p:nvPr/>
          </p:nvSpPr>
          <p:spPr>
            <a:xfrm>
              <a:off x="33552" y="287059"/>
              <a:ext cx="106249" cy="1957"/>
            </a:xfrm>
            <a:prstGeom prst="rect">
              <a:avLst/>
            </a:prstGeom>
            <a:solidFill>
              <a:srgbClr val="A9111E"/>
            </a:solidFill>
            <a:ln>
              <a:noFill/>
            </a:ln>
          </p:spPr>
        </p:sp>
        <p:sp>
          <p:nvSpPr>
            <p:cNvPr id="1331" name="Colorbar gradient 155"/>
            <p:cNvSpPr/>
            <p:nvPr/>
          </p:nvSpPr>
          <p:spPr>
            <a:xfrm>
              <a:off x="33552" y="288923"/>
              <a:ext cx="106249" cy="1957"/>
            </a:xfrm>
            <a:prstGeom prst="rect">
              <a:avLst/>
            </a:prstGeom>
            <a:solidFill>
              <a:srgbClr val="AA131E"/>
            </a:solidFill>
            <a:ln>
              <a:noFill/>
            </a:ln>
          </p:spPr>
        </p:sp>
        <p:sp>
          <p:nvSpPr>
            <p:cNvPr id="1332" name="Colorbar gradient 156"/>
            <p:cNvSpPr/>
            <p:nvPr/>
          </p:nvSpPr>
          <p:spPr>
            <a:xfrm>
              <a:off x="33552" y="290787"/>
              <a:ext cx="106249" cy="1957"/>
            </a:xfrm>
            <a:prstGeom prst="rect">
              <a:avLst/>
            </a:prstGeom>
            <a:solidFill>
              <a:srgbClr val="AA131E"/>
            </a:solidFill>
            <a:ln>
              <a:noFill/>
            </a:ln>
          </p:spPr>
        </p:sp>
        <p:sp>
          <p:nvSpPr>
            <p:cNvPr id="1333" name="Colorbar gradient 157"/>
            <p:cNvSpPr/>
            <p:nvPr/>
          </p:nvSpPr>
          <p:spPr>
            <a:xfrm>
              <a:off x="33552" y="292651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334" name="Colorbar gradient 158"/>
            <p:cNvSpPr/>
            <p:nvPr/>
          </p:nvSpPr>
          <p:spPr>
            <a:xfrm>
              <a:off x="33552" y="294515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335" name="Colorbar gradient 159"/>
            <p:cNvSpPr/>
            <p:nvPr/>
          </p:nvSpPr>
          <p:spPr>
            <a:xfrm>
              <a:off x="33552" y="296379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336" name="Colorbar gradient 160"/>
            <p:cNvSpPr/>
            <p:nvPr/>
          </p:nvSpPr>
          <p:spPr>
            <a:xfrm>
              <a:off x="33552" y="298243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337" name="Colorbar gradient 161"/>
            <p:cNvSpPr/>
            <p:nvPr/>
          </p:nvSpPr>
          <p:spPr>
            <a:xfrm>
              <a:off x="33552" y="300107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338" name="Colorbar gradient 162"/>
            <p:cNvSpPr/>
            <p:nvPr/>
          </p:nvSpPr>
          <p:spPr>
            <a:xfrm>
              <a:off x="33552" y="301971"/>
              <a:ext cx="106249" cy="1957"/>
            </a:xfrm>
            <a:prstGeom prst="rect">
              <a:avLst/>
            </a:prstGeom>
            <a:solidFill>
              <a:srgbClr val="AD141F"/>
            </a:solidFill>
            <a:ln>
              <a:noFill/>
            </a:ln>
          </p:spPr>
        </p:sp>
        <p:sp>
          <p:nvSpPr>
            <p:cNvPr id="1339" name="Colorbar gradient 163"/>
            <p:cNvSpPr/>
            <p:nvPr/>
          </p:nvSpPr>
          <p:spPr>
            <a:xfrm>
              <a:off x="33552" y="303835"/>
              <a:ext cx="106249" cy="1957"/>
            </a:xfrm>
            <a:prstGeom prst="rect">
              <a:avLst/>
            </a:prstGeom>
            <a:solidFill>
              <a:srgbClr val="AD141F"/>
            </a:solidFill>
            <a:ln>
              <a:noFill/>
            </a:ln>
          </p:spPr>
        </p:sp>
        <p:sp>
          <p:nvSpPr>
            <p:cNvPr id="1340" name="Colorbar gradient 164"/>
            <p:cNvSpPr/>
            <p:nvPr/>
          </p:nvSpPr>
          <p:spPr>
            <a:xfrm>
              <a:off x="33552" y="305699"/>
              <a:ext cx="106249" cy="1957"/>
            </a:xfrm>
            <a:prstGeom prst="rect">
              <a:avLst/>
            </a:prstGeom>
            <a:solidFill>
              <a:srgbClr val="AE131F"/>
            </a:solidFill>
            <a:ln>
              <a:noFill/>
            </a:ln>
          </p:spPr>
        </p:sp>
        <p:sp>
          <p:nvSpPr>
            <p:cNvPr id="1341" name="Colorbar gradient 165"/>
            <p:cNvSpPr/>
            <p:nvPr/>
          </p:nvSpPr>
          <p:spPr>
            <a:xfrm>
              <a:off x="33552" y="307563"/>
              <a:ext cx="106249" cy="1957"/>
            </a:xfrm>
            <a:prstGeom prst="rect">
              <a:avLst/>
            </a:prstGeom>
            <a:solidFill>
              <a:srgbClr val="AE131F"/>
            </a:solidFill>
            <a:ln>
              <a:noFill/>
            </a:ln>
          </p:spPr>
        </p:sp>
        <p:sp>
          <p:nvSpPr>
            <p:cNvPr id="1342" name="Colorbar gradient 166"/>
            <p:cNvSpPr/>
            <p:nvPr/>
          </p:nvSpPr>
          <p:spPr>
            <a:xfrm>
              <a:off x="33552" y="309427"/>
              <a:ext cx="106249" cy="1957"/>
            </a:xfrm>
            <a:prstGeom prst="rect">
              <a:avLst/>
            </a:prstGeom>
            <a:solidFill>
              <a:srgbClr val="AF131F"/>
            </a:solidFill>
            <a:ln>
              <a:noFill/>
            </a:ln>
          </p:spPr>
        </p:sp>
        <p:sp>
          <p:nvSpPr>
            <p:cNvPr id="1343" name="Colorbar gradient 167"/>
            <p:cNvSpPr/>
            <p:nvPr/>
          </p:nvSpPr>
          <p:spPr>
            <a:xfrm>
              <a:off x="33552" y="311291"/>
              <a:ext cx="106249" cy="1957"/>
            </a:xfrm>
            <a:prstGeom prst="rect">
              <a:avLst/>
            </a:prstGeom>
            <a:solidFill>
              <a:srgbClr val="B0131F"/>
            </a:solidFill>
            <a:ln>
              <a:noFill/>
            </a:ln>
          </p:spPr>
        </p:sp>
        <p:sp>
          <p:nvSpPr>
            <p:cNvPr id="1344" name="Colorbar gradient 168"/>
            <p:cNvSpPr/>
            <p:nvPr/>
          </p:nvSpPr>
          <p:spPr>
            <a:xfrm>
              <a:off x="33552" y="313155"/>
              <a:ext cx="106249" cy="1957"/>
            </a:xfrm>
            <a:prstGeom prst="rect">
              <a:avLst/>
            </a:prstGeom>
            <a:solidFill>
              <a:srgbClr val="B01320"/>
            </a:solidFill>
            <a:ln>
              <a:noFill/>
            </a:ln>
          </p:spPr>
        </p:sp>
        <p:sp>
          <p:nvSpPr>
            <p:cNvPr id="1345" name="Colorbar gradient 169"/>
            <p:cNvSpPr/>
            <p:nvPr/>
          </p:nvSpPr>
          <p:spPr>
            <a:xfrm>
              <a:off x="33552" y="315019"/>
              <a:ext cx="106249" cy="1957"/>
            </a:xfrm>
            <a:prstGeom prst="rect">
              <a:avLst/>
            </a:prstGeom>
            <a:solidFill>
              <a:srgbClr val="B11220"/>
            </a:solidFill>
            <a:ln>
              <a:noFill/>
            </a:ln>
          </p:spPr>
        </p:sp>
        <p:sp>
          <p:nvSpPr>
            <p:cNvPr id="1346" name="Colorbar gradient 170"/>
            <p:cNvSpPr/>
            <p:nvPr/>
          </p:nvSpPr>
          <p:spPr>
            <a:xfrm>
              <a:off x="33552" y="316883"/>
              <a:ext cx="106249" cy="1957"/>
            </a:xfrm>
            <a:prstGeom prst="rect">
              <a:avLst/>
            </a:prstGeom>
            <a:solidFill>
              <a:srgbClr val="B11220"/>
            </a:solidFill>
            <a:ln>
              <a:noFill/>
            </a:ln>
          </p:spPr>
        </p:sp>
        <p:sp>
          <p:nvSpPr>
            <p:cNvPr id="1347" name="Colorbar gradient 171"/>
            <p:cNvSpPr/>
            <p:nvPr/>
          </p:nvSpPr>
          <p:spPr>
            <a:xfrm>
              <a:off x="33552" y="318747"/>
              <a:ext cx="106249" cy="1957"/>
            </a:xfrm>
            <a:prstGeom prst="rect">
              <a:avLst/>
            </a:prstGeom>
            <a:solidFill>
              <a:srgbClr val="B31320"/>
            </a:solidFill>
            <a:ln>
              <a:noFill/>
            </a:ln>
          </p:spPr>
        </p:sp>
        <p:sp>
          <p:nvSpPr>
            <p:cNvPr id="1348" name="Colorbar gradient 172"/>
            <p:cNvSpPr/>
            <p:nvPr/>
          </p:nvSpPr>
          <p:spPr>
            <a:xfrm>
              <a:off x="33552" y="320611"/>
              <a:ext cx="106249" cy="1957"/>
            </a:xfrm>
            <a:prstGeom prst="rect">
              <a:avLst/>
            </a:prstGeom>
            <a:solidFill>
              <a:srgbClr val="B31320"/>
            </a:solidFill>
            <a:ln>
              <a:noFill/>
            </a:ln>
          </p:spPr>
        </p:sp>
        <p:sp>
          <p:nvSpPr>
            <p:cNvPr id="1349" name="Colorbar gradient 173"/>
            <p:cNvSpPr/>
            <p:nvPr/>
          </p:nvSpPr>
          <p:spPr>
            <a:xfrm>
              <a:off x="33552" y="322475"/>
              <a:ext cx="106249" cy="1957"/>
            </a:xfrm>
            <a:prstGeom prst="rect">
              <a:avLst/>
            </a:prstGeom>
            <a:solidFill>
              <a:srgbClr val="B41320"/>
            </a:solidFill>
            <a:ln>
              <a:noFill/>
            </a:ln>
          </p:spPr>
        </p:sp>
        <p:sp>
          <p:nvSpPr>
            <p:cNvPr id="1350" name="Colorbar gradient 174"/>
            <p:cNvSpPr/>
            <p:nvPr/>
          </p:nvSpPr>
          <p:spPr>
            <a:xfrm>
              <a:off x="33552" y="324339"/>
              <a:ext cx="106249" cy="1957"/>
            </a:xfrm>
            <a:prstGeom prst="rect">
              <a:avLst/>
            </a:prstGeom>
            <a:solidFill>
              <a:srgbClr val="B51320"/>
            </a:solidFill>
            <a:ln>
              <a:noFill/>
            </a:ln>
          </p:spPr>
        </p:sp>
        <p:sp>
          <p:nvSpPr>
            <p:cNvPr id="1351" name="Colorbar gradient 175"/>
            <p:cNvSpPr/>
            <p:nvPr/>
          </p:nvSpPr>
          <p:spPr>
            <a:xfrm>
              <a:off x="33552" y="326203"/>
              <a:ext cx="106249" cy="1957"/>
            </a:xfrm>
            <a:prstGeom prst="rect">
              <a:avLst/>
            </a:prstGeom>
            <a:solidFill>
              <a:srgbClr val="B51320"/>
            </a:solidFill>
            <a:ln>
              <a:noFill/>
            </a:ln>
          </p:spPr>
        </p:sp>
        <p:sp>
          <p:nvSpPr>
            <p:cNvPr id="1352" name="Colorbar gradient 176"/>
            <p:cNvSpPr/>
            <p:nvPr/>
          </p:nvSpPr>
          <p:spPr>
            <a:xfrm>
              <a:off x="33552" y="328067"/>
              <a:ext cx="106249" cy="1957"/>
            </a:xfrm>
            <a:prstGeom prst="rect">
              <a:avLst/>
            </a:prstGeom>
            <a:solidFill>
              <a:srgbClr val="B6121F"/>
            </a:solidFill>
            <a:ln>
              <a:noFill/>
            </a:ln>
          </p:spPr>
        </p:sp>
        <p:sp>
          <p:nvSpPr>
            <p:cNvPr id="1353" name="Colorbar gradient 177"/>
            <p:cNvSpPr/>
            <p:nvPr/>
          </p:nvSpPr>
          <p:spPr>
            <a:xfrm>
              <a:off x="33552" y="329931"/>
              <a:ext cx="106249" cy="1957"/>
            </a:xfrm>
            <a:prstGeom prst="rect">
              <a:avLst/>
            </a:prstGeom>
            <a:solidFill>
              <a:srgbClr val="B61221"/>
            </a:solidFill>
            <a:ln>
              <a:noFill/>
            </a:ln>
          </p:spPr>
        </p:sp>
        <p:sp>
          <p:nvSpPr>
            <p:cNvPr id="1354" name="Colorbar gradient 178"/>
            <p:cNvSpPr/>
            <p:nvPr/>
          </p:nvSpPr>
          <p:spPr>
            <a:xfrm>
              <a:off x="33552" y="331795"/>
              <a:ext cx="106249" cy="1957"/>
            </a:xfrm>
            <a:prstGeom prst="rect">
              <a:avLst/>
            </a:prstGeom>
            <a:solidFill>
              <a:srgbClr val="B71421"/>
            </a:solidFill>
            <a:ln>
              <a:noFill/>
            </a:ln>
          </p:spPr>
        </p:sp>
        <p:sp>
          <p:nvSpPr>
            <p:cNvPr id="1355" name="Colorbar gradient 179"/>
            <p:cNvSpPr/>
            <p:nvPr/>
          </p:nvSpPr>
          <p:spPr>
            <a:xfrm>
              <a:off x="33552" y="333659"/>
              <a:ext cx="106249" cy="1957"/>
            </a:xfrm>
            <a:prstGeom prst="rect">
              <a:avLst/>
            </a:prstGeom>
            <a:solidFill>
              <a:srgbClr val="B71421"/>
            </a:solidFill>
            <a:ln>
              <a:noFill/>
            </a:ln>
          </p:spPr>
        </p:sp>
        <p:sp>
          <p:nvSpPr>
            <p:cNvPr id="1356" name="Colorbar gradient 180"/>
            <p:cNvSpPr/>
            <p:nvPr/>
          </p:nvSpPr>
          <p:spPr>
            <a:xfrm>
              <a:off x="33552" y="335523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357" name="Colorbar gradient 181"/>
            <p:cNvSpPr/>
            <p:nvPr/>
          </p:nvSpPr>
          <p:spPr>
            <a:xfrm>
              <a:off x="33552" y="337387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358" name="Colorbar gradient 182"/>
            <p:cNvSpPr/>
            <p:nvPr/>
          </p:nvSpPr>
          <p:spPr>
            <a:xfrm>
              <a:off x="33552" y="339251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359" name="Colorbar gradient 183"/>
            <p:cNvSpPr/>
            <p:nvPr/>
          </p:nvSpPr>
          <p:spPr>
            <a:xfrm>
              <a:off x="33552" y="341115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360" name="Colorbar gradient 184"/>
            <p:cNvSpPr/>
            <p:nvPr/>
          </p:nvSpPr>
          <p:spPr>
            <a:xfrm>
              <a:off x="33552" y="342979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361" name="Colorbar gradient 185"/>
            <p:cNvSpPr/>
            <p:nvPr/>
          </p:nvSpPr>
          <p:spPr>
            <a:xfrm>
              <a:off x="33552" y="344843"/>
              <a:ext cx="106249" cy="1957"/>
            </a:xfrm>
            <a:prstGeom prst="rect">
              <a:avLst/>
            </a:prstGeom>
            <a:solidFill>
              <a:srgbClr val="BA1322"/>
            </a:solidFill>
            <a:ln>
              <a:noFill/>
            </a:ln>
          </p:spPr>
        </p:sp>
        <p:sp>
          <p:nvSpPr>
            <p:cNvPr id="1362" name="Colorbar gradient 186"/>
            <p:cNvSpPr/>
            <p:nvPr/>
          </p:nvSpPr>
          <p:spPr>
            <a:xfrm>
              <a:off x="33552" y="346707"/>
              <a:ext cx="106249" cy="1957"/>
            </a:xfrm>
            <a:prstGeom prst="rect">
              <a:avLst/>
            </a:prstGeom>
            <a:solidFill>
              <a:srgbClr val="BA1322"/>
            </a:solidFill>
            <a:ln>
              <a:noFill/>
            </a:ln>
          </p:spPr>
        </p:sp>
        <p:sp>
          <p:nvSpPr>
            <p:cNvPr id="1363" name="Colorbar gradient 187"/>
            <p:cNvSpPr/>
            <p:nvPr/>
          </p:nvSpPr>
          <p:spPr>
            <a:xfrm>
              <a:off x="33552" y="348571"/>
              <a:ext cx="106249" cy="1957"/>
            </a:xfrm>
            <a:prstGeom prst="rect">
              <a:avLst/>
            </a:prstGeom>
            <a:solidFill>
              <a:srgbClr val="BB1222"/>
            </a:solidFill>
            <a:ln>
              <a:noFill/>
            </a:ln>
          </p:spPr>
        </p:sp>
        <p:sp>
          <p:nvSpPr>
            <p:cNvPr id="1364" name="Colorbar gradient 188"/>
            <p:cNvSpPr/>
            <p:nvPr/>
          </p:nvSpPr>
          <p:spPr>
            <a:xfrm>
              <a:off x="33552" y="350435"/>
              <a:ext cx="106249" cy="1957"/>
            </a:xfrm>
            <a:prstGeom prst="rect">
              <a:avLst/>
            </a:prstGeom>
            <a:solidFill>
              <a:srgbClr val="BB1222"/>
            </a:solidFill>
            <a:ln>
              <a:noFill/>
            </a:ln>
          </p:spPr>
        </p:sp>
        <p:sp>
          <p:nvSpPr>
            <p:cNvPr id="1365" name="Colorbar gradient 189"/>
            <p:cNvSpPr/>
            <p:nvPr/>
          </p:nvSpPr>
          <p:spPr>
            <a:xfrm>
              <a:off x="33552" y="352299"/>
              <a:ext cx="106249" cy="1957"/>
            </a:xfrm>
            <a:prstGeom prst="rect">
              <a:avLst/>
            </a:prstGeom>
            <a:solidFill>
              <a:srgbClr val="BC1422"/>
            </a:solidFill>
            <a:ln>
              <a:noFill/>
            </a:ln>
          </p:spPr>
        </p:sp>
        <p:sp>
          <p:nvSpPr>
            <p:cNvPr id="1366" name="Colorbar gradient 190"/>
            <p:cNvSpPr/>
            <p:nvPr/>
          </p:nvSpPr>
          <p:spPr>
            <a:xfrm>
              <a:off x="33552" y="354163"/>
              <a:ext cx="106249" cy="1957"/>
            </a:xfrm>
            <a:prstGeom prst="rect">
              <a:avLst/>
            </a:prstGeom>
            <a:solidFill>
              <a:srgbClr val="BD1422"/>
            </a:solidFill>
            <a:ln>
              <a:noFill/>
            </a:ln>
          </p:spPr>
        </p:sp>
        <p:sp>
          <p:nvSpPr>
            <p:cNvPr id="1367" name="Colorbar gradient 191"/>
            <p:cNvSpPr/>
            <p:nvPr/>
          </p:nvSpPr>
          <p:spPr>
            <a:xfrm>
              <a:off x="33552" y="356027"/>
              <a:ext cx="106249" cy="1957"/>
            </a:xfrm>
            <a:prstGeom prst="rect">
              <a:avLst/>
            </a:prstGeom>
            <a:solidFill>
              <a:srgbClr val="BD1422"/>
            </a:solidFill>
            <a:ln>
              <a:noFill/>
            </a:ln>
          </p:spPr>
        </p:sp>
        <p:sp>
          <p:nvSpPr>
            <p:cNvPr id="1368" name="Colorbar gradient 192"/>
            <p:cNvSpPr/>
            <p:nvPr/>
          </p:nvSpPr>
          <p:spPr>
            <a:xfrm>
              <a:off x="33552" y="357891"/>
              <a:ext cx="106249" cy="1957"/>
            </a:xfrm>
            <a:prstGeom prst="rect">
              <a:avLst/>
            </a:prstGeom>
            <a:solidFill>
              <a:srgbClr val="BE1322"/>
            </a:solidFill>
            <a:ln>
              <a:noFill/>
            </a:ln>
          </p:spPr>
        </p:sp>
        <p:sp>
          <p:nvSpPr>
            <p:cNvPr id="1369" name="Colorbar gradient 193"/>
            <p:cNvSpPr/>
            <p:nvPr/>
          </p:nvSpPr>
          <p:spPr>
            <a:xfrm>
              <a:off x="33552" y="359755"/>
              <a:ext cx="106249" cy="1957"/>
            </a:xfrm>
            <a:prstGeom prst="rect">
              <a:avLst/>
            </a:prstGeom>
            <a:solidFill>
              <a:srgbClr val="BE1322"/>
            </a:solidFill>
            <a:ln>
              <a:noFill/>
            </a:ln>
          </p:spPr>
        </p:sp>
        <p:sp>
          <p:nvSpPr>
            <p:cNvPr id="1370" name="Colorbar gradient 194"/>
            <p:cNvSpPr/>
            <p:nvPr/>
          </p:nvSpPr>
          <p:spPr>
            <a:xfrm>
              <a:off x="33552" y="361619"/>
              <a:ext cx="106249" cy="1957"/>
            </a:xfrm>
            <a:prstGeom prst="rect">
              <a:avLst/>
            </a:prstGeom>
            <a:solidFill>
              <a:srgbClr val="C01224"/>
            </a:solidFill>
            <a:ln>
              <a:noFill/>
            </a:ln>
          </p:spPr>
        </p:sp>
        <p:sp>
          <p:nvSpPr>
            <p:cNvPr id="1371" name="Colorbar gradient 195"/>
            <p:cNvSpPr/>
            <p:nvPr/>
          </p:nvSpPr>
          <p:spPr>
            <a:xfrm>
              <a:off x="33552" y="363483"/>
              <a:ext cx="106249" cy="1957"/>
            </a:xfrm>
            <a:prstGeom prst="rect">
              <a:avLst/>
            </a:prstGeom>
            <a:solidFill>
              <a:srgbClr val="C01224"/>
            </a:solidFill>
            <a:ln>
              <a:noFill/>
            </a:ln>
          </p:spPr>
        </p:sp>
        <p:sp>
          <p:nvSpPr>
            <p:cNvPr id="1372" name="Colorbar gradient 196"/>
            <p:cNvSpPr/>
            <p:nvPr/>
          </p:nvSpPr>
          <p:spPr>
            <a:xfrm>
              <a:off x="33552" y="365347"/>
              <a:ext cx="106249" cy="1957"/>
            </a:xfrm>
            <a:prstGeom prst="rect">
              <a:avLst/>
            </a:prstGeom>
            <a:solidFill>
              <a:srgbClr val="C11423"/>
            </a:solidFill>
            <a:ln>
              <a:noFill/>
            </a:ln>
          </p:spPr>
        </p:sp>
        <p:sp>
          <p:nvSpPr>
            <p:cNvPr id="1373" name="Colorbar gradient 197"/>
            <p:cNvSpPr/>
            <p:nvPr/>
          </p:nvSpPr>
          <p:spPr>
            <a:xfrm>
              <a:off x="33552" y="367211"/>
              <a:ext cx="106249" cy="1957"/>
            </a:xfrm>
            <a:prstGeom prst="rect">
              <a:avLst/>
            </a:prstGeom>
            <a:solidFill>
              <a:srgbClr val="C21323"/>
            </a:solidFill>
            <a:ln>
              <a:noFill/>
            </a:ln>
          </p:spPr>
        </p:sp>
        <p:sp>
          <p:nvSpPr>
            <p:cNvPr id="1374" name="Colorbar gradient 198"/>
            <p:cNvSpPr/>
            <p:nvPr/>
          </p:nvSpPr>
          <p:spPr>
            <a:xfrm>
              <a:off x="33552" y="369075"/>
              <a:ext cx="106249" cy="1957"/>
            </a:xfrm>
            <a:prstGeom prst="rect">
              <a:avLst/>
            </a:prstGeom>
            <a:solidFill>
              <a:srgbClr val="C21323"/>
            </a:solidFill>
            <a:ln>
              <a:noFill/>
            </a:ln>
          </p:spPr>
        </p:sp>
        <p:sp>
          <p:nvSpPr>
            <p:cNvPr id="1375" name="Colorbar gradient 199"/>
            <p:cNvSpPr/>
            <p:nvPr/>
          </p:nvSpPr>
          <p:spPr>
            <a:xfrm>
              <a:off x="33552" y="370940"/>
              <a:ext cx="106249" cy="1957"/>
            </a:xfrm>
            <a:prstGeom prst="rect">
              <a:avLst/>
            </a:prstGeom>
            <a:solidFill>
              <a:srgbClr val="C31323"/>
            </a:solidFill>
            <a:ln>
              <a:noFill/>
            </a:ln>
          </p:spPr>
        </p:sp>
        <p:sp>
          <p:nvSpPr>
            <p:cNvPr id="1376" name="Colorbar gradient 200"/>
            <p:cNvSpPr/>
            <p:nvPr/>
          </p:nvSpPr>
          <p:spPr>
            <a:xfrm>
              <a:off x="33552" y="372804"/>
              <a:ext cx="106249" cy="1957"/>
            </a:xfrm>
            <a:prstGeom prst="rect">
              <a:avLst/>
            </a:prstGeom>
            <a:solidFill>
              <a:srgbClr val="C31323"/>
            </a:solidFill>
            <a:ln>
              <a:noFill/>
            </a:ln>
          </p:spPr>
        </p:sp>
        <p:sp>
          <p:nvSpPr>
            <p:cNvPr id="1377" name="Colorbar gradient 201"/>
            <p:cNvSpPr/>
            <p:nvPr/>
          </p:nvSpPr>
          <p:spPr>
            <a:xfrm>
              <a:off x="33552" y="374668"/>
              <a:ext cx="106249" cy="1957"/>
            </a:xfrm>
            <a:prstGeom prst="rect">
              <a:avLst/>
            </a:prstGeom>
            <a:solidFill>
              <a:srgbClr val="C41423"/>
            </a:solidFill>
            <a:ln>
              <a:noFill/>
            </a:ln>
          </p:spPr>
        </p:sp>
        <p:sp>
          <p:nvSpPr>
            <p:cNvPr id="1378" name="Colorbar gradient 202"/>
            <p:cNvSpPr/>
            <p:nvPr/>
          </p:nvSpPr>
          <p:spPr>
            <a:xfrm>
              <a:off x="33552" y="376532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379" name="Colorbar gradient 203"/>
            <p:cNvSpPr/>
            <p:nvPr/>
          </p:nvSpPr>
          <p:spPr>
            <a:xfrm>
              <a:off x="33552" y="378396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380" name="Colorbar gradient 204"/>
            <p:cNvSpPr/>
            <p:nvPr/>
          </p:nvSpPr>
          <p:spPr>
            <a:xfrm>
              <a:off x="33552" y="380260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381" name="Colorbar gradient 205"/>
            <p:cNvSpPr/>
            <p:nvPr/>
          </p:nvSpPr>
          <p:spPr>
            <a:xfrm>
              <a:off x="33552" y="382124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382" name="Colorbar gradient 206"/>
            <p:cNvSpPr/>
            <p:nvPr/>
          </p:nvSpPr>
          <p:spPr>
            <a:xfrm>
              <a:off x="33552" y="383988"/>
              <a:ext cx="106249" cy="1957"/>
            </a:xfrm>
            <a:prstGeom prst="rect">
              <a:avLst/>
            </a:prstGeom>
            <a:solidFill>
              <a:srgbClr val="C71324"/>
            </a:solidFill>
            <a:ln>
              <a:noFill/>
            </a:ln>
          </p:spPr>
        </p:sp>
        <p:sp>
          <p:nvSpPr>
            <p:cNvPr id="1383" name="Colorbar gradient 207"/>
            <p:cNvSpPr/>
            <p:nvPr/>
          </p:nvSpPr>
          <p:spPr>
            <a:xfrm>
              <a:off x="33552" y="385852"/>
              <a:ext cx="106249" cy="1957"/>
            </a:xfrm>
            <a:prstGeom prst="rect">
              <a:avLst/>
            </a:prstGeom>
            <a:solidFill>
              <a:srgbClr val="C71324"/>
            </a:solidFill>
            <a:ln>
              <a:noFill/>
            </a:ln>
          </p:spPr>
        </p:sp>
        <p:sp>
          <p:nvSpPr>
            <p:cNvPr id="1384" name="Colorbar gradient 208"/>
            <p:cNvSpPr/>
            <p:nvPr/>
          </p:nvSpPr>
          <p:spPr>
            <a:xfrm>
              <a:off x="33552" y="387716"/>
              <a:ext cx="106249" cy="1957"/>
            </a:xfrm>
            <a:prstGeom prst="rect">
              <a:avLst/>
            </a:prstGeom>
            <a:solidFill>
              <a:srgbClr val="C71324"/>
            </a:solidFill>
            <a:ln>
              <a:noFill/>
            </a:ln>
          </p:spPr>
        </p:sp>
        <p:sp>
          <p:nvSpPr>
            <p:cNvPr id="1385" name="Colorbar gradient 209"/>
            <p:cNvSpPr/>
            <p:nvPr/>
          </p:nvSpPr>
          <p:spPr>
            <a:xfrm>
              <a:off x="33552" y="389580"/>
              <a:ext cx="106249" cy="1957"/>
            </a:xfrm>
            <a:prstGeom prst="rect">
              <a:avLst/>
            </a:prstGeom>
            <a:solidFill>
              <a:srgbClr val="C81324"/>
            </a:solidFill>
            <a:ln>
              <a:noFill/>
            </a:ln>
          </p:spPr>
        </p:sp>
        <p:sp>
          <p:nvSpPr>
            <p:cNvPr id="1386" name="Colorbar gradient 210"/>
            <p:cNvSpPr/>
            <p:nvPr/>
          </p:nvSpPr>
          <p:spPr>
            <a:xfrm>
              <a:off x="33552" y="391444"/>
              <a:ext cx="106249" cy="1957"/>
            </a:xfrm>
            <a:prstGeom prst="rect">
              <a:avLst/>
            </a:prstGeom>
            <a:solidFill>
              <a:srgbClr val="C81324"/>
            </a:solidFill>
            <a:ln>
              <a:noFill/>
            </a:ln>
          </p:spPr>
        </p:sp>
        <p:sp>
          <p:nvSpPr>
            <p:cNvPr id="1387" name="Colorbar gradient 211"/>
            <p:cNvSpPr/>
            <p:nvPr/>
          </p:nvSpPr>
          <p:spPr>
            <a:xfrm>
              <a:off x="33552" y="393308"/>
              <a:ext cx="106249" cy="1957"/>
            </a:xfrm>
            <a:prstGeom prst="rect">
              <a:avLst/>
            </a:prstGeom>
            <a:solidFill>
              <a:srgbClr val="C91525"/>
            </a:solidFill>
            <a:ln>
              <a:noFill/>
            </a:ln>
          </p:spPr>
        </p:sp>
        <p:sp>
          <p:nvSpPr>
            <p:cNvPr id="1388" name="Colorbar gradient 212"/>
            <p:cNvSpPr/>
            <p:nvPr/>
          </p:nvSpPr>
          <p:spPr>
            <a:xfrm>
              <a:off x="33552" y="395172"/>
              <a:ext cx="106249" cy="1957"/>
            </a:xfrm>
            <a:prstGeom prst="rect">
              <a:avLst/>
            </a:prstGeom>
            <a:solidFill>
              <a:srgbClr val="C91525"/>
            </a:solidFill>
            <a:ln>
              <a:noFill/>
            </a:ln>
          </p:spPr>
        </p:sp>
        <p:sp>
          <p:nvSpPr>
            <p:cNvPr id="1389" name="Colorbar gradient 213"/>
            <p:cNvSpPr/>
            <p:nvPr/>
          </p:nvSpPr>
          <p:spPr>
            <a:xfrm>
              <a:off x="33552" y="397036"/>
              <a:ext cx="106249" cy="1957"/>
            </a:xfrm>
            <a:prstGeom prst="rect">
              <a:avLst/>
            </a:prstGeom>
            <a:solidFill>
              <a:srgbClr val="CA1425"/>
            </a:solidFill>
            <a:ln>
              <a:noFill/>
            </a:ln>
          </p:spPr>
        </p:sp>
        <p:sp>
          <p:nvSpPr>
            <p:cNvPr id="1390" name="Colorbar gradient 214"/>
            <p:cNvSpPr/>
            <p:nvPr/>
          </p:nvSpPr>
          <p:spPr>
            <a:xfrm>
              <a:off x="33552" y="398900"/>
              <a:ext cx="106249" cy="1957"/>
            </a:xfrm>
            <a:prstGeom prst="rect">
              <a:avLst/>
            </a:prstGeom>
            <a:solidFill>
              <a:srgbClr val="CC1324"/>
            </a:solidFill>
            <a:ln>
              <a:noFill/>
            </a:ln>
          </p:spPr>
        </p:sp>
        <p:sp>
          <p:nvSpPr>
            <p:cNvPr id="1391" name="Colorbar gradient 215"/>
            <p:cNvSpPr/>
            <p:nvPr/>
          </p:nvSpPr>
          <p:spPr>
            <a:xfrm>
              <a:off x="33552" y="400764"/>
              <a:ext cx="106249" cy="1957"/>
            </a:xfrm>
            <a:prstGeom prst="rect">
              <a:avLst/>
            </a:prstGeom>
            <a:solidFill>
              <a:srgbClr val="CC1324"/>
            </a:solidFill>
            <a:ln>
              <a:noFill/>
            </a:ln>
          </p:spPr>
        </p:sp>
        <p:sp>
          <p:nvSpPr>
            <p:cNvPr id="1392" name="Colorbar gradient 216"/>
            <p:cNvSpPr/>
            <p:nvPr/>
          </p:nvSpPr>
          <p:spPr>
            <a:xfrm>
              <a:off x="33552" y="402628"/>
              <a:ext cx="106249" cy="1957"/>
            </a:xfrm>
            <a:prstGeom prst="rect">
              <a:avLst/>
            </a:prstGeom>
            <a:solidFill>
              <a:srgbClr val="CD1524"/>
            </a:solidFill>
            <a:ln>
              <a:noFill/>
            </a:ln>
          </p:spPr>
        </p:sp>
        <p:sp>
          <p:nvSpPr>
            <p:cNvPr id="1393" name="Colorbar gradient 217"/>
            <p:cNvSpPr/>
            <p:nvPr/>
          </p:nvSpPr>
          <p:spPr>
            <a:xfrm>
              <a:off x="33552" y="404492"/>
              <a:ext cx="106249" cy="1957"/>
            </a:xfrm>
            <a:prstGeom prst="rect">
              <a:avLst/>
            </a:prstGeom>
            <a:solidFill>
              <a:srgbClr val="CD1524"/>
            </a:solidFill>
            <a:ln>
              <a:noFill/>
            </a:ln>
          </p:spPr>
        </p:sp>
        <p:sp>
          <p:nvSpPr>
            <p:cNvPr id="1394" name="Colorbar gradient 218"/>
            <p:cNvSpPr/>
            <p:nvPr/>
          </p:nvSpPr>
          <p:spPr>
            <a:xfrm>
              <a:off x="33552" y="406356"/>
              <a:ext cx="106249" cy="1957"/>
            </a:xfrm>
            <a:prstGeom prst="rect">
              <a:avLst/>
            </a:prstGeom>
            <a:solidFill>
              <a:srgbClr val="CE1526"/>
            </a:solidFill>
            <a:ln>
              <a:noFill/>
            </a:ln>
          </p:spPr>
        </p:sp>
        <p:sp>
          <p:nvSpPr>
            <p:cNvPr id="1395" name="Colorbar gradient 219"/>
            <p:cNvSpPr/>
            <p:nvPr/>
          </p:nvSpPr>
          <p:spPr>
            <a:xfrm>
              <a:off x="33552" y="408220"/>
              <a:ext cx="106249" cy="1957"/>
            </a:xfrm>
            <a:prstGeom prst="rect">
              <a:avLst/>
            </a:prstGeom>
            <a:solidFill>
              <a:srgbClr val="CF1427"/>
            </a:solidFill>
            <a:ln>
              <a:noFill/>
            </a:ln>
          </p:spPr>
        </p:sp>
        <p:sp>
          <p:nvSpPr>
            <p:cNvPr id="1396" name="Colorbar gradient 220"/>
            <p:cNvSpPr/>
            <p:nvPr/>
          </p:nvSpPr>
          <p:spPr>
            <a:xfrm>
              <a:off x="33552" y="410084"/>
              <a:ext cx="106249" cy="1957"/>
            </a:xfrm>
            <a:prstGeom prst="rect">
              <a:avLst/>
            </a:prstGeom>
            <a:solidFill>
              <a:srgbClr val="CF1628"/>
            </a:solidFill>
            <a:ln>
              <a:noFill/>
            </a:ln>
          </p:spPr>
        </p:sp>
        <p:sp>
          <p:nvSpPr>
            <p:cNvPr id="1397" name="Colorbar gradient 221"/>
            <p:cNvSpPr/>
            <p:nvPr/>
          </p:nvSpPr>
          <p:spPr>
            <a:xfrm>
              <a:off x="33552" y="411948"/>
              <a:ext cx="106249" cy="1957"/>
            </a:xfrm>
            <a:prstGeom prst="rect">
              <a:avLst/>
            </a:prstGeom>
            <a:solidFill>
              <a:srgbClr val="CF1628"/>
            </a:solidFill>
            <a:ln>
              <a:noFill/>
            </a:ln>
          </p:spPr>
        </p:sp>
        <p:sp>
          <p:nvSpPr>
            <p:cNvPr id="1398" name="Colorbar gradient 222"/>
            <p:cNvSpPr/>
            <p:nvPr/>
          </p:nvSpPr>
          <p:spPr>
            <a:xfrm>
              <a:off x="33552" y="413812"/>
              <a:ext cx="106249" cy="1957"/>
            </a:xfrm>
            <a:prstGeom prst="rect">
              <a:avLst/>
            </a:prstGeom>
            <a:solidFill>
              <a:srgbClr val="CF182A"/>
            </a:solidFill>
            <a:ln>
              <a:noFill/>
            </a:ln>
          </p:spPr>
        </p:sp>
        <p:sp>
          <p:nvSpPr>
            <p:cNvPr id="1399" name="Colorbar gradient 223"/>
            <p:cNvSpPr/>
            <p:nvPr/>
          </p:nvSpPr>
          <p:spPr>
            <a:xfrm>
              <a:off x="33552" y="415676"/>
              <a:ext cx="106249" cy="1957"/>
            </a:xfrm>
            <a:prstGeom prst="rect">
              <a:avLst/>
            </a:prstGeom>
            <a:solidFill>
              <a:srgbClr val="CF182A"/>
            </a:solidFill>
            <a:ln>
              <a:noFill/>
            </a:ln>
          </p:spPr>
        </p:sp>
        <p:sp>
          <p:nvSpPr>
            <p:cNvPr id="1400" name="Colorbar gradient 224"/>
            <p:cNvSpPr/>
            <p:nvPr/>
          </p:nvSpPr>
          <p:spPr>
            <a:xfrm>
              <a:off x="33552" y="417540"/>
              <a:ext cx="106249" cy="1957"/>
            </a:xfrm>
            <a:prstGeom prst="rect">
              <a:avLst/>
            </a:prstGeom>
            <a:solidFill>
              <a:srgbClr val="D01C2C"/>
            </a:solidFill>
            <a:ln>
              <a:noFill/>
            </a:ln>
          </p:spPr>
        </p:sp>
        <p:sp>
          <p:nvSpPr>
            <p:cNvPr id="1401" name="Colorbar gradient 225"/>
            <p:cNvSpPr/>
            <p:nvPr/>
          </p:nvSpPr>
          <p:spPr>
            <a:xfrm>
              <a:off x="33552" y="419404"/>
              <a:ext cx="106249" cy="1957"/>
            </a:xfrm>
            <a:prstGeom prst="rect">
              <a:avLst/>
            </a:prstGeom>
            <a:solidFill>
              <a:srgbClr val="D01C2C"/>
            </a:solidFill>
            <a:ln>
              <a:noFill/>
            </a:ln>
          </p:spPr>
        </p:sp>
        <p:sp>
          <p:nvSpPr>
            <p:cNvPr id="1402" name="Colorbar gradient 226"/>
            <p:cNvSpPr/>
            <p:nvPr/>
          </p:nvSpPr>
          <p:spPr>
            <a:xfrm>
              <a:off x="33552" y="421268"/>
              <a:ext cx="106249" cy="1957"/>
            </a:xfrm>
            <a:prstGeom prst="rect">
              <a:avLst/>
            </a:prstGeom>
            <a:solidFill>
              <a:srgbClr val="D01E2D"/>
            </a:solidFill>
            <a:ln>
              <a:noFill/>
            </a:ln>
          </p:spPr>
        </p:sp>
        <p:sp>
          <p:nvSpPr>
            <p:cNvPr id="1403" name="Colorbar gradient 227"/>
            <p:cNvSpPr/>
            <p:nvPr/>
          </p:nvSpPr>
          <p:spPr>
            <a:xfrm>
              <a:off x="33552" y="423132"/>
              <a:ext cx="106249" cy="1957"/>
            </a:xfrm>
            <a:prstGeom prst="rect">
              <a:avLst/>
            </a:prstGeom>
            <a:solidFill>
              <a:srgbClr val="D01E2E"/>
            </a:solidFill>
            <a:ln>
              <a:noFill/>
            </a:ln>
          </p:spPr>
        </p:sp>
        <p:sp>
          <p:nvSpPr>
            <p:cNvPr id="1404" name="Colorbar gradient 228"/>
            <p:cNvSpPr/>
            <p:nvPr/>
          </p:nvSpPr>
          <p:spPr>
            <a:xfrm>
              <a:off x="33552" y="424996"/>
              <a:ext cx="106249" cy="1957"/>
            </a:xfrm>
            <a:prstGeom prst="rect">
              <a:avLst/>
            </a:prstGeom>
            <a:solidFill>
              <a:srgbClr val="D0202E"/>
            </a:solidFill>
            <a:ln>
              <a:noFill/>
            </a:ln>
          </p:spPr>
        </p:sp>
        <p:sp>
          <p:nvSpPr>
            <p:cNvPr id="1405" name="Colorbar gradient 229"/>
            <p:cNvSpPr/>
            <p:nvPr/>
          </p:nvSpPr>
          <p:spPr>
            <a:xfrm>
              <a:off x="33552" y="426860"/>
              <a:ext cx="106249" cy="1957"/>
            </a:xfrm>
            <a:prstGeom prst="rect">
              <a:avLst/>
            </a:prstGeom>
            <a:solidFill>
              <a:srgbClr val="D11F2F"/>
            </a:solidFill>
            <a:ln>
              <a:noFill/>
            </a:ln>
          </p:spPr>
        </p:sp>
        <p:sp>
          <p:nvSpPr>
            <p:cNvPr id="1406" name="Colorbar gradient 230"/>
            <p:cNvSpPr/>
            <p:nvPr/>
          </p:nvSpPr>
          <p:spPr>
            <a:xfrm>
              <a:off x="33552" y="428724"/>
              <a:ext cx="106249" cy="1957"/>
            </a:xfrm>
            <a:prstGeom prst="rect">
              <a:avLst/>
            </a:prstGeom>
            <a:solidFill>
              <a:srgbClr val="D12131"/>
            </a:solidFill>
            <a:ln>
              <a:noFill/>
            </a:ln>
          </p:spPr>
        </p:sp>
        <p:sp>
          <p:nvSpPr>
            <p:cNvPr id="1407" name="Colorbar gradient 231"/>
            <p:cNvSpPr/>
            <p:nvPr/>
          </p:nvSpPr>
          <p:spPr>
            <a:xfrm>
              <a:off x="33552" y="430588"/>
              <a:ext cx="106249" cy="1957"/>
            </a:xfrm>
            <a:prstGeom prst="rect">
              <a:avLst/>
            </a:prstGeom>
            <a:solidFill>
              <a:srgbClr val="D12233"/>
            </a:solidFill>
            <a:ln>
              <a:noFill/>
            </a:ln>
          </p:spPr>
        </p:sp>
        <p:sp>
          <p:nvSpPr>
            <p:cNvPr id="1408" name="Colorbar gradient 232"/>
            <p:cNvSpPr/>
            <p:nvPr/>
          </p:nvSpPr>
          <p:spPr>
            <a:xfrm>
              <a:off x="33552" y="432452"/>
              <a:ext cx="106249" cy="1957"/>
            </a:xfrm>
            <a:prstGeom prst="rect">
              <a:avLst/>
            </a:prstGeom>
            <a:solidFill>
              <a:srgbClr val="D12234"/>
            </a:solidFill>
            <a:ln>
              <a:noFill/>
            </a:ln>
          </p:spPr>
        </p:sp>
        <p:sp>
          <p:nvSpPr>
            <p:cNvPr id="1409" name="Colorbar gradient 233"/>
            <p:cNvSpPr/>
            <p:nvPr/>
          </p:nvSpPr>
          <p:spPr>
            <a:xfrm>
              <a:off x="33552" y="434316"/>
              <a:ext cx="106249" cy="1957"/>
            </a:xfrm>
            <a:prstGeom prst="rect">
              <a:avLst/>
            </a:prstGeom>
            <a:solidFill>
              <a:srgbClr val="D22435"/>
            </a:solidFill>
            <a:ln>
              <a:noFill/>
            </a:ln>
          </p:spPr>
        </p:sp>
        <p:sp>
          <p:nvSpPr>
            <p:cNvPr id="1410" name="Colorbar gradient 234"/>
            <p:cNvSpPr/>
            <p:nvPr/>
          </p:nvSpPr>
          <p:spPr>
            <a:xfrm>
              <a:off x="33552" y="436180"/>
              <a:ext cx="106249" cy="1957"/>
            </a:xfrm>
            <a:prstGeom prst="rect">
              <a:avLst/>
            </a:prstGeom>
            <a:solidFill>
              <a:srgbClr val="D22535"/>
            </a:solidFill>
            <a:ln>
              <a:noFill/>
            </a:ln>
          </p:spPr>
        </p:sp>
        <p:sp>
          <p:nvSpPr>
            <p:cNvPr id="1411" name="Colorbar gradient 235"/>
            <p:cNvSpPr/>
            <p:nvPr/>
          </p:nvSpPr>
          <p:spPr>
            <a:xfrm>
              <a:off x="33552" y="438044"/>
              <a:ext cx="106249" cy="1957"/>
            </a:xfrm>
            <a:prstGeom prst="rect">
              <a:avLst/>
            </a:prstGeom>
            <a:solidFill>
              <a:srgbClr val="D22737"/>
            </a:solidFill>
            <a:ln>
              <a:noFill/>
            </a:ln>
          </p:spPr>
        </p:sp>
        <p:sp>
          <p:nvSpPr>
            <p:cNvPr id="1412" name="Colorbar gradient 236"/>
            <p:cNvSpPr/>
            <p:nvPr/>
          </p:nvSpPr>
          <p:spPr>
            <a:xfrm>
              <a:off x="33552" y="439908"/>
              <a:ext cx="106249" cy="1957"/>
            </a:xfrm>
            <a:prstGeom prst="rect">
              <a:avLst/>
            </a:prstGeom>
            <a:solidFill>
              <a:srgbClr val="D22938"/>
            </a:solidFill>
            <a:ln>
              <a:noFill/>
            </a:ln>
          </p:spPr>
        </p:sp>
        <p:sp>
          <p:nvSpPr>
            <p:cNvPr id="1413" name="Colorbar gradient 237"/>
            <p:cNvSpPr/>
            <p:nvPr/>
          </p:nvSpPr>
          <p:spPr>
            <a:xfrm>
              <a:off x="33552" y="441772"/>
              <a:ext cx="106249" cy="1957"/>
            </a:xfrm>
            <a:prstGeom prst="rect">
              <a:avLst/>
            </a:prstGeom>
            <a:solidFill>
              <a:srgbClr val="D22939"/>
            </a:solidFill>
            <a:ln>
              <a:noFill/>
            </a:ln>
          </p:spPr>
        </p:sp>
        <p:sp>
          <p:nvSpPr>
            <p:cNvPr id="1414" name="Colorbar gradient 238"/>
            <p:cNvSpPr/>
            <p:nvPr/>
          </p:nvSpPr>
          <p:spPr>
            <a:xfrm>
              <a:off x="33552" y="443636"/>
              <a:ext cx="106249" cy="1957"/>
            </a:xfrm>
            <a:prstGeom prst="rect">
              <a:avLst/>
            </a:prstGeom>
            <a:solidFill>
              <a:srgbClr val="D22A39"/>
            </a:solidFill>
            <a:ln>
              <a:noFill/>
            </a:ln>
          </p:spPr>
        </p:sp>
        <p:sp>
          <p:nvSpPr>
            <p:cNvPr id="1415" name="Colorbar gradient 239"/>
            <p:cNvSpPr/>
            <p:nvPr/>
          </p:nvSpPr>
          <p:spPr>
            <a:xfrm>
              <a:off x="33552" y="445500"/>
              <a:ext cx="106249" cy="1957"/>
            </a:xfrm>
            <a:prstGeom prst="rect">
              <a:avLst/>
            </a:prstGeom>
            <a:solidFill>
              <a:srgbClr val="D22C3A"/>
            </a:solidFill>
            <a:ln>
              <a:noFill/>
            </a:ln>
          </p:spPr>
        </p:sp>
        <p:sp>
          <p:nvSpPr>
            <p:cNvPr id="1416" name="Colorbar gradient 240"/>
            <p:cNvSpPr/>
            <p:nvPr/>
          </p:nvSpPr>
          <p:spPr>
            <a:xfrm>
              <a:off x="33552" y="447364"/>
              <a:ext cx="106249" cy="1957"/>
            </a:xfrm>
            <a:prstGeom prst="rect">
              <a:avLst/>
            </a:prstGeom>
            <a:solidFill>
              <a:srgbClr val="D22C3A"/>
            </a:solidFill>
            <a:ln>
              <a:noFill/>
            </a:ln>
          </p:spPr>
        </p:sp>
        <p:sp>
          <p:nvSpPr>
            <p:cNvPr id="1417" name="Colorbar gradient 241"/>
            <p:cNvSpPr/>
            <p:nvPr/>
          </p:nvSpPr>
          <p:spPr>
            <a:xfrm>
              <a:off x="33552" y="449228"/>
              <a:ext cx="106249" cy="1957"/>
            </a:xfrm>
            <a:prstGeom prst="rect">
              <a:avLst/>
            </a:prstGeom>
            <a:solidFill>
              <a:srgbClr val="D32D3C"/>
            </a:solidFill>
            <a:ln>
              <a:noFill/>
            </a:ln>
          </p:spPr>
        </p:sp>
        <p:sp>
          <p:nvSpPr>
            <p:cNvPr id="1418" name="Colorbar gradient 242"/>
            <p:cNvSpPr/>
            <p:nvPr/>
          </p:nvSpPr>
          <p:spPr>
            <a:xfrm>
              <a:off x="33552" y="451092"/>
              <a:ext cx="106249" cy="1957"/>
            </a:xfrm>
            <a:prstGeom prst="rect">
              <a:avLst/>
            </a:prstGeom>
            <a:solidFill>
              <a:srgbClr val="D32E3D"/>
            </a:solidFill>
            <a:ln>
              <a:noFill/>
            </a:ln>
          </p:spPr>
        </p:sp>
        <p:sp>
          <p:nvSpPr>
            <p:cNvPr id="1419" name="Colorbar gradient 243"/>
            <p:cNvSpPr/>
            <p:nvPr/>
          </p:nvSpPr>
          <p:spPr>
            <a:xfrm>
              <a:off x="33552" y="452956"/>
              <a:ext cx="106249" cy="1957"/>
            </a:xfrm>
            <a:prstGeom prst="rect">
              <a:avLst/>
            </a:prstGeom>
            <a:solidFill>
              <a:srgbClr val="D3303F"/>
            </a:solidFill>
            <a:ln>
              <a:noFill/>
            </a:ln>
          </p:spPr>
        </p:sp>
        <p:sp>
          <p:nvSpPr>
            <p:cNvPr id="1420" name="Colorbar gradient 244"/>
            <p:cNvSpPr/>
            <p:nvPr/>
          </p:nvSpPr>
          <p:spPr>
            <a:xfrm>
              <a:off x="33552" y="454820"/>
              <a:ext cx="106249" cy="1957"/>
            </a:xfrm>
            <a:prstGeom prst="rect">
              <a:avLst/>
            </a:prstGeom>
            <a:solidFill>
              <a:srgbClr val="D33040"/>
            </a:solidFill>
            <a:ln>
              <a:noFill/>
            </a:ln>
          </p:spPr>
        </p:sp>
        <p:sp>
          <p:nvSpPr>
            <p:cNvPr id="1421" name="Colorbar gradient 245"/>
            <p:cNvSpPr/>
            <p:nvPr/>
          </p:nvSpPr>
          <p:spPr>
            <a:xfrm>
              <a:off x="33552" y="456684"/>
              <a:ext cx="106249" cy="1957"/>
            </a:xfrm>
            <a:prstGeom prst="rect">
              <a:avLst/>
            </a:prstGeom>
            <a:solidFill>
              <a:srgbClr val="D33141"/>
            </a:solidFill>
            <a:ln>
              <a:noFill/>
            </a:ln>
          </p:spPr>
        </p:sp>
        <p:sp>
          <p:nvSpPr>
            <p:cNvPr id="1422" name="Colorbar gradient 246"/>
            <p:cNvSpPr/>
            <p:nvPr/>
          </p:nvSpPr>
          <p:spPr>
            <a:xfrm>
              <a:off x="33552" y="458548"/>
              <a:ext cx="106249" cy="1957"/>
            </a:xfrm>
            <a:prstGeom prst="rect">
              <a:avLst/>
            </a:prstGeom>
            <a:solidFill>
              <a:srgbClr val="D43442"/>
            </a:solidFill>
            <a:ln>
              <a:noFill/>
            </a:ln>
          </p:spPr>
        </p:sp>
        <p:sp>
          <p:nvSpPr>
            <p:cNvPr id="1423" name="Colorbar gradient 247"/>
            <p:cNvSpPr/>
            <p:nvPr/>
          </p:nvSpPr>
          <p:spPr>
            <a:xfrm>
              <a:off x="33552" y="460412"/>
              <a:ext cx="106249" cy="1957"/>
            </a:xfrm>
            <a:prstGeom prst="rect">
              <a:avLst/>
            </a:prstGeom>
            <a:solidFill>
              <a:srgbClr val="D43543"/>
            </a:solidFill>
            <a:ln>
              <a:noFill/>
            </a:ln>
          </p:spPr>
        </p:sp>
        <p:sp>
          <p:nvSpPr>
            <p:cNvPr id="1424" name="Colorbar gradient 248"/>
            <p:cNvSpPr/>
            <p:nvPr/>
          </p:nvSpPr>
          <p:spPr>
            <a:xfrm>
              <a:off x="33552" y="462276"/>
              <a:ext cx="106249" cy="1957"/>
            </a:xfrm>
            <a:prstGeom prst="rect">
              <a:avLst/>
            </a:prstGeom>
            <a:solidFill>
              <a:srgbClr val="D43544"/>
            </a:solidFill>
            <a:ln>
              <a:noFill/>
            </a:ln>
          </p:spPr>
        </p:sp>
        <p:sp>
          <p:nvSpPr>
            <p:cNvPr id="1425" name="Colorbar gradient 249"/>
            <p:cNvSpPr/>
            <p:nvPr/>
          </p:nvSpPr>
          <p:spPr>
            <a:xfrm>
              <a:off x="33552" y="464140"/>
              <a:ext cx="106249" cy="1957"/>
            </a:xfrm>
            <a:prstGeom prst="rect">
              <a:avLst/>
            </a:prstGeom>
            <a:solidFill>
              <a:srgbClr val="D43645"/>
            </a:solidFill>
            <a:ln>
              <a:noFill/>
            </a:ln>
          </p:spPr>
        </p:sp>
        <p:sp>
          <p:nvSpPr>
            <p:cNvPr id="1426" name="Colorbar gradient 250"/>
            <p:cNvSpPr/>
            <p:nvPr/>
          </p:nvSpPr>
          <p:spPr>
            <a:xfrm>
              <a:off x="33552" y="466004"/>
              <a:ext cx="106249" cy="1957"/>
            </a:xfrm>
            <a:prstGeom prst="rect">
              <a:avLst/>
            </a:prstGeom>
            <a:solidFill>
              <a:srgbClr val="D43846"/>
            </a:solidFill>
            <a:ln>
              <a:noFill/>
            </a:ln>
          </p:spPr>
        </p:sp>
        <p:sp>
          <p:nvSpPr>
            <p:cNvPr id="1427" name="Colorbar gradient 251"/>
            <p:cNvSpPr/>
            <p:nvPr/>
          </p:nvSpPr>
          <p:spPr>
            <a:xfrm>
              <a:off x="33552" y="467868"/>
              <a:ext cx="106249" cy="1957"/>
            </a:xfrm>
            <a:prstGeom prst="rect">
              <a:avLst/>
            </a:prstGeom>
            <a:solidFill>
              <a:srgbClr val="D53746"/>
            </a:solidFill>
            <a:ln>
              <a:noFill/>
            </a:ln>
          </p:spPr>
        </p:sp>
        <p:sp>
          <p:nvSpPr>
            <p:cNvPr id="1428" name="Colorbar gradient 252"/>
            <p:cNvSpPr/>
            <p:nvPr/>
          </p:nvSpPr>
          <p:spPr>
            <a:xfrm>
              <a:off x="33552" y="469732"/>
              <a:ext cx="106249" cy="1957"/>
            </a:xfrm>
            <a:prstGeom prst="rect">
              <a:avLst/>
            </a:prstGeom>
            <a:solidFill>
              <a:srgbClr val="D53947"/>
            </a:solidFill>
            <a:ln>
              <a:noFill/>
            </a:ln>
          </p:spPr>
        </p:sp>
        <p:sp>
          <p:nvSpPr>
            <p:cNvPr id="1429" name="Colorbar gradient 253"/>
            <p:cNvSpPr/>
            <p:nvPr/>
          </p:nvSpPr>
          <p:spPr>
            <a:xfrm>
              <a:off x="33552" y="471596"/>
              <a:ext cx="106249" cy="1957"/>
            </a:xfrm>
            <a:prstGeom prst="rect">
              <a:avLst/>
            </a:prstGeom>
            <a:solidFill>
              <a:srgbClr val="D53A48"/>
            </a:solidFill>
            <a:ln>
              <a:noFill/>
            </a:ln>
          </p:spPr>
        </p:sp>
        <p:sp>
          <p:nvSpPr>
            <p:cNvPr id="1430" name="Colorbar gradient 254"/>
            <p:cNvSpPr/>
            <p:nvPr/>
          </p:nvSpPr>
          <p:spPr>
            <a:xfrm>
              <a:off x="33552" y="473460"/>
              <a:ext cx="106249" cy="1957"/>
            </a:xfrm>
            <a:prstGeom prst="rect">
              <a:avLst/>
            </a:prstGeom>
            <a:solidFill>
              <a:srgbClr val="D53B4A"/>
            </a:solidFill>
            <a:ln>
              <a:noFill/>
            </a:ln>
          </p:spPr>
        </p:sp>
        <p:sp>
          <p:nvSpPr>
            <p:cNvPr id="1431" name="Colorbar gradient 255"/>
            <p:cNvSpPr/>
            <p:nvPr/>
          </p:nvSpPr>
          <p:spPr>
            <a:xfrm>
              <a:off x="33552" y="475324"/>
              <a:ext cx="106249" cy="1957"/>
            </a:xfrm>
            <a:prstGeom prst="rect">
              <a:avLst/>
            </a:prstGeom>
            <a:solidFill>
              <a:srgbClr val="D63D49"/>
            </a:solidFill>
            <a:ln>
              <a:noFill/>
            </a:ln>
          </p:spPr>
        </p:sp>
        <p:sp>
          <p:nvSpPr>
            <p:cNvPr id="1432" name="Colorbar gradient 256"/>
            <p:cNvSpPr/>
            <p:nvPr/>
          </p:nvSpPr>
          <p:spPr>
            <a:xfrm>
              <a:off x="33552" y="477189"/>
              <a:ext cx="106249" cy="1957"/>
            </a:xfrm>
            <a:prstGeom prst="rect">
              <a:avLst/>
            </a:prstGeom>
            <a:solidFill>
              <a:srgbClr val="D63D4B"/>
            </a:solidFill>
            <a:ln>
              <a:noFill/>
            </a:ln>
          </p:spPr>
        </p:sp>
        <p:sp>
          <p:nvSpPr>
            <p:cNvPr id="1433" name="Colorbar gradient 257"/>
            <p:cNvSpPr/>
            <p:nvPr/>
          </p:nvSpPr>
          <p:spPr>
            <a:xfrm>
              <a:off x="33552" y="479053"/>
              <a:ext cx="106249" cy="1957"/>
            </a:xfrm>
            <a:prstGeom prst="rect">
              <a:avLst/>
            </a:prstGeom>
            <a:solidFill>
              <a:srgbClr val="D63E4D"/>
            </a:solidFill>
            <a:ln>
              <a:noFill/>
            </a:ln>
          </p:spPr>
        </p:sp>
        <p:sp>
          <p:nvSpPr>
            <p:cNvPr id="1434" name="Colorbar gradient 258"/>
            <p:cNvSpPr/>
            <p:nvPr/>
          </p:nvSpPr>
          <p:spPr>
            <a:xfrm>
              <a:off x="33552" y="480917"/>
              <a:ext cx="106249" cy="1957"/>
            </a:xfrm>
            <a:prstGeom prst="rect">
              <a:avLst/>
            </a:prstGeom>
            <a:solidFill>
              <a:srgbClr val="D5404E"/>
            </a:solidFill>
            <a:ln>
              <a:noFill/>
            </a:ln>
          </p:spPr>
        </p:sp>
        <p:sp>
          <p:nvSpPr>
            <p:cNvPr id="1435" name="Colorbar gradient 259"/>
            <p:cNvSpPr/>
            <p:nvPr/>
          </p:nvSpPr>
          <p:spPr>
            <a:xfrm>
              <a:off x="33552" y="482781"/>
              <a:ext cx="106249" cy="1957"/>
            </a:xfrm>
            <a:prstGeom prst="rect">
              <a:avLst/>
            </a:prstGeom>
            <a:solidFill>
              <a:srgbClr val="D6434F"/>
            </a:solidFill>
            <a:ln>
              <a:noFill/>
            </a:ln>
          </p:spPr>
        </p:sp>
        <p:sp>
          <p:nvSpPr>
            <p:cNvPr id="1436" name="Colorbar gradient 260"/>
            <p:cNvSpPr/>
            <p:nvPr/>
          </p:nvSpPr>
          <p:spPr>
            <a:xfrm>
              <a:off x="33552" y="484645"/>
              <a:ext cx="106249" cy="1957"/>
            </a:xfrm>
            <a:prstGeom prst="rect">
              <a:avLst/>
            </a:prstGeom>
            <a:solidFill>
              <a:srgbClr val="D64350"/>
            </a:solidFill>
            <a:ln>
              <a:noFill/>
            </a:ln>
          </p:spPr>
        </p:sp>
        <p:sp>
          <p:nvSpPr>
            <p:cNvPr id="1437" name="Colorbar gradient 261"/>
            <p:cNvSpPr/>
            <p:nvPr/>
          </p:nvSpPr>
          <p:spPr>
            <a:xfrm>
              <a:off x="33552" y="486509"/>
              <a:ext cx="106249" cy="1957"/>
            </a:xfrm>
            <a:prstGeom prst="rect">
              <a:avLst/>
            </a:prstGeom>
            <a:solidFill>
              <a:srgbClr val="D74351"/>
            </a:solidFill>
            <a:ln>
              <a:noFill/>
            </a:ln>
          </p:spPr>
        </p:sp>
        <p:sp>
          <p:nvSpPr>
            <p:cNvPr id="1438" name="Colorbar gradient 262"/>
            <p:cNvSpPr/>
            <p:nvPr/>
          </p:nvSpPr>
          <p:spPr>
            <a:xfrm>
              <a:off x="33552" y="488373"/>
              <a:ext cx="106249" cy="1957"/>
            </a:xfrm>
            <a:prstGeom prst="rect">
              <a:avLst/>
            </a:prstGeom>
            <a:solidFill>
              <a:srgbClr val="D84452"/>
            </a:solidFill>
            <a:ln>
              <a:noFill/>
            </a:ln>
          </p:spPr>
        </p:sp>
        <p:sp>
          <p:nvSpPr>
            <p:cNvPr id="1439" name="Colorbar gradient 263"/>
            <p:cNvSpPr/>
            <p:nvPr/>
          </p:nvSpPr>
          <p:spPr>
            <a:xfrm>
              <a:off x="33552" y="490237"/>
              <a:ext cx="106249" cy="1957"/>
            </a:xfrm>
            <a:prstGeom prst="rect">
              <a:avLst/>
            </a:prstGeom>
            <a:solidFill>
              <a:srgbClr val="D84552"/>
            </a:solidFill>
            <a:ln>
              <a:noFill/>
            </a:ln>
          </p:spPr>
        </p:sp>
        <p:sp>
          <p:nvSpPr>
            <p:cNvPr id="1440" name="Colorbar gradient 264"/>
            <p:cNvSpPr/>
            <p:nvPr/>
          </p:nvSpPr>
          <p:spPr>
            <a:xfrm>
              <a:off x="33552" y="492101"/>
              <a:ext cx="106249" cy="1957"/>
            </a:xfrm>
            <a:prstGeom prst="rect">
              <a:avLst/>
            </a:prstGeom>
            <a:solidFill>
              <a:srgbClr val="D94654"/>
            </a:solidFill>
            <a:ln>
              <a:noFill/>
            </a:ln>
          </p:spPr>
        </p:sp>
        <p:sp>
          <p:nvSpPr>
            <p:cNvPr id="1441" name="Colorbar gradient 265"/>
            <p:cNvSpPr/>
            <p:nvPr/>
          </p:nvSpPr>
          <p:spPr>
            <a:xfrm>
              <a:off x="33552" y="493965"/>
              <a:ext cx="106249" cy="1957"/>
            </a:xfrm>
            <a:prstGeom prst="rect">
              <a:avLst/>
            </a:prstGeom>
            <a:solidFill>
              <a:srgbClr val="DA4754"/>
            </a:solidFill>
            <a:ln>
              <a:noFill/>
            </a:ln>
          </p:spPr>
        </p:sp>
        <p:sp>
          <p:nvSpPr>
            <p:cNvPr id="1442" name="Colorbar gradient 266"/>
            <p:cNvSpPr/>
            <p:nvPr/>
          </p:nvSpPr>
          <p:spPr>
            <a:xfrm>
              <a:off x="33552" y="495829"/>
              <a:ext cx="106249" cy="1957"/>
            </a:xfrm>
            <a:prstGeom prst="rect">
              <a:avLst/>
            </a:prstGeom>
            <a:solidFill>
              <a:srgbClr val="DA4855"/>
            </a:solidFill>
            <a:ln>
              <a:noFill/>
            </a:ln>
          </p:spPr>
        </p:sp>
        <p:sp>
          <p:nvSpPr>
            <p:cNvPr id="1443" name="Colorbar gradient 267"/>
            <p:cNvSpPr/>
            <p:nvPr/>
          </p:nvSpPr>
          <p:spPr>
            <a:xfrm>
              <a:off x="33552" y="497693"/>
              <a:ext cx="106249" cy="1957"/>
            </a:xfrm>
            <a:prstGeom prst="rect">
              <a:avLst/>
            </a:prstGeom>
            <a:solidFill>
              <a:srgbClr val="DA4856"/>
            </a:solidFill>
            <a:ln>
              <a:noFill/>
            </a:ln>
          </p:spPr>
        </p:sp>
        <p:sp>
          <p:nvSpPr>
            <p:cNvPr id="1444" name="Colorbar gradient 268"/>
            <p:cNvSpPr/>
            <p:nvPr/>
          </p:nvSpPr>
          <p:spPr>
            <a:xfrm>
              <a:off x="33552" y="499557"/>
              <a:ext cx="106249" cy="1957"/>
            </a:xfrm>
            <a:prstGeom prst="rect">
              <a:avLst/>
            </a:prstGeom>
            <a:solidFill>
              <a:srgbClr val="DB4957"/>
            </a:solidFill>
            <a:ln>
              <a:noFill/>
            </a:ln>
          </p:spPr>
        </p:sp>
        <p:sp>
          <p:nvSpPr>
            <p:cNvPr id="1445" name="Colorbar gradient 269"/>
            <p:cNvSpPr/>
            <p:nvPr/>
          </p:nvSpPr>
          <p:spPr>
            <a:xfrm>
              <a:off x="33552" y="501421"/>
              <a:ext cx="106249" cy="1957"/>
            </a:xfrm>
            <a:prstGeom prst="rect">
              <a:avLst/>
            </a:prstGeom>
            <a:solidFill>
              <a:srgbClr val="DA4B58"/>
            </a:solidFill>
            <a:ln>
              <a:noFill/>
            </a:ln>
          </p:spPr>
        </p:sp>
        <p:sp>
          <p:nvSpPr>
            <p:cNvPr id="1446" name="Colorbar gradient 270"/>
            <p:cNvSpPr/>
            <p:nvPr/>
          </p:nvSpPr>
          <p:spPr>
            <a:xfrm>
              <a:off x="33552" y="503285"/>
              <a:ext cx="106249" cy="1957"/>
            </a:xfrm>
            <a:prstGeom prst="rect">
              <a:avLst/>
            </a:prstGeom>
            <a:solidFill>
              <a:srgbClr val="DA4E5B"/>
            </a:solidFill>
            <a:ln>
              <a:noFill/>
            </a:ln>
          </p:spPr>
        </p:sp>
        <p:sp>
          <p:nvSpPr>
            <p:cNvPr id="1447" name="Colorbar gradient 271"/>
            <p:cNvSpPr/>
            <p:nvPr/>
          </p:nvSpPr>
          <p:spPr>
            <a:xfrm>
              <a:off x="33552" y="505149"/>
              <a:ext cx="106249" cy="1957"/>
            </a:xfrm>
            <a:prstGeom prst="rect">
              <a:avLst/>
            </a:prstGeom>
            <a:solidFill>
              <a:srgbClr val="DA4F5A"/>
            </a:solidFill>
            <a:ln>
              <a:noFill/>
            </a:ln>
          </p:spPr>
        </p:sp>
        <p:sp>
          <p:nvSpPr>
            <p:cNvPr id="1448" name="Colorbar gradient 272"/>
            <p:cNvSpPr/>
            <p:nvPr/>
          </p:nvSpPr>
          <p:spPr>
            <a:xfrm>
              <a:off x="33552" y="507013"/>
              <a:ext cx="106249" cy="1957"/>
            </a:xfrm>
            <a:prstGeom prst="rect">
              <a:avLst/>
            </a:prstGeom>
            <a:solidFill>
              <a:srgbClr val="DA4F5C"/>
            </a:solidFill>
            <a:ln>
              <a:noFill/>
            </a:ln>
          </p:spPr>
        </p:sp>
        <p:sp>
          <p:nvSpPr>
            <p:cNvPr id="1449" name="Colorbar gradient 273"/>
            <p:cNvSpPr/>
            <p:nvPr/>
          </p:nvSpPr>
          <p:spPr>
            <a:xfrm>
              <a:off x="33552" y="508877"/>
              <a:ext cx="106249" cy="1957"/>
            </a:xfrm>
            <a:prstGeom prst="rect">
              <a:avLst/>
            </a:prstGeom>
            <a:solidFill>
              <a:srgbClr val="DB505D"/>
            </a:solidFill>
            <a:ln>
              <a:noFill/>
            </a:ln>
          </p:spPr>
        </p:sp>
        <p:sp>
          <p:nvSpPr>
            <p:cNvPr id="1450" name="Colorbar gradient 274"/>
            <p:cNvSpPr/>
            <p:nvPr/>
          </p:nvSpPr>
          <p:spPr>
            <a:xfrm>
              <a:off x="33552" y="510741"/>
              <a:ext cx="106249" cy="1957"/>
            </a:xfrm>
            <a:prstGeom prst="rect">
              <a:avLst/>
            </a:prstGeom>
            <a:solidFill>
              <a:srgbClr val="DB505E"/>
            </a:solidFill>
            <a:ln>
              <a:noFill/>
            </a:ln>
          </p:spPr>
        </p:sp>
        <p:sp>
          <p:nvSpPr>
            <p:cNvPr id="1451" name="Colorbar gradient 275"/>
            <p:cNvSpPr/>
            <p:nvPr/>
          </p:nvSpPr>
          <p:spPr>
            <a:xfrm>
              <a:off x="33552" y="512605"/>
              <a:ext cx="106249" cy="1957"/>
            </a:xfrm>
            <a:prstGeom prst="rect">
              <a:avLst/>
            </a:prstGeom>
            <a:solidFill>
              <a:srgbClr val="DB525F"/>
            </a:solidFill>
            <a:ln>
              <a:noFill/>
            </a:ln>
          </p:spPr>
        </p:sp>
        <p:sp>
          <p:nvSpPr>
            <p:cNvPr id="1452" name="Colorbar gradient 276"/>
            <p:cNvSpPr/>
            <p:nvPr/>
          </p:nvSpPr>
          <p:spPr>
            <a:xfrm>
              <a:off x="33552" y="514469"/>
              <a:ext cx="106249" cy="1957"/>
            </a:xfrm>
            <a:prstGeom prst="rect">
              <a:avLst/>
            </a:prstGeom>
            <a:solidFill>
              <a:srgbClr val="DB5360"/>
            </a:solidFill>
            <a:ln>
              <a:noFill/>
            </a:ln>
          </p:spPr>
        </p:sp>
        <p:sp>
          <p:nvSpPr>
            <p:cNvPr id="1453" name="Colorbar gradient 277"/>
            <p:cNvSpPr/>
            <p:nvPr/>
          </p:nvSpPr>
          <p:spPr>
            <a:xfrm>
              <a:off x="33552" y="516333"/>
              <a:ext cx="106249" cy="1957"/>
            </a:xfrm>
            <a:prstGeom prst="rect">
              <a:avLst/>
            </a:prstGeom>
            <a:solidFill>
              <a:srgbClr val="DC5461"/>
            </a:solidFill>
            <a:ln>
              <a:noFill/>
            </a:ln>
          </p:spPr>
        </p:sp>
        <p:sp>
          <p:nvSpPr>
            <p:cNvPr id="1454" name="Colorbar gradient 278"/>
            <p:cNvSpPr/>
            <p:nvPr/>
          </p:nvSpPr>
          <p:spPr>
            <a:xfrm>
              <a:off x="33552" y="518197"/>
              <a:ext cx="106249" cy="1957"/>
            </a:xfrm>
            <a:prstGeom prst="rect">
              <a:avLst/>
            </a:prstGeom>
            <a:solidFill>
              <a:srgbClr val="DC5561"/>
            </a:solidFill>
            <a:ln>
              <a:noFill/>
            </a:ln>
          </p:spPr>
        </p:sp>
        <p:sp>
          <p:nvSpPr>
            <p:cNvPr id="1455" name="Colorbar gradient 279"/>
            <p:cNvSpPr/>
            <p:nvPr/>
          </p:nvSpPr>
          <p:spPr>
            <a:xfrm>
              <a:off x="33552" y="520061"/>
              <a:ext cx="106249" cy="1957"/>
            </a:xfrm>
            <a:prstGeom prst="rect">
              <a:avLst/>
            </a:prstGeom>
            <a:solidFill>
              <a:srgbClr val="DC5662"/>
            </a:solidFill>
            <a:ln>
              <a:noFill/>
            </a:ln>
          </p:spPr>
        </p:sp>
        <p:sp>
          <p:nvSpPr>
            <p:cNvPr id="1456" name="Colorbar gradient 280"/>
            <p:cNvSpPr/>
            <p:nvPr/>
          </p:nvSpPr>
          <p:spPr>
            <a:xfrm>
              <a:off x="33552" y="521925"/>
              <a:ext cx="106249" cy="1957"/>
            </a:xfrm>
            <a:prstGeom prst="rect">
              <a:avLst/>
            </a:prstGeom>
            <a:solidFill>
              <a:srgbClr val="DC5763"/>
            </a:solidFill>
            <a:ln>
              <a:noFill/>
            </a:ln>
          </p:spPr>
        </p:sp>
        <p:sp>
          <p:nvSpPr>
            <p:cNvPr id="1457" name="Colorbar gradient 281"/>
            <p:cNvSpPr/>
            <p:nvPr/>
          </p:nvSpPr>
          <p:spPr>
            <a:xfrm>
              <a:off x="33552" y="523789"/>
              <a:ext cx="106249" cy="1957"/>
            </a:xfrm>
            <a:prstGeom prst="rect">
              <a:avLst/>
            </a:prstGeom>
            <a:solidFill>
              <a:srgbClr val="DC5764"/>
            </a:solidFill>
            <a:ln>
              <a:noFill/>
            </a:ln>
          </p:spPr>
        </p:sp>
        <p:sp>
          <p:nvSpPr>
            <p:cNvPr id="1458" name="Colorbar gradient 282"/>
            <p:cNvSpPr/>
            <p:nvPr/>
          </p:nvSpPr>
          <p:spPr>
            <a:xfrm>
              <a:off x="33552" y="525653"/>
              <a:ext cx="106249" cy="1957"/>
            </a:xfrm>
            <a:prstGeom prst="rect">
              <a:avLst/>
            </a:prstGeom>
            <a:solidFill>
              <a:srgbClr val="DD5B67"/>
            </a:solidFill>
            <a:ln>
              <a:noFill/>
            </a:ln>
          </p:spPr>
        </p:sp>
        <p:sp>
          <p:nvSpPr>
            <p:cNvPr id="1459" name="Colorbar gradient 283"/>
            <p:cNvSpPr/>
            <p:nvPr/>
          </p:nvSpPr>
          <p:spPr>
            <a:xfrm>
              <a:off x="33552" y="527517"/>
              <a:ext cx="106249" cy="1957"/>
            </a:xfrm>
            <a:prstGeom prst="rect">
              <a:avLst/>
            </a:prstGeom>
            <a:solidFill>
              <a:srgbClr val="DD5C68"/>
            </a:solidFill>
            <a:ln>
              <a:noFill/>
            </a:ln>
          </p:spPr>
        </p:sp>
        <p:sp>
          <p:nvSpPr>
            <p:cNvPr id="1460" name="Colorbar gradient 284"/>
            <p:cNvSpPr/>
            <p:nvPr/>
          </p:nvSpPr>
          <p:spPr>
            <a:xfrm>
              <a:off x="33552" y="529381"/>
              <a:ext cx="106249" cy="1957"/>
            </a:xfrm>
            <a:prstGeom prst="rect">
              <a:avLst/>
            </a:prstGeom>
            <a:solidFill>
              <a:srgbClr val="DD5D68"/>
            </a:solidFill>
            <a:ln>
              <a:noFill/>
            </a:ln>
          </p:spPr>
        </p:sp>
        <p:sp>
          <p:nvSpPr>
            <p:cNvPr id="1461" name="Colorbar gradient 285"/>
            <p:cNvSpPr/>
            <p:nvPr/>
          </p:nvSpPr>
          <p:spPr>
            <a:xfrm>
              <a:off x="33552" y="531245"/>
              <a:ext cx="106249" cy="1957"/>
            </a:xfrm>
            <a:prstGeom prst="rect">
              <a:avLst/>
            </a:prstGeom>
            <a:solidFill>
              <a:srgbClr val="DD5E69"/>
            </a:solidFill>
            <a:ln>
              <a:noFill/>
            </a:ln>
          </p:spPr>
        </p:sp>
        <p:sp>
          <p:nvSpPr>
            <p:cNvPr id="1462" name="Colorbar gradient 286"/>
            <p:cNvSpPr/>
            <p:nvPr/>
          </p:nvSpPr>
          <p:spPr>
            <a:xfrm>
              <a:off x="33552" y="533109"/>
              <a:ext cx="106249" cy="1957"/>
            </a:xfrm>
            <a:prstGeom prst="rect">
              <a:avLst/>
            </a:prstGeom>
            <a:solidFill>
              <a:srgbClr val="DE5F6A"/>
            </a:solidFill>
            <a:ln>
              <a:noFill/>
            </a:ln>
          </p:spPr>
        </p:sp>
        <p:sp>
          <p:nvSpPr>
            <p:cNvPr id="1463" name="Colorbar gradient 287"/>
            <p:cNvSpPr/>
            <p:nvPr/>
          </p:nvSpPr>
          <p:spPr>
            <a:xfrm>
              <a:off x="33552" y="534973"/>
              <a:ext cx="106249" cy="1957"/>
            </a:xfrm>
            <a:prstGeom prst="rect">
              <a:avLst/>
            </a:prstGeom>
            <a:solidFill>
              <a:srgbClr val="DE5F6B"/>
            </a:solidFill>
            <a:ln>
              <a:noFill/>
            </a:ln>
          </p:spPr>
        </p:sp>
        <p:sp>
          <p:nvSpPr>
            <p:cNvPr id="1464" name="Colorbar gradient 288"/>
            <p:cNvSpPr/>
            <p:nvPr/>
          </p:nvSpPr>
          <p:spPr>
            <a:xfrm>
              <a:off x="33552" y="536837"/>
              <a:ext cx="106249" cy="1957"/>
            </a:xfrm>
            <a:prstGeom prst="rect">
              <a:avLst/>
            </a:prstGeom>
            <a:solidFill>
              <a:srgbClr val="DE606D"/>
            </a:solidFill>
            <a:ln>
              <a:noFill/>
            </a:ln>
          </p:spPr>
        </p:sp>
        <p:sp>
          <p:nvSpPr>
            <p:cNvPr id="1465" name="Colorbar gradient 289"/>
            <p:cNvSpPr/>
            <p:nvPr/>
          </p:nvSpPr>
          <p:spPr>
            <a:xfrm>
              <a:off x="33552" y="538701"/>
              <a:ext cx="106249" cy="1957"/>
            </a:xfrm>
            <a:prstGeom prst="rect">
              <a:avLst/>
            </a:prstGeom>
            <a:solidFill>
              <a:srgbClr val="DD626C"/>
            </a:solidFill>
            <a:ln>
              <a:noFill/>
            </a:ln>
          </p:spPr>
        </p:sp>
        <p:sp>
          <p:nvSpPr>
            <p:cNvPr id="1466" name="Colorbar gradient 290"/>
            <p:cNvSpPr/>
            <p:nvPr/>
          </p:nvSpPr>
          <p:spPr>
            <a:xfrm>
              <a:off x="33552" y="540565"/>
              <a:ext cx="106249" cy="1957"/>
            </a:xfrm>
            <a:prstGeom prst="rect">
              <a:avLst/>
            </a:prstGeom>
            <a:solidFill>
              <a:srgbClr val="DF636E"/>
            </a:solidFill>
            <a:ln>
              <a:noFill/>
            </a:ln>
          </p:spPr>
        </p:sp>
        <p:sp>
          <p:nvSpPr>
            <p:cNvPr id="1467" name="Colorbar gradient 291"/>
            <p:cNvSpPr/>
            <p:nvPr/>
          </p:nvSpPr>
          <p:spPr>
            <a:xfrm>
              <a:off x="33552" y="542429"/>
              <a:ext cx="106249" cy="1957"/>
            </a:xfrm>
            <a:prstGeom prst="rect">
              <a:avLst/>
            </a:prstGeom>
            <a:solidFill>
              <a:srgbClr val="E0626F"/>
            </a:solidFill>
            <a:ln>
              <a:noFill/>
            </a:ln>
          </p:spPr>
        </p:sp>
        <p:sp>
          <p:nvSpPr>
            <p:cNvPr id="1468" name="Colorbar gradient 292"/>
            <p:cNvSpPr/>
            <p:nvPr/>
          </p:nvSpPr>
          <p:spPr>
            <a:xfrm>
              <a:off x="33552" y="544293"/>
              <a:ext cx="106249" cy="1957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1469" name="Colorbar gradient 293"/>
            <p:cNvSpPr/>
            <p:nvPr/>
          </p:nvSpPr>
          <p:spPr>
            <a:xfrm>
              <a:off x="33552" y="546157"/>
              <a:ext cx="106249" cy="1957"/>
            </a:xfrm>
            <a:prstGeom prst="rect">
              <a:avLst/>
            </a:prstGeom>
            <a:solidFill>
              <a:srgbClr val="DF6770"/>
            </a:solidFill>
            <a:ln>
              <a:noFill/>
            </a:ln>
          </p:spPr>
        </p:sp>
        <p:sp>
          <p:nvSpPr>
            <p:cNvPr id="1470" name="Colorbar gradient 294"/>
            <p:cNvSpPr/>
            <p:nvPr/>
          </p:nvSpPr>
          <p:spPr>
            <a:xfrm>
              <a:off x="33552" y="548021"/>
              <a:ext cx="106249" cy="1957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1471" name="Colorbar gradient 295"/>
            <p:cNvSpPr/>
            <p:nvPr/>
          </p:nvSpPr>
          <p:spPr>
            <a:xfrm>
              <a:off x="33552" y="549885"/>
              <a:ext cx="106249" cy="1957"/>
            </a:xfrm>
            <a:prstGeom prst="rect">
              <a:avLst/>
            </a:prstGeom>
            <a:solidFill>
              <a:srgbClr val="DF6974"/>
            </a:solidFill>
            <a:ln>
              <a:noFill/>
            </a:ln>
          </p:spPr>
        </p:sp>
        <p:sp>
          <p:nvSpPr>
            <p:cNvPr id="1472" name="Colorbar gradient 296"/>
            <p:cNvSpPr/>
            <p:nvPr/>
          </p:nvSpPr>
          <p:spPr>
            <a:xfrm>
              <a:off x="33552" y="551749"/>
              <a:ext cx="106249" cy="1957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1473" name="Colorbar gradient 297"/>
            <p:cNvSpPr/>
            <p:nvPr/>
          </p:nvSpPr>
          <p:spPr>
            <a:xfrm>
              <a:off x="33552" y="553613"/>
              <a:ext cx="106249" cy="1957"/>
            </a:xfrm>
            <a:prstGeom prst="rect">
              <a:avLst/>
            </a:prstGeom>
            <a:solidFill>
              <a:srgbClr val="DF6C75"/>
            </a:solidFill>
            <a:ln>
              <a:noFill/>
            </a:ln>
          </p:spPr>
        </p:sp>
        <p:sp>
          <p:nvSpPr>
            <p:cNvPr id="1474" name="Colorbar gradient 298"/>
            <p:cNvSpPr/>
            <p:nvPr/>
          </p:nvSpPr>
          <p:spPr>
            <a:xfrm>
              <a:off x="33552" y="555477"/>
              <a:ext cx="106249" cy="1957"/>
            </a:xfrm>
            <a:prstGeom prst="rect">
              <a:avLst/>
            </a:prstGeom>
            <a:solidFill>
              <a:srgbClr val="DF6B76"/>
            </a:solidFill>
            <a:ln>
              <a:noFill/>
            </a:ln>
          </p:spPr>
        </p:sp>
        <p:sp>
          <p:nvSpPr>
            <p:cNvPr id="1475" name="Colorbar gradient 299"/>
            <p:cNvSpPr/>
            <p:nvPr/>
          </p:nvSpPr>
          <p:spPr>
            <a:xfrm>
              <a:off x="33552" y="557341"/>
              <a:ext cx="106249" cy="1957"/>
            </a:xfrm>
            <a:prstGeom prst="rect">
              <a:avLst/>
            </a:prstGeom>
            <a:solidFill>
              <a:srgbClr val="E06C78"/>
            </a:solidFill>
            <a:ln>
              <a:noFill/>
            </a:ln>
          </p:spPr>
        </p:sp>
        <p:sp>
          <p:nvSpPr>
            <p:cNvPr id="1476" name="Colorbar gradient 300"/>
            <p:cNvSpPr/>
            <p:nvPr/>
          </p:nvSpPr>
          <p:spPr>
            <a:xfrm>
              <a:off x="33552" y="559205"/>
              <a:ext cx="106249" cy="1957"/>
            </a:xfrm>
            <a:prstGeom prst="rect">
              <a:avLst/>
            </a:prstGeom>
            <a:solidFill>
              <a:srgbClr val="E06C79"/>
            </a:solidFill>
            <a:ln>
              <a:noFill/>
            </a:ln>
          </p:spPr>
        </p:sp>
        <p:sp>
          <p:nvSpPr>
            <p:cNvPr id="1477" name="Colorbar gradient 301"/>
            <p:cNvSpPr/>
            <p:nvPr/>
          </p:nvSpPr>
          <p:spPr>
            <a:xfrm>
              <a:off x="33552" y="561069"/>
              <a:ext cx="106249" cy="1957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1478" name="Colorbar gradient 302"/>
            <p:cNvSpPr/>
            <p:nvPr/>
          </p:nvSpPr>
          <p:spPr>
            <a:xfrm>
              <a:off x="33552" y="562933"/>
              <a:ext cx="106249" cy="1957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1479" name="Colorbar gradient 303"/>
            <p:cNvSpPr/>
            <p:nvPr/>
          </p:nvSpPr>
          <p:spPr>
            <a:xfrm>
              <a:off x="33552" y="564797"/>
              <a:ext cx="106249" cy="1957"/>
            </a:xfrm>
            <a:prstGeom prst="rect">
              <a:avLst/>
            </a:prstGeom>
            <a:solidFill>
              <a:srgbClr val="E0707A"/>
            </a:solidFill>
            <a:ln>
              <a:noFill/>
            </a:ln>
          </p:spPr>
        </p:sp>
        <p:sp>
          <p:nvSpPr>
            <p:cNvPr id="1480" name="Colorbar gradient 304"/>
            <p:cNvSpPr/>
            <p:nvPr/>
          </p:nvSpPr>
          <p:spPr>
            <a:xfrm>
              <a:off x="33552" y="566661"/>
              <a:ext cx="106249" cy="1957"/>
            </a:xfrm>
            <a:prstGeom prst="rect">
              <a:avLst/>
            </a:prstGeom>
            <a:solidFill>
              <a:srgbClr val="E0737C"/>
            </a:solidFill>
            <a:ln>
              <a:noFill/>
            </a:ln>
          </p:spPr>
        </p:sp>
        <p:sp>
          <p:nvSpPr>
            <p:cNvPr id="1481" name="Colorbar gradient 305"/>
            <p:cNvSpPr/>
            <p:nvPr/>
          </p:nvSpPr>
          <p:spPr>
            <a:xfrm>
              <a:off x="33552" y="568525"/>
              <a:ext cx="106249" cy="1957"/>
            </a:xfrm>
            <a:prstGeom prst="rect">
              <a:avLst/>
            </a:prstGeom>
            <a:solidFill>
              <a:srgbClr val="E1747D"/>
            </a:solidFill>
            <a:ln>
              <a:noFill/>
            </a:ln>
          </p:spPr>
        </p:sp>
        <p:sp>
          <p:nvSpPr>
            <p:cNvPr id="1482" name="Colorbar gradient 306"/>
            <p:cNvSpPr/>
            <p:nvPr/>
          </p:nvSpPr>
          <p:spPr>
            <a:xfrm>
              <a:off x="33552" y="570389"/>
              <a:ext cx="106249" cy="1957"/>
            </a:xfrm>
            <a:prstGeom prst="rect">
              <a:avLst/>
            </a:prstGeom>
            <a:solidFill>
              <a:srgbClr val="E1757E"/>
            </a:solidFill>
            <a:ln>
              <a:noFill/>
            </a:ln>
          </p:spPr>
        </p:sp>
        <p:sp>
          <p:nvSpPr>
            <p:cNvPr id="1483" name="Colorbar gradient 307"/>
            <p:cNvSpPr/>
            <p:nvPr/>
          </p:nvSpPr>
          <p:spPr>
            <a:xfrm>
              <a:off x="33552" y="572253"/>
              <a:ext cx="106249" cy="1957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1484" name="Colorbar gradient 308"/>
            <p:cNvSpPr/>
            <p:nvPr/>
          </p:nvSpPr>
          <p:spPr>
            <a:xfrm>
              <a:off x="33552" y="574117"/>
              <a:ext cx="106249" cy="1957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1485" name="Colorbar gradient 309"/>
            <p:cNvSpPr/>
            <p:nvPr/>
          </p:nvSpPr>
          <p:spPr>
            <a:xfrm>
              <a:off x="33552" y="575981"/>
              <a:ext cx="106249" cy="1957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486" name="Colorbar gradient 310"/>
            <p:cNvSpPr/>
            <p:nvPr/>
          </p:nvSpPr>
          <p:spPr>
            <a:xfrm>
              <a:off x="33552" y="577845"/>
              <a:ext cx="106249" cy="1957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1487" name="Colorbar gradient 311"/>
            <p:cNvSpPr/>
            <p:nvPr/>
          </p:nvSpPr>
          <p:spPr>
            <a:xfrm>
              <a:off x="33552" y="579709"/>
              <a:ext cx="106249" cy="1957"/>
            </a:xfrm>
            <a:prstGeom prst="rect">
              <a:avLst/>
            </a:prstGeom>
            <a:solidFill>
              <a:srgbClr val="E27884"/>
            </a:solidFill>
            <a:ln>
              <a:noFill/>
            </a:ln>
          </p:spPr>
        </p:sp>
        <p:sp>
          <p:nvSpPr>
            <p:cNvPr id="1488" name="Colorbar gradient 312"/>
            <p:cNvSpPr/>
            <p:nvPr/>
          </p:nvSpPr>
          <p:spPr>
            <a:xfrm>
              <a:off x="33552" y="581574"/>
              <a:ext cx="106249" cy="1957"/>
            </a:xfrm>
            <a:prstGeom prst="rect">
              <a:avLst/>
            </a:prstGeom>
            <a:solidFill>
              <a:srgbClr val="E27985"/>
            </a:solidFill>
            <a:ln>
              <a:noFill/>
            </a:ln>
          </p:spPr>
        </p:sp>
        <p:sp>
          <p:nvSpPr>
            <p:cNvPr id="1489" name="Colorbar gradient 313"/>
            <p:cNvSpPr/>
            <p:nvPr/>
          </p:nvSpPr>
          <p:spPr>
            <a:xfrm>
              <a:off x="33552" y="583438"/>
              <a:ext cx="106249" cy="1957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1490" name="Colorbar gradient 314"/>
            <p:cNvSpPr/>
            <p:nvPr/>
          </p:nvSpPr>
          <p:spPr>
            <a:xfrm>
              <a:off x="33552" y="585302"/>
              <a:ext cx="106249" cy="1957"/>
            </a:xfrm>
            <a:prstGeom prst="rect">
              <a:avLst/>
            </a:prstGeom>
            <a:solidFill>
              <a:srgbClr val="E37C86"/>
            </a:solidFill>
            <a:ln>
              <a:noFill/>
            </a:ln>
          </p:spPr>
        </p:sp>
        <p:sp>
          <p:nvSpPr>
            <p:cNvPr id="1491" name="Colorbar gradient 315"/>
            <p:cNvSpPr/>
            <p:nvPr/>
          </p:nvSpPr>
          <p:spPr>
            <a:xfrm>
              <a:off x="33552" y="587166"/>
              <a:ext cx="106249" cy="1957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1492" name="Colorbar gradient 316"/>
            <p:cNvSpPr/>
            <p:nvPr/>
          </p:nvSpPr>
          <p:spPr>
            <a:xfrm>
              <a:off x="33552" y="589030"/>
              <a:ext cx="106249" cy="1957"/>
            </a:xfrm>
            <a:prstGeom prst="rect">
              <a:avLst/>
            </a:prstGeom>
            <a:solidFill>
              <a:srgbClr val="E38088"/>
            </a:solidFill>
            <a:ln>
              <a:noFill/>
            </a:ln>
          </p:spPr>
        </p:sp>
        <p:sp>
          <p:nvSpPr>
            <p:cNvPr id="1493" name="Colorbar gradient 317"/>
            <p:cNvSpPr/>
            <p:nvPr/>
          </p:nvSpPr>
          <p:spPr>
            <a:xfrm>
              <a:off x="33552" y="590894"/>
              <a:ext cx="106249" cy="1957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1494" name="Colorbar gradient 318"/>
            <p:cNvSpPr/>
            <p:nvPr/>
          </p:nvSpPr>
          <p:spPr>
            <a:xfrm>
              <a:off x="33552" y="592758"/>
              <a:ext cx="106249" cy="1957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1495" name="Colorbar gradient 319"/>
            <p:cNvSpPr/>
            <p:nvPr/>
          </p:nvSpPr>
          <p:spPr>
            <a:xfrm>
              <a:off x="33552" y="594622"/>
              <a:ext cx="106249" cy="1957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1496" name="Colorbar gradient 320"/>
            <p:cNvSpPr/>
            <p:nvPr/>
          </p:nvSpPr>
          <p:spPr>
            <a:xfrm>
              <a:off x="33552" y="596486"/>
              <a:ext cx="106249" cy="1957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1497" name="Colorbar gradient 321"/>
            <p:cNvSpPr/>
            <p:nvPr/>
          </p:nvSpPr>
          <p:spPr>
            <a:xfrm>
              <a:off x="33552" y="598350"/>
              <a:ext cx="106249" cy="1957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1498" name="Colorbar gradient 322"/>
            <p:cNvSpPr/>
            <p:nvPr/>
          </p:nvSpPr>
          <p:spPr>
            <a:xfrm>
              <a:off x="33552" y="600214"/>
              <a:ext cx="106249" cy="1957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1499" name="Colorbar gradient 323"/>
            <p:cNvSpPr/>
            <p:nvPr/>
          </p:nvSpPr>
          <p:spPr>
            <a:xfrm>
              <a:off x="33552" y="602078"/>
              <a:ext cx="106249" cy="1957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1500" name="Colorbar gradient 324"/>
            <p:cNvSpPr/>
            <p:nvPr/>
          </p:nvSpPr>
          <p:spPr>
            <a:xfrm>
              <a:off x="33552" y="603942"/>
              <a:ext cx="106249" cy="1957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1501" name="Colorbar gradient 325"/>
            <p:cNvSpPr/>
            <p:nvPr/>
          </p:nvSpPr>
          <p:spPr>
            <a:xfrm>
              <a:off x="33552" y="605806"/>
              <a:ext cx="106249" cy="1957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1502" name="Colorbar gradient 326"/>
            <p:cNvSpPr/>
            <p:nvPr/>
          </p:nvSpPr>
          <p:spPr>
            <a:xfrm>
              <a:off x="33552" y="607670"/>
              <a:ext cx="106249" cy="1957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1503" name="Colorbar gradient 327"/>
            <p:cNvSpPr/>
            <p:nvPr/>
          </p:nvSpPr>
          <p:spPr>
            <a:xfrm>
              <a:off x="33552" y="609534"/>
              <a:ext cx="106249" cy="1957"/>
            </a:xfrm>
            <a:prstGeom prst="rect">
              <a:avLst/>
            </a:prstGeom>
            <a:solidFill>
              <a:srgbClr val="E78B94"/>
            </a:solidFill>
            <a:ln>
              <a:noFill/>
            </a:ln>
          </p:spPr>
        </p:sp>
        <p:sp>
          <p:nvSpPr>
            <p:cNvPr id="1504" name="Colorbar gradient 328"/>
            <p:cNvSpPr/>
            <p:nvPr/>
          </p:nvSpPr>
          <p:spPr>
            <a:xfrm>
              <a:off x="33552" y="611398"/>
              <a:ext cx="106249" cy="1957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1505" name="Colorbar gradient 329"/>
            <p:cNvSpPr/>
            <p:nvPr/>
          </p:nvSpPr>
          <p:spPr>
            <a:xfrm>
              <a:off x="33552" y="613262"/>
              <a:ext cx="106249" cy="1957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506" name="Colorbar gradient 330"/>
            <p:cNvSpPr/>
            <p:nvPr/>
          </p:nvSpPr>
          <p:spPr>
            <a:xfrm>
              <a:off x="33552" y="615126"/>
              <a:ext cx="106249" cy="1957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1507" name="Colorbar gradient 331"/>
            <p:cNvSpPr/>
            <p:nvPr/>
          </p:nvSpPr>
          <p:spPr>
            <a:xfrm>
              <a:off x="33552" y="616990"/>
              <a:ext cx="106249" cy="1957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1508" name="Colorbar gradient 332"/>
            <p:cNvSpPr/>
            <p:nvPr/>
          </p:nvSpPr>
          <p:spPr>
            <a:xfrm>
              <a:off x="33552" y="618854"/>
              <a:ext cx="106249" cy="1957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1509" name="Colorbar gradient 333"/>
            <p:cNvSpPr/>
            <p:nvPr/>
          </p:nvSpPr>
          <p:spPr>
            <a:xfrm>
              <a:off x="33552" y="620718"/>
              <a:ext cx="106249" cy="1957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1510" name="Colorbar gradient 334"/>
            <p:cNvSpPr/>
            <p:nvPr/>
          </p:nvSpPr>
          <p:spPr>
            <a:xfrm>
              <a:off x="33552" y="622582"/>
              <a:ext cx="106249" cy="1957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1511" name="Colorbar gradient 335"/>
            <p:cNvSpPr/>
            <p:nvPr/>
          </p:nvSpPr>
          <p:spPr>
            <a:xfrm>
              <a:off x="33552" y="624446"/>
              <a:ext cx="106249" cy="1957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1512" name="Colorbar gradient 336"/>
            <p:cNvSpPr/>
            <p:nvPr/>
          </p:nvSpPr>
          <p:spPr>
            <a:xfrm>
              <a:off x="33552" y="626310"/>
              <a:ext cx="106249" cy="1957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1513" name="Colorbar gradient 337"/>
            <p:cNvSpPr/>
            <p:nvPr/>
          </p:nvSpPr>
          <p:spPr>
            <a:xfrm>
              <a:off x="33552" y="628174"/>
              <a:ext cx="106249" cy="1957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1514" name="Colorbar gradient 338"/>
            <p:cNvSpPr/>
            <p:nvPr/>
          </p:nvSpPr>
          <p:spPr>
            <a:xfrm>
              <a:off x="33552" y="630038"/>
              <a:ext cx="106249" cy="1957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1515" name="Colorbar gradient 339"/>
            <p:cNvSpPr/>
            <p:nvPr/>
          </p:nvSpPr>
          <p:spPr>
            <a:xfrm>
              <a:off x="33552" y="631902"/>
              <a:ext cx="106249" cy="1957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516" name="Colorbar gradient 340"/>
            <p:cNvSpPr/>
            <p:nvPr/>
          </p:nvSpPr>
          <p:spPr>
            <a:xfrm>
              <a:off x="33552" y="633766"/>
              <a:ext cx="106249" cy="1957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517" name="Colorbar gradient 341"/>
            <p:cNvSpPr/>
            <p:nvPr/>
          </p:nvSpPr>
          <p:spPr>
            <a:xfrm>
              <a:off x="33552" y="635630"/>
              <a:ext cx="106249" cy="1957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518" name="Colorbar gradient 342"/>
            <p:cNvSpPr/>
            <p:nvPr/>
          </p:nvSpPr>
          <p:spPr>
            <a:xfrm>
              <a:off x="33552" y="637494"/>
              <a:ext cx="106249" cy="1957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1519" name="Colorbar gradient 343"/>
            <p:cNvSpPr/>
            <p:nvPr/>
          </p:nvSpPr>
          <p:spPr>
            <a:xfrm>
              <a:off x="33552" y="639358"/>
              <a:ext cx="106249" cy="1957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520" name="Colorbar gradient 344"/>
            <p:cNvSpPr/>
            <p:nvPr/>
          </p:nvSpPr>
          <p:spPr>
            <a:xfrm>
              <a:off x="33552" y="641222"/>
              <a:ext cx="106249" cy="1957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521" name="Colorbar gradient 345"/>
            <p:cNvSpPr/>
            <p:nvPr/>
          </p:nvSpPr>
          <p:spPr>
            <a:xfrm>
              <a:off x="33552" y="643086"/>
              <a:ext cx="106249" cy="1957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1522" name="Colorbar gradient 346"/>
            <p:cNvSpPr/>
            <p:nvPr/>
          </p:nvSpPr>
          <p:spPr>
            <a:xfrm>
              <a:off x="33552" y="644950"/>
              <a:ext cx="106249" cy="1957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523" name="Colorbar gradient 347"/>
            <p:cNvSpPr/>
            <p:nvPr/>
          </p:nvSpPr>
          <p:spPr>
            <a:xfrm>
              <a:off x="33552" y="646814"/>
              <a:ext cx="106249" cy="1957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524" name="Colorbar gradient 348"/>
            <p:cNvSpPr/>
            <p:nvPr/>
          </p:nvSpPr>
          <p:spPr>
            <a:xfrm>
              <a:off x="33552" y="648678"/>
              <a:ext cx="106249" cy="1957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1525" name="Colorbar gradient 349"/>
            <p:cNvSpPr/>
            <p:nvPr/>
          </p:nvSpPr>
          <p:spPr>
            <a:xfrm>
              <a:off x="33552" y="650542"/>
              <a:ext cx="106249" cy="1957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526" name="Colorbar gradient 350"/>
            <p:cNvSpPr/>
            <p:nvPr/>
          </p:nvSpPr>
          <p:spPr>
            <a:xfrm>
              <a:off x="33552" y="652406"/>
              <a:ext cx="106249" cy="1957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527" name="Colorbar gradient 351"/>
            <p:cNvSpPr/>
            <p:nvPr/>
          </p:nvSpPr>
          <p:spPr>
            <a:xfrm>
              <a:off x="33552" y="654270"/>
              <a:ext cx="106249" cy="1957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528" name="Colorbar gradient 352"/>
            <p:cNvSpPr/>
            <p:nvPr/>
          </p:nvSpPr>
          <p:spPr>
            <a:xfrm>
              <a:off x="33552" y="656134"/>
              <a:ext cx="106249" cy="1957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529" name="Colorbar gradient 353"/>
            <p:cNvSpPr/>
            <p:nvPr/>
          </p:nvSpPr>
          <p:spPr>
            <a:xfrm>
              <a:off x="33552" y="657998"/>
              <a:ext cx="106249" cy="1957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530" name="Colorbar gradient 354"/>
            <p:cNvSpPr/>
            <p:nvPr/>
          </p:nvSpPr>
          <p:spPr>
            <a:xfrm>
              <a:off x="33552" y="659862"/>
              <a:ext cx="106249" cy="1957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531" name="Colorbar gradient 355"/>
            <p:cNvSpPr/>
            <p:nvPr/>
          </p:nvSpPr>
          <p:spPr>
            <a:xfrm>
              <a:off x="33552" y="661726"/>
              <a:ext cx="106249" cy="1957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532" name="Colorbar gradient 356"/>
            <p:cNvSpPr/>
            <p:nvPr/>
          </p:nvSpPr>
          <p:spPr>
            <a:xfrm>
              <a:off x="33552" y="663590"/>
              <a:ext cx="106249" cy="1957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533" name="Colorbar gradient 357"/>
            <p:cNvSpPr/>
            <p:nvPr/>
          </p:nvSpPr>
          <p:spPr>
            <a:xfrm>
              <a:off x="33552" y="665454"/>
              <a:ext cx="106249" cy="1957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534" name="Colorbar gradient 358"/>
            <p:cNvSpPr/>
            <p:nvPr/>
          </p:nvSpPr>
          <p:spPr>
            <a:xfrm>
              <a:off x="33552" y="667318"/>
              <a:ext cx="106249" cy="1957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535" name="Colorbar gradient 359"/>
            <p:cNvSpPr/>
            <p:nvPr/>
          </p:nvSpPr>
          <p:spPr>
            <a:xfrm>
              <a:off x="33552" y="669182"/>
              <a:ext cx="106249" cy="1957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536" name="Colorbar gradient 360"/>
            <p:cNvSpPr/>
            <p:nvPr/>
          </p:nvSpPr>
          <p:spPr>
            <a:xfrm>
              <a:off x="33552" y="671046"/>
              <a:ext cx="106249" cy="1957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537" name="Colorbar gradient 361"/>
            <p:cNvSpPr/>
            <p:nvPr/>
          </p:nvSpPr>
          <p:spPr>
            <a:xfrm>
              <a:off x="33552" y="672910"/>
              <a:ext cx="106249" cy="1957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538" name="Colorbar gradient 362"/>
            <p:cNvSpPr/>
            <p:nvPr/>
          </p:nvSpPr>
          <p:spPr>
            <a:xfrm>
              <a:off x="33552" y="674774"/>
              <a:ext cx="106249" cy="1957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539" name="Colorbar gradient 363"/>
            <p:cNvSpPr/>
            <p:nvPr/>
          </p:nvSpPr>
          <p:spPr>
            <a:xfrm>
              <a:off x="33552" y="676638"/>
              <a:ext cx="106249" cy="195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540" name="Colorbar gradient 364"/>
            <p:cNvSpPr/>
            <p:nvPr/>
          </p:nvSpPr>
          <p:spPr>
            <a:xfrm>
              <a:off x="33552" y="678502"/>
              <a:ext cx="106249" cy="1957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541" name="Colorbar gradient 365"/>
            <p:cNvSpPr/>
            <p:nvPr/>
          </p:nvSpPr>
          <p:spPr>
            <a:xfrm>
              <a:off x="33552" y="680366"/>
              <a:ext cx="106249" cy="1957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542" name="Colorbar gradient 366"/>
            <p:cNvSpPr/>
            <p:nvPr/>
          </p:nvSpPr>
          <p:spPr>
            <a:xfrm>
              <a:off x="33552" y="682230"/>
              <a:ext cx="106249" cy="1957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543" name="Colorbar gradient 367"/>
            <p:cNvSpPr/>
            <p:nvPr/>
          </p:nvSpPr>
          <p:spPr>
            <a:xfrm>
              <a:off x="33552" y="684094"/>
              <a:ext cx="106249" cy="1957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544" name="Colorbar gradient 368"/>
            <p:cNvSpPr/>
            <p:nvPr/>
          </p:nvSpPr>
          <p:spPr>
            <a:xfrm>
              <a:off x="33552" y="685958"/>
              <a:ext cx="106249" cy="1957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545" name="Colorbar gradient 369"/>
            <p:cNvSpPr/>
            <p:nvPr/>
          </p:nvSpPr>
          <p:spPr>
            <a:xfrm>
              <a:off x="33552" y="687823"/>
              <a:ext cx="106249" cy="1957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546" name="Colorbar gradient 370"/>
            <p:cNvSpPr/>
            <p:nvPr/>
          </p:nvSpPr>
          <p:spPr>
            <a:xfrm>
              <a:off x="33552" y="689687"/>
              <a:ext cx="106249" cy="1957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547" name="Colorbar gradient 371"/>
            <p:cNvSpPr/>
            <p:nvPr/>
          </p:nvSpPr>
          <p:spPr>
            <a:xfrm>
              <a:off x="33552" y="691551"/>
              <a:ext cx="106249" cy="1957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548" name="Colorbar gradient 372"/>
            <p:cNvSpPr/>
            <p:nvPr/>
          </p:nvSpPr>
          <p:spPr>
            <a:xfrm>
              <a:off x="33552" y="693415"/>
              <a:ext cx="106249" cy="1957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549" name="Colorbar gradient 373"/>
            <p:cNvSpPr/>
            <p:nvPr/>
          </p:nvSpPr>
          <p:spPr>
            <a:xfrm>
              <a:off x="33552" y="695279"/>
              <a:ext cx="106249" cy="1957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550" name="Colorbar gradient 374"/>
            <p:cNvSpPr/>
            <p:nvPr/>
          </p:nvSpPr>
          <p:spPr>
            <a:xfrm>
              <a:off x="33552" y="697143"/>
              <a:ext cx="106249" cy="1957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551" name="Colorbar gradient 375"/>
            <p:cNvSpPr/>
            <p:nvPr/>
          </p:nvSpPr>
          <p:spPr>
            <a:xfrm>
              <a:off x="33552" y="699007"/>
              <a:ext cx="106249" cy="1957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552" name="Colorbar gradient 376"/>
            <p:cNvSpPr/>
            <p:nvPr/>
          </p:nvSpPr>
          <p:spPr>
            <a:xfrm>
              <a:off x="33552" y="700871"/>
              <a:ext cx="106249" cy="1957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553" name="Colorbar gradient 377"/>
            <p:cNvSpPr/>
            <p:nvPr/>
          </p:nvSpPr>
          <p:spPr>
            <a:xfrm>
              <a:off x="33552" y="702735"/>
              <a:ext cx="106249" cy="1957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554" name="Colorbar gradient 378"/>
            <p:cNvSpPr/>
            <p:nvPr/>
          </p:nvSpPr>
          <p:spPr>
            <a:xfrm>
              <a:off x="33552" y="704599"/>
              <a:ext cx="106249" cy="1957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555" name="Colorbar gradient 379"/>
            <p:cNvSpPr/>
            <p:nvPr/>
          </p:nvSpPr>
          <p:spPr>
            <a:xfrm>
              <a:off x="33552" y="706463"/>
              <a:ext cx="106249" cy="1957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556" name="Colorbar gradient 380"/>
            <p:cNvSpPr/>
            <p:nvPr/>
          </p:nvSpPr>
          <p:spPr>
            <a:xfrm>
              <a:off x="33552" y="708327"/>
              <a:ext cx="106249" cy="1957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557" name="Colorbar gradient 381"/>
            <p:cNvSpPr/>
            <p:nvPr/>
          </p:nvSpPr>
          <p:spPr>
            <a:xfrm>
              <a:off x="33552" y="710191"/>
              <a:ext cx="106249" cy="1957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558" name="Colorbar gradient 382"/>
            <p:cNvSpPr/>
            <p:nvPr/>
          </p:nvSpPr>
          <p:spPr>
            <a:xfrm>
              <a:off x="33552" y="712055"/>
              <a:ext cx="106249" cy="1957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559" name="Colorbar gradient 383"/>
            <p:cNvSpPr/>
            <p:nvPr/>
          </p:nvSpPr>
          <p:spPr>
            <a:xfrm>
              <a:off x="33552" y="713919"/>
              <a:ext cx="106249" cy="1957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560" name="Colorbar gradient 384"/>
            <p:cNvSpPr/>
            <p:nvPr/>
          </p:nvSpPr>
          <p:spPr>
            <a:xfrm>
              <a:off x="33552" y="715783"/>
              <a:ext cx="106249" cy="1957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561" name="Colorbar gradient 385"/>
            <p:cNvSpPr/>
            <p:nvPr/>
          </p:nvSpPr>
          <p:spPr>
            <a:xfrm>
              <a:off x="33552" y="717647"/>
              <a:ext cx="106249" cy="1957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562" name="Colorbar gradient 386"/>
            <p:cNvSpPr/>
            <p:nvPr/>
          </p:nvSpPr>
          <p:spPr>
            <a:xfrm>
              <a:off x="33552" y="719511"/>
              <a:ext cx="106249" cy="1957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563" name="Colorbar gradient 387"/>
            <p:cNvSpPr/>
            <p:nvPr/>
          </p:nvSpPr>
          <p:spPr>
            <a:xfrm>
              <a:off x="33552" y="721375"/>
              <a:ext cx="106249" cy="1957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564" name="Colorbar gradient 388"/>
            <p:cNvSpPr/>
            <p:nvPr/>
          </p:nvSpPr>
          <p:spPr>
            <a:xfrm>
              <a:off x="33552" y="723239"/>
              <a:ext cx="106249" cy="1957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565" name="Colorbar gradient 389"/>
            <p:cNvSpPr/>
            <p:nvPr/>
          </p:nvSpPr>
          <p:spPr>
            <a:xfrm>
              <a:off x="33552" y="725103"/>
              <a:ext cx="106249" cy="1957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566" name="Colorbar gradient 390"/>
            <p:cNvSpPr/>
            <p:nvPr/>
          </p:nvSpPr>
          <p:spPr>
            <a:xfrm>
              <a:off x="33552" y="726967"/>
              <a:ext cx="106249" cy="1957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567" name="Colorbar gradient 391"/>
            <p:cNvSpPr/>
            <p:nvPr/>
          </p:nvSpPr>
          <p:spPr>
            <a:xfrm>
              <a:off x="33552" y="728831"/>
              <a:ext cx="106249" cy="1957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568" name="Colorbar gradient 392"/>
            <p:cNvSpPr/>
            <p:nvPr/>
          </p:nvSpPr>
          <p:spPr>
            <a:xfrm>
              <a:off x="33552" y="730695"/>
              <a:ext cx="106249" cy="1957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569" name="Colorbar gradient 393"/>
            <p:cNvSpPr/>
            <p:nvPr/>
          </p:nvSpPr>
          <p:spPr>
            <a:xfrm>
              <a:off x="33552" y="732559"/>
              <a:ext cx="106249" cy="1957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570" name="Colorbar gradient 394"/>
            <p:cNvSpPr/>
            <p:nvPr/>
          </p:nvSpPr>
          <p:spPr>
            <a:xfrm>
              <a:off x="33552" y="734423"/>
              <a:ext cx="106249" cy="1957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571" name="Colorbar gradient 395"/>
            <p:cNvSpPr/>
            <p:nvPr/>
          </p:nvSpPr>
          <p:spPr>
            <a:xfrm>
              <a:off x="33552" y="736287"/>
              <a:ext cx="106249" cy="1957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572" name="Colorbar gradient 396"/>
            <p:cNvSpPr/>
            <p:nvPr/>
          </p:nvSpPr>
          <p:spPr>
            <a:xfrm>
              <a:off x="33552" y="738151"/>
              <a:ext cx="106249" cy="1957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573" name="Colorbar gradient 397"/>
            <p:cNvSpPr/>
            <p:nvPr/>
          </p:nvSpPr>
          <p:spPr>
            <a:xfrm>
              <a:off x="33552" y="740015"/>
              <a:ext cx="106249" cy="1957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574" name="Colorbar gradient 398"/>
            <p:cNvSpPr/>
            <p:nvPr/>
          </p:nvSpPr>
          <p:spPr>
            <a:xfrm>
              <a:off x="33552" y="741879"/>
              <a:ext cx="106249" cy="1957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575" name="Colorbar gradient 399"/>
            <p:cNvSpPr/>
            <p:nvPr/>
          </p:nvSpPr>
          <p:spPr>
            <a:xfrm>
              <a:off x="33552" y="743743"/>
              <a:ext cx="106249" cy="1957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576" name="Colorbar gradient 400"/>
            <p:cNvSpPr/>
            <p:nvPr/>
          </p:nvSpPr>
          <p:spPr>
            <a:xfrm>
              <a:off x="33552" y="745607"/>
              <a:ext cx="106249" cy="1957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577" name="Colorbar gradient 401"/>
            <p:cNvSpPr/>
            <p:nvPr/>
          </p:nvSpPr>
          <p:spPr>
            <a:xfrm>
              <a:off x="33552" y="747471"/>
              <a:ext cx="106249" cy="1957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578" name="Colorbar gradient 402"/>
            <p:cNvSpPr/>
            <p:nvPr/>
          </p:nvSpPr>
          <p:spPr>
            <a:xfrm>
              <a:off x="33552" y="749335"/>
              <a:ext cx="106249" cy="1957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579" name="Colorbar gradient 403"/>
            <p:cNvSpPr/>
            <p:nvPr/>
          </p:nvSpPr>
          <p:spPr>
            <a:xfrm>
              <a:off x="33552" y="751199"/>
              <a:ext cx="106249" cy="1957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580" name="Colorbar gradient 404"/>
            <p:cNvSpPr/>
            <p:nvPr/>
          </p:nvSpPr>
          <p:spPr>
            <a:xfrm>
              <a:off x="33552" y="753063"/>
              <a:ext cx="106249" cy="1957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581" name="Colorbar gradient 405"/>
            <p:cNvSpPr/>
            <p:nvPr/>
          </p:nvSpPr>
          <p:spPr>
            <a:xfrm>
              <a:off x="33552" y="754927"/>
              <a:ext cx="106249" cy="1957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582" name="Colorbar gradient 406"/>
            <p:cNvSpPr/>
            <p:nvPr/>
          </p:nvSpPr>
          <p:spPr>
            <a:xfrm>
              <a:off x="33552" y="756791"/>
              <a:ext cx="106249" cy="1957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583" name="Colorbar gradient 407"/>
            <p:cNvSpPr/>
            <p:nvPr/>
          </p:nvSpPr>
          <p:spPr>
            <a:xfrm>
              <a:off x="33552" y="758655"/>
              <a:ext cx="106249" cy="1957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584" name="Colorbar gradient 408"/>
            <p:cNvSpPr/>
            <p:nvPr/>
          </p:nvSpPr>
          <p:spPr>
            <a:xfrm>
              <a:off x="33552" y="760519"/>
              <a:ext cx="106249" cy="1957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585" name="Colorbar gradient 409"/>
            <p:cNvSpPr/>
            <p:nvPr/>
          </p:nvSpPr>
          <p:spPr>
            <a:xfrm>
              <a:off x="33552" y="762383"/>
              <a:ext cx="106249" cy="1957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586" name="Colorbar gradient 410"/>
            <p:cNvSpPr/>
            <p:nvPr/>
          </p:nvSpPr>
          <p:spPr>
            <a:xfrm>
              <a:off x="33552" y="764247"/>
              <a:ext cx="106249" cy="1957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587" name="Colorbar gradient 411"/>
            <p:cNvSpPr/>
            <p:nvPr/>
          </p:nvSpPr>
          <p:spPr>
            <a:xfrm>
              <a:off x="33552" y="766111"/>
              <a:ext cx="106249" cy="1957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588" name="Colorbar gradient 412"/>
            <p:cNvSpPr/>
            <p:nvPr/>
          </p:nvSpPr>
          <p:spPr>
            <a:xfrm>
              <a:off x="33552" y="767975"/>
              <a:ext cx="106249" cy="1957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589" name="Colorbar gradient 413"/>
            <p:cNvSpPr/>
            <p:nvPr/>
          </p:nvSpPr>
          <p:spPr>
            <a:xfrm>
              <a:off x="33552" y="769839"/>
              <a:ext cx="106249" cy="1957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90" name="Colorbar gradient 414"/>
            <p:cNvSpPr/>
            <p:nvPr/>
          </p:nvSpPr>
          <p:spPr>
            <a:xfrm>
              <a:off x="33552" y="771703"/>
              <a:ext cx="106249" cy="1957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591" name="Colorbar gradient 415"/>
            <p:cNvSpPr/>
            <p:nvPr/>
          </p:nvSpPr>
          <p:spPr>
            <a:xfrm>
              <a:off x="33552" y="773567"/>
              <a:ext cx="106249" cy="1957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92" name="Colorbar gradient 416"/>
            <p:cNvSpPr/>
            <p:nvPr/>
          </p:nvSpPr>
          <p:spPr>
            <a:xfrm>
              <a:off x="33552" y="775431"/>
              <a:ext cx="106249" cy="1957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93" name="Colorbar gradient 417"/>
            <p:cNvSpPr/>
            <p:nvPr/>
          </p:nvSpPr>
          <p:spPr>
            <a:xfrm>
              <a:off x="33552" y="777295"/>
              <a:ext cx="106249" cy="1957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94" name="Colorbar gradient 418"/>
            <p:cNvSpPr/>
            <p:nvPr/>
          </p:nvSpPr>
          <p:spPr>
            <a:xfrm>
              <a:off x="33552" y="779159"/>
              <a:ext cx="106249" cy="1957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595" name="Colorbar gradient 419"/>
            <p:cNvSpPr/>
            <p:nvPr/>
          </p:nvSpPr>
          <p:spPr>
            <a:xfrm>
              <a:off x="33552" y="781023"/>
              <a:ext cx="106249" cy="1957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596" name="Colorbar gradient 420"/>
            <p:cNvSpPr/>
            <p:nvPr/>
          </p:nvSpPr>
          <p:spPr>
            <a:xfrm>
              <a:off x="33552" y="782887"/>
              <a:ext cx="106249" cy="1957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597" name="Colorbar gradient 421"/>
            <p:cNvSpPr/>
            <p:nvPr/>
          </p:nvSpPr>
          <p:spPr>
            <a:xfrm>
              <a:off x="33552" y="784751"/>
              <a:ext cx="106249" cy="1957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598" name="Colorbar gradient 422"/>
            <p:cNvSpPr/>
            <p:nvPr/>
          </p:nvSpPr>
          <p:spPr>
            <a:xfrm>
              <a:off x="33552" y="786615"/>
              <a:ext cx="106249" cy="1957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599" name="Colorbar gradient 423"/>
            <p:cNvSpPr/>
            <p:nvPr/>
          </p:nvSpPr>
          <p:spPr>
            <a:xfrm>
              <a:off x="33552" y="788479"/>
              <a:ext cx="106249" cy="1957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600" name="Colorbar gradient 424"/>
            <p:cNvSpPr/>
            <p:nvPr/>
          </p:nvSpPr>
          <p:spPr>
            <a:xfrm>
              <a:off x="33552" y="790343"/>
              <a:ext cx="106249" cy="1957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601" name="Colorbar gradient 425"/>
            <p:cNvSpPr/>
            <p:nvPr/>
          </p:nvSpPr>
          <p:spPr>
            <a:xfrm>
              <a:off x="33552" y="792208"/>
              <a:ext cx="106249" cy="1957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602" name="Colorbar gradient 426"/>
            <p:cNvSpPr/>
            <p:nvPr/>
          </p:nvSpPr>
          <p:spPr>
            <a:xfrm>
              <a:off x="33552" y="794072"/>
              <a:ext cx="106249" cy="1957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603" name="Colorbar gradient 427"/>
            <p:cNvSpPr/>
            <p:nvPr/>
          </p:nvSpPr>
          <p:spPr>
            <a:xfrm>
              <a:off x="33552" y="795936"/>
              <a:ext cx="106249" cy="1957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604" name="Colorbar gradient 428"/>
            <p:cNvSpPr/>
            <p:nvPr/>
          </p:nvSpPr>
          <p:spPr>
            <a:xfrm>
              <a:off x="33552" y="797800"/>
              <a:ext cx="106249" cy="1957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605" name="Colorbar gradient 429"/>
            <p:cNvSpPr/>
            <p:nvPr/>
          </p:nvSpPr>
          <p:spPr>
            <a:xfrm>
              <a:off x="33552" y="799664"/>
              <a:ext cx="106249" cy="1957"/>
            </a:xfrm>
            <a:prstGeom prst="rect">
              <a:avLst/>
            </a:prstGeom>
            <a:solidFill>
              <a:srgbClr val="FEFAFA"/>
            </a:solidFill>
            <a:ln>
              <a:noFill/>
            </a:ln>
          </p:spPr>
        </p:sp>
        <p:sp>
          <p:nvSpPr>
            <p:cNvPr id="1606" name="Colorbar gradient 430"/>
            <p:cNvSpPr/>
            <p:nvPr/>
          </p:nvSpPr>
          <p:spPr>
            <a:xfrm>
              <a:off x="33552" y="801528"/>
              <a:ext cx="106249" cy="1957"/>
            </a:xfrm>
            <a:prstGeom prst="rect">
              <a:avLst/>
            </a:prstGeom>
            <a:solidFill>
              <a:srgbClr val="FDFBFB"/>
            </a:solidFill>
            <a:ln>
              <a:noFill/>
            </a:ln>
          </p:spPr>
        </p:sp>
        <p:sp>
          <p:nvSpPr>
            <p:cNvPr id="1607" name="Colorbar gradient 431"/>
            <p:cNvSpPr/>
            <p:nvPr/>
          </p:nvSpPr>
          <p:spPr>
            <a:xfrm>
              <a:off x="33552" y="803392"/>
              <a:ext cx="106249" cy="1957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</p:sp>
        <p:sp>
          <p:nvSpPr>
            <p:cNvPr id="1608" name="Colorbar gradient 432"/>
            <p:cNvSpPr/>
            <p:nvPr/>
          </p:nvSpPr>
          <p:spPr>
            <a:xfrm>
              <a:off x="33552" y="805256"/>
              <a:ext cx="106249" cy="1957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</p:sp>
        <p:sp>
          <p:nvSpPr>
            <p:cNvPr id="1609" name="Colorbar gradient 433"/>
            <p:cNvSpPr/>
            <p:nvPr/>
          </p:nvSpPr>
          <p:spPr>
            <a:xfrm>
              <a:off x="33552" y="807120"/>
              <a:ext cx="106249" cy="1957"/>
            </a:xfrm>
            <a:prstGeom prst="rect">
              <a:avLst/>
            </a:prstGeom>
            <a:solidFill>
              <a:srgbClr val="FCFCFD"/>
            </a:solidFill>
            <a:ln>
              <a:noFill/>
            </a:ln>
          </p:spPr>
        </p:sp>
        <p:sp>
          <p:nvSpPr>
            <p:cNvPr id="1610" name="Colorbar gradient 434"/>
            <p:cNvSpPr/>
            <p:nvPr/>
          </p:nvSpPr>
          <p:spPr>
            <a:xfrm>
              <a:off x="33552" y="808984"/>
              <a:ext cx="106249" cy="1957"/>
            </a:xfrm>
            <a:prstGeom prst="rect">
              <a:avLst/>
            </a:prstGeom>
            <a:solidFill>
              <a:srgbClr val="FBFCFC"/>
            </a:solidFill>
            <a:ln>
              <a:noFill/>
            </a:ln>
          </p:spPr>
        </p:sp>
        <p:sp>
          <p:nvSpPr>
            <p:cNvPr id="1611" name="Colorbar gradient 435"/>
            <p:cNvSpPr/>
            <p:nvPr/>
          </p:nvSpPr>
          <p:spPr>
            <a:xfrm>
              <a:off x="33552" y="810848"/>
              <a:ext cx="106249" cy="1957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1612" name="Colorbar gradient 436"/>
            <p:cNvSpPr/>
            <p:nvPr/>
          </p:nvSpPr>
          <p:spPr>
            <a:xfrm>
              <a:off x="33552" y="812712"/>
              <a:ext cx="106249" cy="1957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613" name="Colorbar gradient 437"/>
            <p:cNvSpPr/>
            <p:nvPr/>
          </p:nvSpPr>
          <p:spPr>
            <a:xfrm>
              <a:off x="33552" y="814576"/>
              <a:ext cx="106249" cy="1957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614" name="Colorbar gradient 438"/>
            <p:cNvSpPr/>
            <p:nvPr/>
          </p:nvSpPr>
          <p:spPr>
            <a:xfrm>
              <a:off x="33552" y="816440"/>
              <a:ext cx="106249" cy="1957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615" name="Colorbar gradient 439"/>
            <p:cNvSpPr/>
            <p:nvPr/>
          </p:nvSpPr>
          <p:spPr>
            <a:xfrm>
              <a:off x="33552" y="818304"/>
              <a:ext cx="106249" cy="1957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616" name="Colorbar gradient 440"/>
            <p:cNvSpPr/>
            <p:nvPr/>
          </p:nvSpPr>
          <p:spPr>
            <a:xfrm>
              <a:off x="33552" y="820168"/>
              <a:ext cx="106249" cy="1957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617" name="Colorbar gradient 441"/>
            <p:cNvSpPr/>
            <p:nvPr/>
          </p:nvSpPr>
          <p:spPr>
            <a:xfrm>
              <a:off x="33552" y="822032"/>
              <a:ext cx="106249" cy="1957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618" name="Colorbar gradient 442"/>
            <p:cNvSpPr/>
            <p:nvPr/>
          </p:nvSpPr>
          <p:spPr>
            <a:xfrm>
              <a:off x="33552" y="823896"/>
              <a:ext cx="106249" cy="1957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619" name="Colorbar gradient 443"/>
            <p:cNvSpPr/>
            <p:nvPr/>
          </p:nvSpPr>
          <p:spPr>
            <a:xfrm>
              <a:off x="33552" y="825760"/>
              <a:ext cx="106249" cy="1957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620" name="Colorbar gradient 444"/>
            <p:cNvSpPr/>
            <p:nvPr/>
          </p:nvSpPr>
          <p:spPr>
            <a:xfrm>
              <a:off x="33552" y="827624"/>
              <a:ext cx="106249" cy="1957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621" name="Colorbar gradient 445"/>
            <p:cNvSpPr/>
            <p:nvPr/>
          </p:nvSpPr>
          <p:spPr>
            <a:xfrm>
              <a:off x="33552" y="829488"/>
              <a:ext cx="106249" cy="1957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622" name="Colorbar gradient 446"/>
            <p:cNvSpPr/>
            <p:nvPr/>
          </p:nvSpPr>
          <p:spPr>
            <a:xfrm>
              <a:off x="33552" y="831352"/>
              <a:ext cx="106249" cy="1957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623" name="Colorbar gradient 447"/>
            <p:cNvSpPr/>
            <p:nvPr/>
          </p:nvSpPr>
          <p:spPr>
            <a:xfrm>
              <a:off x="33552" y="833216"/>
              <a:ext cx="106249" cy="1957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624" name="Colorbar gradient 448"/>
            <p:cNvSpPr/>
            <p:nvPr/>
          </p:nvSpPr>
          <p:spPr>
            <a:xfrm>
              <a:off x="33552" y="835080"/>
              <a:ext cx="106249" cy="1957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625" name="Colorbar gradient 449"/>
            <p:cNvSpPr/>
            <p:nvPr/>
          </p:nvSpPr>
          <p:spPr>
            <a:xfrm>
              <a:off x="33552" y="836944"/>
              <a:ext cx="106249" cy="1957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626" name="Colorbar gradient 450"/>
            <p:cNvSpPr/>
            <p:nvPr/>
          </p:nvSpPr>
          <p:spPr>
            <a:xfrm>
              <a:off x="33552" y="838808"/>
              <a:ext cx="106249" cy="1957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627" name="Colorbar gradient 451"/>
            <p:cNvSpPr/>
            <p:nvPr/>
          </p:nvSpPr>
          <p:spPr>
            <a:xfrm>
              <a:off x="33552" y="840672"/>
              <a:ext cx="106249" cy="1957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628" name="Colorbar gradient 452"/>
            <p:cNvSpPr/>
            <p:nvPr/>
          </p:nvSpPr>
          <p:spPr>
            <a:xfrm>
              <a:off x="33552" y="842536"/>
              <a:ext cx="106249" cy="1957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629" name="Colorbar gradient 453"/>
            <p:cNvSpPr/>
            <p:nvPr/>
          </p:nvSpPr>
          <p:spPr>
            <a:xfrm>
              <a:off x="33552" y="844400"/>
              <a:ext cx="106249" cy="1957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630" name="Colorbar gradient 454"/>
            <p:cNvSpPr/>
            <p:nvPr/>
          </p:nvSpPr>
          <p:spPr>
            <a:xfrm>
              <a:off x="33552" y="846264"/>
              <a:ext cx="106249" cy="1957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631" name="Colorbar gradient 455"/>
            <p:cNvSpPr/>
            <p:nvPr/>
          </p:nvSpPr>
          <p:spPr>
            <a:xfrm>
              <a:off x="33552" y="848128"/>
              <a:ext cx="106249" cy="1957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632" name="Colorbar gradient 456"/>
            <p:cNvSpPr/>
            <p:nvPr/>
          </p:nvSpPr>
          <p:spPr>
            <a:xfrm>
              <a:off x="33552" y="849992"/>
              <a:ext cx="106249" cy="1957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633" name="Colorbar gradient 457"/>
            <p:cNvSpPr/>
            <p:nvPr/>
          </p:nvSpPr>
          <p:spPr>
            <a:xfrm>
              <a:off x="33552" y="851856"/>
              <a:ext cx="106249" cy="1957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634" name="Colorbar gradient 458"/>
            <p:cNvSpPr/>
            <p:nvPr/>
          </p:nvSpPr>
          <p:spPr>
            <a:xfrm>
              <a:off x="33552" y="853720"/>
              <a:ext cx="106249" cy="1957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635" name="Colorbar gradient 459"/>
            <p:cNvSpPr/>
            <p:nvPr/>
          </p:nvSpPr>
          <p:spPr>
            <a:xfrm>
              <a:off x="33552" y="855584"/>
              <a:ext cx="106249" cy="1957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636" name="Colorbar gradient 460"/>
            <p:cNvSpPr/>
            <p:nvPr/>
          </p:nvSpPr>
          <p:spPr>
            <a:xfrm>
              <a:off x="33552" y="857448"/>
              <a:ext cx="106249" cy="1957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637" name="Colorbar gradient 461"/>
            <p:cNvSpPr/>
            <p:nvPr/>
          </p:nvSpPr>
          <p:spPr>
            <a:xfrm>
              <a:off x="33552" y="859312"/>
              <a:ext cx="106249" cy="1957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638" name="Colorbar gradient 462"/>
            <p:cNvSpPr/>
            <p:nvPr/>
          </p:nvSpPr>
          <p:spPr>
            <a:xfrm>
              <a:off x="33552" y="861176"/>
              <a:ext cx="106249" cy="1957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639" name="Colorbar gradient 463"/>
            <p:cNvSpPr/>
            <p:nvPr/>
          </p:nvSpPr>
          <p:spPr>
            <a:xfrm>
              <a:off x="33552" y="863040"/>
              <a:ext cx="106249" cy="1957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640" name="Colorbar gradient 464"/>
            <p:cNvSpPr/>
            <p:nvPr/>
          </p:nvSpPr>
          <p:spPr>
            <a:xfrm>
              <a:off x="33552" y="864904"/>
              <a:ext cx="106249" cy="1957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641" name="Colorbar gradient 465"/>
            <p:cNvSpPr/>
            <p:nvPr/>
          </p:nvSpPr>
          <p:spPr>
            <a:xfrm>
              <a:off x="33552" y="866768"/>
              <a:ext cx="106249" cy="1957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642" name="Colorbar gradient 466"/>
            <p:cNvSpPr/>
            <p:nvPr/>
          </p:nvSpPr>
          <p:spPr>
            <a:xfrm>
              <a:off x="33552" y="868632"/>
              <a:ext cx="106249" cy="1957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643" name="Colorbar gradient 467"/>
            <p:cNvSpPr/>
            <p:nvPr/>
          </p:nvSpPr>
          <p:spPr>
            <a:xfrm>
              <a:off x="33552" y="870496"/>
              <a:ext cx="106249" cy="1957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644" name="Colorbar gradient 468"/>
            <p:cNvSpPr/>
            <p:nvPr/>
          </p:nvSpPr>
          <p:spPr>
            <a:xfrm>
              <a:off x="33552" y="872360"/>
              <a:ext cx="106249" cy="1957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645" name="Colorbar gradient 469"/>
            <p:cNvSpPr/>
            <p:nvPr/>
          </p:nvSpPr>
          <p:spPr>
            <a:xfrm>
              <a:off x="33552" y="874224"/>
              <a:ext cx="106249" cy="1957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646" name="Colorbar gradient 470"/>
            <p:cNvSpPr/>
            <p:nvPr/>
          </p:nvSpPr>
          <p:spPr>
            <a:xfrm>
              <a:off x="33552" y="876088"/>
              <a:ext cx="106249" cy="1957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647" name="Colorbar gradient 471"/>
            <p:cNvSpPr/>
            <p:nvPr/>
          </p:nvSpPr>
          <p:spPr>
            <a:xfrm>
              <a:off x="33552" y="877952"/>
              <a:ext cx="106249" cy="1957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648" name="Colorbar gradient 472"/>
            <p:cNvSpPr/>
            <p:nvPr/>
          </p:nvSpPr>
          <p:spPr>
            <a:xfrm>
              <a:off x="33552" y="879816"/>
              <a:ext cx="106249" cy="1957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649" name="Colorbar gradient 473"/>
            <p:cNvSpPr/>
            <p:nvPr/>
          </p:nvSpPr>
          <p:spPr>
            <a:xfrm>
              <a:off x="33552" y="881680"/>
              <a:ext cx="106249" cy="1957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650" name="Colorbar gradient 474"/>
            <p:cNvSpPr/>
            <p:nvPr/>
          </p:nvSpPr>
          <p:spPr>
            <a:xfrm>
              <a:off x="33552" y="883544"/>
              <a:ext cx="106249" cy="1957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651" name="Colorbar gradient 475"/>
            <p:cNvSpPr/>
            <p:nvPr/>
          </p:nvSpPr>
          <p:spPr>
            <a:xfrm>
              <a:off x="33552" y="885408"/>
              <a:ext cx="106249" cy="1957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652" name="Colorbar gradient 476"/>
            <p:cNvSpPr/>
            <p:nvPr/>
          </p:nvSpPr>
          <p:spPr>
            <a:xfrm>
              <a:off x="33552" y="887272"/>
              <a:ext cx="106249" cy="1957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653" name="Colorbar gradient 477"/>
            <p:cNvSpPr/>
            <p:nvPr/>
          </p:nvSpPr>
          <p:spPr>
            <a:xfrm>
              <a:off x="33552" y="889136"/>
              <a:ext cx="106249" cy="1957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654" name="Colorbar gradient 478"/>
            <p:cNvSpPr/>
            <p:nvPr/>
          </p:nvSpPr>
          <p:spPr>
            <a:xfrm>
              <a:off x="33552" y="891000"/>
              <a:ext cx="106249" cy="1957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655" name="Colorbar gradient 479"/>
            <p:cNvSpPr/>
            <p:nvPr/>
          </p:nvSpPr>
          <p:spPr>
            <a:xfrm>
              <a:off x="33552" y="892864"/>
              <a:ext cx="106249" cy="1957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656" name="Colorbar gradient 480"/>
            <p:cNvSpPr/>
            <p:nvPr/>
          </p:nvSpPr>
          <p:spPr>
            <a:xfrm>
              <a:off x="33552" y="894728"/>
              <a:ext cx="106249" cy="1957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657" name="Colorbar gradient 481"/>
            <p:cNvSpPr/>
            <p:nvPr/>
          </p:nvSpPr>
          <p:spPr>
            <a:xfrm>
              <a:off x="33552" y="896592"/>
              <a:ext cx="106249" cy="1957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658" name="Colorbar gradient 482"/>
            <p:cNvSpPr/>
            <p:nvPr/>
          </p:nvSpPr>
          <p:spPr>
            <a:xfrm>
              <a:off x="33552" y="898457"/>
              <a:ext cx="106249" cy="1957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659" name="Colorbar gradient 483"/>
            <p:cNvSpPr/>
            <p:nvPr/>
          </p:nvSpPr>
          <p:spPr>
            <a:xfrm>
              <a:off x="33552" y="900321"/>
              <a:ext cx="106249" cy="1957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660" name="Colorbar gradient 484"/>
            <p:cNvSpPr/>
            <p:nvPr/>
          </p:nvSpPr>
          <p:spPr>
            <a:xfrm>
              <a:off x="33552" y="902185"/>
              <a:ext cx="106249" cy="1957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661" name="Colorbar gradient 485"/>
            <p:cNvSpPr/>
            <p:nvPr/>
          </p:nvSpPr>
          <p:spPr>
            <a:xfrm>
              <a:off x="33552" y="904049"/>
              <a:ext cx="106249" cy="1957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662" name="Colorbar gradient 486"/>
            <p:cNvSpPr/>
            <p:nvPr/>
          </p:nvSpPr>
          <p:spPr>
            <a:xfrm>
              <a:off x="33552" y="905913"/>
              <a:ext cx="106249" cy="1957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663" name="Colorbar gradient 487"/>
            <p:cNvSpPr/>
            <p:nvPr/>
          </p:nvSpPr>
          <p:spPr>
            <a:xfrm>
              <a:off x="33552" y="907777"/>
              <a:ext cx="106249" cy="1957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664" name="Colorbar gradient 488"/>
            <p:cNvSpPr/>
            <p:nvPr/>
          </p:nvSpPr>
          <p:spPr>
            <a:xfrm>
              <a:off x="33552" y="909641"/>
              <a:ext cx="106249" cy="1957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665" name="Colorbar gradient 489"/>
            <p:cNvSpPr/>
            <p:nvPr/>
          </p:nvSpPr>
          <p:spPr>
            <a:xfrm>
              <a:off x="33552" y="911505"/>
              <a:ext cx="106249" cy="1957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666" name="Colorbar gradient 490"/>
            <p:cNvSpPr/>
            <p:nvPr/>
          </p:nvSpPr>
          <p:spPr>
            <a:xfrm>
              <a:off x="33552" y="913369"/>
              <a:ext cx="106249" cy="1957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667" name="Colorbar gradient 491"/>
            <p:cNvSpPr/>
            <p:nvPr/>
          </p:nvSpPr>
          <p:spPr>
            <a:xfrm>
              <a:off x="33552" y="915233"/>
              <a:ext cx="106249" cy="1957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668" name="Colorbar gradient 492"/>
            <p:cNvSpPr/>
            <p:nvPr/>
          </p:nvSpPr>
          <p:spPr>
            <a:xfrm>
              <a:off x="33552" y="917097"/>
              <a:ext cx="106249" cy="1957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669" name="Colorbar gradient 493"/>
            <p:cNvSpPr/>
            <p:nvPr/>
          </p:nvSpPr>
          <p:spPr>
            <a:xfrm>
              <a:off x="33552" y="918961"/>
              <a:ext cx="106249" cy="1957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670" name="Colorbar gradient 494"/>
            <p:cNvSpPr/>
            <p:nvPr/>
          </p:nvSpPr>
          <p:spPr>
            <a:xfrm>
              <a:off x="33552" y="920825"/>
              <a:ext cx="106249" cy="1957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671" name="Colorbar gradient 495"/>
            <p:cNvSpPr/>
            <p:nvPr/>
          </p:nvSpPr>
          <p:spPr>
            <a:xfrm>
              <a:off x="33552" y="922689"/>
              <a:ext cx="106249" cy="1957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672" name="Colorbar gradient 496"/>
            <p:cNvSpPr/>
            <p:nvPr/>
          </p:nvSpPr>
          <p:spPr>
            <a:xfrm>
              <a:off x="33552" y="924553"/>
              <a:ext cx="106249" cy="1957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673" name="Colorbar gradient 497"/>
            <p:cNvSpPr/>
            <p:nvPr/>
          </p:nvSpPr>
          <p:spPr>
            <a:xfrm>
              <a:off x="33552" y="926417"/>
              <a:ext cx="106249" cy="1957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674" name="Colorbar gradient 498"/>
            <p:cNvSpPr/>
            <p:nvPr/>
          </p:nvSpPr>
          <p:spPr>
            <a:xfrm>
              <a:off x="33552" y="928281"/>
              <a:ext cx="106249" cy="1957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675" name="Colorbar gradient 499"/>
            <p:cNvSpPr/>
            <p:nvPr/>
          </p:nvSpPr>
          <p:spPr>
            <a:xfrm>
              <a:off x="33552" y="930145"/>
              <a:ext cx="106249" cy="1957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676" name="Colorbar gradient 500"/>
            <p:cNvSpPr/>
            <p:nvPr/>
          </p:nvSpPr>
          <p:spPr>
            <a:xfrm>
              <a:off x="33552" y="932009"/>
              <a:ext cx="106249" cy="1957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677" name="Colorbar gradient 501"/>
            <p:cNvSpPr/>
            <p:nvPr/>
          </p:nvSpPr>
          <p:spPr>
            <a:xfrm>
              <a:off x="33552" y="933873"/>
              <a:ext cx="106249" cy="1957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678" name="Colorbar gradient 502"/>
            <p:cNvSpPr/>
            <p:nvPr/>
          </p:nvSpPr>
          <p:spPr>
            <a:xfrm>
              <a:off x="33552" y="935737"/>
              <a:ext cx="106249" cy="1957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679" name="Colorbar gradient 503"/>
            <p:cNvSpPr/>
            <p:nvPr/>
          </p:nvSpPr>
          <p:spPr>
            <a:xfrm>
              <a:off x="33552" y="937601"/>
              <a:ext cx="106249" cy="1957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680" name="Colorbar gradient 504"/>
            <p:cNvSpPr/>
            <p:nvPr/>
          </p:nvSpPr>
          <p:spPr>
            <a:xfrm>
              <a:off x="33552" y="939465"/>
              <a:ext cx="106249" cy="1957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681" name="Colorbar gradient 505"/>
            <p:cNvSpPr/>
            <p:nvPr/>
          </p:nvSpPr>
          <p:spPr>
            <a:xfrm>
              <a:off x="33552" y="941329"/>
              <a:ext cx="106249" cy="1957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682" name="Colorbar gradient 506"/>
            <p:cNvSpPr/>
            <p:nvPr/>
          </p:nvSpPr>
          <p:spPr>
            <a:xfrm>
              <a:off x="33552" y="943193"/>
              <a:ext cx="106249" cy="1957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683" name="Colorbar gradient 507"/>
            <p:cNvSpPr/>
            <p:nvPr/>
          </p:nvSpPr>
          <p:spPr>
            <a:xfrm>
              <a:off x="33552" y="945057"/>
              <a:ext cx="106249" cy="1957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684" name="Colorbar gradient 508"/>
            <p:cNvSpPr/>
            <p:nvPr/>
          </p:nvSpPr>
          <p:spPr>
            <a:xfrm>
              <a:off x="33552" y="946921"/>
              <a:ext cx="106249" cy="1957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685" name="Colorbar gradient 509"/>
            <p:cNvSpPr/>
            <p:nvPr/>
          </p:nvSpPr>
          <p:spPr>
            <a:xfrm>
              <a:off x="33552" y="948785"/>
              <a:ext cx="106249" cy="1957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686" name="Colorbar gradient 510"/>
            <p:cNvSpPr/>
            <p:nvPr/>
          </p:nvSpPr>
          <p:spPr>
            <a:xfrm>
              <a:off x="33552" y="950649"/>
              <a:ext cx="106249" cy="1957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687" name="Colorbar gradient 511"/>
            <p:cNvSpPr/>
            <p:nvPr/>
          </p:nvSpPr>
          <p:spPr>
            <a:xfrm>
              <a:off x="33552" y="952513"/>
              <a:ext cx="106249" cy="1957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688" name="Colorbar gradient 512"/>
            <p:cNvSpPr/>
            <p:nvPr/>
          </p:nvSpPr>
          <p:spPr>
            <a:xfrm>
              <a:off x="33552" y="954377"/>
              <a:ext cx="106249" cy="1957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689" name="Colorbar gradient 513"/>
            <p:cNvSpPr/>
            <p:nvPr/>
          </p:nvSpPr>
          <p:spPr>
            <a:xfrm>
              <a:off x="33552" y="956241"/>
              <a:ext cx="106249" cy="1957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690" name="Colorbar gradient 514"/>
            <p:cNvSpPr/>
            <p:nvPr/>
          </p:nvSpPr>
          <p:spPr>
            <a:xfrm>
              <a:off x="33552" y="958105"/>
              <a:ext cx="106249" cy="1957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691" name="Colorbar gradient 515"/>
            <p:cNvSpPr/>
            <p:nvPr/>
          </p:nvSpPr>
          <p:spPr>
            <a:xfrm>
              <a:off x="33552" y="959969"/>
              <a:ext cx="106249" cy="1957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692" name="Colorbar gradient 516"/>
            <p:cNvSpPr/>
            <p:nvPr/>
          </p:nvSpPr>
          <p:spPr>
            <a:xfrm>
              <a:off x="33552" y="961833"/>
              <a:ext cx="106249" cy="1957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693" name="Colorbar gradient 517"/>
            <p:cNvSpPr/>
            <p:nvPr/>
          </p:nvSpPr>
          <p:spPr>
            <a:xfrm>
              <a:off x="33552" y="963697"/>
              <a:ext cx="106249" cy="1957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694" name="Colorbar gradient 518"/>
            <p:cNvSpPr/>
            <p:nvPr/>
          </p:nvSpPr>
          <p:spPr>
            <a:xfrm>
              <a:off x="33552" y="965561"/>
              <a:ext cx="106249" cy="1957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695" name="Colorbar gradient 519"/>
            <p:cNvSpPr/>
            <p:nvPr/>
          </p:nvSpPr>
          <p:spPr>
            <a:xfrm>
              <a:off x="33552" y="967425"/>
              <a:ext cx="106249" cy="1957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696" name="Colorbar gradient 520"/>
            <p:cNvSpPr/>
            <p:nvPr/>
          </p:nvSpPr>
          <p:spPr>
            <a:xfrm>
              <a:off x="33552" y="969289"/>
              <a:ext cx="106249" cy="1957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1697" name="Colorbar gradient 521"/>
            <p:cNvSpPr/>
            <p:nvPr/>
          </p:nvSpPr>
          <p:spPr>
            <a:xfrm>
              <a:off x="33552" y="971153"/>
              <a:ext cx="106249" cy="1957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698" name="Colorbar gradient 522"/>
            <p:cNvSpPr/>
            <p:nvPr/>
          </p:nvSpPr>
          <p:spPr>
            <a:xfrm>
              <a:off x="33552" y="973017"/>
              <a:ext cx="106249" cy="1957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699" name="Colorbar gradient 523"/>
            <p:cNvSpPr/>
            <p:nvPr/>
          </p:nvSpPr>
          <p:spPr>
            <a:xfrm>
              <a:off x="33552" y="974881"/>
              <a:ext cx="106249" cy="1957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700" name="Colorbar gradient 524"/>
            <p:cNvSpPr/>
            <p:nvPr/>
          </p:nvSpPr>
          <p:spPr>
            <a:xfrm>
              <a:off x="33552" y="976745"/>
              <a:ext cx="106249" cy="1957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701" name="Colorbar gradient 525"/>
            <p:cNvSpPr/>
            <p:nvPr/>
          </p:nvSpPr>
          <p:spPr>
            <a:xfrm>
              <a:off x="33552" y="978609"/>
              <a:ext cx="106249" cy="1957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702" name="Colorbar gradient 526"/>
            <p:cNvSpPr/>
            <p:nvPr/>
          </p:nvSpPr>
          <p:spPr>
            <a:xfrm>
              <a:off x="33552" y="980473"/>
              <a:ext cx="106249" cy="1957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703" name="Colorbar gradient 527"/>
            <p:cNvSpPr/>
            <p:nvPr/>
          </p:nvSpPr>
          <p:spPr>
            <a:xfrm>
              <a:off x="33552" y="982337"/>
              <a:ext cx="106249" cy="1957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1704" name="Colorbar gradient 528"/>
            <p:cNvSpPr/>
            <p:nvPr/>
          </p:nvSpPr>
          <p:spPr>
            <a:xfrm>
              <a:off x="33552" y="984201"/>
              <a:ext cx="106249" cy="1957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705" name="Colorbar gradient 529"/>
            <p:cNvSpPr/>
            <p:nvPr/>
          </p:nvSpPr>
          <p:spPr>
            <a:xfrm>
              <a:off x="33552" y="986065"/>
              <a:ext cx="106249" cy="1957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706" name="Colorbar gradient 530"/>
            <p:cNvSpPr/>
            <p:nvPr/>
          </p:nvSpPr>
          <p:spPr>
            <a:xfrm>
              <a:off x="33552" y="987929"/>
              <a:ext cx="106249" cy="1957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707" name="Colorbar gradient 531"/>
            <p:cNvSpPr/>
            <p:nvPr/>
          </p:nvSpPr>
          <p:spPr>
            <a:xfrm>
              <a:off x="33552" y="989793"/>
              <a:ext cx="106249" cy="1957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708" name="Colorbar gradient 532"/>
            <p:cNvSpPr/>
            <p:nvPr/>
          </p:nvSpPr>
          <p:spPr>
            <a:xfrm>
              <a:off x="33552" y="991657"/>
              <a:ext cx="106249" cy="1957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709" name="Colorbar gradient 533"/>
            <p:cNvSpPr/>
            <p:nvPr/>
          </p:nvSpPr>
          <p:spPr>
            <a:xfrm>
              <a:off x="33552" y="993521"/>
              <a:ext cx="106249" cy="1957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710" name="Colorbar gradient 534"/>
            <p:cNvSpPr/>
            <p:nvPr/>
          </p:nvSpPr>
          <p:spPr>
            <a:xfrm>
              <a:off x="33552" y="995385"/>
              <a:ext cx="106249" cy="1957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711" name="Colorbar gradient 535"/>
            <p:cNvSpPr/>
            <p:nvPr/>
          </p:nvSpPr>
          <p:spPr>
            <a:xfrm>
              <a:off x="33552" y="997249"/>
              <a:ext cx="106249" cy="1957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712" name="Colorbar gradient 536"/>
            <p:cNvSpPr/>
            <p:nvPr/>
          </p:nvSpPr>
          <p:spPr>
            <a:xfrm>
              <a:off x="33552" y="999113"/>
              <a:ext cx="106249" cy="1957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713" name="Colorbar gradient 537"/>
            <p:cNvSpPr/>
            <p:nvPr/>
          </p:nvSpPr>
          <p:spPr>
            <a:xfrm>
              <a:off x="33552" y="1000977"/>
              <a:ext cx="106249" cy="1957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714" name="Colorbar gradient 538"/>
            <p:cNvSpPr/>
            <p:nvPr/>
          </p:nvSpPr>
          <p:spPr>
            <a:xfrm>
              <a:off x="33552" y="1002841"/>
              <a:ext cx="106249" cy="1957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715" name="Colorbar gradient 539"/>
            <p:cNvSpPr/>
            <p:nvPr/>
          </p:nvSpPr>
          <p:spPr>
            <a:xfrm>
              <a:off x="33552" y="1004706"/>
              <a:ext cx="106249" cy="1957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716" name="Colorbar gradient 540"/>
            <p:cNvSpPr/>
            <p:nvPr/>
          </p:nvSpPr>
          <p:spPr>
            <a:xfrm>
              <a:off x="33552" y="1006570"/>
              <a:ext cx="106249" cy="1957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1717" name="Colorbar gradient 541"/>
            <p:cNvSpPr/>
            <p:nvPr/>
          </p:nvSpPr>
          <p:spPr>
            <a:xfrm>
              <a:off x="33552" y="1008434"/>
              <a:ext cx="106249" cy="1957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718" name="Colorbar gradient 542"/>
            <p:cNvSpPr/>
            <p:nvPr/>
          </p:nvSpPr>
          <p:spPr>
            <a:xfrm>
              <a:off x="33552" y="1010298"/>
              <a:ext cx="106249" cy="1957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1719" name="Colorbar gradient 543"/>
            <p:cNvSpPr/>
            <p:nvPr/>
          </p:nvSpPr>
          <p:spPr>
            <a:xfrm>
              <a:off x="33552" y="1012162"/>
              <a:ext cx="106249" cy="1957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720" name="Colorbar gradient 544"/>
            <p:cNvSpPr/>
            <p:nvPr/>
          </p:nvSpPr>
          <p:spPr>
            <a:xfrm>
              <a:off x="33552" y="1014026"/>
              <a:ext cx="106249" cy="1957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721" name="Colorbar gradient 545"/>
            <p:cNvSpPr/>
            <p:nvPr/>
          </p:nvSpPr>
          <p:spPr>
            <a:xfrm>
              <a:off x="33552" y="1015890"/>
              <a:ext cx="106249" cy="1957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1722" name="Colorbar gradient 546"/>
            <p:cNvSpPr/>
            <p:nvPr/>
          </p:nvSpPr>
          <p:spPr>
            <a:xfrm>
              <a:off x="33552" y="1017754"/>
              <a:ext cx="106249" cy="1957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1723" name="Colorbar gradient 547"/>
            <p:cNvSpPr/>
            <p:nvPr/>
          </p:nvSpPr>
          <p:spPr>
            <a:xfrm>
              <a:off x="33552" y="1019618"/>
              <a:ext cx="106249" cy="1957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724" name="Colorbar gradient 548"/>
            <p:cNvSpPr/>
            <p:nvPr/>
          </p:nvSpPr>
          <p:spPr>
            <a:xfrm>
              <a:off x="33552" y="1021482"/>
              <a:ext cx="106249" cy="1957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725" name="Colorbar gradient 549"/>
            <p:cNvSpPr/>
            <p:nvPr/>
          </p:nvSpPr>
          <p:spPr>
            <a:xfrm>
              <a:off x="33552" y="1023346"/>
              <a:ext cx="106249" cy="1957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726" name="Colorbar gradient 550"/>
            <p:cNvSpPr/>
            <p:nvPr/>
          </p:nvSpPr>
          <p:spPr>
            <a:xfrm>
              <a:off x="33552" y="1025210"/>
              <a:ext cx="106249" cy="1957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1727" name="Colorbar gradient 551"/>
            <p:cNvSpPr/>
            <p:nvPr/>
          </p:nvSpPr>
          <p:spPr>
            <a:xfrm>
              <a:off x="33552" y="1027074"/>
              <a:ext cx="106249" cy="1957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1728" name="Colorbar gradient 552"/>
            <p:cNvSpPr/>
            <p:nvPr/>
          </p:nvSpPr>
          <p:spPr>
            <a:xfrm>
              <a:off x="33552" y="1028938"/>
              <a:ext cx="106249" cy="1957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1729" name="Colorbar gradient 553"/>
            <p:cNvSpPr/>
            <p:nvPr/>
          </p:nvSpPr>
          <p:spPr>
            <a:xfrm>
              <a:off x="33552" y="1030802"/>
              <a:ext cx="106249" cy="1957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1730" name="Colorbar gradient 554"/>
            <p:cNvSpPr/>
            <p:nvPr/>
          </p:nvSpPr>
          <p:spPr>
            <a:xfrm>
              <a:off x="33552" y="1032666"/>
              <a:ext cx="106249" cy="1957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1731" name="Colorbar gradient 555"/>
            <p:cNvSpPr/>
            <p:nvPr/>
          </p:nvSpPr>
          <p:spPr>
            <a:xfrm>
              <a:off x="33552" y="1034530"/>
              <a:ext cx="106249" cy="1957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1732" name="Colorbar gradient 556"/>
            <p:cNvSpPr/>
            <p:nvPr/>
          </p:nvSpPr>
          <p:spPr>
            <a:xfrm>
              <a:off x="33552" y="1036394"/>
              <a:ext cx="106249" cy="1957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733" name="Colorbar gradient 557"/>
            <p:cNvSpPr/>
            <p:nvPr/>
          </p:nvSpPr>
          <p:spPr>
            <a:xfrm>
              <a:off x="33552" y="1038258"/>
              <a:ext cx="106249" cy="1957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734" name="Colorbar gradient 558"/>
            <p:cNvSpPr/>
            <p:nvPr/>
          </p:nvSpPr>
          <p:spPr>
            <a:xfrm>
              <a:off x="33552" y="1040122"/>
              <a:ext cx="106249" cy="1957"/>
            </a:xfrm>
            <a:prstGeom prst="rect">
              <a:avLst/>
            </a:prstGeom>
            <a:solidFill>
              <a:srgbClr val="7999B8"/>
            </a:solidFill>
            <a:ln>
              <a:noFill/>
            </a:ln>
          </p:spPr>
        </p:sp>
        <p:sp>
          <p:nvSpPr>
            <p:cNvPr id="1735" name="Colorbar gradient 559"/>
            <p:cNvSpPr/>
            <p:nvPr/>
          </p:nvSpPr>
          <p:spPr>
            <a:xfrm>
              <a:off x="33552" y="1041986"/>
              <a:ext cx="106249" cy="1957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1736" name="Colorbar gradient 560"/>
            <p:cNvSpPr/>
            <p:nvPr/>
          </p:nvSpPr>
          <p:spPr>
            <a:xfrm>
              <a:off x="33552" y="1043850"/>
              <a:ext cx="106249" cy="1957"/>
            </a:xfrm>
            <a:prstGeom prst="rect">
              <a:avLst/>
            </a:prstGeom>
            <a:solidFill>
              <a:srgbClr val="7797B8"/>
            </a:solidFill>
            <a:ln>
              <a:noFill/>
            </a:ln>
          </p:spPr>
        </p:sp>
        <p:sp>
          <p:nvSpPr>
            <p:cNvPr id="1737" name="Colorbar gradient 561"/>
            <p:cNvSpPr/>
            <p:nvPr/>
          </p:nvSpPr>
          <p:spPr>
            <a:xfrm>
              <a:off x="33552" y="1045714"/>
              <a:ext cx="106249" cy="1957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1738" name="Colorbar gradient 562"/>
            <p:cNvSpPr/>
            <p:nvPr/>
          </p:nvSpPr>
          <p:spPr>
            <a:xfrm>
              <a:off x="33552" y="1047578"/>
              <a:ext cx="106249" cy="1957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1739" name="Colorbar gradient 563"/>
            <p:cNvSpPr/>
            <p:nvPr/>
          </p:nvSpPr>
          <p:spPr>
            <a:xfrm>
              <a:off x="33552" y="1049442"/>
              <a:ext cx="106249" cy="1957"/>
            </a:xfrm>
            <a:prstGeom prst="rect">
              <a:avLst/>
            </a:prstGeom>
            <a:solidFill>
              <a:srgbClr val="7494B6"/>
            </a:solidFill>
            <a:ln>
              <a:noFill/>
            </a:ln>
          </p:spPr>
        </p:sp>
        <p:sp>
          <p:nvSpPr>
            <p:cNvPr id="1740" name="Colorbar gradient 564"/>
            <p:cNvSpPr/>
            <p:nvPr/>
          </p:nvSpPr>
          <p:spPr>
            <a:xfrm>
              <a:off x="33552" y="1051306"/>
              <a:ext cx="106249" cy="1957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1741" name="Colorbar gradient 565"/>
            <p:cNvSpPr/>
            <p:nvPr/>
          </p:nvSpPr>
          <p:spPr>
            <a:xfrm>
              <a:off x="33552" y="1053170"/>
              <a:ext cx="106249" cy="1957"/>
            </a:xfrm>
            <a:prstGeom prst="rect">
              <a:avLst/>
            </a:prstGeom>
            <a:solidFill>
              <a:srgbClr val="7193B5"/>
            </a:solidFill>
            <a:ln>
              <a:noFill/>
            </a:ln>
          </p:spPr>
        </p:sp>
        <p:sp>
          <p:nvSpPr>
            <p:cNvPr id="1742" name="Colorbar gradient 566"/>
            <p:cNvSpPr/>
            <p:nvPr/>
          </p:nvSpPr>
          <p:spPr>
            <a:xfrm>
              <a:off x="33552" y="1055034"/>
              <a:ext cx="106249" cy="1957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743" name="Colorbar gradient 567"/>
            <p:cNvSpPr/>
            <p:nvPr/>
          </p:nvSpPr>
          <p:spPr>
            <a:xfrm>
              <a:off x="33552" y="1056898"/>
              <a:ext cx="106249" cy="1957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1744" name="Colorbar gradient 568"/>
            <p:cNvSpPr/>
            <p:nvPr/>
          </p:nvSpPr>
          <p:spPr>
            <a:xfrm>
              <a:off x="33552" y="1058762"/>
              <a:ext cx="106249" cy="1957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745" name="Colorbar gradient 569"/>
            <p:cNvSpPr/>
            <p:nvPr/>
          </p:nvSpPr>
          <p:spPr>
            <a:xfrm>
              <a:off x="33552" y="1060626"/>
              <a:ext cx="106249" cy="1957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746" name="Colorbar gradient 570"/>
            <p:cNvSpPr/>
            <p:nvPr/>
          </p:nvSpPr>
          <p:spPr>
            <a:xfrm>
              <a:off x="33552" y="1062490"/>
              <a:ext cx="106249" cy="1957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747" name="Colorbar gradient 571"/>
            <p:cNvSpPr/>
            <p:nvPr/>
          </p:nvSpPr>
          <p:spPr>
            <a:xfrm>
              <a:off x="33552" y="1064354"/>
              <a:ext cx="106249" cy="1957"/>
            </a:xfrm>
            <a:prstGeom prst="rect">
              <a:avLst/>
            </a:prstGeom>
            <a:solidFill>
              <a:srgbClr val="6B8FB1"/>
            </a:solidFill>
            <a:ln>
              <a:noFill/>
            </a:ln>
          </p:spPr>
        </p:sp>
        <p:sp>
          <p:nvSpPr>
            <p:cNvPr id="1748" name="Colorbar gradient 572"/>
            <p:cNvSpPr/>
            <p:nvPr/>
          </p:nvSpPr>
          <p:spPr>
            <a:xfrm>
              <a:off x="33552" y="1066218"/>
              <a:ext cx="106249" cy="1957"/>
            </a:xfrm>
            <a:prstGeom prst="rect">
              <a:avLst/>
            </a:prstGeom>
            <a:solidFill>
              <a:srgbClr val="6B8FB0"/>
            </a:solidFill>
            <a:ln>
              <a:noFill/>
            </a:ln>
          </p:spPr>
        </p:sp>
        <p:sp>
          <p:nvSpPr>
            <p:cNvPr id="1749" name="Colorbar gradient 573"/>
            <p:cNvSpPr/>
            <p:nvPr/>
          </p:nvSpPr>
          <p:spPr>
            <a:xfrm>
              <a:off x="33552" y="1068082"/>
              <a:ext cx="106249" cy="1957"/>
            </a:xfrm>
            <a:prstGeom prst="rect">
              <a:avLst/>
            </a:prstGeom>
            <a:solidFill>
              <a:srgbClr val="6A8EB0"/>
            </a:solidFill>
            <a:ln>
              <a:noFill/>
            </a:ln>
          </p:spPr>
        </p:sp>
        <p:sp>
          <p:nvSpPr>
            <p:cNvPr id="1750" name="Colorbar gradient 574"/>
            <p:cNvSpPr/>
            <p:nvPr/>
          </p:nvSpPr>
          <p:spPr>
            <a:xfrm>
              <a:off x="33552" y="1069946"/>
              <a:ext cx="106249" cy="1957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1751" name="Colorbar gradient 575"/>
            <p:cNvSpPr/>
            <p:nvPr/>
          </p:nvSpPr>
          <p:spPr>
            <a:xfrm>
              <a:off x="33552" y="1071810"/>
              <a:ext cx="106249" cy="1957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1752" name="Colorbar gradient 576"/>
            <p:cNvSpPr/>
            <p:nvPr/>
          </p:nvSpPr>
          <p:spPr>
            <a:xfrm>
              <a:off x="33552" y="1073674"/>
              <a:ext cx="106249" cy="1957"/>
            </a:xfrm>
            <a:prstGeom prst="rect">
              <a:avLst/>
            </a:prstGeom>
            <a:solidFill>
              <a:srgbClr val="678AAE"/>
            </a:solidFill>
            <a:ln>
              <a:noFill/>
            </a:ln>
          </p:spPr>
        </p:sp>
        <p:sp>
          <p:nvSpPr>
            <p:cNvPr id="1753" name="Colorbar gradient 577"/>
            <p:cNvSpPr/>
            <p:nvPr/>
          </p:nvSpPr>
          <p:spPr>
            <a:xfrm>
              <a:off x="33552" y="1075538"/>
              <a:ext cx="106249" cy="1957"/>
            </a:xfrm>
            <a:prstGeom prst="rect">
              <a:avLst/>
            </a:prstGeom>
            <a:solidFill>
              <a:srgbClr val="6689AE"/>
            </a:solidFill>
            <a:ln>
              <a:noFill/>
            </a:ln>
          </p:spPr>
        </p:sp>
        <p:sp>
          <p:nvSpPr>
            <p:cNvPr id="1754" name="Colorbar gradient 578"/>
            <p:cNvSpPr/>
            <p:nvPr/>
          </p:nvSpPr>
          <p:spPr>
            <a:xfrm>
              <a:off x="33552" y="1077402"/>
              <a:ext cx="106249" cy="1957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1755" name="Colorbar gradient 579"/>
            <p:cNvSpPr/>
            <p:nvPr/>
          </p:nvSpPr>
          <p:spPr>
            <a:xfrm>
              <a:off x="33552" y="1079266"/>
              <a:ext cx="106249" cy="1957"/>
            </a:xfrm>
            <a:prstGeom prst="rect">
              <a:avLst/>
            </a:prstGeom>
            <a:solidFill>
              <a:srgbClr val="6388AD"/>
            </a:solidFill>
            <a:ln>
              <a:noFill/>
            </a:ln>
          </p:spPr>
        </p:sp>
        <p:sp>
          <p:nvSpPr>
            <p:cNvPr id="1756" name="Colorbar gradient 580"/>
            <p:cNvSpPr/>
            <p:nvPr/>
          </p:nvSpPr>
          <p:spPr>
            <a:xfrm>
              <a:off x="33552" y="1081130"/>
              <a:ext cx="106249" cy="1957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1757" name="Colorbar gradient 581"/>
            <p:cNvSpPr/>
            <p:nvPr/>
          </p:nvSpPr>
          <p:spPr>
            <a:xfrm>
              <a:off x="33552" y="1082994"/>
              <a:ext cx="106249" cy="1957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1758" name="Colorbar gradient 582"/>
            <p:cNvSpPr/>
            <p:nvPr/>
          </p:nvSpPr>
          <p:spPr>
            <a:xfrm>
              <a:off x="33552" y="1084858"/>
              <a:ext cx="106249" cy="1957"/>
            </a:xfrm>
            <a:prstGeom prst="rect">
              <a:avLst/>
            </a:prstGeom>
            <a:solidFill>
              <a:srgbClr val="5F85AC"/>
            </a:solidFill>
            <a:ln>
              <a:noFill/>
            </a:ln>
          </p:spPr>
        </p:sp>
        <p:sp>
          <p:nvSpPr>
            <p:cNvPr id="1759" name="Colorbar gradient 583"/>
            <p:cNvSpPr/>
            <p:nvPr/>
          </p:nvSpPr>
          <p:spPr>
            <a:xfrm>
              <a:off x="33552" y="1086722"/>
              <a:ext cx="106249" cy="1957"/>
            </a:xfrm>
            <a:prstGeom prst="rect">
              <a:avLst/>
            </a:prstGeom>
            <a:solidFill>
              <a:srgbClr val="5F85AB"/>
            </a:solidFill>
            <a:ln>
              <a:noFill/>
            </a:ln>
          </p:spPr>
        </p:sp>
        <p:sp>
          <p:nvSpPr>
            <p:cNvPr id="1760" name="Colorbar gradient 584"/>
            <p:cNvSpPr/>
            <p:nvPr/>
          </p:nvSpPr>
          <p:spPr>
            <a:xfrm>
              <a:off x="33552" y="1088586"/>
              <a:ext cx="106249" cy="1957"/>
            </a:xfrm>
            <a:prstGeom prst="rect">
              <a:avLst/>
            </a:prstGeom>
            <a:solidFill>
              <a:srgbClr val="5E85AB"/>
            </a:solidFill>
            <a:ln>
              <a:noFill/>
            </a:ln>
          </p:spPr>
        </p:sp>
        <p:sp>
          <p:nvSpPr>
            <p:cNvPr id="1761" name="Colorbar gradient 585"/>
            <p:cNvSpPr/>
            <p:nvPr/>
          </p:nvSpPr>
          <p:spPr>
            <a:xfrm>
              <a:off x="33552" y="1090450"/>
              <a:ext cx="106249" cy="1957"/>
            </a:xfrm>
            <a:prstGeom prst="rect">
              <a:avLst/>
            </a:prstGeom>
            <a:solidFill>
              <a:srgbClr val="5D84AA"/>
            </a:solidFill>
            <a:ln>
              <a:noFill/>
            </a:ln>
          </p:spPr>
        </p:sp>
        <p:sp>
          <p:nvSpPr>
            <p:cNvPr id="1762" name="Colorbar gradient 586"/>
            <p:cNvSpPr/>
            <p:nvPr/>
          </p:nvSpPr>
          <p:spPr>
            <a:xfrm>
              <a:off x="33552" y="1092314"/>
              <a:ext cx="106249" cy="1957"/>
            </a:xfrm>
            <a:prstGeom prst="rect">
              <a:avLst/>
            </a:prstGeom>
            <a:solidFill>
              <a:srgbClr val="5C83A9"/>
            </a:solidFill>
            <a:ln>
              <a:noFill/>
            </a:ln>
          </p:spPr>
        </p:sp>
        <p:sp>
          <p:nvSpPr>
            <p:cNvPr id="1763" name="Colorbar gradient 587"/>
            <p:cNvSpPr/>
            <p:nvPr/>
          </p:nvSpPr>
          <p:spPr>
            <a:xfrm>
              <a:off x="33552" y="1094178"/>
              <a:ext cx="106249" cy="1957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1764" name="Colorbar gradient 588"/>
            <p:cNvSpPr/>
            <p:nvPr/>
          </p:nvSpPr>
          <p:spPr>
            <a:xfrm>
              <a:off x="33552" y="1096042"/>
              <a:ext cx="106249" cy="1957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1765" name="Colorbar gradient 589"/>
            <p:cNvSpPr/>
            <p:nvPr/>
          </p:nvSpPr>
          <p:spPr>
            <a:xfrm>
              <a:off x="33552" y="1097906"/>
              <a:ext cx="106249" cy="1957"/>
            </a:xfrm>
            <a:prstGeom prst="rect">
              <a:avLst/>
            </a:prstGeom>
            <a:solidFill>
              <a:srgbClr val="5881A8"/>
            </a:solidFill>
            <a:ln>
              <a:noFill/>
            </a:ln>
          </p:spPr>
        </p:sp>
        <p:sp>
          <p:nvSpPr>
            <p:cNvPr id="1766" name="Colorbar gradient 590"/>
            <p:cNvSpPr/>
            <p:nvPr/>
          </p:nvSpPr>
          <p:spPr>
            <a:xfrm>
              <a:off x="33552" y="1099770"/>
              <a:ext cx="106249" cy="1957"/>
            </a:xfrm>
            <a:prstGeom prst="rect">
              <a:avLst/>
            </a:prstGeom>
            <a:solidFill>
              <a:srgbClr val="5780A9"/>
            </a:solidFill>
            <a:ln>
              <a:noFill/>
            </a:ln>
          </p:spPr>
        </p:sp>
        <p:sp>
          <p:nvSpPr>
            <p:cNvPr id="1767" name="Colorbar gradient 591"/>
            <p:cNvSpPr/>
            <p:nvPr/>
          </p:nvSpPr>
          <p:spPr>
            <a:xfrm>
              <a:off x="33552" y="1101634"/>
              <a:ext cx="106249" cy="1957"/>
            </a:xfrm>
            <a:prstGeom prst="rect">
              <a:avLst/>
            </a:prstGeom>
            <a:solidFill>
              <a:srgbClr val="557EA6"/>
            </a:solidFill>
            <a:ln>
              <a:noFill/>
            </a:ln>
          </p:spPr>
        </p:sp>
        <p:sp>
          <p:nvSpPr>
            <p:cNvPr id="1768" name="Colorbar gradient 592"/>
            <p:cNvSpPr/>
            <p:nvPr/>
          </p:nvSpPr>
          <p:spPr>
            <a:xfrm>
              <a:off x="33552" y="1103498"/>
              <a:ext cx="106249" cy="1957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1769" name="Colorbar gradient 593"/>
            <p:cNvSpPr/>
            <p:nvPr/>
          </p:nvSpPr>
          <p:spPr>
            <a:xfrm>
              <a:off x="33552" y="1105362"/>
              <a:ext cx="106249" cy="1957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1770" name="Colorbar gradient 594"/>
            <p:cNvSpPr/>
            <p:nvPr/>
          </p:nvSpPr>
          <p:spPr>
            <a:xfrm>
              <a:off x="33552" y="1107226"/>
              <a:ext cx="106249" cy="1957"/>
            </a:xfrm>
            <a:prstGeom prst="rect">
              <a:avLst/>
            </a:prstGeom>
            <a:solidFill>
              <a:srgbClr val="537CA4"/>
            </a:solidFill>
            <a:ln>
              <a:noFill/>
            </a:ln>
          </p:spPr>
        </p:sp>
        <p:sp>
          <p:nvSpPr>
            <p:cNvPr id="1771" name="Colorbar gradient 595"/>
            <p:cNvSpPr/>
            <p:nvPr/>
          </p:nvSpPr>
          <p:spPr>
            <a:xfrm>
              <a:off x="33552" y="1109090"/>
              <a:ext cx="106249" cy="1957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1772" name="Colorbar gradient 596"/>
            <p:cNvSpPr/>
            <p:nvPr/>
          </p:nvSpPr>
          <p:spPr>
            <a:xfrm>
              <a:off x="33552" y="1110955"/>
              <a:ext cx="106249" cy="1957"/>
            </a:xfrm>
            <a:prstGeom prst="rect">
              <a:avLst/>
            </a:prstGeom>
            <a:solidFill>
              <a:srgbClr val="537AA4"/>
            </a:solidFill>
            <a:ln>
              <a:noFill/>
            </a:ln>
          </p:spPr>
        </p:sp>
        <p:sp>
          <p:nvSpPr>
            <p:cNvPr id="1773" name="Colorbar gradient 597"/>
            <p:cNvSpPr/>
            <p:nvPr/>
          </p:nvSpPr>
          <p:spPr>
            <a:xfrm>
              <a:off x="33552" y="1112819"/>
              <a:ext cx="106249" cy="1957"/>
            </a:xfrm>
            <a:prstGeom prst="rect">
              <a:avLst/>
            </a:prstGeom>
            <a:solidFill>
              <a:srgbClr val="5079A3"/>
            </a:solidFill>
            <a:ln>
              <a:noFill/>
            </a:ln>
          </p:spPr>
        </p:sp>
        <p:sp>
          <p:nvSpPr>
            <p:cNvPr id="1774" name="Colorbar gradient 598"/>
            <p:cNvSpPr/>
            <p:nvPr/>
          </p:nvSpPr>
          <p:spPr>
            <a:xfrm>
              <a:off x="33552" y="1114683"/>
              <a:ext cx="106249" cy="1957"/>
            </a:xfrm>
            <a:prstGeom prst="rect">
              <a:avLst/>
            </a:prstGeom>
            <a:solidFill>
              <a:srgbClr val="4F79A1"/>
            </a:solidFill>
            <a:ln>
              <a:noFill/>
            </a:ln>
          </p:spPr>
        </p:sp>
        <p:sp>
          <p:nvSpPr>
            <p:cNvPr id="1775" name="Colorbar gradient 599"/>
            <p:cNvSpPr/>
            <p:nvPr/>
          </p:nvSpPr>
          <p:spPr>
            <a:xfrm>
              <a:off x="33552" y="1116547"/>
              <a:ext cx="106249" cy="1957"/>
            </a:xfrm>
            <a:prstGeom prst="rect">
              <a:avLst/>
            </a:prstGeom>
            <a:solidFill>
              <a:srgbClr val="4D79A1"/>
            </a:solidFill>
            <a:ln>
              <a:noFill/>
            </a:ln>
          </p:spPr>
        </p:sp>
        <p:sp>
          <p:nvSpPr>
            <p:cNvPr id="1776" name="Colorbar gradient 600"/>
            <p:cNvSpPr/>
            <p:nvPr/>
          </p:nvSpPr>
          <p:spPr>
            <a:xfrm>
              <a:off x="33552" y="1118411"/>
              <a:ext cx="106249" cy="1957"/>
            </a:xfrm>
            <a:prstGeom prst="rect">
              <a:avLst/>
            </a:prstGeom>
            <a:solidFill>
              <a:srgbClr val="4C78A0"/>
            </a:solidFill>
            <a:ln>
              <a:noFill/>
            </a:ln>
          </p:spPr>
        </p:sp>
        <p:sp>
          <p:nvSpPr>
            <p:cNvPr id="1777" name="Colorbar gradient 601"/>
            <p:cNvSpPr/>
            <p:nvPr/>
          </p:nvSpPr>
          <p:spPr>
            <a:xfrm>
              <a:off x="33552" y="1120275"/>
              <a:ext cx="106249" cy="1957"/>
            </a:xfrm>
            <a:prstGeom prst="rect">
              <a:avLst/>
            </a:prstGeom>
            <a:solidFill>
              <a:srgbClr val="4B77A1"/>
            </a:solidFill>
            <a:ln>
              <a:noFill/>
            </a:ln>
          </p:spPr>
        </p:sp>
        <p:sp>
          <p:nvSpPr>
            <p:cNvPr id="1778" name="Colorbar gradient 602"/>
            <p:cNvSpPr/>
            <p:nvPr/>
          </p:nvSpPr>
          <p:spPr>
            <a:xfrm>
              <a:off x="33552" y="1122139"/>
              <a:ext cx="106249" cy="1957"/>
            </a:xfrm>
            <a:prstGeom prst="rect">
              <a:avLst/>
            </a:prstGeom>
            <a:solidFill>
              <a:srgbClr val="4A76A0"/>
            </a:solidFill>
            <a:ln>
              <a:noFill/>
            </a:ln>
          </p:spPr>
        </p:sp>
        <p:sp>
          <p:nvSpPr>
            <p:cNvPr id="1779" name="Colorbar gradient 603"/>
            <p:cNvSpPr/>
            <p:nvPr/>
          </p:nvSpPr>
          <p:spPr>
            <a:xfrm>
              <a:off x="33552" y="1124003"/>
              <a:ext cx="106249" cy="1957"/>
            </a:xfrm>
            <a:prstGeom prst="rect">
              <a:avLst/>
            </a:prstGeom>
            <a:solidFill>
              <a:srgbClr val="49759F"/>
            </a:solidFill>
            <a:ln>
              <a:noFill/>
            </a:ln>
          </p:spPr>
        </p:sp>
        <p:sp>
          <p:nvSpPr>
            <p:cNvPr id="1780" name="Colorbar gradient 604"/>
            <p:cNvSpPr/>
            <p:nvPr/>
          </p:nvSpPr>
          <p:spPr>
            <a:xfrm>
              <a:off x="33552" y="1125867"/>
              <a:ext cx="106249" cy="1957"/>
            </a:xfrm>
            <a:prstGeom prst="rect">
              <a:avLst/>
            </a:prstGeom>
            <a:solidFill>
              <a:srgbClr val="48759F"/>
            </a:solidFill>
            <a:ln>
              <a:noFill/>
            </a:ln>
          </p:spPr>
        </p:sp>
        <p:sp>
          <p:nvSpPr>
            <p:cNvPr id="1781" name="Colorbar gradient 605"/>
            <p:cNvSpPr/>
            <p:nvPr/>
          </p:nvSpPr>
          <p:spPr>
            <a:xfrm>
              <a:off x="33552" y="1127731"/>
              <a:ext cx="106249" cy="1957"/>
            </a:xfrm>
            <a:prstGeom prst="rect">
              <a:avLst/>
            </a:prstGeom>
            <a:solidFill>
              <a:srgbClr val="47749F"/>
            </a:solidFill>
            <a:ln>
              <a:noFill/>
            </a:ln>
          </p:spPr>
        </p:sp>
        <p:sp>
          <p:nvSpPr>
            <p:cNvPr id="1782" name="Colorbar gradient 606"/>
            <p:cNvSpPr/>
            <p:nvPr/>
          </p:nvSpPr>
          <p:spPr>
            <a:xfrm>
              <a:off x="33552" y="1129595"/>
              <a:ext cx="106249" cy="1957"/>
            </a:xfrm>
            <a:prstGeom prst="rect">
              <a:avLst/>
            </a:prstGeom>
            <a:solidFill>
              <a:srgbClr val="46739F"/>
            </a:solidFill>
            <a:ln>
              <a:noFill/>
            </a:ln>
          </p:spPr>
        </p:sp>
        <p:sp>
          <p:nvSpPr>
            <p:cNvPr id="1783" name="Colorbar gradient 607"/>
            <p:cNvSpPr/>
            <p:nvPr/>
          </p:nvSpPr>
          <p:spPr>
            <a:xfrm>
              <a:off x="33552" y="1131459"/>
              <a:ext cx="106249" cy="1957"/>
            </a:xfrm>
            <a:prstGeom prst="rect">
              <a:avLst/>
            </a:prstGeom>
            <a:solidFill>
              <a:srgbClr val="46739E"/>
            </a:solidFill>
            <a:ln>
              <a:noFill/>
            </a:ln>
          </p:spPr>
        </p:sp>
        <p:sp>
          <p:nvSpPr>
            <p:cNvPr id="1784" name="Colorbar gradient 608"/>
            <p:cNvSpPr/>
            <p:nvPr/>
          </p:nvSpPr>
          <p:spPr>
            <a:xfrm>
              <a:off x="33552" y="1133323"/>
              <a:ext cx="106249" cy="1957"/>
            </a:xfrm>
            <a:prstGeom prst="rect">
              <a:avLst/>
            </a:prstGeom>
            <a:solidFill>
              <a:srgbClr val="44709D"/>
            </a:solidFill>
            <a:ln>
              <a:noFill/>
            </a:ln>
          </p:spPr>
        </p:sp>
        <p:sp>
          <p:nvSpPr>
            <p:cNvPr id="1785" name="Colorbar gradient 609"/>
            <p:cNvSpPr/>
            <p:nvPr/>
          </p:nvSpPr>
          <p:spPr>
            <a:xfrm>
              <a:off x="33552" y="1135187"/>
              <a:ext cx="106249" cy="1957"/>
            </a:xfrm>
            <a:prstGeom prst="rect">
              <a:avLst/>
            </a:prstGeom>
            <a:solidFill>
              <a:srgbClr val="43709D"/>
            </a:solidFill>
            <a:ln>
              <a:noFill/>
            </a:ln>
          </p:spPr>
        </p:sp>
        <p:sp>
          <p:nvSpPr>
            <p:cNvPr id="1786" name="Colorbar gradient 610"/>
            <p:cNvSpPr/>
            <p:nvPr/>
          </p:nvSpPr>
          <p:spPr>
            <a:xfrm>
              <a:off x="33552" y="1137051"/>
              <a:ext cx="106249" cy="1957"/>
            </a:xfrm>
            <a:prstGeom prst="rect">
              <a:avLst/>
            </a:prstGeom>
            <a:solidFill>
              <a:srgbClr val="436F9C"/>
            </a:solidFill>
            <a:ln>
              <a:noFill/>
            </a:ln>
          </p:spPr>
        </p:sp>
        <p:sp>
          <p:nvSpPr>
            <p:cNvPr id="1787" name="Colorbar gradient 611"/>
            <p:cNvSpPr/>
            <p:nvPr/>
          </p:nvSpPr>
          <p:spPr>
            <a:xfrm>
              <a:off x="33552" y="1138915"/>
              <a:ext cx="106249" cy="1957"/>
            </a:xfrm>
            <a:prstGeom prst="rect">
              <a:avLst/>
            </a:prstGeom>
            <a:solidFill>
              <a:srgbClr val="426E9C"/>
            </a:solidFill>
            <a:ln>
              <a:noFill/>
            </a:ln>
          </p:spPr>
        </p:sp>
        <p:sp>
          <p:nvSpPr>
            <p:cNvPr id="1788" name="Colorbar gradient 612"/>
            <p:cNvSpPr/>
            <p:nvPr/>
          </p:nvSpPr>
          <p:spPr>
            <a:xfrm>
              <a:off x="33552" y="1140779"/>
              <a:ext cx="106249" cy="1957"/>
            </a:xfrm>
            <a:prstGeom prst="rect">
              <a:avLst/>
            </a:prstGeom>
            <a:solidFill>
              <a:srgbClr val="416E9B"/>
            </a:solidFill>
            <a:ln>
              <a:noFill/>
            </a:ln>
          </p:spPr>
        </p:sp>
        <p:sp>
          <p:nvSpPr>
            <p:cNvPr id="1789" name="Colorbar gradient 613"/>
            <p:cNvSpPr/>
            <p:nvPr/>
          </p:nvSpPr>
          <p:spPr>
            <a:xfrm>
              <a:off x="33552" y="1142643"/>
              <a:ext cx="106249" cy="1957"/>
            </a:xfrm>
            <a:prstGeom prst="rect">
              <a:avLst/>
            </a:prstGeom>
            <a:solidFill>
              <a:srgbClr val="406D9B"/>
            </a:solidFill>
            <a:ln>
              <a:noFill/>
            </a:ln>
          </p:spPr>
        </p:sp>
        <p:sp>
          <p:nvSpPr>
            <p:cNvPr id="1790" name="Colorbar gradient 614"/>
            <p:cNvSpPr/>
            <p:nvPr/>
          </p:nvSpPr>
          <p:spPr>
            <a:xfrm>
              <a:off x="33552" y="1144507"/>
              <a:ext cx="106249" cy="1957"/>
            </a:xfrm>
            <a:prstGeom prst="rect">
              <a:avLst/>
            </a:prstGeom>
            <a:solidFill>
              <a:srgbClr val="3D6C9A"/>
            </a:solidFill>
            <a:ln>
              <a:noFill/>
            </a:ln>
          </p:spPr>
        </p:sp>
        <p:sp>
          <p:nvSpPr>
            <p:cNvPr id="1791" name="Colorbar gradient 615"/>
            <p:cNvSpPr/>
            <p:nvPr/>
          </p:nvSpPr>
          <p:spPr>
            <a:xfrm>
              <a:off x="33552" y="1146371"/>
              <a:ext cx="106249" cy="1957"/>
            </a:xfrm>
            <a:prstGeom prst="rect">
              <a:avLst/>
            </a:prstGeom>
            <a:solidFill>
              <a:srgbClr val="3C6C9A"/>
            </a:solidFill>
            <a:ln>
              <a:noFill/>
            </a:ln>
          </p:spPr>
        </p:sp>
        <p:sp>
          <p:nvSpPr>
            <p:cNvPr id="1792" name="Colorbar gradient 616"/>
            <p:cNvSpPr/>
            <p:nvPr/>
          </p:nvSpPr>
          <p:spPr>
            <a:xfrm>
              <a:off x="33552" y="1148235"/>
              <a:ext cx="106249" cy="1957"/>
            </a:xfrm>
            <a:prstGeom prst="rect">
              <a:avLst/>
            </a:prstGeom>
            <a:solidFill>
              <a:srgbClr val="3B6B99"/>
            </a:solidFill>
            <a:ln>
              <a:noFill/>
            </a:ln>
          </p:spPr>
        </p:sp>
        <p:sp>
          <p:nvSpPr>
            <p:cNvPr id="1793" name="Colorbar gradient 617"/>
            <p:cNvSpPr/>
            <p:nvPr/>
          </p:nvSpPr>
          <p:spPr>
            <a:xfrm>
              <a:off x="33552" y="1150099"/>
              <a:ext cx="106249" cy="1957"/>
            </a:xfrm>
            <a:prstGeom prst="rect">
              <a:avLst/>
            </a:prstGeom>
            <a:solidFill>
              <a:srgbClr val="3A6A99"/>
            </a:solidFill>
            <a:ln>
              <a:noFill/>
            </a:ln>
          </p:spPr>
        </p:sp>
        <p:sp>
          <p:nvSpPr>
            <p:cNvPr id="1794" name="Colorbar gradient 618"/>
            <p:cNvSpPr/>
            <p:nvPr/>
          </p:nvSpPr>
          <p:spPr>
            <a:xfrm>
              <a:off x="33552" y="1151963"/>
              <a:ext cx="106249" cy="1957"/>
            </a:xfrm>
            <a:prstGeom prst="rect">
              <a:avLst/>
            </a:prstGeom>
            <a:solidFill>
              <a:srgbClr val="3A6A97"/>
            </a:solidFill>
            <a:ln>
              <a:noFill/>
            </a:ln>
          </p:spPr>
        </p:sp>
        <p:sp>
          <p:nvSpPr>
            <p:cNvPr id="1795" name="Colorbar gradient 619"/>
            <p:cNvSpPr/>
            <p:nvPr/>
          </p:nvSpPr>
          <p:spPr>
            <a:xfrm>
              <a:off x="33552" y="1153827"/>
              <a:ext cx="106249" cy="1957"/>
            </a:xfrm>
            <a:prstGeom prst="rect">
              <a:avLst/>
            </a:prstGeom>
            <a:solidFill>
              <a:srgbClr val="396997"/>
            </a:solidFill>
            <a:ln>
              <a:noFill/>
            </a:ln>
          </p:spPr>
        </p:sp>
        <p:sp>
          <p:nvSpPr>
            <p:cNvPr id="1796" name="Colorbar gradient 620"/>
            <p:cNvSpPr/>
            <p:nvPr/>
          </p:nvSpPr>
          <p:spPr>
            <a:xfrm>
              <a:off x="33552" y="1155691"/>
              <a:ext cx="106249" cy="1957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1797" name="Colorbar gradient 621"/>
            <p:cNvSpPr/>
            <p:nvPr/>
          </p:nvSpPr>
          <p:spPr>
            <a:xfrm>
              <a:off x="33552" y="1157555"/>
              <a:ext cx="106249" cy="1957"/>
            </a:xfrm>
            <a:prstGeom prst="rect">
              <a:avLst/>
            </a:prstGeom>
            <a:solidFill>
              <a:srgbClr val="376795"/>
            </a:solidFill>
            <a:ln>
              <a:noFill/>
            </a:ln>
          </p:spPr>
        </p:sp>
        <p:sp>
          <p:nvSpPr>
            <p:cNvPr id="1798" name="Colorbar gradient 622"/>
            <p:cNvSpPr/>
            <p:nvPr/>
          </p:nvSpPr>
          <p:spPr>
            <a:xfrm>
              <a:off x="33552" y="1159419"/>
              <a:ext cx="106249" cy="1957"/>
            </a:xfrm>
            <a:prstGeom prst="rect">
              <a:avLst/>
            </a:prstGeom>
            <a:solidFill>
              <a:srgbClr val="366695"/>
            </a:solidFill>
            <a:ln>
              <a:noFill/>
            </a:ln>
          </p:spPr>
        </p:sp>
        <p:sp>
          <p:nvSpPr>
            <p:cNvPr id="1799" name="Colorbar gradient 623"/>
            <p:cNvSpPr/>
            <p:nvPr/>
          </p:nvSpPr>
          <p:spPr>
            <a:xfrm>
              <a:off x="33552" y="1161283"/>
              <a:ext cx="106249" cy="1957"/>
            </a:xfrm>
            <a:prstGeom prst="rect">
              <a:avLst/>
            </a:prstGeom>
            <a:solidFill>
              <a:srgbClr val="346694"/>
            </a:solidFill>
            <a:ln>
              <a:noFill/>
            </a:ln>
          </p:spPr>
        </p:sp>
        <p:sp>
          <p:nvSpPr>
            <p:cNvPr id="1800" name="Colorbar gradient 624"/>
            <p:cNvSpPr/>
            <p:nvPr/>
          </p:nvSpPr>
          <p:spPr>
            <a:xfrm>
              <a:off x="33552" y="1163147"/>
              <a:ext cx="106249" cy="1957"/>
            </a:xfrm>
            <a:prstGeom prst="rect">
              <a:avLst/>
            </a:prstGeom>
            <a:solidFill>
              <a:srgbClr val="346494"/>
            </a:solidFill>
            <a:ln>
              <a:noFill/>
            </a:ln>
          </p:spPr>
        </p:sp>
        <p:sp>
          <p:nvSpPr>
            <p:cNvPr id="1801" name="Colorbar gradient 625"/>
            <p:cNvSpPr/>
            <p:nvPr/>
          </p:nvSpPr>
          <p:spPr>
            <a:xfrm>
              <a:off x="33552" y="1165011"/>
              <a:ext cx="106249" cy="1957"/>
            </a:xfrm>
            <a:prstGeom prst="rect">
              <a:avLst/>
            </a:prstGeom>
            <a:solidFill>
              <a:srgbClr val="316393"/>
            </a:solidFill>
            <a:ln>
              <a:noFill/>
            </a:ln>
          </p:spPr>
        </p:sp>
        <p:sp>
          <p:nvSpPr>
            <p:cNvPr id="1802" name="Colorbar gradient 626"/>
            <p:cNvSpPr/>
            <p:nvPr/>
          </p:nvSpPr>
          <p:spPr>
            <a:xfrm>
              <a:off x="33552" y="1166875"/>
              <a:ext cx="106249" cy="1957"/>
            </a:xfrm>
            <a:prstGeom prst="rect">
              <a:avLst/>
            </a:prstGeom>
            <a:solidFill>
              <a:srgbClr val="326292"/>
            </a:solidFill>
            <a:ln>
              <a:noFill/>
            </a:ln>
          </p:spPr>
        </p:sp>
        <p:sp>
          <p:nvSpPr>
            <p:cNvPr id="1803" name="Colorbar gradient 627"/>
            <p:cNvSpPr/>
            <p:nvPr/>
          </p:nvSpPr>
          <p:spPr>
            <a:xfrm>
              <a:off x="33552" y="1168739"/>
              <a:ext cx="106249" cy="1957"/>
            </a:xfrm>
            <a:prstGeom prst="rect">
              <a:avLst/>
            </a:prstGeom>
            <a:solidFill>
              <a:srgbClr val="316192"/>
            </a:solidFill>
            <a:ln>
              <a:noFill/>
            </a:ln>
          </p:spPr>
        </p:sp>
        <p:sp>
          <p:nvSpPr>
            <p:cNvPr id="1804" name="Colorbar gradient 628"/>
            <p:cNvSpPr/>
            <p:nvPr/>
          </p:nvSpPr>
          <p:spPr>
            <a:xfrm>
              <a:off x="33552" y="1170603"/>
              <a:ext cx="106249" cy="1957"/>
            </a:xfrm>
            <a:prstGeom prst="rect">
              <a:avLst/>
            </a:prstGeom>
            <a:solidFill>
              <a:srgbClr val="2F6192"/>
            </a:solidFill>
            <a:ln>
              <a:noFill/>
            </a:ln>
          </p:spPr>
        </p:sp>
        <p:sp>
          <p:nvSpPr>
            <p:cNvPr id="1805" name="Colorbar gradient 629"/>
            <p:cNvSpPr/>
            <p:nvPr/>
          </p:nvSpPr>
          <p:spPr>
            <a:xfrm>
              <a:off x="33552" y="1172467"/>
              <a:ext cx="106249" cy="1957"/>
            </a:xfrm>
            <a:prstGeom prst="rect">
              <a:avLst/>
            </a:prstGeom>
            <a:solidFill>
              <a:srgbClr val="2E6092"/>
            </a:solidFill>
            <a:ln>
              <a:noFill/>
            </a:ln>
          </p:spPr>
        </p:sp>
        <p:sp>
          <p:nvSpPr>
            <p:cNvPr id="1806" name="Colorbar gradient 630"/>
            <p:cNvSpPr/>
            <p:nvPr/>
          </p:nvSpPr>
          <p:spPr>
            <a:xfrm>
              <a:off x="33552" y="1174331"/>
              <a:ext cx="106249" cy="1957"/>
            </a:xfrm>
            <a:prstGeom prst="rect">
              <a:avLst/>
            </a:prstGeom>
            <a:solidFill>
              <a:srgbClr val="2D5F92"/>
            </a:solidFill>
            <a:ln>
              <a:noFill/>
            </a:ln>
          </p:spPr>
        </p:sp>
        <p:sp>
          <p:nvSpPr>
            <p:cNvPr id="1807" name="Colorbar gradient 631"/>
            <p:cNvSpPr/>
            <p:nvPr/>
          </p:nvSpPr>
          <p:spPr>
            <a:xfrm>
              <a:off x="33552" y="1176195"/>
              <a:ext cx="106249" cy="1957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1808" name="Colorbar gradient 632"/>
            <p:cNvSpPr/>
            <p:nvPr/>
          </p:nvSpPr>
          <p:spPr>
            <a:xfrm>
              <a:off x="33552" y="1178059"/>
              <a:ext cx="106249" cy="1957"/>
            </a:xfrm>
            <a:prstGeom prst="rect">
              <a:avLst/>
            </a:prstGeom>
            <a:solidFill>
              <a:srgbClr val="2B5E90"/>
            </a:solidFill>
            <a:ln>
              <a:noFill/>
            </a:ln>
          </p:spPr>
        </p:sp>
        <p:sp>
          <p:nvSpPr>
            <p:cNvPr id="1809" name="Colorbar gradient 633"/>
            <p:cNvSpPr/>
            <p:nvPr/>
          </p:nvSpPr>
          <p:spPr>
            <a:xfrm>
              <a:off x="33552" y="1179923"/>
              <a:ext cx="106249" cy="1957"/>
            </a:xfrm>
            <a:prstGeom prst="rect">
              <a:avLst/>
            </a:prstGeom>
            <a:solidFill>
              <a:srgbClr val="2B5E90"/>
            </a:solidFill>
            <a:ln>
              <a:noFill/>
            </a:ln>
          </p:spPr>
        </p:sp>
        <p:sp>
          <p:nvSpPr>
            <p:cNvPr id="1810" name="Colorbar gradient 634"/>
            <p:cNvSpPr/>
            <p:nvPr/>
          </p:nvSpPr>
          <p:spPr>
            <a:xfrm>
              <a:off x="33552" y="1181787"/>
              <a:ext cx="106249" cy="1957"/>
            </a:xfrm>
            <a:prstGeom prst="rect">
              <a:avLst/>
            </a:prstGeom>
            <a:solidFill>
              <a:srgbClr val="2A5D8F"/>
            </a:solidFill>
            <a:ln>
              <a:noFill/>
            </a:ln>
          </p:spPr>
        </p:sp>
        <p:sp>
          <p:nvSpPr>
            <p:cNvPr id="1811" name="Colorbar gradient 635"/>
            <p:cNvSpPr/>
            <p:nvPr/>
          </p:nvSpPr>
          <p:spPr>
            <a:xfrm>
              <a:off x="33552" y="1183651"/>
              <a:ext cx="106249" cy="1957"/>
            </a:xfrm>
            <a:prstGeom prst="rect">
              <a:avLst/>
            </a:prstGeom>
            <a:solidFill>
              <a:srgbClr val="295C8F"/>
            </a:solidFill>
            <a:ln>
              <a:noFill/>
            </a:ln>
          </p:spPr>
        </p:sp>
        <p:sp>
          <p:nvSpPr>
            <p:cNvPr id="1812" name="Colorbar gradient 636"/>
            <p:cNvSpPr/>
            <p:nvPr/>
          </p:nvSpPr>
          <p:spPr>
            <a:xfrm>
              <a:off x="33552" y="1185515"/>
              <a:ext cx="106249" cy="1957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1813" name="Colorbar gradient 637"/>
            <p:cNvSpPr/>
            <p:nvPr/>
          </p:nvSpPr>
          <p:spPr>
            <a:xfrm>
              <a:off x="33552" y="1187379"/>
              <a:ext cx="106249" cy="1957"/>
            </a:xfrm>
            <a:prstGeom prst="rect">
              <a:avLst/>
            </a:prstGeom>
            <a:solidFill>
              <a:srgbClr val="255A8D"/>
            </a:solidFill>
            <a:ln>
              <a:noFill/>
            </a:ln>
          </p:spPr>
        </p:sp>
        <p:sp>
          <p:nvSpPr>
            <p:cNvPr id="1814" name="Colorbar gradient 638"/>
            <p:cNvSpPr/>
            <p:nvPr/>
          </p:nvSpPr>
          <p:spPr>
            <a:xfrm>
              <a:off x="33552" y="1189243"/>
              <a:ext cx="106249" cy="1957"/>
            </a:xfrm>
            <a:prstGeom prst="rect">
              <a:avLst/>
            </a:prstGeom>
            <a:solidFill>
              <a:srgbClr val="24588D"/>
            </a:solidFill>
            <a:ln>
              <a:noFill/>
            </a:ln>
          </p:spPr>
        </p:sp>
        <p:sp>
          <p:nvSpPr>
            <p:cNvPr id="1815" name="Colorbar gradient 639"/>
            <p:cNvSpPr/>
            <p:nvPr/>
          </p:nvSpPr>
          <p:spPr>
            <a:xfrm>
              <a:off x="33552" y="1191107"/>
              <a:ext cx="106249" cy="1957"/>
            </a:xfrm>
            <a:prstGeom prst="rect">
              <a:avLst/>
            </a:prstGeom>
            <a:solidFill>
              <a:srgbClr val="22588B"/>
            </a:solidFill>
            <a:ln>
              <a:noFill/>
            </a:ln>
          </p:spPr>
        </p:sp>
        <p:sp>
          <p:nvSpPr>
            <p:cNvPr id="1816" name="Colorbar gradient 640"/>
            <p:cNvSpPr/>
            <p:nvPr/>
          </p:nvSpPr>
          <p:spPr>
            <a:xfrm>
              <a:off x="33552" y="1192971"/>
              <a:ext cx="106249" cy="1957"/>
            </a:xfrm>
            <a:prstGeom prst="rect">
              <a:avLst/>
            </a:prstGeom>
            <a:solidFill>
              <a:srgbClr val="22578B"/>
            </a:solidFill>
            <a:ln>
              <a:noFill/>
            </a:ln>
          </p:spPr>
        </p:sp>
        <p:sp>
          <p:nvSpPr>
            <p:cNvPr id="1817" name="Colorbar gradient 641"/>
            <p:cNvSpPr/>
            <p:nvPr/>
          </p:nvSpPr>
          <p:spPr>
            <a:xfrm>
              <a:off x="33552" y="1194835"/>
              <a:ext cx="106249" cy="1957"/>
            </a:xfrm>
            <a:prstGeom prst="rect">
              <a:avLst/>
            </a:prstGeom>
            <a:solidFill>
              <a:srgbClr val="20568A"/>
            </a:solidFill>
            <a:ln>
              <a:noFill/>
            </a:ln>
          </p:spPr>
        </p:sp>
        <p:sp>
          <p:nvSpPr>
            <p:cNvPr id="1818" name="Colorbar gradient 642"/>
            <p:cNvSpPr/>
            <p:nvPr/>
          </p:nvSpPr>
          <p:spPr>
            <a:xfrm>
              <a:off x="33552" y="1196699"/>
              <a:ext cx="106249" cy="1957"/>
            </a:xfrm>
            <a:prstGeom prst="rect">
              <a:avLst/>
            </a:prstGeom>
            <a:solidFill>
              <a:srgbClr val="20568A"/>
            </a:solidFill>
            <a:ln>
              <a:noFill/>
            </a:ln>
          </p:spPr>
        </p:sp>
        <p:sp>
          <p:nvSpPr>
            <p:cNvPr id="1819" name="Colorbar gradient 643"/>
            <p:cNvSpPr/>
            <p:nvPr/>
          </p:nvSpPr>
          <p:spPr>
            <a:xfrm>
              <a:off x="33552" y="1198563"/>
              <a:ext cx="106249" cy="1957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1820" name="Colorbar gradient 644"/>
            <p:cNvSpPr/>
            <p:nvPr/>
          </p:nvSpPr>
          <p:spPr>
            <a:xfrm>
              <a:off x="33552" y="1200427"/>
              <a:ext cx="106249" cy="1957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1821" name="Colorbar gradient 645"/>
            <p:cNvSpPr/>
            <p:nvPr/>
          </p:nvSpPr>
          <p:spPr>
            <a:xfrm>
              <a:off x="33552" y="1202291"/>
              <a:ext cx="106249" cy="1957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1822" name="Colorbar gradient 646"/>
            <p:cNvSpPr/>
            <p:nvPr/>
          </p:nvSpPr>
          <p:spPr>
            <a:xfrm>
              <a:off x="33552" y="1204155"/>
              <a:ext cx="106249" cy="1957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1823" name="Colorbar gradient 647"/>
            <p:cNvSpPr/>
            <p:nvPr/>
          </p:nvSpPr>
          <p:spPr>
            <a:xfrm>
              <a:off x="33552" y="1206019"/>
              <a:ext cx="106249" cy="1957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1824" name="Colorbar gradient 648"/>
            <p:cNvSpPr/>
            <p:nvPr/>
          </p:nvSpPr>
          <p:spPr>
            <a:xfrm>
              <a:off x="33552" y="1207883"/>
              <a:ext cx="106249" cy="1957"/>
            </a:xfrm>
            <a:prstGeom prst="rect">
              <a:avLst/>
            </a:prstGeom>
            <a:solidFill>
              <a:srgbClr val="1E5288"/>
            </a:solidFill>
            <a:ln>
              <a:noFill/>
            </a:ln>
          </p:spPr>
        </p:sp>
        <p:sp>
          <p:nvSpPr>
            <p:cNvPr id="1825" name="Colorbar gradient 649"/>
            <p:cNvSpPr/>
            <p:nvPr/>
          </p:nvSpPr>
          <p:spPr>
            <a:xfrm>
              <a:off x="33552" y="1209747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826" name="Colorbar gradient 650"/>
            <p:cNvSpPr/>
            <p:nvPr/>
          </p:nvSpPr>
          <p:spPr>
            <a:xfrm>
              <a:off x="33552" y="1211611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827" name="Colorbar gradient 651"/>
            <p:cNvSpPr/>
            <p:nvPr/>
          </p:nvSpPr>
          <p:spPr>
            <a:xfrm>
              <a:off x="33552" y="1213475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828" name="Colorbar gradient 652"/>
            <p:cNvSpPr/>
            <p:nvPr/>
          </p:nvSpPr>
          <p:spPr>
            <a:xfrm>
              <a:off x="33552" y="1215340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829" name="Colorbar gradient 653"/>
            <p:cNvSpPr/>
            <p:nvPr/>
          </p:nvSpPr>
          <p:spPr>
            <a:xfrm>
              <a:off x="33552" y="1217204"/>
              <a:ext cx="106249" cy="1957"/>
            </a:xfrm>
            <a:prstGeom prst="rect">
              <a:avLst/>
            </a:prstGeom>
            <a:solidFill>
              <a:srgbClr val="1D5187"/>
            </a:solidFill>
            <a:ln>
              <a:noFill/>
            </a:ln>
          </p:spPr>
        </p:sp>
        <p:sp>
          <p:nvSpPr>
            <p:cNvPr id="1830" name="Colorbar gradient 654"/>
            <p:cNvSpPr/>
            <p:nvPr/>
          </p:nvSpPr>
          <p:spPr>
            <a:xfrm>
              <a:off x="33552" y="1219068"/>
              <a:ext cx="106249" cy="1957"/>
            </a:xfrm>
            <a:prstGeom prst="rect">
              <a:avLst/>
            </a:prstGeom>
            <a:solidFill>
              <a:srgbClr val="1D5186"/>
            </a:solidFill>
            <a:ln>
              <a:noFill/>
            </a:ln>
          </p:spPr>
        </p:sp>
        <p:sp>
          <p:nvSpPr>
            <p:cNvPr id="1831" name="Colorbar gradient 655"/>
            <p:cNvSpPr/>
            <p:nvPr/>
          </p:nvSpPr>
          <p:spPr>
            <a:xfrm>
              <a:off x="33552" y="1220932"/>
              <a:ext cx="106249" cy="1957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1832" name="Colorbar gradient 656"/>
            <p:cNvSpPr/>
            <p:nvPr/>
          </p:nvSpPr>
          <p:spPr>
            <a:xfrm>
              <a:off x="33552" y="1222796"/>
              <a:ext cx="106249" cy="1957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1833" name="Colorbar gradient 657"/>
            <p:cNvSpPr/>
            <p:nvPr/>
          </p:nvSpPr>
          <p:spPr>
            <a:xfrm>
              <a:off x="33552" y="1224660"/>
              <a:ext cx="106249" cy="1957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1834" name="Colorbar gradient 658"/>
            <p:cNvSpPr/>
            <p:nvPr/>
          </p:nvSpPr>
          <p:spPr>
            <a:xfrm>
              <a:off x="33552" y="1226524"/>
              <a:ext cx="106249" cy="1957"/>
            </a:xfrm>
            <a:prstGeom prst="rect">
              <a:avLst/>
            </a:prstGeom>
            <a:solidFill>
              <a:srgbClr val="1E4F86"/>
            </a:solidFill>
            <a:ln>
              <a:noFill/>
            </a:ln>
          </p:spPr>
        </p:sp>
        <p:sp>
          <p:nvSpPr>
            <p:cNvPr id="1835" name="Colorbar gradient 659"/>
            <p:cNvSpPr/>
            <p:nvPr/>
          </p:nvSpPr>
          <p:spPr>
            <a:xfrm>
              <a:off x="33552" y="1228388"/>
              <a:ext cx="106249" cy="1957"/>
            </a:xfrm>
            <a:prstGeom prst="rect">
              <a:avLst/>
            </a:prstGeom>
            <a:solidFill>
              <a:srgbClr val="1E4F86"/>
            </a:solidFill>
            <a:ln>
              <a:noFill/>
            </a:ln>
          </p:spPr>
        </p:sp>
        <p:sp>
          <p:nvSpPr>
            <p:cNvPr id="1836" name="Colorbar gradient 660"/>
            <p:cNvSpPr/>
            <p:nvPr/>
          </p:nvSpPr>
          <p:spPr>
            <a:xfrm>
              <a:off x="33552" y="1230252"/>
              <a:ext cx="106249" cy="1957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1837" name="Colorbar gradient 661"/>
            <p:cNvSpPr/>
            <p:nvPr/>
          </p:nvSpPr>
          <p:spPr>
            <a:xfrm>
              <a:off x="33552" y="1232116"/>
              <a:ext cx="106249" cy="1957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1838" name="Colorbar gradient 662"/>
            <p:cNvSpPr/>
            <p:nvPr/>
          </p:nvSpPr>
          <p:spPr>
            <a:xfrm>
              <a:off x="33552" y="1233980"/>
              <a:ext cx="106249" cy="1957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1839" name="Colorbar gradient 663"/>
            <p:cNvSpPr/>
            <p:nvPr/>
          </p:nvSpPr>
          <p:spPr>
            <a:xfrm>
              <a:off x="33552" y="1235844"/>
              <a:ext cx="106249" cy="1957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1840" name="Colorbar gradient 664"/>
            <p:cNvSpPr/>
            <p:nvPr/>
          </p:nvSpPr>
          <p:spPr>
            <a:xfrm>
              <a:off x="33552" y="1237708"/>
              <a:ext cx="106249" cy="1957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1841" name="Colorbar gradient 665"/>
            <p:cNvSpPr/>
            <p:nvPr/>
          </p:nvSpPr>
          <p:spPr>
            <a:xfrm>
              <a:off x="33552" y="1239572"/>
              <a:ext cx="106249" cy="1957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1842" name="Colorbar gradient 666"/>
            <p:cNvSpPr/>
            <p:nvPr/>
          </p:nvSpPr>
          <p:spPr>
            <a:xfrm>
              <a:off x="33552" y="1241436"/>
              <a:ext cx="106249" cy="1957"/>
            </a:xfrm>
            <a:prstGeom prst="rect">
              <a:avLst/>
            </a:prstGeom>
            <a:solidFill>
              <a:srgbClr val="1D4C85"/>
            </a:solidFill>
            <a:ln>
              <a:noFill/>
            </a:ln>
          </p:spPr>
        </p:sp>
        <p:sp>
          <p:nvSpPr>
            <p:cNvPr id="1843" name="Colorbar gradient 667"/>
            <p:cNvSpPr/>
            <p:nvPr/>
          </p:nvSpPr>
          <p:spPr>
            <a:xfrm>
              <a:off x="33552" y="1243300"/>
              <a:ext cx="106249" cy="1957"/>
            </a:xfrm>
            <a:prstGeom prst="rect">
              <a:avLst/>
            </a:prstGeom>
            <a:solidFill>
              <a:srgbClr val="1D4C85"/>
            </a:solidFill>
            <a:ln>
              <a:noFill/>
            </a:ln>
          </p:spPr>
        </p:sp>
        <p:sp>
          <p:nvSpPr>
            <p:cNvPr id="1844" name="Colorbar gradient 668"/>
            <p:cNvSpPr/>
            <p:nvPr/>
          </p:nvSpPr>
          <p:spPr>
            <a:xfrm>
              <a:off x="33552" y="1245164"/>
              <a:ext cx="106249" cy="1957"/>
            </a:xfrm>
            <a:prstGeom prst="rect">
              <a:avLst/>
            </a:prstGeom>
            <a:solidFill>
              <a:srgbClr val="1B4A85"/>
            </a:solidFill>
            <a:ln>
              <a:noFill/>
            </a:ln>
          </p:spPr>
        </p:sp>
        <p:sp>
          <p:nvSpPr>
            <p:cNvPr id="1845" name="Colorbar gradient 669"/>
            <p:cNvSpPr/>
            <p:nvPr/>
          </p:nvSpPr>
          <p:spPr>
            <a:xfrm>
              <a:off x="33552" y="1247028"/>
              <a:ext cx="106249" cy="1957"/>
            </a:xfrm>
            <a:prstGeom prst="rect">
              <a:avLst/>
            </a:prstGeom>
            <a:solidFill>
              <a:srgbClr val="1B4A84"/>
            </a:solidFill>
            <a:ln>
              <a:noFill/>
            </a:ln>
          </p:spPr>
        </p:sp>
        <p:sp>
          <p:nvSpPr>
            <p:cNvPr id="1846" name="Colorbar gradient 670"/>
            <p:cNvSpPr/>
            <p:nvPr/>
          </p:nvSpPr>
          <p:spPr>
            <a:xfrm>
              <a:off x="33552" y="1248892"/>
              <a:ext cx="106249" cy="1957"/>
            </a:xfrm>
            <a:prstGeom prst="rect">
              <a:avLst/>
            </a:prstGeom>
            <a:solidFill>
              <a:srgbClr val="1B4A84"/>
            </a:solidFill>
            <a:ln>
              <a:noFill/>
            </a:ln>
          </p:spPr>
        </p:sp>
        <p:sp>
          <p:nvSpPr>
            <p:cNvPr id="1847" name="Colorbar gradient 671"/>
            <p:cNvSpPr/>
            <p:nvPr/>
          </p:nvSpPr>
          <p:spPr>
            <a:xfrm>
              <a:off x="33552" y="1250756"/>
              <a:ext cx="106249" cy="1957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848" name="Colorbar gradient 672"/>
            <p:cNvSpPr/>
            <p:nvPr/>
          </p:nvSpPr>
          <p:spPr>
            <a:xfrm>
              <a:off x="33552" y="1252620"/>
              <a:ext cx="106249" cy="1957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849" name="Colorbar gradient 673"/>
            <p:cNvSpPr/>
            <p:nvPr/>
          </p:nvSpPr>
          <p:spPr>
            <a:xfrm>
              <a:off x="33552" y="1254484"/>
              <a:ext cx="106249" cy="1957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850" name="Colorbar gradient 674"/>
            <p:cNvSpPr/>
            <p:nvPr/>
          </p:nvSpPr>
          <p:spPr>
            <a:xfrm>
              <a:off x="33552" y="1256348"/>
              <a:ext cx="106249" cy="1957"/>
            </a:xfrm>
            <a:prstGeom prst="rect">
              <a:avLst/>
            </a:prstGeom>
            <a:solidFill>
              <a:srgbClr val="1B4883"/>
            </a:solidFill>
            <a:ln>
              <a:noFill/>
            </a:ln>
          </p:spPr>
        </p:sp>
        <p:sp>
          <p:nvSpPr>
            <p:cNvPr id="1851" name="Colorbar gradient 675"/>
            <p:cNvSpPr/>
            <p:nvPr/>
          </p:nvSpPr>
          <p:spPr>
            <a:xfrm>
              <a:off x="33552" y="1258212"/>
              <a:ext cx="106249" cy="1957"/>
            </a:xfrm>
            <a:prstGeom prst="rect">
              <a:avLst/>
            </a:prstGeom>
            <a:solidFill>
              <a:srgbClr val="194883"/>
            </a:solidFill>
            <a:ln>
              <a:noFill/>
            </a:ln>
          </p:spPr>
        </p:sp>
        <p:sp>
          <p:nvSpPr>
            <p:cNvPr id="1852" name="Colorbar gradient 676"/>
            <p:cNvSpPr/>
            <p:nvPr/>
          </p:nvSpPr>
          <p:spPr>
            <a:xfrm>
              <a:off x="33552" y="1260076"/>
              <a:ext cx="106249" cy="1957"/>
            </a:xfrm>
            <a:prstGeom prst="rect">
              <a:avLst/>
            </a:prstGeom>
            <a:solidFill>
              <a:srgbClr val="194883"/>
            </a:solidFill>
            <a:ln>
              <a:noFill/>
            </a:ln>
          </p:spPr>
        </p:sp>
        <p:sp>
          <p:nvSpPr>
            <p:cNvPr id="1853" name="Colorbar gradient 677"/>
            <p:cNvSpPr/>
            <p:nvPr/>
          </p:nvSpPr>
          <p:spPr>
            <a:xfrm>
              <a:off x="33552" y="1261940"/>
              <a:ext cx="106249" cy="1957"/>
            </a:xfrm>
            <a:prstGeom prst="rect">
              <a:avLst/>
            </a:prstGeom>
            <a:solidFill>
              <a:srgbClr val="1A4783"/>
            </a:solidFill>
            <a:ln>
              <a:noFill/>
            </a:ln>
          </p:spPr>
        </p:sp>
        <p:sp>
          <p:nvSpPr>
            <p:cNvPr id="1854" name="Colorbar gradient 678"/>
            <p:cNvSpPr/>
            <p:nvPr/>
          </p:nvSpPr>
          <p:spPr>
            <a:xfrm>
              <a:off x="33552" y="1263804"/>
              <a:ext cx="106249" cy="1957"/>
            </a:xfrm>
            <a:prstGeom prst="rect">
              <a:avLst/>
            </a:prstGeom>
            <a:solidFill>
              <a:srgbClr val="1A4782"/>
            </a:solidFill>
            <a:ln>
              <a:noFill/>
            </a:ln>
          </p:spPr>
        </p:sp>
        <p:sp>
          <p:nvSpPr>
            <p:cNvPr id="1855" name="Colorbar gradient 679"/>
            <p:cNvSpPr/>
            <p:nvPr/>
          </p:nvSpPr>
          <p:spPr>
            <a:xfrm>
              <a:off x="33552" y="1265668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856" name="Colorbar gradient 680"/>
            <p:cNvSpPr/>
            <p:nvPr/>
          </p:nvSpPr>
          <p:spPr>
            <a:xfrm>
              <a:off x="33552" y="1267532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857" name="Colorbar gradient 681"/>
            <p:cNvSpPr/>
            <p:nvPr/>
          </p:nvSpPr>
          <p:spPr>
            <a:xfrm>
              <a:off x="33552" y="1269396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858" name="Colorbar gradient 682"/>
            <p:cNvSpPr/>
            <p:nvPr/>
          </p:nvSpPr>
          <p:spPr>
            <a:xfrm>
              <a:off x="33552" y="1271260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859" name="Colorbar gradient 683"/>
            <p:cNvSpPr/>
            <p:nvPr/>
          </p:nvSpPr>
          <p:spPr>
            <a:xfrm>
              <a:off x="33552" y="1273124"/>
              <a:ext cx="106249" cy="1957"/>
            </a:xfrm>
            <a:prstGeom prst="rect">
              <a:avLst/>
            </a:prstGeom>
            <a:solidFill>
              <a:srgbClr val="174681"/>
            </a:solidFill>
            <a:ln>
              <a:noFill/>
            </a:ln>
          </p:spPr>
        </p:sp>
        <p:sp>
          <p:nvSpPr>
            <p:cNvPr id="1860" name="Colorbar gradient 684"/>
            <p:cNvSpPr/>
            <p:nvPr/>
          </p:nvSpPr>
          <p:spPr>
            <a:xfrm>
              <a:off x="33552" y="1274988"/>
              <a:ext cx="106249" cy="1957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1861" name="Colorbar gradient 685"/>
            <p:cNvSpPr/>
            <p:nvPr/>
          </p:nvSpPr>
          <p:spPr>
            <a:xfrm>
              <a:off x="33552" y="1276852"/>
              <a:ext cx="106249" cy="1957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1862" name="Colorbar gradient 686"/>
            <p:cNvSpPr/>
            <p:nvPr/>
          </p:nvSpPr>
          <p:spPr>
            <a:xfrm>
              <a:off x="33552" y="1278716"/>
              <a:ext cx="106249" cy="1957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1863" name="Colorbar gradient 687"/>
            <p:cNvSpPr/>
            <p:nvPr/>
          </p:nvSpPr>
          <p:spPr>
            <a:xfrm>
              <a:off x="33552" y="1280580"/>
              <a:ext cx="106249" cy="1957"/>
            </a:xfrm>
            <a:prstGeom prst="rect">
              <a:avLst/>
            </a:prstGeom>
            <a:solidFill>
              <a:srgbClr val="194481"/>
            </a:solidFill>
            <a:ln>
              <a:noFill/>
            </a:ln>
          </p:spPr>
        </p:sp>
        <p:sp>
          <p:nvSpPr>
            <p:cNvPr id="1864" name="Colorbar gradient 688"/>
            <p:cNvSpPr/>
            <p:nvPr/>
          </p:nvSpPr>
          <p:spPr>
            <a:xfrm>
              <a:off x="33552" y="1282444"/>
              <a:ext cx="106249" cy="1957"/>
            </a:xfrm>
            <a:prstGeom prst="rect">
              <a:avLst/>
            </a:prstGeom>
            <a:solidFill>
              <a:srgbClr val="194480"/>
            </a:solidFill>
            <a:ln>
              <a:noFill/>
            </a:ln>
          </p:spPr>
        </p:sp>
        <p:sp>
          <p:nvSpPr>
            <p:cNvPr id="1865" name="Colorbar gradient 689"/>
            <p:cNvSpPr/>
            <p:nvPr/>
          </p:nvSpPr>
          <p:spPr>
            <a:xfrm>
              <a:off x="33552" y="1284308"/>
              <a:ext cx="106249" cy="1957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866" name="Colorbar gradient 690"/>
            <p:cNvSpPr/>
            <p:nvPr/>
          </p:nvSpPr>
          <p:spPr>
            <a:xfrm>
              <a:off x="33552" y="1286172"/>
              <a:ext cx="106249" cy="1957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867" name="Colorbar gradient 691"/>
            <p:cNvSpPr/>
            <p:nvPr/>
          </p:nvSpPr>
          <p:spPr>
            <a:xfrm>
              <a:off x="33552" y="1288036"/>
              <a:ext cx="106249" cy="1957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868" name="Colorbar gradient 692"/>
            <p:cNvSpPr/>
            <p:nvPr/>
          </p:nvSpPr>
          <p:spPr>
            <a:xfrm>
              <a:off x="33552" y="1289900"/>
              <a:ext cx="106249" cy="1957"/>
            </a:xfrm>
            <a:prstGeom prst="rect">
              <a:avLst/>
            </a:prstGeom>
            <a:solidFill>
              <a:srgbClr val="174280"/>
            </a:solidFill>
            <a:ln>
              <a:noFill/>
            </a:ln>
          </p:spPr>
        </p:sp>
        <p:sp>
          <p:nvSpPr>
            <p:cNvPr id="1869" name="Colorbar gradient 693"/>
            <p:cNvSpPr/>
            <p:nvPr/>
          </p:nvSpPr>
          <p:spPr>
            <a:xfrm>
              <a:off x="33552" y="1291764"/>
              <a:ext cx="106249" cy="1957"/>
            </a:xfrm>
            <a:prstGeom prst="rect">
              <a:avLst/>
            </a:prstGeom>
            <a:solidFill>
              <a:srgbClr val="174280"/>
            </a:solidFill>
            <a:ln>
              <a:noFill/>
            </a:ln>
          </p:spPr>
        </p:sp>
        <p:sp>
          <p:nvSpPr>
            <p:cNvPr id="1870" name="Colorbar gradient 694"/>
            <p:cNvSpPr/>
            <p:nvPr/>
          </p:nvSpPr>
          <p:spPr>
            <a:xfrm>
              <a:off x="33552" y="1293628"/>
              <a:ext cx="106249" cy="1957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1871" name="Colorbar gradient 695"/>
            <p:cNvSpPr/>
            <p:nvPr/>
          </p:nvSpPr>
          <p:spPr>
            <a:xfrm>
              <a:off x="33552" y="1295492"/>
              <a:ext cx="106249" cy="1957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1872" name="Colorbar gradient 696"/>
            <p:cNvSpPr/>
            <p:nvPr/>
          </p:nvSpPr>
          <p:spPr>
            <a:xfrm>
              <a:off x="33552" y="1297356"/>
              <a:ext cx="106249" cy="1957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1873" name="Colorbar gradient 697"/>
            <p:cNvSpPr/>
            <p:nvPr/>
          </p:nvSpPr>
          <p:spPr>
            <a:xfrm>
              <a:off x="33552" y="1299220"/>
              <a:ext cx="106249" cy="1957"/>
            </a:xfrm>
            <a:prstGeom prst="rect">
              <a:avLst/>
            </a:prstGeom>
            <a:solidFill>
              <a:srgbClr val="17407E"/>
            </a:solidFill>
            <a:ln>
              <a:noFill/>
            </a:ln>
          </p:spPr>
        </p:sp>
        <p:sp>
          <p:nvSpPr>
            <p:cNvPr id="1874" name="Colorbar gradient 698"/>
            <p:cNvSpPr/>
            <p:nvPr/>
          </p:nvSpPr>
          <p:spPr>
            <a:xfrm>
              <a:off x="33552" y="1301084"/>
              <a:ext cx="106249" cy="1957"/>
            </a:xfrm>
            <a:prstGeom prst="rect">
              <a:avLst/>
            </a:prstGeom>
            <a:solidFill>
              <a:srgbClr val="16407D"/>
            </a:solidFill>
            <a:ln>
              <a:noFill/>
            </a:ln>
          </p:spPr>
        </p:sp>
        <p:sp>
          <p:nvSpPr>
            <p:cNvPr id="1875" name="Colorbar gradient 699"/>
            <p:cNvSpPr/>
            <p:nvPr/>
          </p:nvSpPr>
          <p:spPr>
            <a:xfrm>
              <a:off x="33552" y="1302948"/>
              <a:ext cx="106249" cy="1957"/>
            </a:xfrm>
            <a:prstGeom prst="rect">
              <a:avLst/>
            </a:prstGeom>
            <a:solidFill>
              <a:srgbClr val="16407D"/>
            </a:solidFill>
            <a:ln>
              <a:noFill/>
            </a:ln>
          </p:spPr>
        </p:sp>
        <p:sp>
          <p:nvSpPr>
            <p:cNvPr id="1876" name="Colorbar gradient 700"/>
            <p:cNvSpPr/>
            <p:nvPr/>
          </p:nvSpPr>
          <p:spPr>
            <a:xfrm>
              <a:off x="33552" y="1304812"/>
              <a:ext cx="106249" cy="1957"/>
            </a:xfrm>
            <a:prstGeom prst="rect">
              <a:avLst/>
            </a:prstGeom>
            <a:solidFill>
              <a:srgbClr val="153E7D"/>
            </a:solidFill>
            <a:ln>
              <a:noFill/>
            </a:ln>
          </p:spPr>
        </p:sp>
        <p:sp>
          <p:nvSpPr>
            <p:cNvPr id="1877" name="Colorbar gradient 701"/>
            <p:cNvSpPr/>
            <p:nvPr/>
          </p:nvSpPr>
          <p:spPr>
            <a:xfrm>
              <a:off x="33552" y="1306676"/>
              <a:ext cx="106249" cy="1957"/>
            </a:xfrm>
            <a:prstGeom prst="rect">
              <a:avLst/>
            </a:prstGeom>
            <a:solidFill>
              <a:srgbClr val="153E7D"/>
            </a:solidFill>
            <a:ln>
              <a:noFill/>
            </a:ln>
          </p:spPr>
        </p:sp>
        <p:sp>
          <p:nvSpPr>
            <p:cNvPr id="1878" name="Colorbar gradient 702"/>
            <p:cNvSpPr/>
            <p:nvPr/>
          </p:nvSpPr>
          <p:spPr>
            <a:xfrm>
              <a:off x="33552" y="1308540"/>
              <a:ext cx="106249" cy="1957"/>
            </a:xfrm>
            <a:prstGeom prst="rect">
              <a:avLst/>
            </a:prstGeom>
            <a:solidFill>
              <a:srgbClr val="153E7D"/>
            </a:solidFill>
            <a:ln>
              <a:noFill/>
            </a:ln>
          </p:spPr>
        </p:sp>
        <p:sp>
          <p:nvSpPr>
            <p:cNvPr id="1879" name="Colorbar gradient 703"/>
            <p:cNvSpPr/>
            <p:nvPr/>
          </p:nvSpPr>
          <p:spPr>
            <a:xfrm>
              <a:off x="33552" y="1310404"/>
              <a:ext cx="106249" cy="1957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1880" name="Colorbar gradient 704"/>
            <p:cNvSpPr/>
            <p:nvPr/>
          </p:nvSpPr>
          <p:spPr>
            <a:xfrm>
              <a:off x="33552" y="1312268"/>
              <a:ext cx="106249" cy="1957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1881" name="Colorbar gradient 705"/>
            <p:cNvSpPr/>
            <p:nvPr/>
          </p:nvSpPr>
          <p:spPr>
            <a:xfrm>
              <a:off x="33552" y="1314132"/>
              <a:ext cx="106249" cy="1957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1882" name="Colorbar gradient 706"/>
            <p:cNvSpPr/>
            <p:nvPr/>
          </p:nvSpPr>
          <p:spPr>
            <a:xfrm>
              <a:off x="33552" y="1315996"/>
              <a:ext cx="106249" cy="1957"/>
            </a:xfrm>
            <a:prstGeom prst="rect">
              <a:avLst/>
            </a:prstGeom>
            <a:solidFill>
              <a:srgbClr val="153C7C"/>
            </a:solidFill>
            <a:ln>
              <a:noFill/>
            </a:ln>
          </p:spPr>
        </p:sp>
        <p:sp>
          <p:nvSpPr>
            <p:cNvPr id="1883" name="Colorbar gradient 707"/>
            <p:cNvSpPr/>
            <p:nvPr/>
          </p:nvSpPr>
          <p:spPr>
            <a:xfrm>
              <a:off x="33552" y="1317860"/>
              <a:ext cx="106249" cy="1957"/>
            </a:xfrm>
            <a:prstGeom prst="rect">
              <a:avLst/>
            </a:prstGeom>
            <a:solidFill>
              <a:srgbClr val="153C7C"/>
            </a:solidFill>
            <a:ln>
              <a:noFill/>
            </a:ln>
          </p:spPr>
        </p:sp>
        <p:sp>
          <p:nvSpPr>
            <p:cNvPr id="1884" name="Colorbar gradient 708"/>
            <p:cNvSpPr/>
            <p:nvPr/>
          </p:nvSpPr>
          <p:spPr>
            <a:xfrm>
              <a:off x="33552" y="1319724"/>
              <a:ext cx="106249" cy="1957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1885" name="Colorbar gradient 709"/>
            <p:cNvSpPr/>
            <p:nvPr/>
          </p:nvSpPr>
          <p:spPr>
            <a:xfrm>
              <a:off x="33552" y="1321589"/>
              <a:ext cx="106249" cy="1957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1886" name="Colorbar gradient 710"/>
            <p:cNvSpPr/>
            <p:nvPr/>
          </p:nvSpPr>
          <p:spPr>
            <a:xfrm>
              <a:off x="33552" y="1323453"/>
              <a:ext cx="106249" cy="1957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1887" name="Colorbar gradient 711"/>
            <p:cNvSpPr/>
            <p:nvPr/>
          </p:nvSpPr>
          <p:spPr>
            <a:xfrm>
              <a:off x="33552" y="1325317"/>
              <a:ext cx="106249" cy="1957"/>
            </a:xfrm>
            <a:prstGeom prst="rect">
              <a:avLst/>
            </a:prstGeom>
            <a:solidFill>
              <a:srgbClr val="153A7B"/>
            </a:solidFill>
            <a:ln>
              <a:noFill/>
            </a:ln>
          </p:spPr>
        </p:sp>
        <p:sp>
          <p:nvSpPr>
            <p:cNvPr id="1888" name="Colorbar gradient 712"/>
            <p:cNvSpPr/>
            <p:nvPr/>
          </p:nvSpPr>
          <p:spPr>
            <a:xfrm>
              <a:off x="33552" y="1327181"/>
              <a:ext cx="106249" cy="1957"/>
            </a:xfrm>
            <a:prstGeom prst="rect">
              <a:avLst/>
            </a:prstGeom>
            <a:solidFill>
              <a:srgbClr val="153A7A"/>
            </a:solidFill>
            <a:ln>
              <a:noFill/>
            </a:ln>
          </p:spPr>
        </p:sp>
        <p:sp>
          <p:nvSpPr>
            <p:cNvPr id="1889" name="Colorbar gradient 713"/>
            <p:cNvSpPr/>
            <p:nvPr/>
          </p:nvSpPr>
          <p:spPr>
            <a:xfrm>
              <a:off x="33552" y="1329045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890" name="Colorbar gradient 714"/>
            <p:cNvSpPr/>
            <p:nvPr/>
          </p:nvSpPr>
          <p:spPr>
            <a:xfrm>
              <a:off x="33552" y="1330909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891" name="Colorbar gradient 715"/>
            <p:cNvSpPr/>
            <p:nvPr/>
          </p:nvSpPr>
          <p:spPr>
            <a:xfrm>
              <a:off x="33552" y="1332773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892" name="Colorbar gradient 716"/>
            <p:cNvSpPr/>
            <p:nvPr/>
          </p:nvSpPr>
          <p:spPr>
            <a:xfrm>
              <a:off x="33552" y="1334637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893" name="Colorbar gradient 717"/>
            <p:cNvSpPr/>
            <p:nvPr/>
          </p:nvSpPr>
          <p:spPr>
            <a:xfrm>
              <a:off x="33552" y="1336501"/>
              <a:ext cx="106249" cy="1957"/>
            </a:xfrm>
            <a:prstGeom prst="rect">
              <a:avLst/>
            </a:prstGeom>
            <a:solidFill>
              <a:srgbClr val="143979"/>
            </a:solidFill>
            <a:ln>
              <a:noFill/>
            </a:ln>
          </p:spPr>
        </p:sp>
        <p:sp>
          <p:nvSpPr>
            <p:cNvPr id="1894" name="Colorbar gradient 718"/>
            <p:cNvSpPr/>
            <p:nvPr/>
          </p:nvSpPr>
          <p:spPr>
            <a:xfrm>
              <a:off x="33552" y="1338365"/>
              <a:ext cx="106249" cy="1957"/>
            </a:xfrm>
            <a:prstGeom prst="rect">
              <a:avLst/>
            </a:prstGeom>
            <a:solidFill>
              <a:srgbClr val="143879"/>
            </a:solidFill>
            <a:ln>
              <a:noFill/>
            </a:ln>
          </p:spPr>
        </p:sp>
        <p:sp>
          <p:nvSpPr>
            <p:cNvPr id="1895" name="Colorbar gradient 719"/>
            <p:cNvSpPr/>
            <p:nvPr/>
          </p:nvSpPr>
          <p:spPr>
            <a:xfrm>
              <a:off x="33552" y="1340229"/>
              <a:ext cx="106249" cy="1957"/>
            </a:xfrm>
            <a:prstGeom prst="rect">
              <a:avLst/>
            </a:prstGeom>
            <a:solidFill>
              <a:srgbClr val="143879"/>
            </a:solidFill>
            <a:ln>
              <a:noFill/>
            </a:ln>
          </p:spPr>
        </p:sp>
        <p:sp>
          <p:nvSpPr>
            <p:cNvPr id="1896" name="Colorbar gradient 720"/>
            <p:cNvSpPr/>
            <p:nvPr/>
          </p:nvSpPr>
          <p:spPr>
            <a:xfrm>
              <a:off x="33552" y="1342093"/>
              <a:ext cx="106249" cy="1957"/>
            </a:xfrm>
            <a:prstGeom prst="rect">
              <a:avLst/>
            </a:prstGeom>
            <a:solidFill>
              <a:srgbClr val="143879"/>
            </a:solidFill>
            <a:ln>
              <a:noFill/>
            </a:ln>
          </p:spPr>
        </p:sp>
        <p:sp>
          <p:nvSpPr>
            <p:cNvPr id="1897" name="Colorbar gradient 721"/>
            <p:cNvSpPr/>
            <p:nvPr/>
          </p:nvSpPr>
          <p:spPr>
            <a:xfrm>
              <a:off x="33552" y="1343957"/>
              <a:ext cx="106249" cy="1957"/>
            </a:xfrm>
            <a:prstGeom prst="rect">
              <a:avLst/>
            </a:prstGeom>
            <a:solidFill>
              <a:srgbClr val="133779"/>
            </a:solidFill>
            <a:ln>
              <a:noFill/>
            </a:ln>
          </p:spPr>
        </p:sp>
        <p:sp>
          <p:nvSpPr>
            <p:cNvPr id="1898" name="Colorbar gradient 722"/>
            <p:cNvSpPr/>
            <p:nvPr/>
          </p:nvSpPr>
          <p:spPr>
            <a:xfrm>
              <a:off x="33552" y="1345821"/>
              <a:ext cx="106249" cy="1957"/>
            </a:xfrm>
            <a:prstGeom prst="rect">
              <a:avLst/>
            </a:prstGeom>
            <a:solidFill>
              <a:srgbClr val="133779"/>
            </a:solidFill>
            <a:ln>
              <a:noFill/>
            </a:ln>
          </p:spPr>
        </p:sp>
        <p:sp>
          <p:nvSpPr>
            <p:cNvPr id="1899" name="Colorbar gradient 723"/>
            <p:cNvSpPr/>
            <p:nvPr/>
          </p:nvSpPr>
          <p:spPr>
            <a:xfrm>
              <a:off x="33552" y="1347685"/>
              <a:ext cx="106249" cy="1957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1900" name="Colorbar gradient 724"/>
            <p:cNvSpPr/>
            <p:nvPr/>
          </p:nvSpPr>
          <p:spPr>
            <a:xfrm>
              <a:off x="33552" y="1349549"/>
              <a:ext cx="106249" cy="1957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1901" name="Colorbar gradient 725"/>
            <p:cNvSpPr/>
            <p:nvPr/>
          </p:nvSpPr>
          <p:spPr>
            <a:xfrm>
              <a:off x="33552" y="1351413"/>
              <a:ext cx="106249" cy="1957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1902" name="Colorbar gradient 726"/>
            <p:cNvSpPr/>
            <p:nvPr/>
          </p:nvSpPr>
          <p:spPr>
            <a:xfrm>
              <a:off x="33552" y="1353277"/>
              <a:ext cx="106249" cy="1957"/>
            </a:xfrm>
            <a:prstGeom prst="rect">
              <a:avLst/>
            </a:prstGeom>
            <a:solidFill>
              <a:srgbClr val="133479"/>
            </a:solidFill>
            <a:ln>
              <a:noFill/>
            </a:ln>
          </p:spPr>
        </p:sp>
        <p:sp>
          <p:nvSpPr>
            <p:cNvPr id="1903" name="Colorbar gradient 727"/>
            <p:cNvSpPr/>
            <p:nvPr/>
          </p:nvSpPr>
          <p:spPr>
            <a:xfrm>
              <a:off x="33552" y="1355141"/>
              <a:ext cx="106249" cy="1957"/>
            </a:xfrm>
            <a:prstGeom prst="rect">
              <a:avLst/>
            </a:prstGeom>
            <a:solidFill>
              <a:srgbClr val="133478"/>
            </a:solidFill>
            <a:ln>
              <a:noFill/>
            </a:ln>
          </p:spPr>
        </p:sp>
        <p:sp>
          <p:nvSpPr>
            <p:cNvPr id="1904" name="Colorbar gradient 728"/>
            <p:cNvSpPr/>
            <p:nvPr/>
          </p:nvSpPr>
          <p:spPr>
            <a:xfrm>
              <a:off x="33552" y="1357005"/>
              <a:ext cx="106249" cy="1957"/>
            </a:xfrm>
            <a:prstGeom prst="rect">
              <a:avLst/>
            </a:prstGeom>
            <a:solidFill>
              <a:srgbClr val="133478"/>
            </a:solidFill>
            <a:ln>
              <a:noFill/>
            </a:ln>
          </p:spPr>
        </p:sp>
        <p:sp>
          <p:nvSpPr>
            <p:cNvPr id="1905" name="Colorbar gradient 729"/>
            <p:cNvSpPr/>
            <p:nvPr/>
          </p:nvSpPr>
          <p:spPr>
            <a:xfrm>
              <a:off x="33552" y="1358869"/>
              <a:ext cx="106249" cy="1957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1906" name="Colorbar gradient 730"/>
            <p:cNvSpPr/>
            <p:nvPr/>
          </p:nvSpPr>
          <p:spPr>
            <a:xfrm>
              <a:off x="33552" y="1360733"/>
              <a:ext cx="106249" cy="1957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1907" name="Colorbar gradient 731"/>
            <p:cNvSpPr/>
            <p:nvPr/>
          </p:nvSpPr>
          <p:spPr>
            <a:xfrm>
              <a:off x="33552" y="1362597"/>
              <a:ext cx="106249" cy="1957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1908" name="Colorbar gradient 732"/>
            <p:cNvSpPr/>
            <p:nvPr/>
          </p:nvSpPr>
          <p:spPr>
            <a:xfrm>
              <a:off x="33552" y="1364461"/>
              <a:ext cx="106249" cy="1957"/>
            </a:xfrm>
            <a:prstGeom prst="rect">
              <a:avLst/>
            </a:prstGeom>
            <a:solidFill>
              <a:srgbClr val="143377"/>
            </a:solidFill>
            <a:ln>
              <a:noFill/>
            </a:ln>
          </p:spPr>
        </p:sp>
        <p:sp>
          <p:nvSpPr>
            <p:cNvPr id="1909" name="Colorbar gradient 733"/>
            <p:cNvSpPr/>
            <p:nvPr/>
          </p:nvSpPr>
          <p:spPr>
            <a:xfrm>
              <a:off x="33552" y="1366325"/>
              <a:ext cx="106249" cy="1957"/>
            </a:xfrm>
            <a:prstGeom prst="rect">
              <a:avLst/>
            </a:prstGeom>
            <a:solidFill>
              <a:srgbClr val="143377"/>
            </a:solidFill>
            <a:ln>
              <a:noFill/>
            </a:ln>
          </p:spPr>
        </p:sp>
        <p:sp>
          <p:nvSpPr>
            <p:cNvPr id="1910" name="Colorbar gradient 734"/>
            <p:cNvSpPr/>
            <p:nvPr/>
          </p:nvSpPr>
          <p:spPr>
            <a:xfrm>
              <a:off x="33552" y="1368189"/>
              <a:ext cx="106249" cy="1957"/>
            </a:xfrm>
            <a:prstGeom prst="rect">
              <a:avLst/>
            </a:prstGeom>
            <a:solidFill>
              <a:srgbClr val="133177"/>
            </a:solidFill>
            <a:ln>
              <a:noFill/>
            </a:ln>
          </p:spPr>
        </p:sp>
        <p:sp>
          <p:nvSpPr>
            <p:cNvPr id="1911" name="Colorbar gradient 735"/>
            <p:cNvSpPr/>
            <p:nvPr/>
          </p:nvSpPr>
          <p:spPr>
            <a:xfrm>
              <a:off x="33552" y="1370053"/>
              <a:ext cx="106249" cy="1957"/>
            </a:xfrm>
            <a:prstGeom prst="rect">
              <a:avLst/>
            </a:prstGeom>
            <a:solidFill>
              <a:srgbClr val="133177"/>
            </a:solidFill>
            <a:ln>
              <a:noFill/>
            </a:ln>
          </p:spPr>
        </p:sp>
        <p:sp>
          <p:nvSpPr>
            <p:cNvPr id="1912" name="Colorbar gradient 736"/>
            <p:cNvSpPr/>
            <p:nvPr/>
          </p:nvSpPr>
          <p:spPr>
            <a:xfrm>
              <a:off x="33552" y="1371917"/>
              <a:ext cx="106249" cy="1957"/>
            </a:xfrm>
            <a:prstGeom prst="rect">
              <a:avLst/>
            </a:prstGeom>
            <a:solidFill>
              <a:srgbClr val="123177"/>
            </a:solidFill>
            <a:ln>
              <a:noFill/>
            </a:ln>
          </p:spPr>
        </p:sp>
        <p:sp>
          <p:nvSpPr>
            <p:cNvPr id="1913" name="Colorbar gradient 737"/>
            <p:cNvSpPr/>
            <p:nvPr/>
          </p:nvSpPr>
          <p:spPr>
            <a:xfrm>
              <a:off x="33552" y="1373781"/>
              <a:ext cx="106249" cy="1957"/>
            </a:xfrm>
            <a:prstGeom prst="rect">
              <a:avLst/>
            </a:prstGeom>
            <a:solidFill>
              <a:srgbClr val="123076"/>
            </a:solidFill>
            <a:ln>
              <a:noFill/>
            </a:ln>
          </p:spPr>
        </p:sp>
        <p:sp>
          <p:nvSpPr>
            <p:cNvPr id="1914" name="Colorbar gradient 738"/>
            <p:cNvSpPr/>
            <p:nvPr/>
          </p:nvSpPr>
          <p:spPr>
            <a:xfrm>
              <a:off x="33552" y="1375645"/>
              <a:ext cx="106249" cy="1957"/>
            </a:xfrm>
            <a:prstGeom prst="rect">
              <a:avLst/>
            </a:prstGeom>
            <a:solidFill>
              <a:srgbClr val="123076"/>
            </a:solidFill>
            <a:ln>
              <a:noFill/>
            </a:ln>
          </p:spPr>
        </p:sp>
        <p:sp>
          <p:nvSpPr>
            <p:cNvPr id="1915" name="Colorbar gradient 739"/>
            <p:cNvSpPr/>
            <p:nvPr/>
          </p:nvSpPr>
          <p:spPr>
            <a:xfrm>
              <a:off x="33552" y="1377509"/>
              <a:ext cx="106249" cy="1957"/>
            </a:xfrm>
            <a:prstGeom prst="rect">
              <a:avLst/>
            </a:prstGeom>
            <a:solidFill>
              <a:srgbClr val="123076"/>
            </a:solidFill>
            <a:ln>
              <a:noFill/>
            </a:ln>
          </p:spPr>
        </p:sp>
        <p:sp>
          <p:nvSpPr>
            <p:cNvPr id="1916" name="Colorbar gradient 740"/>
            <p:cNvSpPr/>
            <p:nvPr/>
          </p:nvSpPr>
          <p:spPr>
            <a:xfrm>
              <a:off x="33552" y="1379373"/>
              <a:ext cx="106249" cy="1957"/>
            </a:xfrm>
            <a:prstGeom prst="rect">
              <a:avLst/>
            </a:prstGeom>
            <a:solidFill>
              <a:srgbClr val="112F76"/>
            </a:solidFill>
            <a:ln>
              <a:noFill/>
            </a:ln>
          </p:spPr>
        </p:sp>
        <p:sp>
          <p:nvSpPr>
            <p:cNvPr id="1917" name="Colorbar gradient 741"/>
            <p:cNvSpPr/>
            <p:nvPr/>
          </p:nvSpPr>
          <p:spPr>
            <a:xfrm>
              <a:off x="33552" y="1381237"/>
              <a:ext cx="106249" cy="1957"/>
            </a:xfrm>
            <a:prstGeom prst="rect">
              <a:avLst/>
            </a:prstGeom>
            <a:solidFill>
              <a:srgbClr val="132F75"/>
            </a:solidFill>
            <a:ln>
              <a:noFill/>
            </a:ln>
          </p:spPr>
        </p:sp>
        <p:sp>
          <p:nvSpPr>
            <p:cNvPr id="1918" name="Colorbar gradient 742"/>
            <p:cNvSpPr/>
            <p:nvPr/>
          </p:nvSpPr>
          <p:spPr>
            <a:xfrm>
              <a:off x="33552" y="1383101"/>
              <a:ext cx="106249" cy="1957"/>
            </a:xfrm>
            <a:prstGeom prst="rect">
              <a:avLst/>
            </a:prstGeom>
            <a:solidFill>
              <a:srgbClr val="122E75"/>
            </a:solidFill>
            <a:ln>
              <a:noFill/>
            </a:ln>
          </p:spPr>
        </p:sp>
        <p:sp>
          <p:nvSpPr>
            <p:cNvPr id="1919" name="Colorbar gradient 743"/>
            <p:cNvSpPr/>
            <p:nvPr/>
          </p:nvSpPr>
          <p:spPr>
            <a:xfrm>
              <a:off x="33552" y="1384965"/>
              <a:ext cx="106249" cy="1957"/>
            </a:xfrm>
            <a:prstGeom prst="rect">
              <a:avLst/>
            </a:prstGeom>
            <a:solidFill>
              <a:srgbClr val="122E75"/>
            </a:solidFill>
            <a:ln>
              <a:noFill/>
            </a:ln>
          </p:spPr>
        </p:sp>
        <p:sp>
          <p:nvSpPr>
            <p:cNvPr id="1920" name="Colorbar gradient 744"/>
            <p:cNvSpPr/>
            <p:nvPr/>
          </p:nvSpPr>
          <p:spPr>
            <a:xfrm>
              <a:off x="33552" y="1386829"/>
              <a:ext cx="106249" cy="1957"/>
            </a:xfrm>
            <a:prstGeom prst="rect">
              <a:avLst/>
            </a:prstGeom>
            <a:solidFill>
              <a:srgbClr val="102E75"/>
            </a:solidFill>
            <a:ln>
              <a:noFill/>
            </a:ln>
          </p:spPr>
        </p:sp>
        <p:sp>
          <p:nvSpPr>
            <p:cNvPr id="1921" name="Colorbar gradient 745"/>
            <p:cNvSpPr/>
            <p:nvPr/>
          </p:nvSpPr>
          <p:spPr>
            <a:xfrm>
              <a:off x="33552" y="1388693"/>
              <a:ext cx="106249" cy="1957"/>
            </a:xfrm>
            <a:prstGeom prst="rect">
              <a:avLst/>
            </a:prstGeom>
            <a:solidFill>
              <a:srgbClr val="112D75"/>
            </a:solidFill>
            <a:ln>
              <a:noFill/>
            </a:ln>
          </p:spPr>
        </p:sp>
        <p:sp>
          <p:nvSpPr>
            <p:cNvPr id="1922" name="Colorbar gradient 746"/>
            <p:cNvSpPr/>
            <p:nvPr/>
          </p:nvSpPr>
          <p:spPr>
            <a:xfrm>
              <a:off x="33552" y="1390557"/>
              <a:ext cx="106249" cy="1957"/>
            </a:xfrm>
            <a:prstGeom prst="rect">
              <a:avLst/>
            </a:prstGeom>
            <a:solidFill>
              <a:srgbClr val="112D74"/>
            </a:solidFill>
            <a:ln>
              <a:noFill/>
            </a:ln>
          </p:spPr>
        </p:sp>
        <p:sp>
          <p:nvSpPr>
            <p:cNvPr id="1923" name="Colorbar gradient 747"/>
            <p:cNvSpPr/>
            <p:nvPr/>
          </p:nvSpPr>
          <p:spPr>
            <a:xfrm>
              <a:off x="33552" y="1392421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24" name="Colorbar gradient 748"/>
            <p:cNvSpPr/>
            <p:nvPr/>
          </p:nvSpPr>
          <p:spPr>
            <a:xfrm>
              <a:off x="33552" y="1394285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25" name="Colorbar gradient 749"/>
            <p:cNvSpPr/>
            <p:nvPr/>
          </p:nvSpPr>
          <p:spPr>
            <a:xfrm>
              <a:off x="33552" y="1396149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26" name="Colorbar gradient 750"/>
            <p:cNvSpPr/>
            <p:nvPr/>
          </p:nvSpPr>
          <p:spPr>
            <a:xfrm>
              <a:off x="33552" y="1398013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27" name="Colorbar gradient 751"/>
            <p:cNvSpPr/>
            <p:nvPr/>
          </p:nvSpPr>
          <p:spPr>
            <a:xfrm>
              <a:off x="33552" y="1399877"/>
              <a:ext cx="106249" cy="1957"/>
            </a:xfrm>
            <a:prstGeom prst="rect">
              <a:avLst/>
            </a:prstGeom>
            <a:solidFill>
              <a:srgbClr val="102C73"/>
            </a:solidFill>
            <a:ln>
              <a:noFill/>
            </a:ln>
          </p:spPr>
        </p:sp>
        <p:sp>
          <p:nvSpPr>
            <p:cNvPr id="1928" name="Colorbar gradient 752"/>
            <p:cNvSpPr/>
            <p:nvPr/>
          </p:nvSpPr>
          <p:spPr>
            <a:xfrm>
              <a:off x="33552" y="1401741"/>
              <a:ext cx="106249" cy="1957"/>
            </a:xfrm>
            <a:prstGeom prst="rect">
              <a:avLst/>
            </a:prstGeom>
            <a:solidFill>
              <a:srgbClr val="102B73"/>
            </a:solidFill>
            <a:ln>
              <a:noFill/>
            </a:ln>
          </p:spPr>
        </p:sp>
        <p:sp>
          <p:nvSpPr>
            <p:cNvPr id="1929" name="Colorbar gradient 753"/>
            <p:cNvSpPr/>
            <p:nvPr/>
          </p:nvSpPr>
          <p:spPr>
            <a:xfrm>
              <a:off x="33552" y="1403605"/>
              <a:ext cx="106249" cy="1957"/>
            </a:xfrm>
            <a:prstGeom prst="rect">
              <a:avLst/>
            </a:prstGeom>
            <a:solidFill>
              <a:srgbClr val="102B73"/>
            </a:solidFill>
            <a:ln>
              <a:noFill/>
            </a:ln>
          </p:spPr>
        </p:sp>
        <p:sp>
          <p:nvSpPr>
            <p:cNvPr id="1930" name="Colorbar gradient 754"/>
            <p:cNvSpPr/>
            <p:nvPr/>
          </p:nvSpPr>
          <p:spPr>
            <a:xfrm>
              <a:off x="33552" y="1405469"/>
              <a:ext cx="106249" cy="1957"/>
            </a:xfrm>
            <a:prstGeom prst="rect">
              <a:avLst/>
            </a:prstGeom>
            <a:solidFill>
              <a:srgbClr val="102B73"/>
            </a:solidFill>
            <a:ln>
              <a:noFill/>
            </a:ln>
          </p:spPr>
        </p:sp>
        <p:sp>
          <p:nvSpPr>
            <p:cNvPr id="1931" name="Colorbar gradient 755"/>
            <p:cNvSpPr/>
            <p:nvPr/>
          </p:nvSpPr>
          <p:spPr>
            <a:xfrm>
              <a:off x="33552" y="1407333"/>
              <a:ext cx="106249" cy="1957"/>
            </a:xfrm>
            <a:prstGeom prst="rect">
              <a:avLst/>
            </a:prstGeom>
            <a:solidFill>
              <a:srgbClr val="102A73"/>
            </a:solidFill>
            <a:ln>
              <a:noFill/>
            </a:ln>
          </p:spPr>
        </p:sp>
        <p:sp>
          <p:nvSpPr>
            <p:cNvPr id="1932" name="Colorbar gradient 756"/>
            <p:cNvSpPr/>
            <p:nvPr/>
          </p:nvSpPr>
          <p:spPr>
            <a:xfrm>
              <a:off x="33552" y="1409197"/>
              <a:ext cx="106249" cy="1957"/>
            </a:xfrm>
            <a:prstGeom prst="rect">
              <a:avLst/>
            </a:prstGeom>
            <a:solidFill>
              <a:srgbClr val="112A71"/>
            </a:solidFill>
            <a:ln>
              <a:noFill/>
            </a:ln>
          </p:spPr>
        </p:sp>
        <p:sp>
          <p:nvSpPr>
            <p:cNvPr id="1933" name="Colorbar gradient 757"/>
            <p:cNvSpPr/>
            <p:nvPr/>
          </p:nvSpPr>
          <p:spPr>
            <a:xfrm>
              <a:off x="33552" y="1411061"/>
              <a:ext cx="106249" cy="1957"/>
            </a:xfrm>
            <a:prstGeom prst="rect">
              <a:avLst/>
            </a:prstGeom>
            <a:solidFill>
              <a:srgbClr val="102971"/>
            </a:solidFill>
            <a:ln>
              <a:noFill/>
            </a:ln>
          </p:spPr>
        </p:sp>
        <p:sp>
          <p:nvSpPr>
            <p:cNvPr id="1934" name="Colorbar gradient 758"/>
            <p:cNvSpPr/>
            <p:nvPr/>
          </p:nvSpPr>
          <p:spPr>
            <a:xfrm>
              <a:off x="33552" y="1412925"/>
              <a:ext cx="106249" cy="1957"/>
            </a:xfrm>
            <a:prstGeom prst="rect">
              <a:avLst/>
            </a:prstGeom>
            <a:solidFill>
              <a:srgbClr val="102971"/>
            </a:solidFill>
            <a:ln>
              <a:noFill/>
            </a:ln>
          </p:spPr>
        </p:sp>
        <p:sp>
          <p:nvSpPr>
            <p:cNvPr id="1935" name="Colorbar gradient 759"/>
            <p:cNvSpPr/>
            <p:nvPr/>
          </p:nvSpPr>
          <p:spPr>
            <a:xfrm>
              <a:off x="33552" y="1414789"/>
              <a:ext cx="106249" cy="1957"/>
            </a:xfrm>
            <a:prstGeom prst="rect">
              <a:avLst/>
            </a:prstGeom>
            <a:solidFill>
              <a:srgbClr val="0F2971"/>
            </a:solidFill>
            <a:ln>
              <a:noFill/>
            </a:ln>
          </p:spPr>
        </p:sp>
        <p:sp>
          <p:nvSpPr>
            <p:cNvPr id="1936" name="Colorbar gradient 760"/>
            <p:cNvSpPr/>
            <p:nvPr/>
          </p:nvSpPr>
          <p:spPr>
            <a:xfrm>
              <a:off x="33552" y="1416653"/>
              <a:ext cx="106249" cy="1957"/>
            </a:xfrm>
            <a:prstGeom prst="rect">
              <a:avLst/>
            </a:prstGeom>
            <a:solidFill>
              <a:srgbClr val="0F2871"/>
            </a:solidFill>
            <a:ln>
              <a:noFill/>
            </a:ln>
          </p:spPr>
        </p:sp>
        <p:sp>
          <p:nvSpPr>
            <p:cNvPr id="1937" name="Colorbar gradient 761"/>
            <p:cNvSpPr/>
            <p:nvPr/>
          </p:nvSpPr>
          <p:spPr>
            <a:xfrm>
              <a:off x="33552" y="1418517"/>
              <a:ext cx="106249" cy="1957"/>
            </a:xfrm>
            <a:prstGeom prst="rect">
              <a:avLst/>
            </a:prstGeom>
            <a:solidFill>
              <a:srgbClr val="0F2870"/>
            </a:solidFill>
            <a:ln>
              <a:noFill/>
            </a:ln>
          </p:spPr>
        </p:sp>
        <p:sp>
          <p:nvSpPr>
            <p:cNvPr id="1938" name="Colorbar gradient 762"/>
            <p:cNvSpPr/>
            <p:nvPr/>
          </p:nvSpPr>
          <p:spPr>
            <a:xfrm>
              <a:off x="33552" y="1420381"/>
              <a:ext cx="106249" cy="1957"/>
            </a:xfrm>
            <a:prstGeom prst="rect">
              <a:avLst/>
            </a:prstGeom>
            <a:solidFill>
              <a:srgbClr val="0F2870"/>
            </a:solidFill>
            <a:ln>
              <a:noFill/>
            </a:ln>
          </p:spPr>
        </p:sp>
        <p:sp>
          <p:nvSpPr>
            <p:cNvPr id="1939" name="Colorbar gradient 763"/>
            <p:cNvSpPr/>
            <p:nvPr/>
          </p:nvSpPr>
          <p:spPr>
            <a:xfrm>
              <a:off x="33552" y="1422245"/>
              <a:ext cx="106249" cy="1957"/>
            </a:xfrm>
            <a:prstGeom prst="rect">
              <a:avLst/>
            </a:prstGeom>
            <a:solidFill>
              <a:srgbClr val="0F2770"/>
            </a:solidFill>
            <a:ln>
              <a:noFill/>
            </a:ln>
          </p:spPr>
        </p:sp>
        <p:sp>
          <p:nvSpPr>
            <p:cNvPr id="1940" name="Colorbar gradient 764"/>
            <p:cNvSpPr/>
            <p:nvPr/>
          </p:nvSpPr>
          <p:spPr>
            <a:xfrm>
              <a:off x="33552" y="1424109"/>
              <a:ext cx="106249" cy="1957"/>
            </a:xfrm>
            <a:prstGeom prst="rect">
              <a:avLst/>
            </a:prstGeom>
            <a:solidFill>
              <a:srgbClr val="0F2770"/>
            </a:solidFill>
            <a:ln>
              <a:noFill/>
            </a:ln>
          </p:spPr>
        </p:sp>
        <p:sp>
          <p:nvSpPr>
            <p:cNvPr id="1941" name="Colorbar gradient 765"/>
            <p:cNvSpPr/>
            <p:nvPr/>
          </p:nvSpPr>
          <p:spPr>
            <a:xfrm>
              <a:off x="33552" y="1425974"/>
              <a:ext cx="106249" cy="1957"/>
            </a:xfrm>
            <a:prstGeom prst="rect">
              <a:avLst/>
            </a:prstGeom>
            <a:solidFill>
              <a:srgbClr val="0F2770"/>
            </a:solidFill>
            <a:ln>
              <a:noFill/>
            </a:ln>
          </p:spPr>
        </p:sp>
        <p:sp>
          <p:nvSpPr>
            <p:cNvPr id="1942" name="Colorbar gradient 766"/>
            <p:cNvSpPr/>
            <p:nvPr/>
          </p:nvSpPr>
          <p:spPr>
            <a:xfrm>
              <a:off x="33552" y="1427838"/>
              <a:ext cx="106249" cy="1957"/>
            </a:xfrm>
            <a:prstGeom prst="rect">
              <a:avLst/>
            </a:prstGeom>
            <a:solidFill>
              <a:srgbClr val="0D246F"/>
            </a:solidFill>
            <a:ln>
              <a:noFill/>
            </a:ln>
          </p:spPr>
        </p:sp>
        <p:sp>
          <p:nvSpPr>
            <p:cNvPr id="1943" name="Colorbar gradient 767"/>
            <p:cNvSpPr/>
            <p:nvPr/>
          </p:nvSpPr>
          <p:spPr>
            <a:xfrm>
              <a:off x="33552" y="1429702"/>
              <a:ext cx="106249" cy="1957"/>
            </a:xfrm>
            <a:prstGeom prst="rect">
              <a:avLst/>
            </a:prstGeom>
            <a:solidFill>
              <a:srgbClr val="0D246F"/>
            </a:solidFill>
            <a:ln>
              <a:noFill/>
            </a:ln>
          </p:spPr>
        </p:sp>
        <p:sp>
          <p:nvSpPr>
            <p:cNvPr id="1944" name="Colorbar gradient 768"/>
            <p:cNvSpPr/>
            <p:nvPr/>
          </p:nvSpPr>
          <p:spPr>
            <a:xfrm>
              <a:off x="33552" y="1431566"/>
              <a:ext cx="106249" cy="1957"/>
            </a:xfrm>
            <a:prstGeom prst="rect">
              <a:avLst/>
            </a:prstGeom>
            <a:solidFill>
              <a:srgbClr val="0D246F"/>
            </a:solidFill>
            <a:ln>
              <a:noFill/>
            </a:ln>
          </p:spPr>
        </p:sp>
        <p:sp>
          <p:nvSpPr>
            <p:cNvPr id="1945" name="Colorbar gradient 769"/>
            <p:cNvSpPr/>
            <p:nvPr/>
          </p:nvSpPr>
          <p:spPr>
            <a:xfrm>
              <a:off x="33552" y="1433430"/>
              <a:ext cx="106249" cy="1957"/>
            </a:xfrm>
            <a:prstGeom prst="rect">
              <a:avLst/>
            </a:prstGeom>
            <a:solidFill>
              <a:srgbClr val="0E236F"/>
            </a:solidFill>
            <a:ln>
              <a:noFill/>
            </a:ln>
          </p:spPr>
        </p:sp>
        <p:sp>
          <p:nvSpPr>
            <p:cNvPr id="1946" name="Colorbar gradient 770"/>
            <p:cNvSpPr/>
            <p:nvPr/>
          </p:nvSpPr>
          <p:spPr>
            <a:xfrm>
              <a:off x="33552" y="1435294"/>
              <a:ext cx="106249" cy="1957"/>
            </a:xfrm>
            <a:prstGeom prst="rect">
              <a:avLst/>
            </a:prstGeom>
            <a:solidFill>
              <a:srgbClr val="0E236E"/>
            </a:solidFill>
            <a:ln>
              <a:noFill/>
            </a:ln>
          </p:spPr>
        </p:sp>
        <p:sp>
          <p:nvSpPr>
            <p:cNvPr id="1947" name="Colorbar gradient 771"/>
            <p:cNvSpPr/>
            <p:nvPr/>
          </p:nvSpPr>
          <p:spPr>
            <a:xfrm>
              <a:off x="33552" y="1437158"/>
              <a:ext cx="106249" cy="1957"/>
            </a:xfrm>
            <a:prstGeom prst="rect">
              <a:avLst/>
            </a:prstGeom>
            <a:solidFill>
              <a:srgbClr val="0F226E"/>
            </a:solidFill>
            <a:ln>
              <a:noFill/>
            </a:ln>
          </p:spPr>
        </p:sp>
        <p:sp>
          <p:nvSpPr>
            <p:cNvPr id="1948" name="Colorbar gradient 772"/>
            <p:cNvSpPr/>
            <p:nvPr/>
          </p:nvSpPr>
          <p:spPr>
            <a:xfrm>
              <a:off x="33552" y="1439022"/>
              <a:ext cx="106249" cy="1957"/>
            </a:xfrm>
            <a:prstGeom prst="rect">
              <a:avLst/>
            </a:prstGeom>
            <a:solidFill>
              <a:srgbClr val="0F226E"/>
            </a:solidFill>
            <a:ln>
              <a:noFill/>
            </a:ln>
          </p:spPr>
        </p:sp>
        <p:sp>
          <p:nvSpPr>
            <p:cNvPr id="1949" name="Colorbar gradient 773"/>
            <p:cNvSpPr/>
            <p:nvPr/>
          </p:nvSpPr>
          <p:spPr>
            <a:xfrm>
              <a:off x="33552" y="1440886"/>
              <a:ext cx="106249" cy="1957"/>
            </a:xfrm>
            <a:prstGeom prst="rect">
              <a:avLst/>
            </a:prstGeom>
            <a:solidFill>
              <a:srgbClr val="0F226E"/>
            </a:solidFill>
            <a:ln>
              <a:noFill/>
            </a:ln>
          </p:spPr>
        </p:sp>
        <p:sp>
          <p:nvSpPr>
            <p:cNvPr id="1950" name="Colorbar gradient 774"/>
            <p:cNvSpPr/>
            <p:nvPr/>
          </p:nvSpPr>
          <p:spPr>
            <a:xfrm>
              <a:off x="33552" y="1442750"/>
              <a:ext cx="106249" cy="1957"/>
            </a:xfrm>
            <a:prstGeom prst="rect">
              <a:avLst/>
            </a:prstGeom>
            <a:solidFill>
              <a:srgbClr val="0D226E"/>
            </a:solidFill>
            <a:ln>
              <a:noFill/>
            </a:ln>
          </p:spPr>
        </p:sp>
        <p:sp>
          <p:nvSpPr>
            <p:cNvPr id="1951" name="Colorbar gradient 775"/>
            <p:cNvSpPr/>
            <p:nvPr/>
          </p:nvSpPr>
          <p:spPr>
            <a:xfrm>
              <a:off x="33552" y="1444614"/>
              <a:ext cx="106249" cy="1957"/>
            </a:xfrm>
            <a:prstGeom prst="rect">
              <a:avLst/>
            </a:prstGeom>
            <a:solidFill>
              <a:srgbClr val="0D226D"/>
            </a:solidFill>
            <a:ln>
              <a:noFill/>
            </a:ln>
          </p:spPr>
        </p:sp>
        <p:sp>
          <p:nvSpPr>
            <p:cNvPr id="1952" name="Colorbar gradient 776"/>
            <p:cNvSpPr/>
            <p:nvPr/>
          </p:nvSpPr>
          <p:spPr>
            <a:xfrm>
              <a:off x="33552" y="1446478"/>
              <a:ext cx="106249" cy="1957"/>
            </a:xfrm>
            <a:prstGeom prst="rect">
              <a:avLst/>
            </a:prstGeom>
            <a:solidFill>
              <a:srgbClr val="0D216D"/>
            </a:solidFill>
            <a:ln>
              <a:noFill/>
            </a:ln>
          </p:spPr>
        </p:sp>
        <p:sp>
          <p:nvSpPr>
            <p:cNvPr id="1953" name="Colorbar gradient 777"/>
            <p:cNvSpPr/>
            <p:nvPr/>
          </p:nvSpPr>
          <p:spPr>
            <a:xfrm>
              <a:off x="33552" y="1448342"/>
              <a:ext cx="106249" cy="1957"/>
            </a:xfrm>
            <a:prstGeom prst="rect">
              <a:avLst/>
            </a:prstGeom>
            <a:solidFill>
              <a:srgbClr val="0D216D"/>
            </a:solidFill>
            <a:ln>
              <a:noFill/>
            </a:ln>
          </p:spPr>
        </p:sp>
        <p:sp>
          <p:nvSpPr>
            <p:cNvPr id="1954" name="Colorbar gradient 778"/>
            <p:cNvSpPr/>
            <p:nvPr/>
          </p:nvSpPr>
          <p:spPr>
            <a:xfrm>
              <a:off x="33552" y="1450206"/>
              <a:ext cx="106249" cy="1957"/>
            </a:xfrm>
            <a:prstGeom prst="rect">
              <a:avLst/>
            </a:prstGeom>
            <a:solidFill>
              <a:srgbClr val="0D216D"/>
            </a:solidFill>
            <a:ln>
              <a:noFill/>
            </a:ln>
          </p:spPr>
        </p:sp>
        <p:sp>
          <p:nvSpPr>
            <p:cNvPr id="1955" name="Colorbar gradient 779"/>
            <p:cNvSpPr/>
            <p:nvPr/>
          </p:nvSpPr>
          <p:spPr>
            <a:xfrm>
              <a:off x="33552" y="1452070"/>
              <a:ext cx="106249" cy="1957"/>
            </a:xfrm>
            <a:prstGeom prst="rect">
              <a:avLst/>
            </a:prstGeom>
            <a:solidFill>
              <a:srgbClr val="0D206D"/>
            </a:solidFill>
            <a:ln>
              <a:noFill/>
            </a:ln>
          </p:spPr>
        </p:sp>
        <p:sp>
          <p:nvSpPr>
            <p:cNvPr id="1956" name="Colorbar gradient 780"/>
            <p:cNvSpPr/>
            <p:nvPr/>
          </p:nvSpPr>
          <p:spPr>
            <a:xfrm>
              <a:off x="33552" y="1453934"/>
              <a:ext cx="106249" cy="1957"/>
            </a:xfrm>
            <a:prstGeom prst="rect">
              <a:avLst/>
            </a:prstGeom>
            <a:solidFill>
              <a:srgbClr val="0D206C"/>
            </a:solidFill>
            <a:ln>
              <a:noFill/>
            </a:ln>
          </p:spPr>
        </p:sp>
        <p:sp>
          <p:nvSpPr>
            <p:cNvPr id="1957" name="Colorbar gradient 781"/>
            <p:cNvSpPr/>
            <p:nvPr/>
          </p:nvSpPr>
          <p:spPr>
            <a:xfrm>
              <a:off x="33552" y="1455798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58" name="Colorbar gradient 782"/>
            <p:cNvSpPr/>
            <p:nvPr/>
          </p:nvSpPr>
          <p:spPr>
            <a:xfrm>
              <a:off x="33552" y="1457662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59" name="Colorbar gradient 783"/>
            <p:cNvSpPr/>
            <p:nvPr/>
          </p:nvSpPr>
          <p:spPr>
            <a:xfrm>
              <a:off x="33552" y="1459526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60" name="Colorbar gradient 784"/>
            <p:cNvSpPr/>
            <p:nvPr/>
          </p:nvSpPr>
          <p:spPr>
            <a:xfrm>
              <a:off x="33552" y="1461390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61" name="Colorbar gradient 785"/>
            <p:cNvSpPr/>
            <p:nvPr/>
          </p:nvSpPr>
          <p:spPr>
            <a:xfrm>
              <a:off x="33552" y="1463254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62" name="Colorbar gradient 786"/>
            <p:cNvSpPr/>
            <p:nvPr/>
          </p:nvSpPr>
          <p:spPr>
            <a:xfrm>
              <a:off x="33552" y="1465118"/>
              <a:ext cx="106249" cy="1957"/>
            </a:xfrm>
            <a:prstGeom prst="rect">
              <a:avLst/>
            </a:prstGeom>
            <a:solidFill>
              <a:srgbClr val="0B1E6C"/>
            </a:solidFill>
            <a:ln>
              <a:noFill/>
            </a:ln>
          </p:spPr>
        </p:sp>
        <p:sp>
          <p:nvSpPr>
            <p:cNvPr id="1963" name="Colorbar gradient 787"/>
            <p:cNvSpPr/>
            <p:nvPr/>
          </p:nvSpPr>
          <p:spPr>
            <a:xfrm>
              <a:off x="33552" y="1466982"/>
              <a:ext cx="106249" cy="1957"/>
            </a:xfrm>
            <a:prstGeom prst="rect">
              <a:avLst/>
            </a:prstGeom>
            <a:solidFill>
              <a:srgbClr val="0B1E6C"/>
            </a:solidFill>
            <a:ln>
              <a:noFill/>
            </a:ln>
          </p:spPr>
        </p:sp>
        <p:sp>
          <p:nvSpPr>
            <p:cNvPr id="1964" name="Colorbar gradient 788"/>
            <p:cNvSpPr/>
            <p:nvPr/>
          </p:nvSpPr>
          <p:spPr>
            <a:xfrm>
              <a:off x="33552" y="1468846"/>
              <a:ext cx="106249" cy="1957"/>
            </a:xfrm>
            <a:prstGeom prst="rect">
              <a:avLst/>
            </a:prstGeom>
            <a:solidFill>
              <a:srgbClr val="0B1E6C"/>
            </a:solidFill>
            <a:ln>
              <a:noFill/>
            </a:ln>
          </p:spPr>
        </p:sp>
        <p:sp>
          <p:nvSpPr>
            <p:cNvPr id="1965" name="Colorbar gradient 789"/>
            <p:cNvSpPr/>
            <p:nvPr/>
          </p:nvSpPr>
          <p:spPr>
            <a:xfrm>
              <a:off x="33552" y="1470710"/>
              <a:ext cx="106249" cy="1957"/>
            </a:xfrm>
            <a:prstGeom prst="rect">
              <a:avLst/>
            </a:prstGeom>
            <a:solidFill>
              <a:srgbClr val="0B1D6C"/>
            </a:solidFill>
            <a:ln>
              <a:noFill/>
            </a:ln>
          </p:spPr>
        </p:sp>
        <p:sp>
          <p:nvSpPr>
            <p:cNvPr id="1966" name="Colorbar gradient 790"/>
            <p:cNvSpPr/>
            <p:nvPr/>
          </p:nvSpPr>
          <p:spPr>
            <a:xfrm>
              <a:off x="33552" y="1472574"/>
              <a:ext cx="106249" cy="1957"/>
            </a:xfrm>
            <a:prstGeom prst="rect">
              <a:avLst/>
            </a:prstGeom>
            <a:solidFill>
              <a:srgbClr val="0A1D6B"/>
            </a:solidFill>
            <a:ln>
              <a:noFill/>
            </a:ln>
          </p:spPr>
        </p:sp>
        <p:sp>
          <p:nvSpPr>
            <p:cNvPr id="1967" name="Colorbar gradient 791"/>
            <p:cNvSpPr/>
            <p:nvPr/>
          </p:nvSpPr>
          <p:spPr>
            <a:xfrm>
              <a:off x="33552" y="1474438"/>
              <a:ext cx="106249" cy="1957"/>
            </a:xfrm>
            <a:prstGeom prst="rect">
              <a:avLst/>
            </a:prstGeom>
            <a:solidFill>
              <a:srgbClr val="0A1D6B"/>
            </a:solidFill>
            <a:ln>
              <a:noFill/>
            </a:ln>
          </p:spPr>
        </p:sp>
        <p:sp>
          <p:nvSpPr>
            <p:cNvPr id="1968" name="Colorbar gradient 792"/>
            <p:cNvSpPr/>
            <p:nvPr/>
          </p:nvSpPr>
          <p:spPr>
            <a:xfrm>
              <a:off x="33552" y="1476302"/>
              <a:ext cx="106249" cy="1957"/>
            </a:xfrm>
            <a:prstGeom prst="rect">
              <a:avLst/>
            </a:prstGeom>
            <a:solidFill>
              <a:srgbClr val="0A1C6B"/>
            </a:solidFill>
            <a:ln>
              <a:noFill/>
            </a:ln>
          </p:spPr>
        </p:sp>
        <p:sp>
          <p:nvSpPr>
            <p:cNvPr id="1969" name="Colorbar gradient 793"/>
            <p:cNvSpPr/>
            <p:nvPr/>
          </p:nvSpPr>
          <p:spPr>
            <a:xfrm>
              <a:off x="33552" y="1478166"/>
              <a:ext cx="106249" cy="1957"/>
            </a:xfrm>
            <a:prstGeom prst="rect">
              <a:avLst/>
            </a:prstGeom>
            <a:solidFill>
              <a:srgbClr val="0A1C6B"/>
            </a:solidFill>
            <a:ln>
              <a:noFill/>
            </a:ln>
          </p:spPr>
        </p:sp>
        <p:sp>
          <p:nvSpPr>
            <p:cNvPr id="1970" name="Colorbar gradient 794"/>
            <p:cNvSpPr/>
            <p:nvPr/>
          </p:nvSpPr>
          <p:spPr>
            <a:xfrm>
              <a:off x="33552" y="1480030"/>
              <a:ext cx="106249" cy="1957"/>
            </a:xfrm>
            <a:prstGeom prst="rect">
              <a:avLst/>
            </a:prstGeom>
            <a:solidFill>
              <a:srgbClr val="0A1B6B"/>
            </a:solidFill>
            <a:ln>
              <a:noFill/>
            </a:ln>
          </p:spPr>
        </p:sp>
        <p:sp>
          <p:nvSpPr>
            <p:cNvPr id="1971" name="Colorbar gradient 795"/>
            <p:cNvSpPr/>
            <p:nvPr/>
          </p:nvSpPr>
          <p:spPr>
            <a:xfrm>
              <a:off x="33552" y="1481894"/>
              <a:ext cx="106249" cy="1957"/>
            </a:xfrm>
            <a:prstGeom prst="rect">
              <a:avLst/>
            </a:prstGeom>
            <a:solidFill>
              <a:srgbClr val="0A1B6A"/>
            </a:solidFill>
            <a:ln>
              <a:noFill/>
            </a:ln>
          </p:spPr>
        </p:sp>
        <p:sp>
          <p:nvSpPr>
            <p:cNvPr id="1972" name="Colorbar gradient 796"/>
            <p:cNvSpPr/>
            <p:nvPr/>
          </p:nvSpPr>
          <p:spPr>
            <a:xfrm>
              <a:off x="33552" y="1483758"/>
              <a:ext cx="106249" cy="1957"/>
            </a:xfrm>
            <a:prstGeom prst="rect">
              <a:avLst/>
            </a:prstGeom>
            <a:solidFill>
              <a:srgbClr val="0A1B6A"/>
            </a:solidFill>
            <a:ln>
              <a:noFill/>
            </a:ln>
          </p:spPr>
        </p:sp>
        <p:sp>
          <p:nvSpPr>
            <p:cNvPr id="1973" name="Colorbar gradient 797"/>
            <p:cNvSpPr/>
            <p:nvPr/>
          </p:nvSpPr>
          <p:spPr>
            <a:xfrm>
              <a:off x="33552" y="1485622"/>
              <a:ext cx="106249" cy="1957"/>
            </a:xfrm>
            <a:prstGeom prst="rect">
              <a:avLst/>
            </a:prstGeom>
            <a:solidFill>
              <a:srgbClr val="0A196A"/>
            </a:solidFill>
            <a:ln>
              <a:noFill/>
            </a:ln>
          </p:spPr>
        </p:sp>
        <p:sp>
          <p:nvSpPr>
            <p:cNvPr id="1974" name="Colorbar gradient 798"/>
            <p:cNvSpPr/>
            <p:nvPr/>
          </p:nvSpPr>
          <p:spPr>
            <a:xfrm>
              <a:off x="33552" y="1487486"/>
              <a:ext cx="106249" cy="1957"/>
            </a:xfrm>
            <a:prstGeom prst="rect">
              <a:avLst/>
            </a:prstGeom>
            <a:solidFill>
              <a:srgbClr val="0A196A"/>
            </a:solidFill>
            <a:ln>
              <a:noFill/>
            </a:ln>
          </p:spPr>
        </p:sp>
        <p:sp>
          <p:nvSpPr>
            <p:cNvPr id="1975" name="Colorbar gradient 799"/>
            <p:cNvSpPr/>
            <p:nvPr/>
          </p:nvSpPr>
          <p:spPr>
            <a:xfrm>
              <a:off x="33552" y="1489350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76" name="Colorbar gradient 800"/>
            <p:cNvSpPr/>
            <p:nvPr/>
          </p:nvSpPr>
          <p:spPr>
            <a:xfrm>
              <a:off x="33552" y="1491214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77" name="Colorbar gradient 801"/>
            <p:cNvSpPr/>
            <p:nvPr/>
          </p:nvSpPr>
          <p:spPr>
            <a:xfrm>
              <a:off x="33552" y="1493078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78" name="Colorbar gradient 802"/>
            <p:cNvSpPr/>
            <p:nvPr/>
          </p:nvSpPr>
          <p:spPr>
            <a:xfrm>
              <a:off x="33552" y="1494942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79" name="Colorbar gradient 803"/>
            <p:cNvSpPr/>
            <p:nvPr/>
          </p:nvSpPr>
          <p:spPr>
            <a:xfrm>
              <a:off x="33552" y="1496806"/>
              <a:ext cx="106249" cy="1957"/>
            </a:xfrm>
            <a:prstGeom prst="rect">
              <a:avLst/>
            </a:prstGeom>
            <a:solidFill>
              <a:srgbClr val="091769"/>
            </a:solidFill>
            <a:ln>
              <a:noFill/>
            </a:ln>
          </p:spPr>
        </p:sp>
        <p:sp>
          <p:nvSpPr>
            <p:cNvPr id="1980" name="Colorbar gradient 804"/>
            <p:cNvSpPr/>
            <p:nvPr/>
          </p:nvSpPr>
          <p:spPr>
            <a:xfrm>
              <a:off x="33552" y="1498670"/>
              <a:ext cx="106249" cy="1957"/>
            </a:xfrm>
            <a:prstGeom prst="rect">
              <a:avLst/>
            </a:prstGeom>
            <a:solidFill>
              <a:srgbClr val="081768"/>
            </a:solidFill>
            <a:ln>
              <a:noFill/>
            </a:ln>
          </p:spPr>
        </p:sp>
        <p:sp>
          <p:nvSpPr>
            <p:cNvPr id="1981" name="Colorbar gradient 805"/>
            <p:cNvSpPr/>
            <p:nvPr/>
          </p:nvSpPr>
          <p:spPr>
            <a:xfrm>
              <a:off x="33552" y="1500534"/>
              <a:ext cx="106249" cy="1957"/>
            </a:xfrm>
            <a:prstGeom prst="rect">
              <a:avLst/>
            </a:prstGeom>
            <a:solidFill>
              <a:srgbClr val="091668"/>
            </a:solidFill>
            <a:ln>
              <a:noFill/>
            </a:ln>
          </p:spPr>
        </p:sp>
        <p:sp>
          <p:nvSpPr>
            <p:cNvPr id="1982" name="Colorbar gradient 806"/>
            <p:cNvSpPr/>
            <p:nvPr/>
          </p:nvSpPr>
          <p:spPr>
            <a:xfrm>
              <a:off x="33552" y="1502398"/>
              <a:ext cx="106249" cy="1957"/>
            </a:xfrm>
            <a:prstGeom prst="rect">
              <a:avLst/>
            </a:prstGeom>
            <a:solidFill>
              <a:srgbClr val="091668"/>
            </a:solidFill>
            <a:ln>
              <a:noFill/>
            </a:ln>
          </p:spPr>
        </p:sp>
        <p:sp>
          <p:nvSpPr>
            <p:cNvPr id="1983" name="Colorbar gradient 807"/>
            <p:cNvSpPr/>
            <p:nvPr/>
          </p:nvSpPr>
          <p:spPr>
            <a:xfrm>
              <a:off x="33552" y="1504262"/>
              <a:ext cx="106249" cy="1957"/>
            </a:xfrm>
            <a:prstGeom prst="rect">
              <a:avLst/>
            </a:prstGeom>
            <a:solidFill>
              <a:srgbClr val="091668"/>
            </a:solidFill>
            <a:ln>
              <a:noFill/>
            </a:ln>
          </p:spPr>
        </p:sp>
        <p:sp>
          <p:nvSpPr>
            <p:cNvPr id="1984" name="Colorbar gradient 808"/>
            <p:cNvSpPr/>
            <p:nvPr/>
          </p:nvSpPr>
          <p:spPr>
            <a:xfrm>
              <a:off x="33552" y="1506126"/>
              <a:ext cx="106249" cy="1957"/>
            </a:xfrm>
            <a:prstGeom prst="rect">
              <a:avLst/>
            </a:prstGeom>
            <a:solidFill>
              <a:srgbClr val="071568"/>
            </a:solidFill>
            <a:ln>
              <a:noFill/>
            </a:ln>
          </p:spPr>
        </p:sp>
        <p:sp>
          <p:nvSpPr>
            <p:cNvPr id="1985" name="Colorbar gradient 809"/>
            <p:cNvSpPr/>
            <p:nvPr/>
          </p:nvSpPr>
          <p:spPr>
            <a:xfrm>
              <a:off x="33552" y="1507990"/>
              <a:ext cx="106249" cy="1957"/>
            </a:xfrm>
            <a:prstGeom prst="rect">
              <a:avLst/>
            </a:prstGeom>
            <a:solidFill>
              <a:srgbClr val="091567"/>
            </a:solidFill>
            <a:ln>
              <a:noFill/>
            </a:ln>
          </p:spPr>
        </p:sp>
        <p:sp>
          <p:nvSpPr>
            <p:cNvPr id="1986" name="Colorbar gradient 810"/>
            <p:cNvSpPr/>
            <p:nvPr/>
          </p:nvSpPr>
          <p:spPr>
            <a:xfrm>
              <a:off x="33552" y="1509854"/>
              <a:ext cx="106249" cy="1957"/>
            </a:xfrm>
            <a:prstGeom prst="rect">
              <a:avLst/>
            </a:prstGeom>
            <a:solidFill>
              <a:srgbClr val="071467"/>
            </a:solidFill>
            <a:ln>
              <a:noFill/>
            </a:ln>
          </p:spPr>
        </p:sp>
        <p:sp>
          <p:nvSpPr>
            <p:cNvPr id="1987" name="Colorbar gradient 811"/>
            <p:cNvSpPr/>
            <p:nvPr/>
          </p:nvSpPr>
          <p:spPr>
            <a:xfrm>
              <a:off x="33552" y="1511718"/>
              <a:ext cx="106249" cy="1957"/>
            </a:xfrm>
            <a:prstGeom prst="rect">
              <a:avLst/>
            </a:prstGeom>
            <a:solidFill>
              <a:srgbClr val="071467"/>
            </a:solidFill>
            <a:ln>
              <a:noFill/>
            </a:ln>
          </p:spPr>
        </p:sp>
        <p:sp>
          <p:nvSpPr>
            <p:cNvPr id="1988" name="Colorbar gradient 812"/>
            <p:cNvSpPr/>
            <p:nvPr/>
          </p:nvSpPr>
          <p:spPr>
            <a:xfrm>
              <a:off x="33552" y="1513582"/>
              <a:ext cx="106249" cy="1957"/>
            </a:xfrm>
            <a:prstGeom prst="rect">
              <a:avLst/>
            </a:prstGeom>
            <a:solidFill>
              <a:srgbClr val="061467"/>
            </a:solidFill>
            <a:ln>
              <a:noFill/>
            </a:ln>
          </p:spPr>
        </p:sp>
        <p:sp>
          <p:nvSpPr>
            <p:cNvPr id="1989" name="Colorbar gradient 813"/>
            <p:cNvSpPr/>
            <p:nvPr/>
          </p:nvSpPr>
          <p:spPr>
            <a:xfrm>
              <a:off x="33552" y="1515446"/>
              <a:ext cx="106249" cy="1957"/>
            </a:xfrm>
            <a:prstGeom prst="rect">
              <a:avLst/>
            </a:prstGeom>
            <a:solidFill>
              <a:srgbClr val="061367"/>
            </a:solidFill>
            <a:ln>
              <a:noFill/>
            </a:ln>
          </p:spPr>
        </p:sp>
        <p:sp>
          <p:nvSpPr>
            <p:cNvPr id="1990" name="Colorbar gradient 814"/>
            <p:cNvSpPr/>
            <p:nvPr/>
          </p:nvSpPr>
          <p:spPr>
            <a:xfrm>
              <a:off x="33552" y="1517310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91" name="Colorbar gradient 815"/>
            <p:cNvSpPr/>
            <p:nvPr/>
          </p:nvSpPr>
          <p:spPr>
            <a:xfrm>
              <a:off x="33552" y="1519174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92" name="Colorbar gradient 816"/>
            <p:cNvSpPr/>
            <p:nvPr/>
          </p:nvSpPr>
          <p:spPr>
            <a:xfrm>
              <a:off x="33552" y="1521038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93" name="Colorbar gradient 817"/>
            <p:cNvSpPr/>
            <p:nvPr/>
          </p:nvSpPr>
          <p:spPr>
            <a:xfrm>
              <a:off x="33552" y="1522902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94" name="Colorbar gradient 818"/>
            <p:cNvSpPr/>
            <p:nvPr/>
          </p:nvSpPr>
          <p:spPr>
            <a:xfrm>
              <a:off x="33552" y="1524766"/>
              <a:ext cx="106249" cy="1957"/>
            </a:xfrm>
            <a:prstGeom prst="rect">
              <a:avLst/>
            </a:prstGeom>
            <a:solidFill>
              <a:srgbClr val="071266"/>
            </a:solidFill>
            <a:ln>
              <a:noFill/>
            </a:ln>
          </p:spPr>
        </p:sp>
        <p:sp>
          <p:nvSpPr>
            <p:cNvPr id="1995" name="Colorbar gradient 819"/>
            <p:cNvSpPr/>
            <p:nvPr/>
          </p:nvSpPr>
          <p:spPr>
            <a:xfrm>
              <a:off x="33552" y="1526630"/>
              <a:ext cx="106249" cy="1957"/>
            </a:xfrm>
            <a:prstGeom prst="rect">
              <a:avLst/>
            </a:prstGeom>
            <a:solidFill>
              <a:srgbClr val="061264"/>
            </a:solidFill>
            <a:ln>
              <a:noFill/>
            </a:ln>
          </p:spPr>
        </p:sp>
        <p:sp>
          <p:nvSpPr>
            <p:cNvPr id="1996" name="Colorbar gradient 820"/>
            <p:cNvSpPr/>
            <p:nvPr/>
          </p:nvSpPr>
          <p:spPr>
            <a:xfrm>
              <a:off x="33552" y="1528494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1997" name="Colorbar gradient 821"/>
            <p:cNvSpPr/>
            <p:nvPr/>
          </p:nvSpPr>
          <p:spPr>
            <a:xfrm>
              <a:off x="33552" y="1530358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1998" name="Colorbar gradient 822"/>
            <p:cNvSpPr/>
            <p:nvPr/>
          </p:nvSpPr>
          <p:spPr>
            <a:xfrm>
              <a:off x="33552" y="1532223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1999" name="Colorbar gradient 823"/>
            <p:cNvSpPr/>
            <p:nvPr/>
          </p:nvSpPr>
          <p:spPr>
            <a:xfrm>
              <a:off x="33552" y="1534087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2000" name="Colorbar gradient 824"/>
            <p:cNvSpPr/>
            <p:nvPr/>
          </p:nvSpPr>
          <p:spPr>
            <a:xfrm>
              <a:off x="33552" y="1535951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2001" name="Colorbar gradient 825"/>
            <p:cNvSpPr/>
            <p:nvPr/>
          </p:nvSpPr>
          <p:spPr>
            <a:xfrm>
              <a:off x="33552" y="1537815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2002" name="Colorbar gradient 826"/>
            <p:cNvSpPr/>
            <p:nvPr/>
          </p:nvSpPr>
          <p:spPr>
            <a:xfrm>
              <a:off x="33552" y="1539679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2003" name="Colorbar gradient 827"/>
            <p:cNvSpPr/>
            <p:nvPr/>
          </p:nvSpPr>
          <p:spPr>
            <a:xfrm>
              <a:off x="33552" y="1541543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2004" name="Colorbar gradient 828"/>
            <p:cNvSpPr/>
            <p:nvPr/>
          </p:nvSpPr>
          <p:spPr>
            <a:xfrm>
              <a:off x="33552" y="1543407"/>
              <a:ext cx="106249" cy="1957"/>
            </a:xfrm>
            <a:prstGeom prst="rect">
              <a:avLst/>
            </a:prstGeom>
            <a:solidFill>
              <a:srgbClr val="061062"/>
            </a:solidFill>
            <a:ln>
              <a:noFill/>
            </a:ln>
          </p:spPr>
        </p:sp>
        <p:sp>
          <p:nvSpPr>
            <p:cNvPr id="2005" name="Colorbar gradient 829"/>
            <p:cNvSpPr/>
            <p:nvPr/>
          </p:nvSpPr>
          <p:spPr>
            <a:xfrm>
              <a:off x="33552" y="1545271"/>
              <a:ext cx="106249" cy="1957"/>
            </a:xfrm>
            <a:prstGeom prst="rect">
              <a:avLst/>
            </a:prstGeom>
            <a:solidFill>
              <a:srgbClr val="060F62"/>
            </a:solidFill>
            <a:ln>
              <a:noFill/>
            </a:ln>
          </p:spPr>
        </p:sp>
        <p:sp>
          <p:nvSpPr>
            <p:cNvPr id="2006" name="Colorbar gradient 830"/>
            <p:cNvSpPr/>
            <p:nvPr/>
          </p:nvSpPr>
          <p:spPr>
            <a:xfrm>
              <a:off x="33552" y="1547135"/>
              <a:ext cx="106249" cy="1957"/>
            </a:xfrm>
            <a:prstGeom prst="rect">
              <a:avLst/>
            </a:prstGeom>
            <a:solidFill>
              <a:srgbClr val="060F62"/>
            </a:solidFill>
            <a:ln>
              <a:noFill/>
            </a:ln>
          </p:spPr>
        </p:sp>
        <p:sp>
          <p:nvSpPr>
            <p:cNvPr id="2007" name="Colorbar gradient 831"/>
            <p:cNvSpPr/>
            <p:nvPr/>
          </p:nvSpPr>
          <p:spPr>
            <a:xfrm>
              <a:off x="33552" y="1548999"/>
              <a:ext cx="106249" cy="1957"/>
            </a:xfrm>
            <a:prstGeom prst="rect">
              <a:avLst/>
            </a:prstGeom>
            <a:solidFill>
              <a:srgbClr val="060F62"/>
            </a:solidFill>
            <a:ln>
              <a:noFill/>
            </a:ln>
          </p:spPr>
        </p:sp>
        <p:sp>
          <p:nvSpPr>
            <p:cNvPr id="2008" name="Colorbar gradient 832"/>
            <p:cNvSpPr/>
            <p:nvPr/>
          </p:nvSpPr>
          <p:spPr>
            <a:xfrm>
              <a:off x="33552" y="1550863"/>
              <a:ext cx="106249" cy="1957"/>
            </a:xfrm>
            <a:prstGeom prst="rect">
              <a:avLst/>
            </a:prstGeom>
            <a:solidFill>
              <a:srgbClr val="060D62"/>
            </a:solidFill>
            <a:ln>
              <a:noFill/>
            </a:ln>
          </p:spPr>
        </p:sp>
        <p:sp>
          <p:nvSpPr>
            <p:cNvPr id="2009" name="Colorbar gradient 833"/>
            <p:cNvSpPr/>
            <p:nvPr/>
          </p:nvSpPr>
          <p:spPr>
            <a:xfrm>
              <a:off x="33552" y="1552727"/>
              <a:ext cx="106249" cy="1957"/>
            </a:xfrm>
            <a:prstGeom prst="rect">
              <a:avLst/>
            </a:prstGeom>
            <a:solidFill>
              <a:srgbClr val="060D61"/>
            </a:solidFill>
            <a:ln>
              <a:noFill/>
            </a:ln>
          </p:spPr>
        </p:sp>
        <p:sp>
          <p:nvSpPr>
            <p:cNvPr id="2010" name="Colorbar gradient 834"/>
            <p:cNvSpPr/>
            <p:nvPr/>
          </p:nvSpPr>
          <p:spPr>
            <a:xfrm>
              <a:off x="33552" y="1554591"/>
              <a:ext cx="106249" cy="1957"/>
            </a:xfrm>
            <a:prstGeom prst="rect">
              <a:avLst/>
            </a:prstGeom>
            <a:solidFill>
              <a:srgbClr val="060C61"/>
            </a:solidFill>
            <a:ln>
              <a:noFill/>
            </a:ln>
          </p:spPr>
        </p:sp>
        <p:sp>
          <p:nvSpPr>
            <p:cNvPr id="2011" name="Colorbar gradient 835"/>
            <p:cNvSpPr/>
            <p:nvPr/>
          </p:nvSpPr>
          <p:spPr>
            <a:xfrm>
              <a:off x="33552" y="1556455"/>
              <a:ext cx="106249" cy="1957"/>
            </a:xfrm>
            <a:prstGeom prst="rect">
              <a:avLst/>
            </a:prstGeom>
            <a:solidFill>
              <a:srgbClr val="040C61"/>
            </a:solidFill>
            <a:ln>
              <a:noFill/>
            </a:ln>
          </p:spPr>
        </p:sp>
        <p:sp>
          <p:nvSpPr>
            <p:cNvPr id="2012" name="Colorbar gradient 836"/>
            <p:cNvSpPr/>
            <p:nvPr/>
          </p:nvSpPr>
          <p:spPr>
            <a:xfrm>
              <a:off x="33552" y="1558319"/>
              <a:ext cx="106249" cy="1957"/>
            </a:xfrm>
            <a:prstGeom prst="rect">
              <a:avLst/>
            </a:prstGeom>
            <a:solidFill>
              <a:srgbClr val="040C61"/>
            </a:solidFill>
            <a:ln>
              <a:noFill/>
            </a:ln>
          </p:spPr>
        </p:sp>
        <p:sp>
          <p:nvSpPr>
            <p:cNvPr id="2013" name="Colorbar gradient 837"/>
            <p:cNvSpPr/>
            <p:nvPr/>
          </p:nvSpPr>
          <p:spPr>
            <a:xfrm>
              <a:off x="33552" y="1560183"/>
              <a:ext cx="106249" cy="1957"/>
            </a:xfrm>
            <a:prstGeom prst="rect">
              <a:avLst/>
            </a:prstGeom>
            <a:solidFill>
              <a:srgbClr val="050A61"/>
            </a:solidFill>
            <a:ln>
              <a:noFill/>
            </a:ln>
          </p:spPr>
        </p:sp>
        <p:sp>
          <p:nvSpPr>
            <p:cNvPr id="2014" name="Colorbar gradient 838"/>
            <p:cNvSpPr/>
            <p:nvPr/>
          </p:nvSpPr>
          <p:spPr>
            <a:xfrm>
              <a:off x="33552" y="1562047"/>
              <a:ext cx="106249" cy="1957"/>
            </a:xfrm>
            <a:prstGeom prst="rect">
              <a:avLst/>
            </a:prstGeom>
            <a:solidFill>
              <a:srgbClr val="040A60"/>
            </a:solidFill>
            <a:ln>
              <a:noFill/>
            </a:ln>
          </p:spPr>
        </p:sp>
        <p:sp>
          <p:nvSpPr>
            <p:cNvPr id="2015" name="Colorbar gradient 839"/>
            <p:cNvSpPr/>
            <p:nvPr/>
          </p:nvSpPr>
          <p:spPr>
            <a:xfrm>
              <a:off x="33552" y="1563911"/>
              <a:ext cx="106249" cy="1957"/>
            </a:xfrm>
            <a:prstGeom prst="rect">
              <a:avLst/>
            </a:prstGeom>
            <a:solidFill>
              <a:srgbClr val="050A60"/>
            </a:solidFill>
            <a:ln>
              <a:noFill/>
            </a:ln>
          </p:spPr>
        </p:sp>
        <p:sp>
          <p:nvSpPr>
            <p:cNvPr id="2016" name="Colorbar gradient 840"/>
            <p:cNvSpPr/>
            <p:nvPr/>
          </p:nvSpPr>
          <p:spPr>
            <a:xfrm>
              <a:off x="33552" y="1565775"/>
              <a:ext cx="106249" cy="1957"/>
            </a:xfrm>
            <a:prstGeom prst="rect">
              <a:avLst/>
            </a:prstGeom>
            <a:solidFill>
              <a:srgbClr val="050A60"/>
            </a:solidFill>
            <a:ln>
              <a:noFill/>
            </a:ln>
          </p:spPr>
        </p:sp>
        <p:sp>
          <p:nvSpPr>
            <p:cNvPr id="2017" name="Colorbar gradient 841"/>
            <p:cNvSpPr/>
            <p:nvPr/>
          </p:nvSpPr>
          <p:spPr>
            <a:xfrm>
              <a:off x="33552" y="1567639"/>
              <a:ext cx="106249" cy="1957"/>
            </a:xfrm>
            <a:prstGeom prst="rect">
              <a:avLst/>
            </a:prstGeom>
            <a:solidFill>
              <a:srgbClr val="050A60"/>
            </a:solidFill>
            <a:ln>
              <a:noFill/>
            </a:ln>
          </p:spPr>
        </p:sp>
        <p:sp>
          <p:nvSpPr>
            <p:cNvPr id="2018" name="Colorbar gradient 842"/>
            <p:cNvSpPr/>
            <p:nvPr/>
          </p:nvSpPr>
          <p:spPr>
            <a:xfrm>
              <a:off x="33552" y="1569503"/>
              <a:ext cx="106249" cy="1957"/>
            </a:xfrm>
            <a:prstGeom prst="rect">
              <a:avLst/>
            </a:prstGeom>
            <a:solidFill>
              <a:srgbClr val="050860"/>
            </a:solidFill>
            <a:ln>
              <a:noFill/>
            </a:ln>
          </p:spPr>
        </p:sp>
        <p:sp>
          <p:nvSpPr>
            <p:cNvPr id="2019" name="Colorbar gradient 843"/>
            <p:cNvSpPr/>
            <p:nvPr/>
          </p:nvSpPr>
          <p:spPr>
            <a:xfrm>
              <a:off x="33552" y="1571367"/>
              <a:ext cx="106249" cy="1957"/>
            </a:xfrm>
            <a:prstGeom prst="rect">
              <a:avLst/>
            </a:prstGeom>
            <a:solidFill>
              <a:srgbClr val="04085F"/>
            </a:solidFill>
            <a:ln>
              <a:noFill/>
            </a:ln>
          </p:spPr>
        </p:sp>
        <p:sp>
          <p:nvSpPr>
            <p:cNvPr id="2020" name="Colorbar gradient 844"/>
            <p:cNvSpPr/>
            <p:nvPr/>
          </p:nvSpPr>
          <p:spPr>
            <a:xfrm>
              <a:off x="33552" y="1573231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2021" name="Colorbar gradient 845"/>
            <p:cNvSpPr/>
            <p:nvPr/>
          </p:nvSpPr>
          <p:spPr>
            <a:xfrm>
              <a:off x="33552" y="1575095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2022" name="Colorbar gradient 846"/>
            <p:cNvSpPr/>
            <p:nvPr/>
          </p:nvSpPr>
          <p:spPr>
            <a:xfrm>
              <a:off x="33552" y="1576959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2023" name="Colorbar gradient 847"/>
            <p:cNvSpPr/>
            <p:nvPr/>
          </p:nvSpPr>
          <p:spPr>
            <a:xfrm>
              <a:off x="33552" y="1578823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2024" name="Colorbar gradient 848"/>
            <p:cNvSpPr/>
            <p:nvPr/>
          </p:nvSpPr>
          <p:spPr>
            <a:xfrm>
              <a:off x="33552" y="1580687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2025" name="Colorbar gradient 849"/>
            <p:cNvSpPr/>
            <p:nvPr/>
          </p:nvSpPr>
          <p:spPr>
            <a:xfrm>
              <a:off x="33552" y="1582551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2026" name="Colorbar gradient 850"/>
            <p:cNvSpPr/>
            <p:nvPr/>
          </p:nvSpPr>
          <p:spPr>
            <a:xfrm>
              <a:off x="33552" y="1584415"/>
              <a:ext cx="106249" cy="1957"/>
            </a:xfrm>
            <a:prstGeom prst="rect">
              <a:avLst/>
            </a:prstGeom>
            <a:solidFill>
              <a:srgbClr val="03065F"/>
            </a:solidFill>
            <a:ln>
              <a:noFill/>
            </a:ln>
          </p:spPr>
        </p:sp>
        <p:sp>
          <p:nvSpPr>
            <p:cNvPr id="2027" name="Colorbar gradient 851"/>
            <p:cNvSpPr/>
            <p:nvPr/>
          </p:nvSpPr>
          <p:spPr>
            <a:xfrm>
              <a:off x="33552" y="1586279"/>
              <a:ext cx="106249" cy="1957"/>
            </a:xfrm>
            <a:prstGeom prst="rect">
              <a:avLst/>
            </a:prstGeom>
            <a:solidFill>
              <a:srgbClr val="03065F"/>
            </a:solidFill>
            <a:ln>
              <a:noFill/>
            </a:ln>
          </p:spPr>
        </p:sp>
        <p:sp>
          <p:nvSpPr>
            <p:cNvPr id="2028" name="Colorbar gradient 852"/>
            <p:cNvSpPr/>
            <p:nvPr/>
          </p:nvSpPr>
          <p:spPr>
            <a:xfrm>
              <a:off x="33552" y="1588143"/>
              <a:ext cx="106249" cy="1957"/>
            </a:xfrm>
            <a:prstGeom prst="rect">
              <a:avLst/>
            </a:prstGeom>
            <a:solidFill>
              <a:srgbClr val="03065F"/>
            </a:solidFill>
            <a:ln>
              <a:noFill/>
            </a:ln>
          </p:spPr>
        </p:sp>
        <p:sp>
          <p:nvSpPr>
            <p:cNvPr id="2029" name="Colorbar gradient 853"/>
            <p:cNvSpPr/>
            <p:nvPr/>
          </p:nvSpPr>
          <p:spPr>
            <a:xfrm>
              <a:off x="33552" y="1590007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2030" name="Colorbar gradient 854"/>
            <p:cNvSpPr/>
            <p:nvPr/>
          </p:nvSpPr>
          <p:spPr>
            <a:xfrm>
              <a:off x="33552" y="1591871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2031" name="Colorbar gradient 855"/>
            <p:cNvSpPr/>
            <p:nvPr/>
          </p:nvSpPr>
          <p:spPr>
            <a:xfrm>
              <a:off x="33552" y="1593735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2032" name="Colorbar gradient 856"/>
            <p:cNvSpPr/>
            <p:nvPr/>
          </p:nvSpPr>
          <p:spPr>
            <a:xfrm>
              <a:off x="33552" y="1595599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2033" name="Colorbar gradient 857"/>
            <p:cNvSpPr/>
            <p:nvPr/>
          </p:nvSpPr>
          <p:spPr>
            <a:xfrm>
              <a:off x="33552" y="1597463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2034" name="Text: 6"/>
            <p:cNvSpPr/>
            <p:nvPr/>
          </p:nvSpPr>
          <p:spPr>
            <a:xfrm>
              <a:off x="188266" y="38206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035" name="Text: 4"/>
            <p:cNvSpPr/>
            <p:nvPr/>
          </p:nvSpPr>
          <p:spPr>
            <a:xfrm>
              <a:off x="188266" y="278794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036" name="Text: 2"/>
            <p:cNvSpPr/>
            <p:nvPr/>
          </p:nvSpPr>
          <p:spPr>
            <a:xfrm>
              <a:off x="188266" y="517389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37" name="Text: 0"/>
            <p:cNvSpPr/>
            <p:nvPr/>
          </p:nvSpPr>
          <p:spPr>
            <a:xfrm>
              <a:off x="186402" y="757717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038" name="Text: -2"/>
            <p:cNvSpPr/>
            <p:nvPr/>
          </p:nvSpPr>
          <p:spPr>
            <a:xfrm>
              <a:off x="190130" y="998305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2039" name="Text: -4"/>
            <p:cNvSpPr/>
            <p:nvPr/>
          </p:nvSpPr>
          <p:spPr>
            <a:xfrm>
              <a:off x="190130" y="1236900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-4</a:t>
              </a:r>
            </a:p>
          </p:txBody>
        </p:sp>
        <p:sp>
          <p:nvSpPr>
            <p:cNvPr id="2040" name="Text: -6"/>
            <p:cNvSpPr/>
            <p:nvPr/>
          </p:nvSpPr>
          <p:spPr>
            <a:xfrm>
              <a:off x="190130" y="1477228"/>
              <a:ext cx="119297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</p:grpSp>
      <p:grpSp>
        <p:nvGrpSpPr>
          <p:cNvPr id="25" name="图片 24 — editable">
            <a:extLst>
              <a:ext uri="{FF2B5EF4-FFF2-40B4-BE49-F238E27FC236}">
                <a16:creationId xmlns:a16="http://schemas.microsoft.com/office/drawing/2014/main" id="{14318116-31FE-954A-E0B5-5325B390A160}"/>
              </a:ext>
            </a:extLst>
          </p:cNvPr>
          <p:cNvGrpSpPr/>
          <p:nvPr/>
        </p:nvGrpSpPr>
        <p:grpSpPr>
          <a:xfrm>
            <a:off x="6884460" y="574076"/>
            <a:ext cx="500102" cy="424744"/>
            <a:chOff x="0" y="0"/>
            <a:chExt cx="500102" cy="424744"/>
          </a:xfrm>
        </p:grpSpPr>
        <p:sp>
          <p:nvSpPr>
            <p:cNvPr id="2041" name="Panel background"/>
            <p:cNvSpPr/>
            <p:nvPr/>
          </p:nvSpPr>
          <p:spPr>
            <a:xfrm>
              <a:off x="0" y="0"/>
              <a:ext cx="500102" cy="4247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42" name="Vector layer F76666"/>
            <p:cNvSpPr/>
            <p:nvPr/>
          </p:nvSpPr>
          <p:spPr>
            <a:xfrm>
              <a:off x="0" y="0"/>
              <a:ext cx="500102" cy="424744"/>
            </a:xfrm>
            <a:custGeom>
              <a:avLst/>
              <a:gdLst/>
              <a:ahLst/>
              <a:cxnLst/>
              <a:rect l="0" t="0" r="r" b="b"/>
              <a:pathLst>
                <a:path w="500102" h="424744" stroke="0" extrusionOk="0">
                  <a:moveTo>
                    <a:pt x="53436" y="106529"/>
                  </a:moveTo>
                  <a:lnTo>
                    <a:pt x="53436" y="247996"/>
                  </a:lnTo>
                  <a:lnTo>
                    <a:pt x="194903" y="247996"/>
                  </a:lnTo>
                  <a:lnTo>
                    <a:pt x="194903" y="106529"/>
                  </a:lnTo>
                  <a:lnTo>
                    <a:pt x="53436" y="106529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2043" name="Vector layer 155B9C"/>
            <p:cNvSpPr/>
            <p:nvPr/>
          </p:nvSpPr>
          <p:spPr>
            <a:xfrm>
              <a:off x="0" y="0"/>
              <a:ext cx="500102" cy="424744"/>
            </a:xfrm>
            <a:custGeom>
              <a:avLst/>
              <a:gdLst/>
              <a:ahLst/>
              <a:cxnLst/>
              <a:rect l="0" t="0" r="r" b="b"/>
              <a:pathLst>
                <a:path w="500102" h="424744" stroke="0" extrusionOk="0">
                  <a:moveTo>
                    <a:pt x="53436" y="246968"/>
                  </a:moveTo>
                  <a:lnTo>
                    <a:pt x="53436" y="388435"/>
                  </a:lnTo>
                  <a:lnTo>
                    <a:pt x="194903" y="388435"/>
                  </a:lnTo>
                  <a:lnTo>
                    <a:pt x="194903" y="246968"/>
                  </a:lnTo>
                  <a:lnTo>
                    <a:pt x="53436" y="246968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044" name="Text: Group"/>
            <p:cNvSpPr/>
            <p:nvPr/>
          </p:nvSpPr>
          <p:spPr>
            <a:xfrm>
              <a:off x="58231" y="-4813"/>
              <a:ext cx="292868" cy="1279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746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</a:p>
          </p:txBody>
        </p:sp>
        <p:sp>
          <p:nvSpPr>
            <p:cNvPr id="2045" name="Text: Contro"/>
            <p:cNvSpPr/>
            <p:nvPr/>
          </p:nvSpPr>
          <p:spPr>
            <a:xfrm>
              <a:off x="227786" y="134334"/>
              <a:ext cx="280986" cy="12254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71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Contro</a:t>
              </a:r>
            </a:p>
          </p:txBody>
        </p:sp>
        <p:sp>
          <p:nvSpPr>
            <p:cNvPr id="2046" name="Text: COPD"/>
            <p:cNvSpPr/>
            <p:nvPr/>
          </p:nvSpPr>
          <p:spPr>
            <a:xfrm>
              <a:off x="227786" y="274473"/>
              <a:ext cx="280719" cy="12640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73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COPD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5B75CFA9-5426-7E89-A98C-A1BBFAEF8E57}"/>
              </a:ext>
            </a:extLst>
          </p:cNvPr>
          <p:cNvSpPr/>
          <p:nvPr/>
        </p:nvSpPr>
        <p:spPr>
          <a:xfrm>
            <a:off x="7086409" y="691043"/>
            <a:ext cx="305618" cy="276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DC47EE-AD08-400D-1300-A295D477E28D}"/>
              </a:ext>
            </a:extLst>
          </p:cNvPr>
          <p:cNvSpPr txBox="1"/>
          <p:nvPr/>
        </p:nvSpPr>
        <p:spPr>
          <a:xfrm>
            <a:off x="7022360" y="621832"/>
            <a:ext cx="596638" cy="395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kumimoji="1" lang="en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COPD-PH</a:t>
            </a:r>
            <a:endParaRPr kumimoji="1"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F33258-E06A-69F5-058C-2208354080B3}"/>
              </a:ext>
            </a:extLst>
          </p:cNvPr>
          <p:cNvSpPr/>
          <p:nvPr/>
        </p:nvSpPr>
        <p:spPr>
          <a:xfrm>
            <a:off x="2642170" y="555655"/>
            <a:ext cx="2844000" cy="799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2C4063-B7FB-D04C-33D0-7ABAB69B7270}"/>
              </a:ext>
            </a:extLst>
          </p:cNvPr>
          <p:cNvSpPr/>
          <p:nvPr/>
        </p:nvSpPr>
        <p:spPr>
          <a:xfrm>
            <a:off x="5486169" y="1356386"/>
            <a:ext cx="1152501" cy="828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A3E8260-BFE5-D272-7487-7F1A4DBBE912}"/>
              </a:ext>
            </a:extLst>
          </p:cNvPr>
          <p:cNvSpPr txBox="1"/>
          <p:nvPr/>
        </p:nvSpPr>
        <p:spPr>
          <a:xfrm>
            <a:off x="1237189" y="836011"/>
            <a:ext cx="9509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N-Acetyl-L-methionine</a:t>
            </a:r>
            <a:endParaRPr kumimoji="1"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49AE62A-E859-FC57-68F9-97A26FBE7567}"/>
              </a:ext>
            </a:extLst>
          </p:cNvPr>
          <p:cNvSpPr txBox="1"/>
          <p:nvPr/>
        </p:nvSpPr>
        <p:spPr>
          <a:xfrm>
            <a:off x="1212754" y="568427"/>
            <a:ext cx="5116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L-Cystine</a:t>
            </a:r>
            <a:endParaRPr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D3DB5F9-F68D-4F38-64B8-0D39AE1AB18E}"/>
              </a:ext>
            </a:extLst>
          </p:cNvPr>
          <p:cNvSpPr txBox="1"/>
          <p:nvPr/>
        </p:nvSpPr>
        <p:spPr>
          <a:xfrm>
            <a:off x="1130143" y="687977"/>
            <a:ext cx="9973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5-Hydroxy-L-tryptophan</a:t>
            </a:r>
            <a:endParaRPr lang="zh-CN" altLang="en-US" sz="6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73203BD-5755-9F8C-C225-D0D90B449FC3}"/>
              </a:ext>
            </a:extLst>
          </p:cNvPr>
          <p:cNvSpPr txBox="1"/>
          <p:nvPr/>
        </p:nvSpPr>
        <p:spPr>
          <a:xfrm>
            <a:off x="1219478" y="1032507"/>
            <a:ext cx="7056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Antheraxanthin</a:t>
            </a:r>
            <a:endParaRPr lang="zh-CN" altLang="en-US" sz="600" dirty="0"/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AD9CC897-BD60-38CD-EE0E-C79D921DEBD6}"/>
              </a:ext>
            </a:extLst>
          </p:cNvPr>
          <p:cNvCxnSpPr/>
          <p:nvPr/>
        </p:nvCxnSpPr>
        <p:spPr>
          <a:xfrm flipV="1">
            <a:off x="1219478" y="840186"/>
            <a:ext cx="135314" cy="167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3CA55CE6-3703-5336-ED7C-46BB58A28CFF}"/>
              </a:ext>
            </a:extLst>
          </p:cNvPr>
          <p:cNvCxnSpPr>
            <a:cxnSpLocks/>
          </p:cNvCxnSpPr>
          <p:nvPr/>
        </p:nvCxnSpPr>
        <p:spPr>
          <a:xfrm flipV="1">
            <a:off x="1207905" y="943977"/>
            <a:ext cx="103455" cy="242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963311B-89A8-115D-139F-1CBF1E50092A}"/>
              </a:ext>
            </a:extLst>
          </p:cNvPr>
          <p:cNvSpPr txBox="1"/>
          <p:nvPr/>
        </p:nvSpPr>
        <p:spPr>
          <a:xfrm>
            <a:off x="257425" y="589837"/>
            <a:ext cx="8915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Ketophenylbutazone</a:t>
            </a:r>
            <a:endParaRPr lang="zh-CN" altLang="en-US" dirty="0"/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E71AE196-D634-E94E-0ED7-44430887DCBB}"/>
              </a:ext>
            </a:extLst>
          </p:cNvPr>
          <p:cNvCxnSpPr>
            <a:cxnSpLocks/>
          </p:cNvCxnSpPr>
          <p:nvPr/>
        </p:nvCxnSpPr>
        <p:spPr>
          <a:xfrm flipV="1">
            <a:off x="384346" y="734148"/>
            <a:ext cx="73352" cy="178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E016331-A5E2-324E-D396-278604EC1B7B}"/>
              </a:ext>
            </a:extLst>
          </p:cNvPr>
          <p:cNvSpPr txBox="1"/>
          <p:nvPr/>
        </p:nvSpPr>
        <p:spPr>
          <a:xfrm>
            <a:off x="384346" y="786260"/>
            <a:ext cx="8851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>
                <a:latin typeface="Arial"/>
                <a:ea typeface="Arial"/>
                <a:cs typeface="Arial"/>
              </a:rPr>
              <a:t>Prasterone-3-sulfate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D91C27-1ACC-C3D8-DFD4-839C6F63C8B3}"/>
              </a:ext>
            </a:extLst>
          </p:cNvPr>
          <p:cNvSpPr txBox="1"/>
          <p:nvPr/>
        </p:nvSpPr>
        <p:spPr>
          <a:xfrm>
            <a:off x="214646" y="972207"/>
            <a:ext cx="6383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Sphaerosinin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1427D3C-E23F-B968-5936-56C7D99E6EA8}"/>
              </a:ext>
            </a:extLst>
          </p:cNvPr>
          <p:cNvSpPr txBox="1"/>
          <p:nvPr/>
        </p:nvSpPr>
        <p:spPr>
          <a:xfrm>
            <a:off x="507987" y="320495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Arial"/>
                <a:ea typeface="Arial"/>
                <a:cs typeface="Arial"/>
              </a:rPr>
              <a:t>COPD-PD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vs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Control</a:t>
            </a:r>
            <a:endParaRPr lang="zh-CN" altLang="en-US" dirty="0"/>
          </a:p>
        </p:txBody>
      </p:sp>
      <p:grpSp>
        <p:nvGrpSpPr>
          <p:cNvPr id="68" name="图片 67 — editable">
            <a:extLst>
              <a:ext uri="{FF2B5EF4-FFF2-40B4-BE49-F238E27FC236}">
                <a16:creationId xmlns:a16="http://schemas.microsoft.com/office/drawing/2014/main" id="{2C1889E7-2EB3-77EF-BCCB-51374C7100AB}"/>
              </a:ext>
            </a:extLst>
          </p:cNvPr>
          <p:cNvGrpSpPr/>
          <p:nvPr/>
        </p:nvGrpSpPr>
        <p:grpSpPr>
          <a:xfrm>
            <a:off x="128416" y="2658877"/>
            <a:ext cx="2572493" cy="1720789"/>
            <a:chOff x="0" y="0"/>
            <a:chExt cx="2572493" cy="1720789"/>
          </a:xfrm>
        </p:grpSpPr>
        <p:sp>
          <p:nvSpPr>
            <p:cNvPr id="2047" name="Panel background"/>
            <p:cNvSpPr/>
            <p:nvPr/>
          </p:nvSpPr>
          <p:spPr>
            <a:xfrm>
              <a:off x="0" y="0"/>
              <a:ext cx="2572493" cy="17207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48" name="Vector layer BFBFBF"/>
            <p:cNvSpPr/>
            <p:nvPr/>
          </p:nvSpPr>
          <p:spPr>
            <a:xfrm>
              <a:off x="0" y="0"/>
              <a:ext cx="2572493" cy="1720789"/>
            </a:xfrm>
            <a:custGeom>
              <a:avLst/>
              <a:gdLst/>
              <a:ahLst/>
              <a:cxnLst/>
              <a:rect l="0" t="0" r="r" b="b"/>
              <a:pathLst>
                <a:path w="2572493" h="1720789" stroke="0" extrusionOk="0">
                  <a:moveTo>
                    <a:pt x="2557284" y="1581301"/>
                  </a:moveTo>
                  <a:lnTo>
                    <a:pt x="2557284" y="1577825"/>
                  </a:lnTo>
                  <a:lnTo>
                    <a:pt x="2103187" y="1577825"/>
                  </a:lnTo>
                  <a:lnTo>
                    <a:pt x="2103187" y="1581301"/>
                  </a:lnTo>
                  <a:lnTo>
                    <a:pt x="2557284" y="1581301"/>
                  </a:lnTo>
                  <a:close/>
                  <a:moveTo>
                    <a:pt x="1603897" y="1581016"/>
                  </a:moveTo>
                  <a:lnTo>
                    <a:pt x="1603897" y="1583908"/>
                  </a:lnTo>
                  <a:lnTo>
                    <a:pt x="1607374" y="1583908"/>
                  </a:lnTo>
                  <a:lnTo>
                    <a:pt x="1607374" y="1582456"/>
                  </a:lnTo>
                  <a:lnTo>
                    <a:pt x="1608528" y="1581301"/>
                  </a:lnTo>
                  <a:lnTo>
                    <a:pt x="2090151" y="1581301"/>
                  </a:lnTo>
                  <a:lnTo>
                    <a:pt x="2090151" y="1577825"/>
                  </a:lnTo>
                  <a:lnTo>
                    <a:pt x="1607088" y="1577825"/>
                  </a:lnTo>
                  <a:lnTo>
                    <a:pt x="1603897" y="1581016"/>
                  </a:lnTo>
                  <a:close/>
                  <a:moveTo>
                    <a:pt x="1601290" y="1581301"/>
                  </a:moveTo>
                  <a:lnTo>
                    <a:pt x="1601290" y="1577825"/>
                  </a:lnTo>
                  <a:lnTo>
                    <a:pt x="1114602" y="1577825"/>
                  </a:lnTo>
                  <a:lnTo>
                    <a:pt x="1114602" y="1581301"/>
                  </a:lnTo>
                  <a:lnTo>
                    <a:pt x="1601290" y="1581301"/>
                  </a:lnTo>
                  <a:close/>
                  <a:moveTo>
                    <a:pt x="1108084" y="1581301"/>
                  </a:moveTo>
                  <a:lnTo>
                    <a:pt x="1108084" y="1577825"/>
                  </a:lnTo>
                  <a:lnTo>
                    <a:pt x="1042903" y="1577825"/>
                  </a:lnTo>
                  <a:lnTo>
                    <a:pt x="1042903" y="1581301"/>
                  </a:lnTo>
                  <a:lnTo>
                    <a:pt x="1108084" y="1581301"/>
                  </a:lnTo>
                  <a:close/>
                  <a:moveTo>
                    <a:pt x="1038557" y="349372"/>
                  </a:moveTo>
                  <a:lnTo>
                    <a:pt x="1038557" y="345896"/>
                  </a:lnTo>
                  <a:lnTo>
                    <a:pt x="1036384" y="345896"/>
                  </a:lnTo>
                  <a:lnTo>
                    <a:pt x="1036384" y="349372"/>
                  </a:lnTo>
                  <a:lnTo>
                    <a:pt x="1038557" y="349372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049" name="Vector layer F76666"/>
            <p:cNvSpPr/>
            <p:nvPr/>
          </p:nvSpPr>
          <p:spPr>
            <a:xfrm>
              <a:off x="0" y="0"/>
              <a:ext cx="2572493" cy="1720789"/>
            </a:xfrm>
            <a:custGeom>
              <a:avLst/>
              <a:gdLst/>
              <a:ahLst/>
              <a:cxnLst/>
              <a:rect l="0" t="0" r="r" b="b"/>
              <a:pathLst>
                <a:path w="2572493" h="1720789" stroke="0" extrusionOk="0">
                  <a:moveTo>
                    <a:pt x="1108519" y="1440944"/>
                  </a:moveTo>
                  <a:lnTo>
                    <a:pt x="1108519" y="1559574"/>
                  </a:lnTo>
                  <a:lnTo>
                    <a:pt x="1811609" y="1559574"/>
                  </a:lnTo>
                  <a:lnTo>
                    <a:pt x="1811609" y="1440944"/>
                  </a:lnTo>
                  <a:lnTo>
                    <a:pt x="1108519" y="1440944"/>
                  </a:lnTo>
                  <a:close/>
                  <a:moveTo>
                    <a:pt x="1108519" y="1312754"/>
                  </a:moveTo>
                  <a:lnTo>
                    <a:pt x="1108519" y="1431384"/>
                  </a:lnTo>
                  <a:lnTo>
                    <a:pt x="1874617" y="1431384"/>
                  </a:lnTo>
                  <a:lnTo>
                    <a:pt x="1874617" y="1312754"/>
                  </a:lnTo>
                  <a:lnTo>
                    <a:pt x="1108519" y="1312754"/>
                  </a:lnTo>
                  <a:close/>
                  <a:moveTo>
                    <a:pt x="1108519" y="1184563"/>
                  </a:moveTo>
                  <a:lnTo>
                    <a:pt x="1108519" y="1303194"/>
                  </a:lnTo>
                  <a:lnTo>
                    <a:pt x="1881136" y="1303194"/>
                  </a:lnTo>
                  <a:lnTo>
                    <a:pt x="1881136" y="1184563"/>
                  </a:lnTo>
                  <a:lnTo>
                    <a:pt x="1108519" y="1184563"/>
                  </a:lnTo>
                  <a:close/>
                  <a:moveTo>
                    <a:pt x="1108519" y="1056373"/>
                  </a:moveTo>
                  <a:lnTo>
                    <a:pt x="1108519" y="1175004"/>
                  </a:lnTo>
                  <a:lnTo>
                    <a:pt x="2026707" y="1175004"/>
                  </a:lnTo>
                  <a:lnTo>
                    <a:pt x="2026707" y="1056373"/>
                  </a:lnTo>
                  <a:lnTo>
                    <a:pt x="1108519" y="1056373"/>
                  </a:lnTo>
                  <a:close/>
                  <a:moveTo>
                    <a:pt x="1108519" y="928183"/>
                  </a:moveTo>
                  <a:lnTo>
                    <a:pt x="1108519" y="1046813"/>
                  </a:lnTo>
                  <a:lnTo>
                    <a:pt x="2165761" y="1046813"/>
                  </a:lnTo>
                  <a:lnTo>
                    <a:pt x="2165761" y="928183"/>
                  </a:lnTo>
                  <a:lnTo>
                    <a:pt x="1108519" y="928183"/>
                  </a:lnTo>
                  <a:close/>
                  <a:moveTo>
                    <a:pt x="1108519" y="799993"/>
                  </a:moveTo>
                  <a:lnTo>
                    <a:pt x="1108519" y="918623"/>
                  </a:lnTo>
                  <a:lnTo>
                    <a:pt x="2185315" y="918623"/>
                  </a:lnTo>
                  <a:lnTo>
                    <a:pt x="2185315" y="799993"/>
                  </a:lnTo>
                  <a:lnTo>
                    <a:pt x="1108519" y="799993"/>
                  </a:lnTo>
                  <a:close/>
                  <a:moveTo>
                    <a:pt x="1108519" y="671803"/>
                  </a:moveTo>
                  <a:lnTo>
                    <a:pt x="1108519" y="790433"/>
                  </a:lnTo>
                  <a:lnTo>
                    <a:pt x="2196179" y="790433"/>
                  </a:lnTo>
                  <a:lnTo>
                    <a:pt x="2196179" y="671803"/>
                  </a:lnTo>
                  <a:lnTo>
                    <a:pt x="1108519" y="671803"/>
                  </a:lnTo>
                  <a:close/>
                  <a:moveTo>
                    <a:pt x="1108519" y="543613"/>
                  </a:moveTo>
                  <a:lnTo>
                    <a:pt x="1108519" y="662243"/>
                  </a:lnTo>
                  <a:lnTo>
                    <a:pt x="2230942" y="662243"/>
                  </a:lnTo>
                  <a:lnTo>
                    <a:pt x="2230942" y="543613"/>
                  </a:lnTo>
                  <a:lnTo>
                    <a:pt x="1108519" y="543613"/>
                  </a:lnTo>
                  <a:close/>
                  <a:moveTo>
                    <a:pt x="1108519" y="415423"/>
                  </a:moveTo>
                  <a:lnTo>
                    <a:pt x="1108519" y="534053"/>
                  </a:lnTo>
                  <a:lnTo>
                    <a:pt x="2287433" y="534053"/>
                  </a:lnTo>
                  <a:lnTo>
                    <a:pt x="2287433" y="415423"/>
                  </a:lnTo>
                  <a:lnTo>
                    <a:pt x="1108519" y="415423"/>
                  </a:lnTo>
                  <a:close/>
                  <a:moveTo>
                    <a:pt x="1108519" y="287233"/>
                  </a:moveTo>
                  <a:lnTo>
                    <a:pt x="1108519" y="405863"/>
                  </a:lnTo>
                  <a:lnTo>
                    <a:pt x="2309160" y="405863"/>
                  </a:lnTo>
                  <a:lnTo>
                    <a:pt x="2309160" y="287233"/>
                  </a:lnTo>
                  <a:lnTo>
                    <a:pt x="1108519" y="287233"/>
                  </a:lnTo>
                  <a:close/>
                  <a:moveTo>
                    <a:pt x="1108519" y="156870"/>
                  </a:moveTo>
                  <a:lnTo>
                    <a:pt x="1108519" y="275500"/>
                  </a:lnTo>
                  <a:lnTo>
                    <a:pt x="2380860" y="275500"/>
                  </a:lnTo>
                  <a:lnTo>
                    <a:pt x="2380860" y="156870"/>
                  </a:lnTo>
                  <a:lnTo>
                    <a:pt x="1108519" y="156870"/>
                  </a:lnTo>
                  <a:close/>
                  <a:moveTo>
                    <a:pt x="1108519" y="28680"/>
                  </a:moveTo>
                  <a:lnTo>
                    <a:pt x="1108519" y="147310"/>
                  </a:lnTo>
                  <a:lnTo>
                    <a:pt x="2489495" y="147310"/>
                  </a:lnTo>
                  <a:lnTo>
                    <a:pt x="2489495" y="28680"/>
                  </a:lnTo>
                  <a:lnTo>
                    <a:pt x="1108519" y="2868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2050" name="Vector layer 7F7F7F"/>
            <p:cNvSpPr/>
            <p:nvPr/>
          </p:nvSpPr>
          <p:spPr>
            <a:xfrm>
              <a:off x="0" y="0"/>
              <a:ext cx="2572493" cy="1720789"/>
            </a:xfrm>
            <a:custGeom>
              <a:avLst/>
              <a:gdLst/>
              <a:ahLst/>
              <a:cxnLst/>
              <a:rect l="0" t="0" r="r" b="b"/>
              <a:pathLst>
                <a:path w="2572493" h="1720789" stroke="0" extrusionOk="0">
                  <a:moveTo>
                    <a:pt x="1038992" y="1575217"/>
                  </a:moveTo>
                  <a:lnTo>
                    <a:pt x="1042468" y="1575217"/>
                  </a:lnTo>
                  <a:lnTo>
                    <a:pt x="1042468" y="1503518"/>
                  </a:lnTo>
                  <a:lnTo>
                    <a:pt x="1038992" y="1503518"/>
                  </a:lnTo>
                  <a:lnTo>
                    <a:pt x="1038992" y="1575217"/>
                  </a:lnTo>
                  <a:close/>
                  <a:moveTo>
                    <a:pt x="1038992" y="1497000"/>
                  </a:moveTo>
                  <a:lnTo>
                    <a:pt x="1042468" y="1497000"/>
                  </a:lnTo>
                  <a:lnTo>
                    <a:pt x="1042468" y="1375328"/>
                  </a:lnTo>
                  <a:lnTo>
                    <a:pt x="1038992" y="1375328"/>
                  </a:lnTo>
                  <a:lnTo>
                    <a:pt x="1038992" y="1497000"/>
                  </a:lnTo>
                  <a:close/>
                  <a:moveTo>
                    <a:pt x="1037328" y="1369753"/>
                  </a:moveTo>
                  <a:lnTo>
                    <a:pt x="1039786" y="1372211"/>
                  </a:lnTo>
                  <a:lnTo>
                    <a:pt x="1042468" y="1369530"/>
                  </a:lnTo>
                  <a:lnTo>
                    <a:pt x="1042468" y="1247138"/>
                  </a:lnTo>
                  <a:lnTo>
                    <a:pt x="1038992" y="1247138"/>
                  </a:lnTo>
                  <a:lnTo>
                    <a:pt x="1038992" y="1368090"/>
                  </a:lnTo>
                  <a:lnTo>
                    <a:pt x="1037328" y="1369753"/>
                  </a:lnTo>
                  <a:close/>
                  <a:moveTo>
                    <a:pt x="1038992" y="1240620"/>
                  </a:moveTo>
                  <a:lnTo>
                    <a:pt x="1042468" y="1240620"/>
                  </a:lnTo>
                  <a:lnTo>
                    <a:pt x="1042468" y="1118948"/>
                  </a:lnTo>
                  <a:lnTo>
                    <a:pt x="1038992" y="1118948"/>
                  </a:lnTo>
                  <a:lnTo>
                    <a:pt x="1038992" y="1240620"/>
                  </a:lnTo>
                  <a:close/>
                  <a:moveTo>
                    <a:pt x="1038992" y="1112429"/>
                  </a:moveTo>
                  <a:lnTo>
                    <a:pt x="1042468" y="1112429"/>
                  </a:lnTo>
                  <a:lnTo>
                    <a:pt x="1042468" y="990757"/>
                  </a:lnTo>
                  <a:lnTo>
                    <a:pt x="1038992" y="990757"/>
                  </a:lnTo>
                  <a:lnTo>
                    <a:pt x="1038992" y="1112429"/>
                  </a:lnTo>
                  <a:close/>
                  <a:moveTo>
                    <a:pt x="1038992" y="984239"/>
                  </a:moveTo>
                  <a:lnTo>
                    <a:pt x="1042468" y="984239"/>
                  </a:lnTo>
                  <a:lnTo>
                    <a:pt x="1042468" y="862567"/>
                  </a:lnTo>
                  <a:lnTo>
                    <a:pt x="1038992" y="862567"/>
                  </a:lnTo>
                  <a:lnTo>
                    <a:pt x="1038992" y="984239"/>
                  </a:lnTo>
                  <a:close/>
                  <a:moveTo>
                    <a:pt x="1037837" y="733943"/>
                  </a:moveTo>
                  <a:lnTo>
                    <a:pt x="1038992" y="735097"/>
                  </a:lnTo>
                  <a:lnTo>
                    <a:pt x="1038992" y="856049"/>
                  </a:lnTo>
                  <a:lnTo>
                    <a:pt x="1042468" y="856049"/>
                  </a:lnTo>
                  <a:lnTo>
                    <a:pt x="1042468" y="733657"/>
                  </a:lnTo>
                  <a:lnTo>
                    <a:pt x="1039277" y="730466"/>
                  </a:lnTo>
                  <a:lnTo>
                    <a:pt x="1036384" y="730466"/>
                  </a:lnTo>
                  <a:lnTo>
                    <a:pt x="1036384" y="733943"/>
                  </a:lnTo>
                  <a:lnTo>
                    <a:pt x="1037837" y="733943"/>
                  </a:lnTo>
                  <a:close/>
                  <a:moveTo>
                    <a:pt x="1037837" y="605753"/>
                  </a:moveTo>
                  <a:lnTo>
                    <a:pt x="1038992" y="606907"/>
                  </a:lnTo>
                  <a:lnTo>
                    <a:pt x="1038992" y="727859"/>
                  </a:lnTo>
                  <a:lnTo>
                    <a:pt x="1042468" y="727859"/>
                  </a:lnTo>
                  <a:lnTo>
                    <a:pt x="1042468" y="605467"/>
                  </a:lnTo>
                  <a:lnTo>
                    <a:pt x="1039277" y="602276"/>
                  </a:lnTo>
                  <a:lnTo>
                    <a:pt x="1036384" y="602276"/>
                  </a:lnTo>
                  <a:lnTo>
                    <a:pt x="1036384" y="605753"/>
                  </a:lnTo>
                  <a:lnTo>
                    <a:pt x="1037837" y="605753"/>
                  </a:lnTo>
                  <a:close/>
                  <a:moveTo>
                    <a:pt x="1038992" y="599669"/>
                  </a:moveTo>
                  <a:lnTo>
                    <a:pt x="1042468" y="599669"/>
                  </a:lnTo>
                  <a:lnTo>
                    <a:pt x="1042468" y="477997"/>
                  </a:lnTo>
                  <a:lnTo>
                    <a:pt x="1038992" y="477997"/>
                  </a:lnTo>
                  <a:lnTo>
                    <a:pt x="1038992" y="599669"/>
                  </a:lnTo>
                  <a:close/>
                  <a:moveTo>
                    <a:pt x="1038992" y="471479"/>
                  </a:moveTo>
                  <a:lnTo>
                    <a:pt x="1042468" y="471479"/>
                  </a:lnTo>
                  <a:lnTo>
                    <a:pt x="1042468" y="349807"/>
                  </a:lnTo>
                  <a:lnTo>
                    <a:pt x="1038992" y="349807"/>
                  </a:lnTo>
                  <a:lnTo>
                    <a:pt x="1038992" y="471479"/>
                  </a:lnTo>
                  <a:close/>
                  <a:moveTo>
                    <a:pt x="1038992" y="343289"/>
                  </a:moveTo>
                  <a:lnTo>
                    <a:pt x="1042468" y="343289"/>
                  </a:lnTo>
                  <a:lnTo>
                    <a:pt x="1042468" y="221617"/>
                  </a:lnTo>
                  <a:lnTo>
                    <a:pt x="1038992" y="221617"/>
                  </a:lnTo>
                  <a:lnTo>
                    <a:pt x="1038992" y="343289"/>
                  </a:lnTo>
                  <a:close/>
                  <a:moveTo>
                    <a:pt x="1038992" y="212926"/>
                  </a:moveTo>
                  <a:lnTo>
                    <a:pt x="1042468" y="212926"/>
                  </a:lnTo>
                  <a:lnTo>
                    <a:pt x="1042468" y="93427"/>
                  </a:lnTo>
                  <a:lnTo>
                    <a:pt x="1038992" y="93427"/>
                  </a:lnTo>
                  <a:lnTo>
                    <a:pt x="1038992" y="212926"/>
                  </a:lnTo>
                  <a:close/>
                  <a:moveTo>
                    <a:pt x="1038992" y="84736"/>
                  </a:moveTo>
                  <a:lnTo>
                    <a:pt x="1042468" y="84736"/>
                  </a:lnTo>
                  <a:lnTo>
                    <a:pt x="1042468" y="13036"/>
                  </a:lnTo>
                  <a:lnTo>
                    <a:pt x="1038992" y="13036"/>
                  </a:lnTo>
                  <a:lnTo>
                    <a:pt x="1038992" y="84736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2051" name="Vector layer 3F3F3F"/>
            <p:cNvSpPr/>
            <p:nvPr/>
          </p:nvSpPr>
          <p:spPr>
            <a:xfrm>
              <a:off x="0" y="0"/>
              <a:ext cx="2572493" cy="1720789"/>
            </a:xfrm>
            <a:custGeom>
              <a:avLst/>
              <a:gdLst/>
              <a:ahLst/>
              <a:cxnLst/>
              <a:rect l="0" t="0" r="r" b="b"/>
              <a:pathLst>
                <a:path w="2572493" h="1720789" stroke="0" extrusionOk="0">
                  <a:moveTo>
                    <a:pt x="1041164" y="1575217"/>
                  </a:moveTo>
                  <a:lnTo>
                    <a:pt x="1044641" y="1575217"/>
                  </a:lnTo>
                  <a:lnTo>
                    <a:pt x="1044641" y="1503518"/>
                  </a:lnTo>
                  <a:lnTo>
                    <a:pt x="1041164" y="1503518"/>
                  </a:lnTo>
                  <a:lnTo>
                    <a:pt x="1041164" y="1575217"/>
                  </a:lnTo>
                  <a:close/>
                  <a:moveTo>
                    <a:pt x="1039501" y="1497943"/>
                  </a:moveTo>
                  <a:lnTo>
                    <a:pt x="1041959" y="1500402"/>
                  </a:lnTo>
                  <a:lnTo>
                    <a:pt x="1044641" y="1497720"/>
                  </a:lnTo>
                  <a:lnTo>
                    <a:pt x="1044641" y="1375328"/>
                  </a:lnTo>
                  <a:lnTo>
                    <a:pt x="1041164" y="1375328"/>
                  </a:lnTo>
                  <a:lnTo>
                    <a:pt x="1041164" y="1496280"/>
                  </a:lnTo>
                  <a:lnTo>
                    <a:pt x="1039501" y="1497943"/>
                  </a:lnTo>
                  <a:close/>
                  <a:moveTo>
                    <a:pt x="1037328" y="1371926"/>
                  </a:moveTo>
                  <a:lnTo>
                    <a:pt x="1039786" y="1374384"/>
                  </a:lnTo>
                  <a:lnTo>
                    <a:pt x="1044641" y="1369530"/>
                  </a:lnTo>
                  <a:lnTo>
                    <a:pt x="1044641" y="1247138"/>
                  </a:lnTo>
                  <a:lnTo>
                    <a:pt x="1041164" y="1247138"/>
                  </a:lnTo>
                  <a:lnTo>
                    <a:pt x="1041164" y="1368090"/>
                  </a:lnTo>
                  <a:lnTo>
                    <a:pt x="1037328" y="1371926"/>
                  </a:lnTo>
                  <a:close/>
                  <a:moveTo>
                    <a:pt x="1034646" y="1241054"/>
                  </a:moveTo>
                  <a:lnTo>
                    <a:pt x="1034646" y="1246703"/>
                  </a:lnTo>
                  <a:lnTo>
                    <a:pt x="1040295" y="1246703"/>
                  </a:lnTo>
                  <a:lnTo>
                    <a:pt x="1040295" y="1241054"/>
                  </a:lnTo>
                  <a:lnTo>
                    <a:pt x="1034646" y="1241054"/>
                  </a:lnTo>
                  <a:close/>
                  <a:moveTo>
                    <a:pt x="1041164" y="1240620"/>
                  </a:moveTo>
                  <a:lnTo>
                    <a:pt x="1044641" y="1240620"/>
                  </a:lnTo>
                  <a:lnTo>
                    <a:pt x="1044641" y="1118948"/>
                  </a:lnTo>
                  <a:lnTo>
                    <a:pt x="1041164" y="1118948"/>
                  </a:lnTo>
                  <a:lnTo>
                    <a:pt x="1041164" y="1240620"/>
                  </a:lnTo>
                  <a:close/>
                  <a:moveTo>
                    <a:pt x="1034646" y="1112864"/>
                  </a:moveTo>
                  <a:lnTo>
                    <a:pt x="1034646" y="1118513"/>
                  </a:lnTo>
                  <a:lnTo>
                    <a:pt x="1040295" y="1118513"/>
                  </a:lnTo>
                  <a:lnTo>
                    <a:pt x="1040295" y="1112864"/>
                  </a:lnTo>
                  <a:lnTo>
                    <a:pt x="1034646" y="1112864"/>
                  </a:lnTo>
                  <a:close/>
                  <a:moveTo>
                    <a:pt x="1041164" y="1112429"/>
                  </a:moveTo>
                  <a:lnTo>
                    <a:pt x="1044641" y="1112429"/>
                  </a:lnTo>
                  <a:lnTo>
                    <a:pt x="1044641" y="990757"/>
                  </a:lnTo>
                  <a:lnTo>
                    <a:pt x="1041164" y="990757"/>
                  </a:lnTo>
                  <a:lnTo>
                    <a:pt x="1041164" y="1112429"/>
                  </a:lnTo>
                  <a:close/>
                  <a:moveTo>
                    <a:pt x="1036819" y="988585"/>
                  </a:moveTo>
                  <a:lnTo>
                    <a:pt x="1040295" y="988585"/>
                  </a:lnTo>
                  <a:lnTo>
                    <a:pt x="1040295" y="986412"/>
                  </a:lnTo>
                  <a:lnTo>
                    <a:pt x="1036819" y="986412"/>
                  </a:lnTo>
                  <a:lnTo>
                    <a:pt x="1036819" y="988585"/>
                  </a:lnTo>
                  <a:close/>
                  <a:moveTo>
                    <a:pt x="1041164" y="863287"/>
                  </a:moveTo>
                  <a:lnTo>
                    <a:pt x="1041164" y="984239"/>
                  </a:lnTo>
                  <a:lnTo>
                    <a:pt x="1044641" y="984239"/>
                  </a:lnTo>
                  <a:lnTo>
                    <a:pt x="1044641" y="861847"/>
                  </a:lnTo>
                  <a:lnTo>
                    <a:pt x="1041959" y="859166"/>
                  </a:lnTo>
                  <a:lnTo>
                    <a:pt x="1039501" y="861624"/>
                  </a:lnTo>
                  <a:lnTo>
                    <a:pt x="1041164" y="863287"/>
                  </a:lnTo>
                  <a:close/>
                  <a:moveTo>
                    <a:pt x="1041164" y="735097"/>
                  </a:moveTo>
                  <a:lnTo>
                    <a:pt x="1041164" y="856049"/>
                  </a:lnTo>
                  <a:lnTo>
                    <a:pt x="1044641" y="856049"/>
                  </a:lnTo>
                  <a:lnTo>
                    <a:pt x="1044641" y="733657"/>
                  </a:lnTo>
                  <a:lnTo>
                    <a:pt x="1041959" y="730975"/>
                  </a:lnTo>
                  <a:lnTo>
                    <a:pt x="1039501" y="733434"/>
                  </a:lnTo>
                  <a:lnTo>
                    <a:pt x="1041164" y="735097"/>
                  </a:lnTo>
                  <a:close/>
                  <a:moveTo>
                    <a:pt x="1041164" y="606907"/>
                  </a:moveTo>
                  <a:lnTo>
                    <a:pt x="1041164" y="727859"/>
                  </a:lnTo>
                  <a:lnTo>
                    <a:pt x="1044641" y="727859"/>
                  </a:lnTo>
                  <a:lnTo>
                    <a:pt x="1044641" y="605467"/>
                  </a:lnTo>
                  <a:lnTo>
                    <a:pt x="1041959" y="602785"/>
                  </a:lnTo>
                  <a:lnTo>
                    <a:pt x="1039501" y="605243"/>
                  </a:lnTo>
                  <a:lnTo>
                    <a:pt x="1041164" y="606907"/>
                  </a:lnTo>
                  <a:close/>
                  <a:moveTo>
                    <a:pt x="1041164" y="478717"/>
                  </a:moveTo>
                  <a:lnTo>
                    <a:pt x="1041164" y="599669"/>
                  </a:lnTo>
                  <a:lnTo>
                    <a:pt x="1044641" y="599669"/>
                  </a:lnTo>
                  <a:lnTo>
                    <a:pt x="1044641" y="477277"/>
                  </a:lnTo>
                  <a:lnTo>
                    <a:pt x="1041959" y="474595"/>
                  </a:lnTo>
                  <a:lnTo>
                    <a:pt x="1039501" y="477053"/>
                  </a:lnTo>
                  <a:lnTo>
                    <a:pt x="1041164" y="478717"/>
                  </a:lnTo>
                  <a:close/>
                  <a:moveTo>
                    <a:pt x="1041164" y="471479"/>
                  </a:moveTo>
                  <a:lnTo>
                    <a:pt x="1044641" y="471479"/>
                  </a:lnTo>
                  <a:lnTo>
                    <a:pt x="1044641" y="349807"/>
                  </a:lnTo>
                  <a:lnTo>
                    <a:pt x="1041164" y="349807"/>
                  </a:lnTo>
                  <a:lnTo>
                    <a:pt x="1041164" y="471479"/>
                  </a:lnTo>
                  <a:close/>
                  <a:moveTo>
                    <a:pt x="1041164" y="343289"/>
                  </a:moveTo>
                  <a:lnTo>
                    <a:pt x="1044641" y="343289"/>
                  </a:lnTo>
                  <a:lnTo>
                    <a:pt x="1044641" y="221617"/>
                  </a:lnTo>
                  <a:lnTo>
                    <a:pt x="1041164" y="221617"/>
                  </a:lnTo>
                  <a:lnTo>
                    <a:pt x="1041164" y="343289"/>
                  </a:lnTo>
                  <a:close/>
                  <a:moveTo>
                    <a:pt x="1041164" y="212926"/>
                  </a:moveTo>
                  <a:lnTo>
                    <a:pt x="1044641" y="212926"/>
                  </a:lnTo>
                  <a:lnTo>
                    <a:pt x="1044641" y="93427"/>
                  </a:lnTo>
                  <a:lnTo>
                    <a:pt x="1041164" y="93427"/>
                  </a:lnTo>
                  <a:lnTo>
                    <a:pt x="1041164" y="212926"/>
                  </a:lnTo>
                  <a:close/>
                  <a:moveTo>
                    <a:pt x="1041164" y="84736"/>
                  </a:moveTo>
                  <a:lnTo>
                    <a:pt x="1044641" y="84736"/>
                  </a:lnTo>
                  <a:lnTo>
                    <a:pt x="1044641" y="13036"/>
                  </a:lnTo>
                  <a:lnTo>
                    <a:pt x="1041164" y="13036"/>
                  </a:lnTo>
                  <a:lnTo>
                    <a:pt x="1041164" y="8473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052" name="Vector layer 333333"/>
            <p:cNvSpPr/>
            <p:nvPr/>
          </p:nvSpPr>
          <p:spPr>
            <a:xfrm>
              <a:off x="0" y="0"/>
              <a:ext cx="2572493" cy="1720789"/>
            </a:xfrm>
            <a:custGeom>
              <a:avLst/>
              <a:gdLst/>
              <a:ahLst/>
              <a:cxnLst/>
              <a:rect l="0" t="0" r="r" b="b"/>
              <a:pathLst>
                <a:path w="2572493" h="1720789" stroke="0" extrusionOk="0">
                  <a:moveTo>
                    <a:pt x="1041164" y="1244965"/>
                  </a:moveTo>
                  <a:lnTo>
                    <a:pt x="1044641" y="1244965"/>
                  </a:lnTo>
                  <a:lnTo>
                    <a:pt x="1044641" y="1242792"/>
                  </a:lnTo>
                  <a:lnTo>
                    <a:pt x="1041164" y="1242792"/>
                  </a:lnTo>
                  <a:lnTo>
                    <a:pt x="1041164" y="1244965"/>
                  </a:lnTo>
                  <a:close/>
                  <a:moveTo>
                    <a:pt x="1041164" y="1116775"/>
                  </a:moveTo>
                  <a:lnTo>
                    <a:pt x="1044641" y="1116775"/>
                  </a:lnTo>
                  <a:lnTo>
                    <a:pt x="1044641" y="1114602"/>
                  </a:lnTo>
                  <a:lnTo>
                    <a:pt x="1041164" y="1114602"/>
                  </a:lnTo>
                  <a:lnTo>
                    <a:pt x="1041164" y="1116775"/>
                  </a:lnTo>
                  <a:close/>
                  <a:moveTo>
                    <a:pt x="1041164" y="988585"/>
                  </a:moveTo>
                  <a:lnTo>
                    <a:pt x="1044641" y="988585"/>
                  </a:lnTo>
                  <a:lnTo>
                    <a:pt x="1044641" y="986412"/>
                  </a:lnTo>
                  <a:lnTo>
                    <a:pt x="1041164" y="986412"/>
                  </a:lnTo>
                  <a:lnTo>
                    <a:pt x="1041164" y="988585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2053" name="Vector layer 1F1F1F"/>
            <p:cNvSpPr/>
            <p:nvPr/>
          </p:nvSpPr>
          <p:spPr>
            <a:xfrm>
              <a:off x="0" y="0"/>
              <a:ext cx="2572493" cy="1720789"/>
            </a:xfrm>
            <a:custGeom>
              <a:avLst/>
              <a:gdLst/>
              <a:ahLst/>
              <a:cxnLst/>
              <a:rect l="0" t="0" r="r" b="b"/>
              <a:pathLst>
                <a:path w="2572493" h="1720789" stroke="0" extrusionOk="0">
                  <a:moveTo>
                    <a:pt x="1038992" y="1244965"/>
                  </a:moveTo>
                  <a:lnTo>
                    <a:pt x="1042468" y="1244965"/>
                  </a:lnTo>
                  <a:lnTo>
                    <a:pt x="1042468" y="1242792"/>
                  </a:lnTo>
                  <a:lnTo>
                    <a:pt x="1038992" y="1242792"/>
                  </a:lnTo>
                  <a:lnTo>
                    <a:pt x="1038992" y="1244965"/>
                  </a:lnTo>
                  <a:close/>
                  <a:moveTo>
                    <a:pt x="1038992" y="1116775"/>
                  </a:moveTo>
                  <a:lnTo>
                    <a:pt x="1042468" y="1116775"/>
                  </a:lnTo>
                  <a:lnTo>
                    <a:pt x="1042468" y="1114602"/>
                  </a:lnTo>
                  <a:lnTo>
                    <a:pt x="1038992" y="1114602"/>
                  </a:lnTo>
                  <a:lnTo>
                    <a:pt x="1038992" y="1116775"/>
                  </a:lnTo>
                  <a:close/>
                  <a:moveTo>
                    <a:pt x="1038992" y="988585"/>
                  </a:moveTo>
                  <a:lnTo>
                    <a:pt x="1042468" y="988585"/>
                  </a:lnTo>
                  <a:lnTo>
                    <a:pt x="1042468" y="986412"/>
                  </a:lnTo>
                  <a:lnTo>
                    <a:pt x="1038992" y="986412"/>
                  </a:lnTo>
                  <a:lnTo>
                    <a:pt x="1038992" y="988585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</p:sp>
        <p:sp>
          <p:nvSpPr>
            <p:cNvPr id="2054" name="Vector layer 000000"/>
            <p:cNvSpPr/>
            <p:nvPr/>
          </p:nvSpPr>
          <p:spPr>
            <a:xfrm>
              <a:off x="0" y="0"/>
              <a:ext cx="2572493" cy="1720789"/>
            </a:xfrm>
            <a:custGeom>
              <a:avLst/>
              <a:gdLst/>
              <a:ahLst/>
              <a:cxnLst/>
              <a:rect l="0" t="0" r="r" b="b"/>
              <a:pathLst>
                <a:path w="2572493" h="1720789" stroke="0" extrusionOk="0">
                  <a:moveTo>
                    <a:pt x="1042903" y="1579128"/>
                  </a:moveTo>
                  <a:lnTo>
                    <a:pt x="1600570" y="1579128"/>
                  </a:lnTo>
                  <a:lnTo>
                    <a:pt x="1601725" y="1580283"/>
                  </a:lnTo>
                  <a:lnTo>
                    <a:pt x="1601725" y="1583908"/>
                  </a:lnTo>
                  <a:lnTo>
                    <a:pt x="1605201" y="1583908"/>
                  </a:lnTo>
                  <a:lnTo>
                    <a:pt x="1605201" y="1580283"/>
                  </a:lnTo>
                  <a:lnTo>
                    <a:pt x="1606355" y="1579128"/>
                  </a:lnTo>
                  <a:lnTo>
                    <a:pt x="2557284" y="1579128"/>
                  </a:lnTo>
                  <a:lnTo>
                    <a:pt x="2557284" y="1575652"/>
                  </a:lnTo>
                  <a:lnTo>
                    <a:pt x="1042903" y="1579128"/>
                  </a:lnTo>
                  <a:close/>
                  <a:moveTo>
                    <a:pt x="1040730" y="731770"/>
                  </a:moveTo>
                  <a:lnTo>
                    <a:pt x="1040730" y="728294"/>
                  </a:lnTo>
                  <a:lnTo>
                    <a:pt x="1036384" y="728294"/>
                  </a:lnTo>
                  <a:lnTo>
                    <a:pt x="1036384" y="731770"/>
                  </a:lnTo>
                  <a:lnTo>
                    <a:pt x="1040730" y="731770"/>
                  </a:lnTo>
                  <a:close/>
                  <a:moveTo>
                    <a:pt x="1040730" y="603580"/>
                  </a:moveTo>
                  <a:lnTo>
                    <a:pt x="1040730" y="600104"/>
                  </a:lnTo>
                  <a:lnTo>
                    <a:pt x="1036384" y="600104"/>
                  </a:lnTo>
                  <a:lnTo>
                    <a:pt x="1036384" y="603580"/>
                  </a:lnTo>
                  <a:lnTo>
                    <a:pt x="1040730" y="603580"/>
                  </a:lnTo>
                  <a:close/>
                  <a:moveTo>
                    <a:pt x="1040730" y="347200"/>
                  </a:moveTo>
                  <a:lnTo>
                    <a:pt x="1040730" y="343723"/>
                  </a:lnTo>
                  <a:lnTo>
                    <a:pt x="1036384" y="343723"/>
                  </a:lnTo>
                  <a:lnTo>
                    <a:pt x="1036384" y="347200"/>
                  </a:lnTo>
                  <a:lnTo>
                    <a:pt x="1040730" y="347200"/>
                  </a:lnTo>
                  <a:close/>
                  <a:moveTo>
                    <a:pt x="1040730" y="219010"/>
                  </a:moveTo>
                  <a:lnTo>
                    <a:pt x="1040730" y="215533"/>
                  </a:lnTo>
                  <a:lnTo>
                    <a:pt x="1038557" y="215533"/>
                  </a:lnTo>
                  <a:lnTo>
                    <a:pt x="1038557" y="219010"/>
                  </a:lnTo>
                  <a:lnTo>
                    <a:pt x="1040730" y="2190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055" name="Text: Phenylalanine metabolism"/>
            <p:cNvSpPr/>
            <p:nvPr/>
          </p:nvSpPr>
          <p:spPr>
            <a:xfrm>
              <a:off x="471479" y="66285"/>
              <a:ext cx="568844" cy="6356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Phenylalanine metabolism</a:t>
              </a:r>
            </a:p>
          </p:txBody>
        </p:sp>
        <p:sp>
          <p:nvSpPr>
            <p:cNvPr id="2056" name="Text: Biosynthesis of amino acids"/>
            <p:cNvSpPr/>
            <p:nvPr/>
          </p:nvSpPr>
          <p:spPr>
            <a:xfrm>
              <a:off x="438888" y="194917"/>
              <a:ext cx="600653" cy="639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Biosynthesis of amino acids</a:t>
              </a:r>
            </a:p>
          </p:txBody>
        </p:sp>
        <p:sp>
          <p:nvSpPr>
            <p:cNvPr id="2057" name="Text: Citrate cycle (TCA cycle)"/>
            <p:cNvSpPr/>
            <p:nvPr/>
          </p:nvSpPr>
          <p:spPr>
            <a:xfrm>
              <a:off x="501897" y="323335"/>
              <a:ext cx="534080" cy="6405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2058" name="Text: Cysteine and methionine metabolism"/>
            <p:cNvSpPr/>
            <p:nvPr/>
          </p:nvSpPr>
          <p:spPr>
            <a:xfrm>
              <a:off x="241171" y="453449"/>
              <a:ext cx="794636" cy="642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Cysteine and methionine metabolism</a:t>
              </a:r>
            </a:p>
          </p:txBody>
        </p:sp>
        <p:sp>
          <p:nvSpPr>
            <p:cNvPr id="2059" name="Text: Arginine biosynthesis"/>
            <p:cNvSpPr/>
            <p:nvPr/>
          </p:nvSpPr>
          <p:spPr>
            <a:xfrm>
              <a:off x="573834" y="581162"/>
              <a:ext cx="462550" cy="642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biosynthesis</a:t>
              </a:r>
            </a:p>
          </p:txBody>
        </p:sp>
        <p:sp>
          <p:nvSpPr>
            <p:cNvPr id="2060" name="Text: Glucagon signaling pathway"/>
            <p:cNvSpPr/>
            <p:nvPr/>
          </p:nvSpPr>
          <p:spPr>
            <a:xfrm>
              <a:off x="430197" y="709844"/>
              <a:ext cx="608733" cy="6400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Glucagon signaling pathway</a:t>
              </a:r>
            </a:p>
          </p:txBody>
        </p:sp>
        <p:sp>
          <p:nvSpPr>
            <p:cNvPr id="2061" name="Text: Tryptophan metabolism"/>
            <p:cNvSpPr/>
            <p:nvPr/>
          </p:nvSpPr>
          <p:spPr>
            <a:xfrm>
              <a:off x="530142" y="837588"/>
              <a:ext cx="508551" cy="636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Tryptophan metabolism</a:t>
              </a:r>
            </a:p>
          </p:txBody>
        </p:sp>
        <p:sp>
          <p:nvSpPr>
            <p:cNvPr id="2062" name="Text: Alanine, aspartate and glutamate metabolism"/>
            <p:cNvSpPr/>
            <p:nvPr/>
          </p:nvSpPr>
          <p:spPr>
            <a:xfrm>
              <a:off x="63247" y="965714"/>
              <a:ext cx="970015" cy="644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Alanine, aspartate and glutamate metabolism</a:t>
              </a:r>
            </a:p>
          </p:txBody>
        </p:sp>
        <p:sp>
          <p:nvSpPr>
            <p:cNvPr id="2063" name="Text: Antineoplastics – alkylating agents"/>
            <p:cNvSpPr/>
            <p:nvPr/>
          </p:nvSpPr>
          <p:spPr>
            <a:xfrm>
              <a:off x="293555" y="1093902"/>
              <a:ext cx="741540" cy="64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Antineoplastics – alkylating agents</a:t>
              </a:r>
            </a:p>
          </p:txBody>
        </p:sp>
        <p:sp>
          <p:nvSpPr>
            <p:cNvPr id="2064" name="Text: NOD-like receptor signaling pathway"/>
            <p:cNvSpPr/>
            <p:nvPr/>
          </p:nvSpPr>
          <p:spPr>
            <a:xfrm>
              <a:off x="243344" y="1222537"/>
              <a:ext cx="790868" cy="648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2065" name="Text: Ascorbate and aldarate metabolism"/>
            <p:cNvSpPr/>
            <p:nvPr/>
          </p:nvSpPr>
          <p:spPr>
            <a:xfrm>
              <a:off x="273999" y="1350311"/>
              <a:ext cx="762758" cy="641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Ascorbate and aldarate metabolism</a:t>
              </a:r>
            </a:p>
          </p:txBody>
        </p:sp>
        <p:sp>
          <p:nvSpPr>
            <p:cNvPr id="2066" name="Text: Glyoxylate and dicarboxylate metabolism"/>
            <p:cNvSpPr/>
            <p:nvPr/>
          </p:nvSpPr>
          <p:spPr>
            <a:xfrm>
              <a:off x="160781" y="1478993"/>
              <a:ext cx="879610" cy="639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Glyoxylate and dicarboxylate metabolism</a:t>
              </a:r>
            </a:p>
          </p:txBody>
        </p:sp>
        <p:sp>
          <p:nvSpPr>
            <p:cNvPr id="2067" name="Text: 2"/>
            <p:cNvSpPr/>
            <p:nvPr/>
          </p:nvSpPr>
          <p:spPr>
            <a:xfrm>
              <a:off x="2085805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68" name="Text: 0"/>
            <p:cNvSpPr/>
            <p:nvPr/>
          </p:nvSpPr>
          <p:spPr>
            <a:xfrm>
              <a:off x="1099393" y="1597949"/>
              <a:ext cx="37445" cy="64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069" name="Text: 1"/>
            <p:cNvSpPr/>
            <p:nvPr/>
          </p:nvSpPr>
          <p:spPr>
            <a:xfrm>
              <a:off x="1594772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070" name="Text: −Log10(p-value)"/>
            <p:cNvSpPr/>
            <p:nvPr/>
          </p:nvSpPr>
          <p:spPr>
            <a:xfrm>
              <a:off x="1616499" y="1647907"/>
              <a:ext cx="414988" cy="7463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3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0642711-FDCD-84E9-A0BB-F8F72738A823}"/>
              </a:ext>
            </a:extLst>
          </p:cNvPr>
          <p:cNvSpPr txBox="1"/>
          <p:nvPr/>
        </p:nvSpPr>
        <p:spPr>
          <a:xfrm>
            <a:off x="114298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511AB1C-14C4-CD01-7B02-1F86C49A62F3}"/>
              </a:ext>
            </a:extLst>
          </p:cNvPr>
          <p:cNvSpPr txBox="1"/>
          <p:nvPr/>
        </p:nvSpPr>
        <p:spPr>
          <a:xfrm>
            <a:off x="267323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AE729E8-B280-35A1-6FF6-5B0D29A8BF5D}"/>
              </a:ext>
            </a:extLst>
          </p:cNvPr>
          <p:cNvSpPr txBox="1"/>
          <p:nvPr/>
        </p:nvSpPr>
        <p:spPr>
          <a:xfrm>
            <a:off x="491584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图片 79 — editable">
            <a:extLst>
              <a:ext uri="{FF2B5EF4-FFF2-40B4-BE49-F238E27FC236}">
                <a16:creationId xmlns:a16="http://schemas.microsoft.com/office/drawing/2014/main" id="{7367AB07-A100-2B5A-588A-C173534BC382}"/>
              </a:ext>
            </a:extLst>
          </p:cNvPr>
          <p:cNvGrpSpPr/>
          <p:nvPr/>
        </p:nvGrpSpPr>
        <p:grpSpPr>
          <a:xfrm>
            <a:off x="2874472" y="4675543"/>
            <a:ext cx="1998016" cy="1842730"/>
            <a:chOff x="0" y="0"/>
            <a:chExt cx="1998016" cy="1842730"/>
          </a:xfrm>
        </p:grpSpPr>
        <p:sp>
          <p:nvSpPr>
            <p:cNvPr id="2071" name="Panel background"/>
            <p:cNvSpPr/>
            <p:nvPr/>
          </p:nvSpPr>
          <p:spPr>
            <a:xfrm>
              <a:off x="0" y="0"/>
              <a:ext cx="1998016" cy="18427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72" name="Vector layer F2F2F2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236725" y="1611526"/>
                  </a:moveTo>
                  <a:lnTo>
                    <a:pt x="239486" y="1611526"/>
                  </a:lnTo>
                  <a:lnTo>
                    <a:pt x="239486" y="1608075"/>
                  </a:lnTo>
                  <a:lnTo>
                    <a:pt x="236725" y="1608075"/>
                  </a:lnTo>
                  <a:lnTo>
                    <a:pt x="236725" y="1611526"/>
                  </a:lnTo>
                  <a:close/>
                  <a:moveTo>
                    <a:pt x="1164992" y="1482121"/>
                  </a:moveTo>
                  <a:lnTo>
                    <a:pt x="1167752" y="1482121"/>
                  </a:lnTo>
                  <a:lnTo>
                    <a:pt x="1167752" y="1480395"/>
                  </a:lnTo>
                  <a:lnTo>
                    <a:pt x="1164992" y="1480395"/>
                  </a:lnTo>
                  <a:lnTo>
                    <a:pt x="1164992" y="1482121"/>
                  </a:lnTo>
                  <a:close/>
                  <a:moveTo>
                    <a:pt x="1159816" y="1294052"/>
                  </a:moveTo>
                  <a:lnTo>
                    <a:pt x="1162576" y="1294052"/>
                  </a:lnTo>
                  <a:lnTo>
                    <a:pt x="1162576" y="1292326"/>
                  </a:lnTo>
                  <a:lnTo>
                    <a:pt x="1159816" y="1292326"/>
                  </a:lnTo>
                  <a:lnTo>
                    <a:pt x="1159816" y="1294052"/>
                  </a:lnTo>
                  <a:close/>
                  <a:moveTo>
                    <a:pt x="1205080" y="1265696"/>
                  </a:moveTo>
                  <a:lnTo>
                    <a:pt x="1207032" y="1263744"/>
                  </a:lnTo>
                  <a:lnTo>
                    <a:pt x="1196680" y="1253392"/>
                  </a:lnTo>
                  <a:lnTo>
                    <a:pt x="1194728" y="1255344"/>
                  </a:lnTo>
                  <a:lnTo>
                    <a:pt x="1205080" y="1265696"/>
                  </a:lnTo>
                  <a:close/>
                  <a:moveTo>
                    <a:pt x="1168847" y="1215659"/>
                  </a:moveTo>
                  <a:lnTo>
                    <a:pt x="1170799" y="1213707"/>
                  </a:lnTo>
                  <a:lnTo>
                    <a:pt x="1158721" y="1201629"/>
                  </a:lnTo>
                  <a:lnTo>
                    <a:pt x="1156769" y="1203582"/>
                  </a:lnTo>
                  <a:lnTo>
                    <a:pt x="1168847" y="1215659"/>
                  </a:lnTo>
                  <a:close/>
                  <a:moveTo>
                    <a:pt x="1148142" y="1207032"/>
                  </a:moveTo>
                  <a:lnTo>
                    <a:pt x="1150094" y="1205080"/>
                  </a:lnTo>
                  <a:lnTo>
                    <a:pt x="1138016" y="1193002"/>
                  </a:lnTo>
                  <a:lnTo>
                    <a:pt x="1136064" y="1194955"/>
                  </a:lnTo>
                  <a:lnTo>
                    <a:pt x="1148142" y="1207032"/>
                  </a:lnTo>
                  <a:close/>
                  <a:moveTo>
                    <a:pt x="1111909" y="1156996"/>
                  </a:moveTo>
                  <a:lnTo>
                    <a:pt x="1113861" y="1155044"/>
                  </a:lnTo>
                  <a:lnTo>
                    <a:pt x="1101783" y="1142966"/>
                  </a:lnTo>
                  <a:lnTo>
                    <a:pt x="1099831" y="1144918"/>
                  </a:lnTo>
                  <a:lnTo>
                    <a:pt x="1111909" y="1156996"/>
                  </a:lnTo>
                  <a:close/>
                  <a:moveTo>
                    <a:pt x="1091204" y="1148369"/>
                  </a:moveTo>
                  <a:lnTo>
                    <a:pt x="1093156" y="1146417"/>
                  </a:lnTo>
                  <a:lnTo>
                    <a:pt x="1081078" y="1134339"/>
                  </a:lnTo>
                  <a:lnTo>
                    <a:pt x="1079126" y="1136291"/>
                  </a:lnTo>
                  <a:lnTo>
                    <a:pt x="1091204" y="1148369"/>
                  </a:lnTo>
                  <a:close/>
                  <a:moveTo>
                    <a:pt x="1053245" y="1096607"/>
                  </a:moveTo>
                  <a:lnTo>
                    <a:pt x="1055197" y="1094655"/>
                  </a:lnTo>
                  <a:lnTo>
                    <a:pt x="1043119" y="1082577"/>
                  </a:lnTo>
                  <a:lnTo>
                    <a:pt x="1041167" y="1084529"/>
                  </a:lnTo>
                  <a:lnTo>
                    <a:pt x="1053245" y="1096607"/>
                  </a:lnTo>
                  <a:close/>
                  <a:moveTo>
                    <a:pt x="1032540" y="1087980"/>
                  </a:moveTo>
                  <a:lnTo>
                    <a:pt x="1034492" y="1086027"/>
                  </a:lnTo>
                  <a:lnTo>
                    <a:pt x="1022414" y="1073950"/>
                  </a:lnTo>
                  <a:lnTo>
                    <a:pt x="1020462" y="1075902"/>
                  </a:lnTo>
                  <a:lnTo>
                    <a:pt x="1032540" y="1087980"/>
                  </a:lnTo>
                  <a:close/>
                  <a:moveTo>
                    <a:pt x="994581" y="1036217"/>
                  </a:moveTo>
                  <a:lnTo>
                    <a:pt x="996533" y="1034265"/>
                  </a:lnTo>
                  <a:lnTo>
                    <a:pt x="994808" y="1032540"/>
                  </a:lnTo>
                  <a:lnTo>
                    <a:pt x="992856" y="1034492"/>
                  </a:lnTo>
                  <a:lnTo>
                    <a:pt x="994581" y="1036217"/>
                  </a:lnTo>
                  <a:close/>
                  <a:moveTo>
                    <a:pt x="984229" y="1025865"/>
                  </a:moveTo>
                  <a:lnTo>
                    <a:pt x="986181" y="1023913"/>
                  </a:lnTo>
                  <a:lnTo>
                    <a:pt x="984455" y="1022188"/>
                  </a:lnTo>
                  <a:lnTo>
                    <a:pt x="982503" y="1024140"/>
                  </a:lnTo>
                  <a:lnTo>
                    <a:pt x="984229" y="1025865"/>
                  </a:lnTo>
                  <a:close/>
                  <a:moveTo>
                    <a:pt x="915213" y="967201"/>
                  </a:moveTo>
                  <a:lnTo>
                    <a:pt x="917165" y="965249"/>
                  </a:lnTo>
                  <a:lnTo>
                    <a:pt x="915439" y="963524"/>
                  </a:lnTo>
                  <a:lnTo>
                    <a:pt x="913487" y="965476"/>
                  </a:lnTo>
                  <a:lnTo>
                    <a:pt x="915213" y="967201"/>
                  </a:lnTo>
                  <a:close/>
                  <a:moveTo>
                    <a:pt x="935917" y="975828"/>
                  </a:moveTo>
                  <a:lnTo>
                    <a:pt x="937870" y="973876"/>
                  </a:lnTo>
                  <a:lnTo>
                    <a:pt x="925792" y="961799"/>
                  </a:lnTo>
                  <a:lnTo>
                    <a:pt x="923840" y="963751"/>
                  </a:lnTo>
                  <a:lnTo>
                    <a:pt x="935917" y="975828"/>
                  </a:lnTo>
                  <a:close/>
                  <a:moveTo>
                    <a:pt x="516645" y="618443"/>
                  </a:moveTo>
                  <a:lnTo>
                    <a:pt x="518597" y="620396"/>
                  </a:lnTo>
                  <a:lnTo>
                    <a:pt x="522048" y="616945"/>
                  </a:lnTo>
                  <a:lnTo>
                    <a:pt x="520095" y="614993"/>
                  </a:lnTo>
                  <a:lnTo>
                    <a:pt x="516645" y="618443"/>
                  </a:lnTo>
                  <a:close/>
                  <a:moveTo>
                    <a:pt x="508018" y="606366"/>
                  </a:moveTo>
                  <a:lnTo>
                    <a:pt x="509970" y="608318"/>
                  </a:lnTo>
                  <a:lnTo>
                    <a:pt x="511695" y="606592"/>
                  </a:lnTo>
                  <a:lnTo>
                    <a:pt x="509743" y="604640"/>
                  </a:lnTo>
                  <a:lnTo>
                    <a:pt x="508018" y="606366"/>
                  </a:lnTo>
                  <a:close/>
                  <a:moveTo>
                    <a:pt x="535624" y="597739"/>
                  </a:moveTo>
                  <a:lnTo>
                    <a:pt x="537576" y="599691"/>
                  </a:lnTo>
                  <a:lnTo>
                    <a:pt x="539302" y="597965"/>
                  </a:lnTo>
                  <a:lnTo>
                    <a:pt x="537350" y="596013"/>
                  </a:lnTo>
                  <a:lnTo>
                    <a:pt x="535624" y="597739"/>
                  </a:lnTo>
                  <a:close/>
                  <a:moveTo>
                    <a:pt x="525272" y="587386"/>
                  </a:moveTo>
                  <a:lnTo>
                    <a:pt x="527224" y="589338"/>
                  </a:lnTo>
                  <a:lnTo>
                    <a:pt x="530675" y="585887"/>
                  </a:lnTo>
                  <a:lnTo>
                    <a:pt x="528723" y="583935"/>
                  </a:lnTo>
                  <a:lnTo>
                    <a:pt x="525272" y="587386"/>
                  </a:lnTo>
                  <a:close/>
                  <a:moveTo>
                    <a:pt x="552878" y="578759"/>
                  </a:moveTo>
                  <a:lnTo>
                    <a:pt x="554830" y="580711"/>
                  </a:lnTo>
                  <a:lnTo>
                    <a:pt x="556556" y="578986"/>
                  </a:lnTo>
                  <a:lnTo>
                    <a:pt x="554604" y="577034"/>
                  </a:lnTo>
                  <a:lnTo>
                    <a:pt x="552878" y="578759"/>
                  </a:lnTo>
                  <a:close/>
                  <a:moveTo>
                    <a:pt x="544251" y="566681"/>
                  </a:moveTo>
                  <a:lnTo>
                    <a:pt x="546203" y="568633"/>
                  </a:lnTo>
                  <a:lnTo>
                    <a:pt x="547929" y="566908"/>
                  </a:lnTo>
                  <a:lnTo>
                    <a:pt x="545977" y="564956"/>
                  </a:lnTo>
                  <a:lnTo>
                    <a:pt x="544251" y="566681"/>
                  </a:lnTo>
                  <a:close/>
                  <a:moveTo>
                    <a:pt x="570132" y="559780"/>
                  </a:moveTo>
                  <a:lnTo>
                    <a:pt x="572084" y="561732"/>
                  </a:lnTo>
                  <a:lnTo>
                    <a:pt x="573810" y="560006"/>
                  </a:lnTo>
                  <a:lnTo>
                    <a:pt x="571858" y="558054"/>
                  </a:lnTo>
                  <a:lnTo>
                    <a:pt x="570132" y="559780"/>
                  </a:lnTo>
                  <a:close/>
                  <a:moveTo>
                    <a:pt x="561505" y="547702"/>
                  </a:moveTo>
                  <a:lnTo>
                    <a:pt x="563457" y="549654"/>
                  </a:lnTo>
                  <a:lnTo>
                    <a:pt x="565183" y="547929"/>
                  </a:lnTo>
                  <a:lnTo>
                    <a:pt x="563231" y="545977"/>
                  </a:lnTo>
                  <a:lnTo>
                    <a:pt x="561505" y="547702"/>
                  </a:lnTo>
                  <a:close/>
                  <a:moveTo>
                    <a:pt x="587386" y="540800"/>
                  </a:moveTo>
                  <a:lnTo>
                    <a:pt x="589338" y="542752"/>
                  </a:lnTo>
                  <a:lnTo>
                    <a:pt x="591064" y="541027"/>
                  </a:lnTo>
                  <a:lnTo>
                    <a:pt x="589112" y="539075"/>
                  </a:lnTo>
                  <a:lnTo>
                    <a:pt x="587386" y="540800"/>
                  </a:lnTo>
                  <a:close/>
                  <a:moveTo>
                    <a:pt x="578759" y="528723"/>
                  </a:moveTo>
                  <a:lnTo>
                    <a:pt x="580711" y="530675"/>
                  </a:lnTo>
                  <a:lnTo>
                    <a:pt x="582437" y="528949"/>
                  </a:lnTo>
                  <a:lnTo>
                    <a:pt x="580485" y="526997"/>
                  </a:lnTo>
                  <a:lnTo>
                    <a:pt x="578759" y="528723"/>
                  </a:lnTo>
                  <a:close/>
                  <a:moveTo>
                    <a:pt x="604640" y="521821"/>
                  </a:moveTo>
                  <a:lnTo>
                    <a:pt x="606592" y="523773"/>
                  </a:lnTo>
                  <a:lnTo>
                    <a:pt x="610043" y="520322"/>
                  </a:lnTo>
                  <a:lnTo>
                    <a:pt x="608091" y="518370"/>
                  </a:lnTo>
                  <a:lnTo>
                    <a:pt x="604640" y="521821"/>
                  </a:lnTo>
                  <a:close/>
                  <a:moveTo>
                    <a:pt x="596013" y="509743"/>
                  </a:moveTo>
                  <a:lnTo>
                    <a:pt x="597965" y="511695"/>
                  </a:lnTo>
                  <a:lnTo>
                    <a:pt x="599691" y="509970"/>
                  </a:lnTo>
                  <a:lnTo>
                    <a:pt x="597739" y="508018"/>
                  </a:lnTo>
                  <a:lnTo>
                    <a:pt x="596013" y="509743"/>
                  </a:lnTo>
                  <a:close/>
                  <a:moveTo>
                    <a:pt x="623620" y="501116"/>
                  </a:moveTo>
                  <a:lnTo>
                    <a:pt x="625572" y="503068"/>
                  </a:lnTo>
                  <a:lnTo>
                    <a:pt x="627297" y="501343"/>
                  </a:lnTo>
                  <a:lnTo>
                    <a:pt x="625345" y="499391"/>
                  </a:lnTo>
                  <a:lnTo>
                    <a:pt x="623620" y="501116"/>
                  </a:lnTo>
                  <a:close/>
                  <a:moveTo>
                    <a:pt x="613267" y="490764"/>
                  </a:moveTo>
                  <a:lnTo>
                    <a:pt x="615219" y="492716"/>
                  </a:lnTo>
                  <a:lnTo>
                    <a:pt x="618670" y="489265"/>
                  </a:lnTo>
                  <a:lnTo>
                    <a:pt x="616718" y="487313"/>
                  </a:lnTo>
                  <a:lnTo>
                    <a:pt x="613267" y="490764"/>
                  </a:lnTo>
                  <a:close/>
                  <a:moveTo>
                    <a:pt x="640874" y="482137"/>
                  </a:moveTo>
                  <a:lnTo>
                    <a:pt x="642826" y="484089"/>
                  </a:lnTo>
                  <a:lnTo>
                    <a:pt x="644551" y="482363"/>
                  </a:lnTo>
                  <a:lnTo>
                    <a:pt x="642599" y="480411"/>
                  </a:lnTo>
                  <a:lnTo>
                    <a:pt x="640874" y="482137"/>
                  </a:lnTo>
                  <a:close/>
                  <a:moveTo>
                    <a:pt x="332027" y="478686"/>
                  </a:moveTo>
                  <a:lnTo>
                    <a:pt x="333979" y="480638"/>
                  </a:lnTo>
                  <a:lnTo>
                    <a:pt x="334728" y="479889"/>
                  </a:lnTo>
                  <a:lnTo>
                    <a:pt x="335477" y="480638"/>
                  </a:lnTo>
                  <a:lnTo>
                    <a:pt x="337430" y="478686"/>
                  </a:lnTo>
                  <a:lnTo>
                    <a:pt x="336680" y="477936"/>
                  </a:lnTo>
                  <a:lnTo>
                    <a:pt x="337430" y="477187"/>
                  </a:lnTo>
                  <a:lnTo>
                    <a:pt x="335477" y="475235"/>
                  </a:lnTo>
                  <a:lnTo>
                    <a:pt x="332027" y="478686"/>
                  </a:lnTo>
                  <a:close/>
                  <a:moveTo>
                    <a:pt x="632247" y="470059"/>
                  </a:moveTo>
                  <a:lnTo>
                    <a:pt x="634199" y="472011"/>
                  </a:lnTo>
                  <a:lnTo>
                    <a:pt x="635924" y="470285"/>
                  </a:lnTo>
                  <a:lnTo>
                    <a:pt x="633972" y="468333"/>
                  </a:lnTo>
                  <a:lnTo>
                    <a:pt x="632247" y="470059"/>
                  </a:lnTo>
                  <a:close/>
                  <a:moveTo>
                    <a:pt x="323400" y="466608"/>
                  </a:moveTo>
                  <a:lnTo>
                    <a:pt x="325352" y="468560"/>
                  </a:lnTo>
                  <a:lnTo>
                    <a:pt x="327077" y="466835"/>
                  </a:lnTo>
                  <a:lnTo>
                    <a:pt x="325125" y="464883"/>
                  </a:lnTo>
                  <a:lnTo>
                    <a:pt x="323400" y="466608"/>
                  </a:lnTo>
                  <a:close/>
                  <a:moveTo>
                    <a:pt x="658128" y="463157"/>
                  </a:moveTo>
                  <a:lnTo>
                    <a:pt x="660080" y="465109"/>
                  </a:lnTo>
                  <a:lnTo>
                    <a:pt x="661805" y="463384"/>
                  </a:lnTo>
                  <a:lnTo>
                    <a:pt x="659853" y="461432"/>
                  </a:lnTo>
                  <a:lnTo>
                    <a:pt x="658128" y="463157"/>
                  </a:lnTo>
                  <a:close/>
                  <a:moveTo>
                    <a:pt x="349281" y="459706"/>
                  </a:moveTo>
                  <a:lnTo>
                    <a:pt x="351233" y="461658"/>
                  </a:lnTo>
                  <a:lnTo>
                    <a:pt x="352958" y="459933"/>
                  </a:lnTo>
                  <a:lnTo>
                    <a:pt x="351006" y="457981"/>
                  </a:lnTo>
                  <a:lnTo>
                    <a:pt x="349281" y="459706"/>
                  </a:lnTo>
                  <a:close/>
                  <a:moveTo>
                    <a:pt x="340654" y="447629"/>
                  </a:moveTo>
                  <a:lnTo>
                    <a:pt x="342606" y="449581"/>
                  </a:lnTo>
                  <a:lnTo>
                    <a:pt x="344331" y="447855"/>
                  </a:lnTo>
                  <a:lnTo>
                    <a:pt x="342379" y="445903"/>
                  </a:lnTo>
                  <a:lnTo>
                    <a:pt x="340654" y="447629"/>
                  </a:lnTo>
                  <a:close/>
                  <a:moveTo>
                    <a:pt x="366535" y="440727"/>
                  </a:moveTo>
                  <a:lnTo>
                    <a:pt x="368487" y="442679"/>
                  </a:lnTo>
                  <a:lnTo>
                    <a:pt x="370212" y="440954"/>
                  </a:lnTo>
                  <a:lnTo>
                    <a:pt x="368260" y="439002"/>
                  </a:lnTo>
                  <a:lnTo>
                    <a:pt x="366535" y="440727"/>
                  </a:lnTo>
                  <a:close/>
                  <a:moveTo>
                    <a:pt x="357908" y="428649"/>
                  </a:moveTo>
                  <a:lnTo>
                    <a:pt x="359860" y="430601"/>
                  </a:lnTo>
                  <a:lnTo>
                    <a:pt x="361585" y="428876"/>
                  </a:lnTo>
                  <a:lnTo>
                    <a:pt x="359633" y="426924"/>
                  </a:lnTo>
                  <a:lnTo>
                    <a:pt x="357908" y="428649"/>
                  </a:lnTo>
                  <a:close/>
                  <a:moveTo>
                    <a:pt x="383789" y="421748"/>
                  </a:moveTo>
                  <a:lnTo>
                    <a:pt x="385741" y="423700"/>
                  </a:lnTo>
                  <a:lnTo>
                    <a:pt x="387466" y="421974"/>
                  </a:lnTo>
                  <a:lnTo>
                    <a:pt x="385514" y="420022"/>
                  </a:lnTo>
                  <a:lnTo>
                    <a:pt x="383789" y="421748"/>
                  </a:lnTo>
                  <a:close/>
                  <a:moveTo>
                    <a:pt x="375162" y="409670"/>
                  </a:moveTo>
                  <a:lnTo>
                    <a:pt x="377114" y="411622"/>
                  </a:lnTo>
                  <a:lnTo>
                    <a:pt x="378839" y="409896"/>
                  </a:lnTo>
                  <a:lnTo>
                    <a:pt x="376887" y="407944"/>
                  </a:lnTo>
                  <a:lnTo>
                    <a:pt x="375162" y="409670"/>
                  </a:lnTo>
                  <a:close/>
                  <a:moveTo>
                    <a:pt x="401043" y="402768"/>
                  </a:moveTo>
                  <a:lnTo>
                    <a:pt x="402995" y="404720"/>
                  </a:lnTo>
                  <a:lnTo>
                    <a:pt x="404720" y="402995"/>
                  </a:lnTo>
                  <a:lnTo>
                    <a:pt x="402768" y="401043"/>
                  </a:lnTo>
                  <a:lnTo>
                    <a:pt x="401043" y="402768"/>
                  </a:lnTo>
                  <a:close/>
                  <a:moveTo>
                    <a:pt x="390690" y="392416"/>
                  </a:moveTo>
                  <a:lnTo>
                    <a:pt x="392642" y="394368"/>
                  </a:lnTo>
                  <a:lnTo>
                    <a:pt x="396093" y="390917"/>
                  </a:lnTo>
                  <a:lnTo>
                    <a:pt x="394141" y="388965"/>
                  </a:lnTo>
                  <a:lnTo>
                    <a:pt x="390690" y="392416"/>
                  </a:lnTo>
                  <a:close/>
                  <a:moveTo>
                    <a:pt x="418297" y="383789"/>
                  </a:moveTo>
                  <a:lnTo>
                    <a:pt x="420249" y="385741"/>
                  </a:lnTo>
                  <a:lnTo>
                    <a:pt x="421974" y="384015"/>
                  </a:lnTo>
                  <a:lnTo>
                    <a:pt x="420022" y="382063"/>
                  </a:lnTo>
                  <a:lnTo>
                    <a:pt x="418297" y="383789"/>
                  </a:lnTo>
                  <a:close/>
                  <a:moveTo>
                    <a:pt x="407944" y="373436"/>
                  </a:moveTo>
                  <a:lnTo>
                    <a:pt x="409896" y="375388"/>
                  </a:lnTo>
                  <a:lnTo>
                    <a:pt x="413347" y="371938"/>
                  </a:lnTo>
                  <a:lnTo>
                    <a:pt x="411395" y="369985"/>
                  </a:lnTo>
                  <a:lnTo>
                    <a:pt x="407944" y="373436"/>
                  </a:lnTo>
                  <a:close/>
                  <a:moveTo>
                    <a:pt x="435551" y="364809"/>
                  </a:moveTo>
                  <a:lnTo>
                    <a:pt x="437503" y="366761"/>
                  </a:lnTo>
                  <a:lnTo>
                    <a:pt x="439228" y="365036"/>
                  </a:lnTo>
                  <a:lnTo>
                    <a:pt x="437276" y="363084"/>
                  </a:lnTo>
                  <a:lnTo>
                    <a:pt x="435551" y="364809"/>
                  </a:lnTo>
                  <a:close/>
                  <a:moveTo>
                    <a:pt x="425198" y="354457"/>
                  </a:moveTo>
                  <a:lnTo>
                    <a:pt x="427150" y="356409"/>
                  </a:lnTo>
                  <a:lnTo>
                    <a:pt x="430601" y="352958"/>
                  </a:lnTo>
                  <a:lnTo>
                    <a:pt x="428649" y="351006"/>
                  </a:lnTo>
                  <a:lnTo>
                    <a:pt x="425198" y="354457"/>
                  </a:lnTo>
                  <a:close/>
                  <a:moveTo>
                    <a:pt x="442452" y="335477"/>
                  </a:moveTo>
                  <a:lnTo>
                    <a:pt x="444404" y="337430"/>
                  </a:lnTo>
                  <a:lnTo>
                    <a:pt x="446130" y="335704"/>
                  </a:lnTo>
                  <a:lnTo>
                    <a:pt x="444178" y="333752"/>
                  </a:lnTo>
                  <a:lnTo>
                    <a:pt x="442452" y="335477"/>
                  </a:lnTo>
                  <a:close/>
                  <a:moveTo>
                    <a:pt x="459706" y="316498"/>
                  </a:moveTo>
                  <a:lnTo>
                    <a:pt x="461658" y="318450"/>
                  </a:lnTo>
                  <a:lnTo>
                    <a:pt x="463384" y="316725"/>
                  </a:lnTo>
                  <a:lnTo>
                    <a:pt x="461432" y="314773"/>
                  </a:lnTo>
                  <a:lnTo>
                    <a:pt x="459706" y="31649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2073" name="Vector layer F1F1F1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407195" y="1731959"/>
                  </a:moveTo>
                  <a:lnTo>
                    <a:pt x="407195" y="1729198"/>
                  </a:lnTo>
                  <a:lnTo>
                    <a:pt x="405470" y="1729198"/>
                  </a:lnTo>
                  <a:lnTo>
                    <a:pt x="405470" y="1731959"/>
                  </a:lnTo>
                  <a:lnTo>
                    <a:pt x="407195" y="1731959"/>
                  </a:lnTo>
                  <a:close/>
                  <a:moveTo>
                    <a:pt x="849243" y="907562"/>
                  </a:moveTo>
                  <a:lnTo>
                    <a:pt x="852004" y="907562"/>
                  </a:lnTo>
                  <a:lnTo>
                    <a:pt x="852004" y="902385"/>
                  </a:lnTo>
                  <a:lnTo>
                    <a:pt x="849243" y="902385"/>
                  </a:lnTo>
                  <a:lnTo>
                    <a:pt x="849243" y="907562"/>
                  </a:lnTo>
                  <a:close/>
                  <a:moveTo>
                    <a:pt x="1790396" y="887202"/>
                  </a:moveTo>
                  <a:lnTo>
                    <a:pt x="1788671" y="888927"/>
                  </a:lnTo>
                  <a:lnTo>
                    <a:pt x="1786945" y="888927"/>
                  </a:lnTo>
                  <a:lnTo>
                    <a:pt x="1785220" y="890653"/>
                  </a:lnTo>
                  <a:lnTo>
                    <a:pt x="1783494" y="890653"/>
                  </a:lnTo>
                  <a:lnTo>
                    <a:pt x="1774059" y="900088"/>
                  </a:lnTo>
                  <a:lnTo>
                    <a:pt x="1774059" y="903539"/>
                  </a:lnTo>
                  <a:lnTo>
                    <a:pt x="1772333" y="905265"/>
                  </a:lnTo>
                  <a:lnTo>
                    <a:pt x="1772333" y="916760"/>
                  </a:lnTo>
                  <a:lnTo>
                    <a:pt x="1774059" y="918486"/>
                  </a:lnTo>
                  <a:lnTo>
                    <a:pt x="1774059" y="921937"/>
                  </a:lnTo>
                  <a:lnTo>
                    <a:pt x="1783494" y="931372"/>
                  </a:lnTo>
                  <a:lnTo>
                    <a:pt x="1785220" y="931372"/>
                  </a:lnTo>
                  <a:lnTo>
                    <a:pt x="1786945" y="933098"/>
                  </a:lnTo>
                  <a:lnTo>
                    <a:pt x="1788671" y="933098"/>
                  </a:lnTo>
                  <a:lnTo>
                    <a:pt x="1790396" y="934823"/>
                  </a:lnTo>
                  <a:lnTo>
                    <a:pt x="1801892" y="934823"/>
                  </a:lnTo>
                  <a:lnTo>
                    <a:pt x="1803617" y="933098"/>
                  </a:lnTo>
                  <a:lnTo>
                    <a:pt x="1805343" y="933098"/>
                  </a:lnTo>
                  <a:lnTo>
                    <a:pt x="1807068" y="931372"/>
                  </a:lnTo>
                  <a:lnTo>
                    <a:pt x="1808793" y="931372"/>
                  </a:lnTo>
                  <a:lnTo>
                    <a:pt x="1816504" y="923662"/>
                  </a:lnTo>
                  <a:lnTo>
                    <a:pt x="1816504" y="921937"/>
                  </a:lnTo>
                  <a:lnTo>
                    <a:pt x="1818229" y="920211"/>
                  </a:lnTo>
                  <a:lnTo>
                    <a:pt x="1818229" y="916760"/>
                  </a:lnTo>
                  <a:lnTo>
                    <a:pt x="1819954" y="915035"/>
                  </a:lnTo>
                  <a:lnTo>
                    <a:pt x="1819954" y="906990"/>
                  </a:lnTo>
                  <a:lnTo>
                    <a:pt x="1818229" y="905265"/>
                  </a:lnTo>
                  <a:lnTo>
                    <a:pt x="1818229" y="901814"/>
                  </a:lnTo>
                  <a:lnTo>
                    <a:pt x="1816504" y="900088"/>
                  </a:lnTo>
                  <a:lnTo>
                    <a:pt x="1816504" y="898363"/>
                  </a:lnTo>
                  <a:lnTo>
                    <a:pt x="1808793" y="890653"/>
                  </a:lnTo>
                  <a:lnTo>
                    <a:pt x="1807068" y="890653"/>
                  </a:lnTo>
                  <a:lnTo>
                    <a:pt x="1805343" y="888927"/>
                  </a:lnTo>
                  <a:lnTo>
                    <a:pt x="1801892" y="888927"/>
                  </a:lnTo>
                  <a:lnTo>
                    <a:pt x="1800166" y="887202"/>
                  </a:lnTo>
                  <a:lnTo>
                    <a:pt x="1790396" y="887202"/>
                  </a:lnTo>
                  <a:close/>
                  <a:moveTo>
                    <a:pt x="1792121" y="826813"/>
                  </a:moveTo>
                  <a:lnTo>
                    <a:pt x="1790396" y="828538"/>
                  </a:lnTo>
                  <a:lnTo>
                    <a:pt x="1786945" y="828538"/>
                  </a:lnTo>
                  <a:lnTo>
                    <a:pt x="1783494" y="831989"/>
                  </a:lnTo>
                  <a:lnTo>
                    <a:pt x="1781769" y="831989"/>
                  </a:lnTo>
                  <a:lnTo>
                    <a:pt x="1779235" y="834523"/>
                  </a:lnTo>
                  <a:lnTo>
                    <a:pt x="1779235" y="836248"/>
                  </a:lnTo>
                  <a:lnTo>
                    <a:pt x="1775784" y="839699"/>
                  </a:lnTo>
                  <a:lnTo>
                    <a:pt x="1775784" y="841425"/>
                  </a:lnTo>
                  <a:lnTo>
                    <a:pt x="1774059" y="843150"/>
                  </a:lnTo>
                  <a:lnTo>
                    <a:pt x="1774059" y="856371"/>
                  </a:lnTo>
                  <a:lnTo>
                    <a:pt x="1777510" y="859822"/>
                  </a:lnTo>
                  <a:lnTo>
                    <a:pt x="1777510" y="861548"/>
                  </a:lnTo>
                  <a:lnTo>
                    <a:pt x="1783494" y="867532"/>
                  </a:lnTo>
                  <a:lnTo>
                    <a:pt x="1785220" y="867532"/>
                  </a:lnTo>
                  <a:lnTo>
                    <a:pt x="1788671" y="870983"/>
                  </a:lnTo>
                  <a:lnTo>
                    <a:pt x="1801892" y="870983"/>
                  </a:lnTo>
                  <a:lnTo>
                    <a:pt x="1803617" y="869258"/>
                  </a:lnTo>
                  <a:lnTo>
                    <a:pt x="1805343" y="869258"/>
                  </a:lnTo>
                  <a:lnTo>
                    <a:pt x="1807068" y="867532"/>
                  </a:lnTo>
                  <a:lnTo>
                    <a:pt x="1808793" y="867532"/>
                  </a:lnTo>
                  <a:lnTo>
                    <a:pt x="1813053" y="863273"/>
                  </a:lnTo>
                  <a:lnTo>
                    <a:pt x="1813053" y="861548"/>
                  </a:lnTo>
                  <a:lnTo>
                    <a:pt x="1816504" y="858097"/>
                  </a:lnTo>
                  <a:lnTo>
                    <a:pt x="1816504" y="854646"/>
                  </a:lnTo>
                  <a:lnTo>
                    <a:pt x="1818229" y="852921"/>
                  </a:lnTo>
                  <a:lnTo>
                    <a:pt x="1818229" y="844875"/>
                  </a:lnTo>
                  <a:lnTo>
                    <a:pt x="1816504" y="843150"/>
                  </a:lnTo>
                  <a:lnTo>
                    <a:pt x="1816504" y="841425"/>
                  </a:lnTo>
                  <a:lnTo>
                    <a:pt x="1814778" y="839699"/>
                  </a:lnTo>
                  <a:lnTo>
                    <a:pt x="1814778" y="837974"/>
                  </a:lnTo>
                  <a:lnTo>
                    <a:pt x="1807068" y="830264"/>
                  </a:lnTo>
                  <a:lnTo>
                    <a:pt x="1805343" y="830264"/>
                  </a:lnTo>
                  <a:lnTo>
                    <a:pt x="1803617" y="828538"/>
                  </a:lnTo>
                  <a:lnTo>
                    <a:pt x="1801892" y="828538"/>
                  </a:lnTo>
                  <a:lnTo>
                    <a:pt x="1800166" y="826813"/>
                  </a:lnTo>
                  <a:lnTo>
                    <a:pt x="1792121" y="826813"/>
                  </a:lnTo>
                  <a:close/>
                  <a:moveTo>
                    <a:pt x="1790396" y="771600"/>
                  </a:moveTo>
                  <a:lnTo>
                    <a:pt x="1788671" y="773325"/>
                  </a:lnTo>
                  <a:lnTo>
                    <a:pt x="1786945" y="773325"/>
                  </a:lnTo>
                  <a:lnTo>
                    <a:pt x="1783494" y="776776"/>
                  </a:lnTo>
                  <a:lnTo>
                    <a:pt x="1780960" y="776776"/>
                  </a:lnTo>
                  <a:lnTo>
                    <a:pt x="1780960" y="779310"/>
                  </a:lnTo>
                  <a:lnTo>
                    <a:pt x="1777510" y="782761"/>
                  </a:lnTo>
                  <a:lnTo>
                    <a:pt x="1777510" y="784486"/>
                  </a:lnTo>
                  <a:lnTo>
                    <a:pt x="1775784" y="786212"/>
                  </a:lnTo>
                  <a:lnTo>
                    <a:pt x="1775784" y="797708"/>
                  </a:lnTo>
                  <a:lnTo>
                    <a:pt x="1777510" y="799433"/>
                  </a:lnTo>
                  <a:lnTo>
                    <a:pt x="1777510" y="801158"/>
                  </a:lnTo>
                  <a:lnTo>
                    <a:pt x="1780960" y="804609"/>
                  </a:lnTo>
                  <a:lnTo>
                    <a:pt x="1780960" y="807143"/>
                  </a:lnTo>
                  <a:lnTo>
                    <a:pt x="1783494" y="807143"/>
                  </a:lnTo>
                  <a:lnTo>
                    <a:pt x="1786945" y="810594"/>
                  </a:lnTo>
                  <a:lnTo>
                    <a:pt x="1788671" y="810594"/>
                  </a:lnTo>
                  <a:lnTo>
                    <a:pt x="1790396" y="812319"/>
                  </a:lnTo>
                  <a:lnTo>
                    <a:pt x="1800166" y="812319"/>
                  </a:lnTo>
                  <a:lnTo>
                    <a:pt x="1801892" y="810594"/>
                  </a:lnTo>
                  <a:lnTo>
                    <a:pt x="1805343" y="810594"/>
                  </a:lnTo>
                  <a:lnTo>
                    <a:pt x="1813053" y="802884"/>
                  </a:lnTo>
                  <a:lnTo>
                    <a:pt x="1813053" y="801158"/>
                  </a:lnTo>
                  <a:lnTo>
                    <a:pt x="1814778" y="799433"/>
                  </a:lnTo>
                  <a:lnTo>
                    <a:pt x="1814778" y="797708"/>
                  </a:lnTo>
                  <a:lnTo>
                    <a:pt x="1816504" y="795982"/>
                  </a:lnTo>
                  <a:lnTo>
                    <a:pt x="1816504" y="787937"/>
                  </a:lnTo>
                  <a:lnTo>
                    <a:pt x="1814778" y="786212"/>
                  </a:lnTo>
                  <a:lnTo>
                    <a:pt x="1814778" y="784486"/>
                  </a:lnTo>
                  <a:lnTo>
                    <a:pt x="1813053" y="782761"/>
                  </a:lnTo>
                  <a:lnTo>
                    <a:pt x="1813053" y="781036"/>
                  </a:lnTo>
                  <a:lnTo>
                    <a:pt x="1807068" y="775051"/>
                  </a:lnTo>
                  <a:lnTo>
                    <a:pt x="1805343" y="775051"/>
                  </a:lnTo>
                  <a:lnTo>
                    <a:pt x="1803617" y="773325"/>
                  </a:lnTo>
                  <a:lnTo>
                    <a:pt x="1801892" y="773325"/>
                  </a:lnTo>
                  <a:lnTo>
                    <a:pt x="1800166" y="771600"/>
                  </a:lnTo>
                  <a:lnTo>
                    <a:pt x="1790396" y="771600"/>
                  </a:lnTo>
                  <a:close/>
                  <a:moveTo>
                    <a:pt x="1792121" y="721563"/>
                  </a:moveTo>
                  <a:lnTo>
                    <a:pt x="1790396" y="723289"/>
                  </a:lnTo>
                  <a:lnTo>
                    <a:pt x="1788671" y="723289"/>
                  </a:lnTo>
                  <a:lnTo>
                    <a:pt x="1786945" y="725014"/>
                  </a:lnTo>
                  <a:lnTo>
                    <a:pt x="1785220" y="725014"/>
                  </a:lnTo>
                  <a:lnTo>
                    <a:pt x="1780960" y="729273"/>
                  </a:lnTo>
                  <a:lnTo>
                    <a:pt x="1780960" y="730999"/>
                  </a:lnTo>
                  <a:lnTo>
                    <a:pt x="1779235" y="732724"/>
                  </a:lnTo>
                  <a:lnTo>
                    <a:pt x="1779235" y="734450"/>
                  </a:lnTo>
                  <a:lnTo>
                    <a:pt x="1777510" y="736175"/>
                  </a:lnTo>
                  <a:lnTo>
                    <a:pt x="1777510" y="744220"/>
                  </a:lnTo>
                  <a:lnTo>
                    <a:pt x="1779235" y="745946"/>
                  </a:lnTo>
                  <a:lnTo>
                    <a:pt x="1779235" y="747671"/>
                  </a:lnTo>
                  <a:lnTo>
                    <a:pt x="1780960" y="749396"/>
                  </a:lnTo>
                  <a:lnTo>
                    <a:pt x="1780960" y="751122"/>
                  </a:lnTo>
                  <a:lnTo>
                    <a:pt x="1783494" y="753656"/>
                  </a:lnTo>
                  <a:lnTo>
                    <a:pt x="1785220" y="753656"/>
                  </a:lnTo>
                  <a:lnTo>
                    <a:pt x="1788671" y="757107"/>
                  </a:lnTo>
                  <a:lnTo>
                    <a:pt x="1792121" y="757107"/>
                  </a:lnTo>
                  <a:lnTo>
                    <a:pt x="1793847" y="758832"/>
                  </a:lnTo>
                  <a:lnTo>
                    <a:pt x="1798441" y="758832"/>
                  </a:lnTo>
                  <a:lnTo>
                    <a:pt x="1800166" y="757107"/>
                  </a:lnTo>
                  <a:lnTo>
                    <a:pt x="1803617" y="757107"/>
                  </a:lnTo>
                  <a:lnTo>
                    <a:pt x="1807068" y="753656"/>
                  </a:lnTo>
                  <a:lnTo>
                    <a:pt x="1809602" y="753656"/>
                  </a:lnTo>
                  <a:lnTo>
                    <a:pt x="1809602" y="751122"/>
                  </a:lnTo>
                  <a:lnTo>
                    <a:pt x="1813053" y="747671"/>
                  </a:lnTo>
                  <a:lnTo>
                    <a:pt x="1813053" y="744220"/>
                  </a:lnTo>
                  <a:lnTo>
                    <a:pt x="1814778" y="742495"/>
                  </a:lnTo>
                  <a:lnTo>
                    <a:pt x="1814778" y="737900"/>
                  </a:lnTo>
                  <a:lnTo>
                    <a:pt x="1813053" y="736175"/>
                  </a:lnTo>
                  <a:lnTo>
                    <a:pt x="1813053" y="732724"/>
                  </a:lnTo>
                  <a:lnTo>
                    <a:pt x="1809602" y="729273"/>
                  </a:lnTo>
                  <a:lnTo>
                    <a:pt x="1809602" y="726739"/>
                  </a:lnTo>
                  <a:lnTo>
                    <a:pt x="1807068" y="726739"/>
                  </a:lnTo>
                  <a:lnTo>
                    <a:pt x="1803617" y="723289"/>
                  </a:lnTo>
                  <a:lnTo>
                    <a:pt x="1801892" y="723289"/>
                  </a:lnTo>
                  <a:lnTo>
                    <a:pt x="1800166" y="721563"/>
                  </a:lnTo>
                  <a:lnTo>
                    <a:pt x="1792121" y="721563"/>
                  </a:lnTo>
                  <a:close/>
                  <a:moveTo>
                    <a:pt x="1796144" y="674406"/>
                  </a:moveTo>
                  <a:lnTo>
                    <a:pt x="1793847" y="676703"/>
                  </a:lnTo>
                  <a:lnTo>
                    <a:pt x="1790396" y="676703"/>
                  </a:lnTo>
                  <a:lnTo>
                    <a:pt x="1788671" y="678428"/>
                  </a:lnTo>
                  <a:lnTo>
                    <a:pt x="1786945" y="678428"/>
                  </a:lnTo>
                  <a:lnTo>
                    <a:pt x="1782686" y="682688"/>
                  </a:lnTo>
                  <a:lnTo>
                    <a:pt x="1782686" y="684413"/>
                  </a:lnTo>
                  <a:lnTo>
                    <a:pt x="1780960" y="686138"/>
                  </a:lnTo>
                  <a:lnTo>
                    <a:pt x="1780960" y="695909"/>
                  </a:lnTo>
                  <a:lnTo>
                    <a:pt x="1782686" y="697634"/>
                  </a:lnTo>
                  <a:lnTo>
                    <a:pt x="1782686" y="699360"/>
                  </a:lnTo>
                  <a:lnTo>
                    <a:pt x="1788671" y="705345"/>
                  </a:lnTo>
                  <a:lnTo>
                    <a:pt x="1792121" y="705345"/>
                  </a:lnTo>
                  <a:lnTo>
                    <a:pt x="1793847" y="707070"/>
                  </a:lnTo>
                  <a:lnTo>
                    <a:pt x="1796716" y="707070"/>
                  </a:lnTo>
                  <a:lnTo>
                    <a:pt x="1798441" y="705345"/>
                  </a:lnTo>
                  <a:lnTo>
                    <a:pt x="1801892" y="705345"/>
                  </a:lnTo>
                  <a:lnTo>
                    <a:pt x="1803617" y="703619"/>
                  </a:lnTo>
                  <a:lnTo>
                    <a:pt x="1805343" y="703619"/>
                  </a:lnTo>
                  <a:lnTo>
                    <a:pt x="1807877" y="701085"/>
                  </a:lnTo>
                  <a:lnTo>
                    <a:pt x="1807877" y="699360"/>
                  </a:lnTo>
                  <a:lnTo>
                    <a:pt x="1809602" y="697634"/>
                  </a:lnTo>
                  <a:lnTo>
                    <a:pt x="1809602" y="695909"/>
                  </a:lnTo>
                  <a:lnTo>
                    <a:pt x="1811327" y="694184"/>
                  </a:lnTo>
                  <a:lnTo>
                    <a:pt x="1811327" y="687864"/>
                  </a:lnTo>
                  <a:lnTo>
                    <a:pt x="1809602" y="686138"/>
                  </a:lnTo>
                  <a:lnTo>
                    <a:pt x="1809602" y="684413"/>
                  </a:lnTo>
                  <a:lnTo>
                    <a:pt x="1807877" y="682688"/>
                  </a:lnTo>
                  <a:lnTo>
                    <a:pt x="1807877" y="680962"/>
                  </a:lnTo>
                  <a:lnTo>
                    <a:pt x="1805343" y="678428"/>
                  </a:lnTo>
                  <a:lnTo>
                    <a:pt x="1803617" y="678428"/>
                  </a:lnTo>
                  <a:lnTo>
                    <a:pt x="1801892" y="676703"/>
                  </a:lnTo>
                  <a:lnTo>
                    <a:pt x="1798441" y="676703"/>
                  </a:lnTo>
                  <a:lnTo>
                    <a:pt x="1796144" y="674406"/>
                  </a:lnTo>
                  <a:close/>
                  <a:moveTo>
                    <a:pt x="1793847" y="633568"/>
                  </a:moveTo>
                  <a:lnTo>
                    <a:pt x="1792121" y="635293"/>
                  </a:lnTo>
                  <a:lnTo>
                    <a:pt x="1790396" y="635293"/>
                  </a:lnTo>
                  <a:lnTo>
                    <a:pt x="1787862" y="637827"/>
                  </a:lnTo>
                  <a:lnTo>
                    <a:pt x="1787862" y="645872"/>
                  </a:lnTo>
                  <a:lnTo>
                    <a:pt x="1792121" y="650132"/>
                  </a:lnTo>
                  <a:lnTo>
                    <a:pt x="1793847" y="650132"/>
                  </a:lnTo>
                  <a:lnTo>
                    <a:pt x="1796144" y="652429"/>
                  </a:lnTo>
                  <a:lnTo>
                    <a:pt x="1798441" y="650132"/>
                  </a:lnTo>
                  <a:lnTo>
                    <a:pt x="1800166" y="650132"/>
                  </a:lnTo>
                  <a:lnTo>
                    <a:pt x="1804426" y="645872"/>
                  </a:lnTo>
                  <a:lnTo>
                    <a:pt x="1804426" y="639553"/>
                  </a:lnTo>
                  <a:lnTo>
                    <a:pt x="1798441" y="633568"/>
                  </a:lnTo>
                  <a:lnTo>
                    <a:pt x="1793847" y="633568"/>
                  </a:lnTo>
                  <a:close/>
                  <a:moveTo>
                    <a:pt x="1761981" y="616314"/>
                  </a:moveTo>
                  <a:lnTo>
                    <a:pt x="1761981" y="945175"/>
                  </a:lnTo>
                  <a:lnTo>
                    <a:pt x="1828581" y="945175"/>
                  </a:lnTo>
                  <a:lnTo>
                    <a:pt x="1828581" y="616314"/>
                  </a:lnTo>
                  <a:lnTo>
                    <a:pt x="1761981" y="616314"/>
                  </a:lnTo>
                  <a:close/>
                  <a:moveTo>
                    <a:pt x="1788089" y="886512"/>
                  </a:moveTo>
                  <a:lnTo>
                    <a:pt x="1789814" y="884786"/>
                  </a:lnTo>
                  <a:lnTo>
                    <a:pt x="1800748" y="884786"/>
                  </a:lnTo>
                  <a:lnTo>
                    <a:pt x="1802474" y="886512"/>
                  </a:lnTo>
                  <a:lnTo>
                    <a:pt x="1805925" y="886512"/>
                  </a:lnTo>
                  <a:lnTo>
                    <a:pt x="1807650" y="888237"/>
                  </a:lnTo>
                  <a:lnTo>
                    <a:pt x="1809375" y="888237"/>
                  </a:lnTo>
                  <a:lnTo>
                    <a:pt x="1818919" y="897781"/>
                  </a:lnTo>
                  <a:lnTo>
                    <a:pt x="1818919" y="899506"/>
                  </a:lnTo>
                  <a:lnTo>
                    <a:pt x="1820645" y="901232"/>
                  </a:lnTo>
                  <a:lnTo>
                    <a:pt x="1820645" y="904683"/>
                  </a:lnTo>
                  <a:lnTo>
                    <a:pt x="1822370" y="906408"/>
                  </a:lnTo>
                  <a:lnTo>
                    <a:pt x="1822370" y="915617"/>
                  </a:lnTo>
                  <a:lnTo>
                    <a:pt x="1820645" y="917342"/>
                  </a:lnTo>
                  <a:lnTo>
                    <a:pt x="1820645" y="920793"/>
                  </a:lnTo>
                  <a:lnTo>
                    <a:pt x="1818919" y="922519"/>
                  </a:lnTo>
                  <a:lnTo>
                    <a:pt x="1818919" y="924244"/>
                  </a:lnTo>
                  <a:lnTo>
                    <a:pt x="1809375" y="933788"/>
                  </a:lnTo>
                  <a:lnTo>
                    <a:pt x="1807650" y="933788"/>
                  </a:lnTo>
                  <a:lnTo>
                    <a:pt x="1805925" y="935513"/>
                  </a:lnTo>
                  <a:lnTo>
                    <a:pt x="1802474" y="935513"/>
                  </a:lnTo>
                  <a:lnTo>
                    <a:pt x="1800748" y="937239"/>
                  </a:lnTo>
                  <a:lnTo>
                    <a:pt x="1789814" y="937239"/>
                  </a:lnTo>
                  <a:lnTo>
                    <a:pt x="1788089" y="935513"/>
                  </a:lnTo>
                  <a:lnTo>
                    <a:pt x="1784638" y="935513"/>
                  </a:lnTo>
                  <a:lnTo>
                    <a:pt x="1781187" y="932062"/>
                  </a:lnTo>
                  <a:lnTo>
                    <a:pt x="1779462" y="932062"/>
                  </a:lnTo>
                  <a:lnTo>
                    <a:pt x="1775094" y="927695"/>
                  </a:lnTo>
                  <a:lnTo>
                    <a:pt x="1775094" y="925969"/>
                  </a:lnTo>
                  <a:lnTo>
                    <a:pt x="1771643" y="922519"/>
                  </a:lnTo>
                  <a:lnTo>
                    <a:pt x="1771643" y="919068"/>
                  </a:lnTo>
                  <a:lnTo>
                    <a:pt x="1769918" y="917342"/>
                  </a:lnTo>
                  <a:lnTo>
                    <a:pt x="1769918" y="904683"/>
                  </a:lnTo>
                  <a:lnTo>
                    <a:pt x="1771643" y="902957"/>
                  </a:lnTo>
                  <a:lnTo>
                    <a:pt x="1771643" y="899506"/>
                  </a:lnTo>
                  <a:lnTo>
                    <a:pt x="1775094" y="896056"/>
                  </a:lnTo>
                  <a:lnTo>
                    <a:pt x="1775094" y="894330"/>
                  </a:lnTo>
                  <a:lnTo>
                    <a:pt x="1779462" y="889963"/>
                  </a:lnTo>
                  <a:lnTo>
                    <a:pt x="1781187" y="889963"/>
                  </a:lnTo>
                  <a:lnTo>
                    <a:pt x="1782912" y="888237"/>
                  </a:lnTo>
                  <a:lnTo>
                    <a:pt x="1784638" y="888237"/>
                  </a:lnTo>
                  <a:lnTo>
                    <a:pt x="1786363" y="886512"/>
                  </a:lnTo>
                  <a:lnTo>
                    <a:pt x="1788089" y="886512"/>
                  </a:lnTo>
                  <a:close/>
                  <a:moveTo>
                    <a:pt x="1789814" y="826123"/>
                  </a:moveTo>
                  <a:lnTo>
                    <a:pt x="1791539" y="824397"/>
                  </a:lnTo>
                  <a:lnTo>
                    <a:pt x="1800748" y="824397"/>
                  </a:lnTo>
                  <a:lnTo>
                    <a:pt x="1802474" y="826123"/>
                  </a:lnTo>
                  <a:lnTo>
                    <a:pt x="1805925" y="826123"/>
                  </a:lnTo>
                  <a:lnTo>
                    <a:pt x="1809375" y="829573"/>
                  </a:lnTo>
                  <a:lnTo>
                    <a:pt x="1811101" y="829573"/>
                  </a:lnTo>
                  <a:lnTo>
                    <a:pt x="1815468" y="833941"/>
                  </a:lnTo>
                  <a:lnTo>
                    <a:pt x="1815468" y="835667"/>
                  </a:lnTo>
                  <a:lnTo>
                    <a:pt x="1818919" y="839117"/>
                  </a:lnTo>
                  <a:lnTo>
                    <a:pt x="1818919" y="842568"/>
                  </a:lnTo>
                  <a:lnTo>
                    <a:pt x="1820645" y="844294"/>
                  </a:lnTo>
                  <a:lnTo>
                    <a:pt x="1820645" y="853502"/>
                  </a:lnTo>
                  <a:lnTo>
                    <a:pt x="1818919" y="855228"/>
                  </a:lnTo>
                  <a:lnTo>
                    <a:pt x="1818919" y="858679"/>
                  </a:lnTo>
                  <a:lnTo>
                    <a:pt x="1817194" y="860404"/>
                  </a:lnTo>
                  <a:lnTo>
                    <a:pt x="1817194" y="862129"/>
                  </a:lnTo>
                  <a:lnTo>
                    <a:pt x="1809375" y="869948"/>
                  </a:lnTo>
                  <a:lnTo>
                    <a:pt x="1807650" y="869948"/>
                  </a:lnTo>
                  <a:lnTo>
                    <a:pt x="1805925" y="871673"/>
                  </a:lnTo>
                  <a:lnTo>
                    <a:pt x="1804199" y="871673"/>
                  </a:lnTo>
                  <a:lnTo>
                    <a:pt x="1802474" y="873399"/>
                  </a:lnTo>
                  <a:lnTo>
                    <a:pt x="1788089" y="873399"/>
                  </a:lnTo>
                  <a:lnTo>
                    <a:pt x="1786363" y="871673"/>
                  </a:lnTo>
                  <a:lnTo>
                    <a:pt x="1784638" y="871673"/>
                  </a:lnTo>
                  <a:lnTo>
                    <a:pt x="1781187" y="868222"/>
                  </a:lnTo>
                  <a:lnTo>
                    <a:pt x="1779462" y="868222"/>
                  </a:lnTo>
                  <a:lnTo>
                    <a:pt x="1776819" y="865580"/>
                  </a:lnTo>
                  <a:lnTo>
                    <a:pt x="1776819" y="863855"/>
                  </a:lnTo>
                  <a:lnTo>
                    <a:pt x="1773369" y="860404"/>
                  </a:lnTo>
                  <a:lnTo>
                    <a:pt x="1773369" y="856953"/>
                  </a:lnTo>
                  <a:lnTo>
                    <a:pt x="1771643" y="855228"/>
                  </a:lnTo>
                  <a:lnTo>
                    <a:pt x="1771643" y="842568"/>
                  </a:lnTo>
                  <a:lnTo>
                    <a:pt x="1773369" y="840843"/>
                  </a:lnTo>
                  <a:lnTo>
                    <a:pt x="1773369" y="839117"/>
                  </a:lnTo>
                  <a:lnTo>
                    <a:pt x="1775094" y="837392"/>
                  </a:lnTo>
                  <a:lnTo>
                    <a:pt x="1775094" y="835667"/>
                  </a:lnTo>
                  <a:lnTo>
                    <a:pt x="1781187" y="829573"/>
                  </a:lnTo>
                  <a:lnTo>
                    <a:pt x="1782912" y="829573"/>
                  </a:lnTo>
                  <a:lnTo>
                    <a:pt x="1786363" y="826123"/>
                  </a:lnTo>
                  <a:lnTo>
                    <a:pt x="1789814" y="826123"/>
                  </a:lnTo>
                  <a:close/>
                  <a:moveTo>
                    <a:pt x="1789814" y="770910"/>
                  </a:moveTo>
                  <a:lnTo>
                    <a:pt x="1791539" y="769184"/>
                  </a:lnTo>
                  <a:lnTo>
                    <a:pt x="1800748" y="769184"/>
                  </a:lnTo>
                  <a:lnTo>
                    <a:pt x="1802474" y="770910"/>
                  </a:lnTo>
                  <a:lnTo>
                    <a:pt x="1805925" y="770910"/>
                  </a:lnTo>
                  <a:lnTo>
                    <a:pt x="1815468" y="780454"/>
                  </a:lnTo>
                  <a:lnTo>
                    <a:pt x="1815468" y="782179"/>
                  </a:lnTo>
                  <a:lnTo>
                    <a:pt x="1817194" y="783904"/>
                  </a:lnTo>
                  <a:lnTo>
                    <a:pt x="1817194" y="785630"/>
                  </a:lnTo>
                  <a:lnTo>
                    <a:pt x="1818919" y="787355"/>
                  </a:lnTo>
                  <a:lnTo>
                    <a:pt x="1818919" y="796564"/>
                  </a:lnTo>
                  <a:lnTo>
                    <a:pt x="1817194" y="798290"/>
                  </a:lnTo>
                  <a:lnTo>
                    <a:pt x="1817194" y="801740"/>
                  </a:lnTo>
                  <a:lnTo>
                    <a:pt x="1813743" y="805191"/>
                  </a:lnTo>
                  <a:lnTo>
                    <a:pt x="1813743" y="806917"/>
                  </a:lnTo>
                  <a:lnTo>
                    <a:pt x="1811101" y="809559"/>
                  </a:lnTo>
                  <a:lnTo>
                    <a:pt x="1809375" y="809559"/>
                  </a:lnTo>
                  <a:lnTo>
                    <a:pt x="1805925" y="813010"/>
                  </a:lnTo>
                  <a:lnTo>
                    <a:pt x="1802474" y="813010"/>
                  </a:lnTo>
                  <a:lnTo>
                    <a:pt x="1800748" y="814735"/>
                  </a:lnTo>
                  <a:lnTo>
                    <a:pt x="1789814" y="814735"/>
                  </a:lnTo>
                  <a:lnTo>
                    <a:pt x="1788089" y="813010"/>
                  </a:lnTo>
                  <a:lnTo>
                    <a:pt x="1786363" y="813010"/>
                  </a:lnTo>
                  <a:lnTo>
                    <a:pt x="1782912" y="809559"/>
                  </a:lnTo>
                  <a:lnTo>
                    <a:pt x="1781187" y="809559"/>
                  </a:lnTo>
                  <a:lnTo>
                    <a:pt x="1776819" y="805191"/>
                  </a:lnTo>
                  <a:lnTo>
                    <a:pt x="1776819" y="803466"/>
                  </a:lnTo>
                  <a:lnTo>
                    <a:pt x="1775094" y="801740"/>
                  </a:lnTo>
                  <a:lnTo>
                    <a:pt x="1775094" y="800015"/>
                  </a:lnTo>
                  <a:lnTo>
                    <a:pt x="1773369" y="798290"/>
                  </a:lnTo>
                  <a:lnTo>
                    <a:pt x="1773369" y="785630"/>
                  </a:lnTo>
                  <a:lnTo>
                    <a:pt x="1775094" y="783904"/>
                  </a:lnTo>
                  <a:lnTo>
                    <a:pt x="1775094" y="782179"/>
                  </a:lnTo>
                  <a:lnTo>
                    <a:pt x="1778545" y="778728"/>
                  </a:lnTo>
                  <a:lnTo>
                    <a:pt x="1778545" y="777003"/>
                  </a:lnTo>
                  <a:lnTo>
                    <a:pt x="1781187" y="774361"/>
                  </a:lnTo>
                  <a:lnTo>
                    <a:pt x="1782912" y="774361"/>
                  </a:lnTo>
                  <a:lnTo>
                    <a:pt x="1786363" y="770910"/>
                  </a:lnTo>
                  <a:lnTo>
                    <a:pt x="1789814" y="770910"/>
                  </a:lnTo>
                  <a:close/>
                  <a:moveTo>
                    <a:pt x="1789814" y="720873"/>
                  </a:moveTo>
                  <a:lnTo>
                    <a:pt x="1791539" y="719148"/>
                  </a:lnTo>
                  <a:lnTo>
                    <a:pt x="1800748" y="719148"/>
                  </a:lnTo>
                  <a:lnTo>
                    <a:pt x="1802474" y="720873"/>
                  </a:lnTo>
                  <a:lnTo>
                    <a:pt x="1804199" y="720873"/>
                  </a:lnTo>
                  <a:lnTo>
                    <a:pt x="1805925" y="722599"/>
                  </a:lnTo>
                  <a:lnTo>
                    <a:pt x="1807650" y="722599"/>
                  </a:lnTo>
                  <a:lnTo>
                    <a:pt x="1812018" y="726966"/>
                  </a:lnTo>
                  <a:lnTo>
                    <a:pt x="1812018" y="728692"/>
                  </a:lnTo>
                  <a:lnTo>
                    <a:pt x="1815468" y="732142"/>
                  </a:lnTo>
                  <a:lnTo>
                    <a:pt x="1815468" y="737319"/>
                  </a:lnTo>
                  <a:lnTo>
                    <a:pt x="1817194" y="739044"/>
                  </a:lnTo>
                  <a:lnTo>
                    <a:pt x="1817194" y="741351"/>
                  </a:lnTo>
                  <a:lnTo>
                    <a:pt x="1815468" y="743077"/>
                  </a:lnTo>
                  <a:lnTo>
                    <a:pt x="1815468" y="748253"/>
                  </a:lnTo>
                  <a:lnTo>
                    <a:pt x="1812018" y="751704"/>
                  </a:lnTo>
                  <a:lnTo>
                    <a:pt x="1812018" y="753429"/>
                  </a:lnTo>
                  <a:lnTo>
                    <a:pt x="1809375" y="756071"/>
                  </a:lnTo>
                  <a:lnTo>
                    <a:pt x="1807650" y="756071"/>
                  </a:lnTo>
                  <a:lnTo>
                    <a:pt x="1804199" y="759522"/>
                  </a:lnTo>
                  <a:lnTo>
                    <a:pt x="1799023" y="759522"/>
                  </a:lnTo>
                  <a:lnTo>
                    <a:pt x="1797298" y="761248"/>
                  </a:lnTo>
                  <a:lnTo>
                    <a:pt x="1793265" y="761248"/>
                  </a:lnTo>
                  <a:lnTo>
                    <a:pt x="1791539" y="759522"/>
                  </a:lnTo>
                  <a:lnTo>
                    <a:pt x="1788089" y="759522"/>
                  </a:lnTo>
                  <a:lnTo>
                    <a:pt x="1786363" y="757797"/>
                  </a:lnTo>
                  <a:lnTo>
                    <a:pt x="1784638" y="757797"/>
                  </a:lnTo>
                  <a:lnTo>
                    <a:pt x="1778545" y="751704"/>
                  </a:lnTo>
                  <a:lnTo>
                    <a:pt x="1778545" y="749978"/>
                  </a:lnTo>
                  <a:lnTo>
                    <a:pt x="1776819" y="748253"/>
                  </a:lnTo>
                  <a:lnTo>
                    <a:pt x="1776819" y="746527"/>
                  </a:lnTo>
                  <a:lnTo>
                    <a:pt x="1775094" y="744802"/>
                  </a:lnTo>
                  <a:lnTo>
                    <a:pt x="1775094" y="735593"/>
                  </a:lnTo>
                  <a:lnTo>
                    <a:pt x="1776819" y="733868"/>
                  </a:lnTo>
                  <a:lnTo>
                    <a:pt x="1776819" y="732142"/>
                  </a:lnTo>
                  <a:lnTo>
                    <a:pt x="1778545" y="730417"/>
                  </a:lnTo>
                  <a:lnTo>
                    <a:pt x="1778545" y="728692"/>
                  </a:lnTo>
                  <a:lnTo>
                    <a:pt x="1784638" y="722599"/>
                  </a:lnTo>
                  <a:lnTo>
                    <a:pt x="1786363" y="722599"/>
                  </a:lnTo>
                  <a:lnTo>
                    <a:pt x="1788089" y="720873"/>
                  </a:lnTo>
                  <a:lnTo>
                    <a:pt x="1789814" y="720873"/>
                  </a:lnTo>
                  <a:close/>
                  <a:moveTo>
                    <a:pt x="1793265" y="674287"/>
                  </a:moveTo>
                  <a:lnTo>
                    <a:pt x="1794990" y="672562"/>
                  </a:lnTo>
                  <a:lnTo>
                    <a:pt x="1795572" y="672562"/>
                  </a:lnTo>
                  <a:lnTo>
                    <a:pt x="1797298" y="674287"/>
                  </a:lnTo>
                  <a:lnTo>
                    <a:pt x="1802474" y="674287"/>
                  </a:lnTo>
                  <a:lnTo>
                    <a:pt x="1804199" y="676013"/>
                  </a:lnTo>
                  <a:lnTo>
                    <a:pt x="1805925" y="676013"/>
                  </a:lnTo>
                  <a:lnTo>
                    <a:pt x="1810292" y="680380"/>
                  </a:lnTo>
                  <a:lnTo>
                    <a:pt x="1810292" y="682106"/>
                  </a:lnTo>
                  <a:lnTo>
                    <a:pt x="1812018" y="683831"/>
                  </a:lnTo>
                  <a:lnTo>
                    <a:pt x="1812018" y="685557"/>
                  </a:lnTo>
                  <a:lnTo>
                    <a:pt x="1813743" y="687282"/>
                  </a:lnTo>
                  <a:lnTo>
                    <a:pt x="1813743" y="694765"/>
                  </a:lnTo>
                  <a:lnTo>
                    <a:pt x="1812018" y="696491"/>
                  </a:lnTo>
                  <a:lnTo>
                    <a:pt x="1812018" y="698216"/>
                  </a:lnTo>
                  <a:lnTo>
                    <a:pt x="1810292" y="699942"/>
                  </a:lnTo>
                  <a:lnTo>
                    <a:pt x="1810292" y="701667"/>
                  </a:lnTo>
                  <a:lnTo>
                    <a:pt x="1805925" y="706035"/>
                  </a:lnTo>
                  <a:lnTo>
                    <a:pt x="1804199" y="706035"/>
                  </a:lnTo>
                  <a:lnTo>
                    <a:pt x="1802474" y="707760"/>
                  </a:lnTo>
                  <a:lnTo>
                    <a:pt x="1799023" y="707760"/>
                  </a:lnTo>
                  <a:lnTo>
                    <a:pt x="1797298" y="709485"/>
                  </a:lnTo>
                  <a:lnTo>
                    <a:pt x="1794990" y="709485"/>
                  </a:lnTo>
                  <a:lnTo>
                    <a:pt x="1793265" y="707760"/>
                  </a:lnTo>
                  <a:lnTo>
                    <a:pt x="1788089" y="707760"/>
                  </a:lnTo>
                  <a:lnTo>
                    <a:pt x="1778545" y="698216"/>
                  </a:lnTo>
                  <a:lnTo>
                    <a:pt x="1778545" y="685557"/>
                  </a:lnTo>
                  <a:lnTo>
                    <a:pt x="1780270" y="683831"/>
                  </a:lnTo>
                  <a:lnTo>
                    <a:pt x="1780270" y="682106"/>
                  </a:lnTo>
                  <a:lnTo>
                    <a:pt x="1788089" y="674287"/>
                  </a:lnTo>
                  <a:lnTo>
                    <a:pt x="1793265" y="674287"/>
                  </a:lnTo>
                  <a:close/>
                  <a:moveTo>
                    <a:pt x="1791539" y="632878"/>
                  </a:moveTo>
                  <a:lnTo>
                    <a:pt x="1793265" y="631152"/>
                  </a:lnTo>
                  <a:lnTo>
                    <a:pt x="1799023" y="631152"/>
                  </a:lnTo>
                  <a:lnTo>
                    <a:pt x="1800748" y="632878"/>
                  </a:lnTo>
                  <a:lnTo>
                    <a:pt x="1802474" y="632878"/>
                  </a:lnTo>
                  <a:lnTo>
                    <a:pt x="1805116" y="635520"/>
                  </a:lnTo>
                  <a:lnTo>
                    <a:pt x="1805116" y="637245"/>
                  </a:lnTo>
                  <a:lnTo>
                    <a:pt x="1806841" y="638971"/>
                  </a:lnTo>
                  <a:lnTo>
                    <a:pt x="1806841" y="646454"/>
                  </a:lnTo>
                  <a:lnTo>
                    <a:pt x="1800748" y="652547"/>
                  </a:lnTo>
                  <a:lnTo>
                    <a:pt x="1797298" y="652547"/>
                  </a:lnTo>
                  <a:lnTo>
                    <a:pt x="1795572" y="654273"/>
                  </a:lnTo>
                  <a:lnTo>
                    <a:pt x="1794990" y="654273"/>
                  </a:lnTo>
                  <a:lnTo>
                    <a:pt x="1793265" y="652547"/>
                  </a:lnTo>
                  <a:lnTo>
                    <a:pt x="1789814" y="652547"/>
                  </a:lnTo>
                  <a:lnTo>
                    <a:pt x="1787172" y="649905"/>
                  </a:lnTo>
                  <a:lnTo>
                    <a:pt x="1787172" y="648180"/>
                  </a:lnTo>
                  <a:lnTo>
                    <a:pt x="1785446" y="646454"/>
                  </a:lnTo>
                  <a:lnTo>
                    <a:pt x="1785446" y="637245"/>
                  </a:lnTo>
                  <a:lnTo>
                    <a:pt x="1789814" y="632878"/>
                  </a:lnTo>
                  <a:lnTo>
                    <a:pt x="1791539" y="632878"/>
                  </a:lnTo>
                  <a:close/>
                  <a:moveTo>
                    <a:pt x="326101" y="508649"/>
                  </a:moveTo>
                  <a:lnTo>
                    <a:pt x="326101" y="505888"/>
                  </a:lnTo>
                  <a:lnTo>
                    <a:pt x="324376" y="505888"/>
                  </a:lnTo>
                  <a:lnTo>
                    <a:pt x="324376" y="508649"/>
                  </a:lnTo>
                  <a:lnTo>
                    <a:pt x="326101" y="508649"/>
                  </a:lnTo>
                  <a:close/>
                  <a:moveTo>
                    <a:pt x="476211" y="324031"/>
                  </a:moveTo>
                  <a:lnTo>
                    <a:pt x="476211" y="321270"/>
                  </a:lnTo>
                  <a:lnTo>
                    <a:pt x="474486" y="321270"/>
                  </a:lnTo>
                  <a:lnTo>
                    <a:pt x="474486" y="324031"/>
                  </a:lnTo>
                  <a:lnTo>
                    <a:pt x="476211" y="324031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2074" name="Vector layer EEEEEE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48142" y="1501849"/>
                  </a:moveTo>
                  <a:lnTo>
                    <a:pt x="1150094" y="1503802"/>
                  </a:lnTo>
                  <a:lnTo>
                    <a:pt x="1151819" y="1502076"/>
                  </a:lnTo>
                  <a:lnTo>
                    <a:pt x="1149867" y="1500124"/>
                  </a:lnTo>
                  <a:lnTo>
                    <a:pt x="1148142" y="1501849"/>
                  </a:lnTo>
                  <a:close/>
                  <a:moveTo>
                    <a:pt x="1130139" y="1500755"/>
                  </a:moveTo>
                  <a:lnTo>
                    <a:pt x="1130139" y="1497994"/>
                  </a:lnTo>
                  <a:lnTo>
                    <a:pt x="1128413" y="1497994"/>
                  </a:lnTo>
                  <a:lnTo>
                    <a:pt x="1128413" y="1500755"/>
                  </a:lnTo>
                  <a:lnTo>
                    <a:pt x="1130139" y="1500755"/>
                  </a:lnTo>
                  <a:close/>
                  <a:moveTo>
                    <a:pt x="1148142" y="1481145"/>
                  </a:moveTo>
                  <a:lnTo>
                    <a:pt x="1150094" y="1483097"/>
                  </a:lnTo>
                  <a:lnTo>
                    <a:pt x="1151819" y="1481371"/>
                  </a:lnTo>
                  <a:lnTo>
                    <a:pt x="1149867" y="1479419"/>
                  </a:lnTo>
                  <a:lnTo>
                    <a:pt x="1148142" y="1481145"/>
                  </a:lnTo>
                  <a:close/>
                  <a:moveTo>
                    <a:pt x="1094250" y="1368244"/>
                  </a:moveTo>
                  <a:lnTo>
                    <a:pt x="1097011" y="1368244"/>
                  </a:lnTo>
                  <a:lnTo>
                    <a:pt x="1097011" y="1366519"/>
                  </a:lnTo>
                  <a:lnTo>
                    <a:pt x="1094250" y="1366519"/>
                  </a:lnTo>
                  <a:lnTo>
                    <a:pt x="1094250" y="1368244"/>
                  </a:lnTo>
                  <a:close/>
                  <a:moveTo>
                    <a:pt x="935513" y="1344088"/>
                  </a:moveTo>
                  <a:lnTo>
                    <a:pt x="938274" y="1344088"/>
                  </a:lnTo>
                  <a:lnTo>
                    <a:pt x="938274" y="1342363"/>
                  </a:lnTo>
                  <a:lnTo>
                    <a:pt x="935513" y="1342363"/>
                  </a:lnTo>
                  <a:lnTo>
                    <a:pt x="935513" y="1344088"/>
                  </a:lnTo>
                  <a:close/>
                  <a:moveTo>
                    <a:pt x="942415" y="1326834"/>
                  </a:moveTo>
                  <a:lnTo>
                    <a:pt x="945175" y="1326834"/>
                  </a:lnTo>
                  <a:lnTo>
                    <a:pt x="945175" y="1325109"/>
                  </a:lnTo>
                  <a:lnTo>
                    <a:pt x="942415" y="1325109"/>
                  </a:lnTo>
                  <a:lnTo>
                    <a:pt x="942415" y="1326834"/>
                  </a:lnTo>
                  <a:close/>
                  <a:moveTo>
                    <a:pt x="933788" y="1326834"/>
                  </a:moveTo>
                  <a:lnTo>
                    <a:pt x="936548" y="1326834"/>
                  </a:lnTo>
                  <a:lnTo>
                    <a:pt x="936548" y="1325109"/>
                  </a:lnTo>
                  <a:lnTo>
                    <a:pt x="933788" y="1325109"/>
                  </a:lnTo>
                  <a:lnTo>
                    <a:pt x="933788" y="1326834"/>
                  </a:lnTo>
                  <a:close/>
                  <a:moveTo>
                    <a:pt x="1137040" y="1310961"/>
                  </a:moveTo>
                  <a:lnTo>
                    <a:pt x="1137040" y="1308200"/>
                  </a:lnTo>
                  <a:lnTo>
                    <a:pt x="1133589" y="1308200"/>
                  </a:lnTo>
                  <a:lnTo>
                    <a:pt x="1133589" y="1310961"/>
                  </a:lnTo>
                  <a:lnTo>
                    <a:pt x="1137040" y="1310961"/>
                  </a:lnTo>
                  <a:close/>
                  <a:moveTo>
                    <a:pt x="932062" y="1311306"/>
                  </a:moveTo>
                  <a:lnTo>
                    <a:pt x="934823" y="1311306"/>
                  </a:lnTo>
                  <a:lnTo>
                    <a:pt x="934823" y="1309580"/>
                  </a:lnTo>
                  <a:lnTo>
                    <a:pt x="932062" y="1309580"/>
                  </a:lnTo>
                  <a:lnTo>
                    <a:pt x="932062" y="1311306"/>
                  </a:lnTo>
                  <a:close/>
                  <a:moveTo>
                    <a:pt x="928612" y="1278523"/>
                  </a:moveTo>
                  <a:lnTo>
                    <a:pt x="931372" y="1278523"/>
                  </a:lnTo>
                  <a:lnTo>
                    <a:pt x="931372" y="1276798"/>
                  </a:lnTo>
                  <a:lnTo>
                    <a:pt x="928612" y="1276798"/>
                  </a:lnTo>
                  <a:lnTo>
                    <a:pt x="928612" y="1278523"/>
                  </a:lnTo>
                  <a:close/>
                  <a:moveTo>
                    <a:pt x="935513" y="1261269"/>
                  </a:moveTo>
                  <a:lnTo>
                    <a:pt x="938274" y="1261269"/>
                  </a:lnTo>
                  <a:lnTo>
                    <a:pt x="938274" y="1259544"/>
                  </a:lnTo>
                  <a:lnTo>
                    <a:pt x="935513" y="1259544"/>
                  </a:lnTo>
                  <a:lnTo>
                    <a:pt x="935513" y="1261269"/>
                  </a:lnTo>
                  <a:close/>
                  <a:moveTo>
                    <a:pt x="925161" y="1245741"/>
                  </a:moveTo>
                  <a:lnTo>
                    <a:pt x="927921" y="1245741"/>
                  </a:lnTo>
                  <a:lnTo>
                    <a:pt x="927921" y="1244015"/>
                  </a:lnTo>
                  <a:lnTo>
                    <a:pt x="925161" y="1244015"/>
                  </a:lnTo>
                  <a:lnTo>
                    <a:pt x="925161" y="1245741"/>
                  </a:lnTo>
                  <a:close/>
                  <a:moveTo>
                    <a:pt x="932062" y="1228487"/>
                  </a:moveTo>
                  <a:lnTo>
                    <a:pt x="934823" y="1228487"/>
                  </a:lnTo>
                  <a:lnTo>
                    <a:pt x="934823" y="1226761"/>
                  </a:lnTo>
                  <a:lnTo>
                    <a:pt x="932062" y="1226761"/>
                  </a:lnTo>
                  <a:lnTo>
                    <a:pt x="932062" y="1228487"/>
                  </a:lnTo>
                  <a:close/>
                  <a:moveTo>
                    <a:pt x="930337" y="1212958"/>
                  </a:moveTo>
                  <a:lnTo>
                    <a:pt x="933098" y="1212958"/>
                  </a:lnTo>
                  <a:lnTo>
                    <a:pt x="933098" y="1211232"/>
                  </a:lnTo>
                  <a:lnTo>
                    <a:pt x="930337" y="1211232"/>
                  </a:lnTo>
                  <a:lnTo>
                    <a:pt x="930337" y="1212958"/>
                  </a:lnTo>
                  <a:close/>
                  <a:moveTo>
                    <a:pt x="921710" y="1212958"/>
                  </a:moveTo>
                  <a:lnTo>
                    <a:pt x="924471" y="1212958"/>
                  </a:lnTo>
                  <a:lnTo>
                    <a:pt x="924471" y="1211232"/>
                  </a:lnTo>
                  <a:lnTo>
                    <a:pt x="921710" y="1211232"/>
                  </a:lnTo>
                  <a:lnTo>
                    <a:pt x="921710" y="1212958"/>
                  </a:lnTo>
                  <a:close/>
                  <a:moveTo>
                    <a:pt x="919985" y="1197429"/>
                  </a:moveTo>
                  <a:lnTo>
                    <a:pt x="922745" y="1197429"/>
                  </a:lnTo>
                  <a:lnTo>
                    <a:pt x="922745" y="1195704"/>
                  </a:lnTo>
                  <a:lnTo>
                    <a:pt x="919985" y="1195704"/>
                  </a:lnTo>
                  <a:lnTo>
                    <a:pt x="919985" y="1197429"/>
                  </a:lnTo>
                  <a:close/>
                  <a:moveTo>
                    <a:pt x="926886" y="1180175"/>
                  </a:moveTo>
                  <a:lnTo>
                    <a:pt x="929647" y="1180175"/>
                  </a:lnTo>
                  <a:lnTo>
                    <a:pt x="929647" y="1178450"/>
                  </a:lnTo>
                  <a:lnTo>
                    <a:pt x="926886" y="1178450"/>
                  </a:lnTo>
                  <a:lnTo>
                    <a:pt x="926886" y="1180175"/>
                  </a:lnTo>
                  <a:close/>
                  <a:moveTo>
                    <a:pt x="918259" y="1180175"/>
                  </a:moveTo>
                  <a:lnTo>
                    <a:pt x="921020" y="1180175"/>
                  </a:lnTo>
                  <a:lnTo>
                    <a:pt x="921020" y="1178450"/>
                  </a:lnTo>
                  <a:lnTo>
                    <a:pt x="918259" y="1178450"/>
                  </a:lnTo>
                  <a:lnTo>
                    <a:pt x="918259" y="1180175"/>
                  </a:lnTo>
                  <a:close/>
                  <a:moveTo>
                    <a:pt x="916534" y="1164647"/>
                  </a:moveTo>
                  <a:lnTo>
                    <a:pt x="919294" y="1164647"/>
                  </a:lnTo>
                  <a:lnTo>
                    <a:pt x="919294" y="1162921"/>
                  </a:lnTo>
                  <a:lnTo>
                    <a:pt x="916534" y="1162921"/>
                  </a:lnTo>
                  <a:lnTo>
                    <a:pt x="916534" y="1164647"/>
                  </a:lnTo>
                  <a:close/>
                  <a:moveTo>
                    <a:pt x="923435" y="1147393"/>
                  </a:moveTo>
                  <a:lnTo>
                    <a:pt x="926196" y="1147393"/>
                  </a:lnTo>
                  <a:lnTo>
                    <a:pt x="926196" y="1145667"/>
                  </a:lnTo>
                  <a:lnTo>
                    <a:pt x="923435" y="1145667"/>
                  </a:lnTo>
                  <a:lnTo>
                    <a:pt x="923435" y="1147393"/>
                  </a:lnTo>
                  <a:close/>
                  <a:moveTo>
                    <a:pt x="913083" y="1131864"/>
                  </a:moveTo>
                  <a:lnTo>
                    <a:pt x="915844" y="1131864"/>
                  </a:lnTo>
                  <a:lnTo>
                    <a:pt x="915844" y="1130139"/>
                  </a:lnTo>
                  <a:lnTo>
                    <a:pt x="913083" y="1130139"/>
                  </a:lnTo>
                  <a:lnTo>
                    <a:pt x="913083" y="1131864"/>
                  </a:lnTo>
                  <a:close/>
                  <a:moveTo>
                    <a:pt x="919985" y="1114610"/>
                  </a:moveTo>
                  <a:lnTo>
                    <a:pt x="922745" y="1114610"/>
                  </a:lnTo>
                  <a:lnTo>
                    <a:pt x="922745" y="1112885"/>
                  </a:lnTo>
                  <a:lnTo>
                    <a:pt x="919985" y="1112885"/>
                  </a:lnTo>
                  <a:lnTo>
                    <a:pt x="919985" y="1114610"/>
                  </a:lnTo>
                  <a:close/>
                  <a:moveTo>
                    <a:pt x="909632" y="1099081"/>
                  </a:moveTo>
                  <a:lnTo>
                    <a:pt x="912393" y="1099081"/>
                  </a:lnTo>
                  <a:lnTo>
                    <a:pt x="912393" y="1097356"/>
                  </a:lnTo>
                  <a:lnTo>
                    <a:pt x="909632" y="1097356"/>
                  </a:lnTo>
                  <a:lnTo>
                    <a:pt x="909632" y="1099081"/>
                  </a:lnTo>
                  <a:close/>
                  <a:moveTo>
                    <a:pt x="916534" y="1081827"/>
                  </a:moveTo>
                  <a:lnTo>
                    <a:pt x="919294" y="1081827"/>
                  </a:lnTo>
                  <a:lnTo>
                    <a:pt x="919294" y="1080102"/>
                  </a:lnTo>
                  <a:lnTo>
                    <a:pt x="916534" y="1080102"/>
                  </a:lnTo>
                  <a:lnTo>
                    <a:pt x="916534" y="1081827"/>
                  </a:lnTo>
                  <a:close/>
                  <a:moveTo>
                    <a:pt x="906181" y="1066299"/>
                  </a:moveTo>
                  <a:lnTo>
                    <a:pt x="908942" y="1066299"/>
                  </a:lnTo>
                  <a:lnTo>
                    <a:pt x="908942" y="1064573"/>
                  </a:lnTo>
                  <a:lnTo>
                    <a:pt x="906181" y="1064573"/>
                  </a:lnTo>
                  <a:lnTo>
                    <a:pt x="906181" y="1066299"/>
                  </a:lnTo>
                  <a:close/>
                  <a:moveTo>
                    <a:pt x="913083" y="1049045"/>
                  </a:moveTo>
                  <a:lnTo>
                    <a:pt x="915844" y="1049045"/>
                  </a:lnTo>
                  <a:lnTo>
                    <a:pt x="915844" y="1047319"/>
                  </a:lnTo>
                  <a:lnTo>
                    <a:pt x="913083" y="1047319"/>
                  </a:lnTo>
                  <a:lnTo>
                    <a:pt x="913083" y="1049045"/>
                  </a:lnTo>
                  <a:close/>
                  <a:moveTo>
                    <a:pt x="911358" y="1033516"/>
                  </a:moveTo>
                  <a:lnTo>
                    <a:pt x="914118" y="1033516"/>
                  </a:lnTo>
                  <a:lnTo>
                    <a:pt x="914118" y="1031791"/>
                  </a:lnTo>
                  <a:lnTo>
                    <a:pt x="911358" y="1031791"/>
                  </a:lnTo>
                  <a:lnTo>
                    <a:pt x="911358" y="1033516"/>
                  </a:lnTo>
                  <a:close/>
                  <a:moveTo>
                    <a:pt x="1497649" y="1007290"/>
                  </a:moveTo>
                  <a:lnTo>
                    <a:pt x="1497649" y="1004529"/>
                  </a:lnTo>
                  <a:lnTo>
                    <a:pt x="1495924" y="1004529"/>
                  </a:lnTo>
                  <a:lnTo>
                    <a:pt x="1495924" y="1007290"/>
                  </a:lnTo>
                  <a:lnTo>
                    <a:pt x="1497649" y="1007290"/>
                  </a:lnTo>
                  <a:close/>
                  <a:moveTo>
                    <a:pt x="1539059" y="1005565"/>
                  </a:moveTo>
                  <a:lnTo>
                    <a:pt x="1539059" y="1002804"/>
                  </a:lnTo>
                  <a:lnTo>
                    <a:pt x="1537334" y="1002804"/>
                  </a:lnTo>
                  <a:lnTo>
                    <a:pt x="1537334" y="1005565"/>
                  </a:lnTo>
                  <a:lnTo>
                    <a:pt x="1539059" y="1005565"/>
                  </a:lnTo>
                  <a:close/>
                  <a:moveTo>
                    <a:pt x="1480395" y="1005565"/>
                  </a:moveTo>
                  <a:lnTo>
                    <a:pt x="1480395" y="1002804"/>
                  </a:lnTo>
                  <a:lnTo>
                    <a:pt x="1478670" y="1002804"/>
                  </a:lnTo>
                  <a:lnTo>
                    <a:pt x="1478670" y="1005565"/>
                  </a:lnTo>
                  <a:lnTo>
                    <a:pt x="1480395" y="1005565"/>
                  </a:lnTo>
                  <a:close/>
                  <a:moveTo>
                    <a:pt x="1521805" y="1003839"/>
                  </a:moveTo>
                  <a:lnTo>
                    <a:pt x="1521805" y="1001078"/>
                  </a:lnTo>
                  <a:lnTo>
                    <a:pt x="1520080" y="1001078"/>
                  </a:lnTo>
                  <a:lnTo>
                    <a:pt x="1520080" y="1003839"/>
                  </a:lnTo>
                  <a:lnTo>
                    <a:pt x="1521805" y="1003839"/>
                  </a:lnTo>
                  <a:close/>
                  <a:moveTo>
                    <a:pt x="1463141" y="1003839"/>
                  </a:moveTo>
                  <a:lnTo>
                    <a:pt x="1463141" y="1001078"/>
                  </a:lnTo>
                  <a:lnTo>
                    <a:pt x="1461416" y="1001078"/>
                  </a:lnTo>
                  <a:lnTo>
                    <a:pt x="1461416" y="1003839"/>
                  </a:lnTo>
                  <a:lnTo>
                    <a:pt x="1463141" y="1003839"/>
                  </a:lnTo>
                  <a:close/>
                  <a:moveTo>
                    <a:pt x="1445887" y="1002114"/>
                  </a:moveTo>
                  <a:lnTo>
                    <a:pt x="1445887" y="999353"/>
                  </a:lnTo>
                  <a:lnTo>
                    <a:pt x="1444162" y="999353"/>
                  </a:lnTo>
                  <a:lnTo>
                    <a:pt x="1444162" y="1002114"/>
                  </a:lnTo>
                  <a:lnTo>
                    <a:pt x="1445887" y="1002114"/>
                  </a:lnTo>
                  <a:close/>
                  <a:moveTo>
                    <a:pt x="1428633" y="1000388"/>
                  </a:moveTo>
                  <a:lnTo>
                    <a:pt x="1428633" y="997628"/>
                  </a:lnTo>
                  <a:lnTo>
                    <a:pt x="1426908" y="997628"/>
                  </a:lnTo>
                  <a:lnTo>
                    <a:pt x="1426908" y="1000388"/>
                  </a:lnTo>
                  <a:lnTo>
                    <a:pt x="1428633" y="1000388"/>
                  </a:lnTo>
                  <a:close/>
                  <a:moveTo>
                    <a:pt x="901814" y="1002114"/>
                  </a:moveTo>
                  <a:lnTo>
                    <a:pt x="908133" y="1002114"/>
                  </a:lnTo>
                  <a:lnTo>
                    <a:pt x="910263" y="999984"/>
                  </a:lnTo>
                  <a:lnTo>
                    <a:pt x="908311" y="998032"/>
                  </a:lnTo>
                  <a:lnTo>
                    <a:pt x="906990" y="999353"/>
                  </a:lnTo>
                  <a:lnTo>
                    <a:pt x="902957" y="999353"/>
                  </a:lnTo>
                  <a:lnTo>
                    <a:pt x="901636" y="998032"/>
                  </a:lnTo>
                  <a:lnTo>
                    <a:pt x="899684" y="999984"/>
                  </a:lnTo>
                  <a:lnTo>
                    <a:pt x="901814" y="1002114"/>
                  </a:lnTo>
                  <a:close/>
                  <a:moveTo>
                    <a:pt x="1471768" y="998663"/>
                  </a:moveTo>
                  <a:lnTo>
                    <a:pt x="1471768" y="995902"/>
                  </a:lnTo>
                  <a:lnTo>
                    <a:pt x="1470043" y="995902"/>
                  </a:lnTo>
                  <a:lnTo>
                    <a:pt x="1470043" y="998663"/>
                  </a:lnTo>
                  <a:lnTo>
                    <a:pt x="1471768" y="998663"/>
                  </a:lnTo>
                  <a:close/>
                  <a:moveTo>
                    <a:pt x="1454514" y="996938"/>
                  </a:moveTo>
                  <a:lnTo>
                    <a:pt x="1454514" y="994177"/>
                  </a:lnTo>
                  <a:lnTo>
                    <a:pt x="1452789" y="994177"/>
                  </a:lnTo>
                  <a:lnTo>
                    <a:pt x="1452789" y="996938"/>
                  </a:lnTo>
                  <a:lnTo>
                    <a:pt x="1454514" y="996938"/>
                  </a:lnTo>
                  <a:close/>
                  <a:moveTo>
                    <a:pt x="1437260" y="995212"/>
                  </a:moveTo>
                  <a:lnTo>
                    <a:pt x="1437260" y="992451"/>
                  </a:lnTo>
                  <a:lnTo>
                    <a:pt x="1435535" y="992451"/>
                  </a:lnTo>
                  <a:lnTo>
                    <a:pt x="1435535" y="995212"/>
                  </a:lnTo>
                  <a:lnTo>
                    <a:pt x="1437260" y="995212"/>
                  </a:lnTo>
                  <a:close/>
                  <a:moveTo>
                    <a:pt x="1378597" y="995212"/>
                  </a:moveTo>
                  <a:lnTo>
                    <a:pt x="1378597" y="992451"/>
                  </a:lnTo>
                  <a:lnTo>
                    <a:pt x="1376871" y="992451"/>
                  </a:lnTo>
                  <a:lnTo>
                    <a:pt x="1376871" y="995212"/>
                  </a:lnTo>
                  <a:lnTo>
                    <a:pt x="1378597" y="995212"/>
                  </a:lnTo>
                  <a:close/>
                  <a:moveTo>
                    <a:pt x="1420006" y="993487"/>
                  </a:moveTo>
                  <a:lnTo>
                    <a:pt x="1420006" y="990726"/>
                  </a:lnTo>
                  <a:lnTo>
                    <a:pt x="1418281" y="990726"/>
                  </a:lnTo>
                  <a:lnTo>
                    <a:pt x="1418281" y="993487"/>
                  </a:lnTo>
                  <a:lnTo>
                    <a:pt x="1420006" y="993487"/>
                  </a:lnTo>
                  <a:close/>
                  <a:moveTo>
                    <a:pt x="1361343" y="993487"/>
                  </a:moveTo>
                  <a:lnTo>
                    <a:pt x="1361343" y="990726"/>
                  </a:lnTo>
                  <a:lnTo>
                    <a:pt x="1359617" y="990726"/>
                  </a:lnTo>
                  <a:lnTo>
                    <a:pt x="1359617" y="993487"/>
                  </a:lnTo>
                  <a:lnTo>
                    <a:pt x="1361343" y="993487"/>
                  </a:lnTo>
                  <a:close/>
                  <a:moveTo>
                    <a:pt x="1402752" y="991761"/>
                  </a:moveTo>
                  <a:lnTo>
                    <a:pt x="1402752" y="989001"/>
                  </a:lnTo>
                  <a:lnTo>
                    <a:pt x="1401027" y="989001"/>
                  </a:lnTo>
                  <a:lnTo>
                    <a:pt x="1401027" y="991761"/>
                  </a:lnTo>
                  <a:lnTo>
                    <a:pt x="1402752" y="991761"/>
                  </a:lnTo>
                  <a:close/>
                  <a:moveTo>
                    <a:pt x="1344088" y="991761"/>
                  </a:moveTo>
                  <a:lnTo>
                    <a:pt x="1344088" y="989001"/>
                  </a:lnTo>
                  <a:lnTo>
                    <a:pt x="1342363" y="989001"/>
                  </a:lnTo>
                  <a:lnTo>
                    <a:pt x="1342363" y="991761"/>
                  </a:lnTo>
                  <a:lnTo>
                    <a:pt x="1344088" y="991761"/>
                  </a:lnTo>
                  <a:close/>
                  <a:moveTo>
                    <a:pt x="1352715" y="986585"/>
                  </a:moveTo>
                  <a:lnTo>
                    <a:pt x="1352715" y="983824"/>
                  </a:lnTo>
                  <a:lnTo>
                    <a:pt x="1350990" y="983824"/>
                  </a:lnTo>
                  <a:lnTo>
                    <a:pt x="1350990" y="986585"/>
                  </a:lnTo>
                  <a:lnTo>
                    <a:pt x="1352715" y="986585"/>
                  </a:lnTo>
                  <a:close/>
                  <a:moveTo>
                    <a:pt x="1294052" y="986585"/>
                  </a:moveTo>
                  <a:lnTo>
                    <a:pt x="1294052" y="983824"/>
                  </a:lnTo>
                  <a:lnTo>
                    <a:pt x="1292326" y="983824"/>
                  </a:lnTo>
                  <a:lnTo>
                    <a:pt x="1292326" y="986585"/>
                  </a:lnTo>
                  <a:lnTo>
                    <a:pt x="1294052" y="986585"/>
                  </a:lnTo>
                  <a:close/>
                  <a:moveTo>
                    <a:pt x="1335461" y="984860"/>
                  </a:moveTo>
                  <a:lnTo>
                    <a:pt x="1335461" y="982099"/>
                  </a:lnTo>
                  <a:lnTo>
                    <a:pt x="1333736" y="982099"/>
                  </a:lnTo>
                  <a:lnTo>
                    <a:pt x="1333736" y="984860"/>
                  </a:lnTo>
                  <a:lnTo>
                    <a:pt x="1335461" y="984860"/>
                  </a:lnTo>
                  <a:close/>
                  <a:moveTo>
                    <a:pt x="1276798" y="984860"/>
                  </a:moveTo>
                  <a:lnTo>
                    <a:pt x="1276798" y="982099"/>
                  </a:lnTo>
                  <a:lnTo>
                    <a:pt x="1275072" y="982099"/>
                  </a:lnTo>
                  <a:lnTo>
                    <a:pt x="1275072" y="984860"/>
                  </a:lnTo>
                  <a:lnTo>
                    <a:pt x="1276798" y="984860"/>
                  </a:lnTo>
                  <a:close/>
                  <a:moveTo>
                    <a:pt x="897554" y="985205"/>
                  </a:moveTo>
                  <a:lnTo>
                    <a:pt x="900315" y="985205"/>
                  </a:lnTo>
                  <a:lnTo>
                    <a:pt x="900315" y="983479"/>
                  </a:lnTo>
                  <a:lnTo>
                    <a:pt x="897554" y="983479"/>
                  </a:lnTo>
                  <a:lnTo>
                    <a:pt x="897554" y="985205"/>
                  </a:lnTo>
                  <a:close/>
                  <a:moveTo>
                    <a:pt x="1318207" y="983134"/>
                  </a:moveTo>
                  <a:lnTo>
                    <a:pt x="1318207" y="980374"/>
                  </a:lnTo>
                  <a:lnTo>
                    <a:pt x="1316482" y="980374"/>
                  </a:lnTo>
                  <a:lnTo>
                    <a:pt x="1316482" y="983134"/>
                  </a:lnTo>
                  <a:lnTo>
                    <a:pt x="1318207" y="983134"/>
                  </a:lnTo>
                  <a:close/>
                  <a:moveTo>
                    <a:pt x="1259544" y="983134"/>
                  </a:moveTo>
                  <a:lnTo>
                    <a:pt x="1259544" y="980374"/>
                  </a:lnTo>
                  <a:lnTo>
                    <a:pt x="1257818" y="980374"/>
                  </a:lnTo>
                  <a:lnTo>
                    <a:pt x="1257818" y="983134"/>
                  </a:lnTo>
                  <a:lnTo>
                    <a:pt x="1259544" y="983134"/>
                  </a:lnTo>
                  <a:close/>
                  <a:moveTo>
                    <a:pt x="1242290" y="981409"/>
                  </a:moveTo>
                  <a:lnTo>
                    <a:pt x="1242290" y="978648"/>
                  </a:lnTo>
                  <a:lnTo>
                    <a:pt x="1240564" y="978648"/>
                  </a:lnTo>
                  <a:lnTo>
                    <a:pt x="1240564" y="981409"/>
                  </a:lnTo>
                  <a:lnTo>
                    <a:pt x="1242290" y="981409"/>
                  </a:lnTo>
                  <a:close/>
                  <a:moveTo>
                    <a:pt x="1268171" y="977958"/>
                  </a:moveTo>
                  <a:lnTo>
                    <a:pt x="1268171" y="975197"/>
                  </a:lnTo>
                  <a:lnTo>
                    <a:pt x="1266445" y="975197"/>
                  </a:lnTo>
                  <a:lnTo>
                    <a:pt x="1266445" y="977958"/>
                  </a:lnTo>
                  <a:lnTo>
                    <a:pt x="1268171" y="977958"/>
                  </a:lnTo>
                  <a:close/>
                  <a:moveTo>
                    <a:pt x="1250917" y="976233"/>
                  </a:moveTo>
                  <a:lnTo>
                    <a:pt x="1250917" y="973472"/>
                  </a:lnTo>
                  <a:lnTo>
                    <a:pt x="1249191" y="973472"/>
                  </a:lnTo>
                  <a:lnTo>
                    <a:pt x="1249191" y="976233"/>
                  </a:lnTo>
                  <a:lnTo>
                    <a:pt x="1250917" y="976233"/>
                  </a:lnTo>
                  <a:close/>
                  <a:moveTo>
                    <a:pt x="1192253" y="976233"/>
                  </a:moveTo>
                  <a:lnTo>
                    <a:pt x="1192253" y="973472"/>
                  </a:lnTo>
                  <a:lnTo>
                    <a:pt x="1190528" y="973472"/>
                  </a:lnTo>
                  <a:lnTo>
                    <a:pt x="1190528" y="976233"/>
                  </a:lnTo>
                  <a:lnTo>
                    <a:pt x="1192253" y="976233"/>
                  </a:lnTo>
                  <a:close/>
                  <a:moveTo>
                    <a:pt x="1233663" y="974507"/>
                  </a:moveTo>
                  <a:lnTo>
                    <a:pt x="1233663" y="971747"/>
                  </a:lnTo>
                  <a:lnTo>
                    <a:pt x="1231937" y="971747"/>
                  </a:lnTo>
                  <a:lnTo>
                    <a:pt x="1231937" y="974507"/>
                  </a:lnTo>
                  <a:lnTo>
                    <a:pt x="1233663" y="974507"/>
                  </a:lnTo>
                  <a:close/>
                  <a:moveTo>
                    <a:pt x="1174999" y="974507"/>
                  </a:moveTo>
                  <a:lnTo>
                    <a:pt x="1174999" y="971747"/>
                  </a:lnTo>
                  <a:lnTo>
                    <a:pt x="1173274" y="971747"/>
                  </a:lnTo>
                  <a:lnTo>
                    <a:pt x="1173274" y="974507"/>
                  </a:lnTo>
                  <a:lnTo>
                    <a:pt x="1174999" y="974507"/>
                  </a:lnTo>
                  <a:close/>
                  <a:moveTo>
                    <a:pt x="1216409" y="972782"/>
                  </a:moveTo>
                  <a:lnTo>
                    <a:pt x="1216409" y="970021"/>
                  </a:lnTo>
                  <a:lnTo>
                    <a:pt x="1214683" y="970021"/>
                  </a:lnTo>
                  <a:lnTo>
                    <a:pt x="1214683" y="972782"/>
                  </a:lnTo>
                  <a:lnTo>
                    <a:pt x="1216409" y="972782"/>
                  </a:lnTo>
                  <a:close/>
                  <a:moveTo>
                    <a:pt x="1157745" y="972782"/>
                  </a:moveTo>
                  <a:lnTo>
                    <a:pt x="1157745" y="970021"/>
                  </a:lnTo>
                  <a:lnTo>
                    <a:pt x="1156020" y="970021"/>
                  </a:lnTo>
                  <a:lnTo>
                    <a:pt x="1156020" y="972782"/>
                  </a:lnTo>
                  <a:lnTo>
                    <a:pt x="1157745" y="972782"/>
                  </a:lnTo>
                  <a:close/>
                  <a:moveTo>
                    <a:pt x="1140491" y="971056"/>
                  </a:moveTo>
                  <a:lnTo>
                    <a:pt x="1140491" y="968296"/>
                  </a:lnTo>
                  <a:lnTo>
                    <a:pt x="1138766" y="968296"/>
                  </a:lnTo>
                  <a:lnTo>
                    <a:pt x="1138766" y="971056"/>
                  </a:lnTo>
                  <a:lnTo>
                    <a:pt x="1140491" y="971056"/>
                  </a:lnTo>
                  <a:close/>
                  <a:moveTo>
                    <a:pt x="1123237" y="969331"/>
                  </a:moveTo>
                  <a:lnTo>
                    <a:pt x="1123237" y="966570"/>
                  </a:lnTo>
                  <a:lnTo>
                    <a:pt x="1121512" y="966570"/>
                  </a:lnTo>
                  <a:lnTo>
                    <a:pt x="1121512" y="969331"/>
                  </a:lnTo>
                  <a:lnTo>
                    <a:pt x="1123237" y="969331"/>
                  </a:lnTo>
                  <a:close/>
                  <a:moveTo>
                    <a:pt x="915213" y="968700"/>
                  </a:moveTo>
                  <a:lnTo>
                    <a:pt x="917165" y="970652"/>
                  </a:lnTo>
                  <a:lnTo>
                    <a:pt x="918890" y="968927"/>
                  </a:lnTo>
                  <a:lnTo>
                    <a:pt x="916938" y="966975"/>
                  </a:lnTo>
                  <a:lnTo>
                    <a:pt x="915213" y="968700"/>
                  </a:lnTo>
                  <a:close/>
                  <a:moveTo>
                    <a:pt x="1166372" y="967606"/>
                  </a:moveTo>
                  <a:lnTo>
                    <a:pt x="1166372" y="964845"/>
                  </a:lnTo>
                  <a:lnTo>
                    <a:pt x="1164647" y="964845"/>
                  </a:lnTo>
                  <a:lnTo>
                    <a:pt x="1164647" y="967606"/>
                  </a:lnTo>
                  <a:lnTo>
                    <a:pt x="1166372" y="967606"/>
                  </a:lnTo>
                  <a:close/>
                  <a:moveTo>
                    <a:pt x="1149118" y="965880"/>
                  </a:moveTo>
                  <a:lnTo>
                    <a:pt x="1149118" y="963120"/>
                  </a:lnTo>
                  <a:lnTo>
                    <a:pt x="1147393" y="963120"/>
                  </a:lnTo>
                  <a:lnTo>
                    <a:pt x="1147393" y="965880"/>
                  </a:lnTo>
                  <a:lnTo>
                    <a:pt x="1149118" y="965880"/>
                  </a:lnTo>
                  <a:close/>
                  <a:moveTo>
                    <a:pt x="1131864" y="964155"/>
                  </a:moveTo>
                  <a:lnTo>
                    <a:pt x="1131864" y="961394"/>
                  </a:lnTo>
                  <a:lnTo>
                    <a:pt x="1130139" y="961394"/>
                  </a:lnTo>
                  <a:lnTo>
                    <a:pt x="1130139" y="964155"/>
                  </a:lnTo>
                  <a:lnTo>
                    <a:pt x="1131864" y="964155"/>
                  </a:lnTo>
                  <a:close/>
                  <a:moveTo>
                    <a:pt x="1073200" y="964155"/>
                  </a:moveTo>
                  <a:lnTo>
                    <a:pt x="1073200" y="961394"/>
                  </a:lnTo>
                  <a:lnTo>
                    <a:pt x="1071475" y="961394"/>
                  </a:lnTo>
                  <a:lnTo>
                    <a:pt x="1071475" y="964155"/>
                  </a:lnTo>
                  <a:lnTo>
                    <a:pt x="1073200" y="964155"/>
                  </a:lnTo>
                  <a:close/>
                  <a:moveTo>
                    <a:pt x="1114610" y="962429"/>
                  </a:moveTo>
                  <a:lnTo>
                    <a:pt x="1114610" y="959669"/>
                  </a:lnTo>
                  <a:lnTo>
                    <a:pt x="1112885" y="959669"/>
                  </a:lnTo>
                  <a:lnTo>
                    <a:pt x="1112885" y="962429"/>
                  </a:lnTo>
                  <a:lnTo>
                    <a:pt x="1114610" y="962429"/>
                  </a:lnTo>
                  <a:close/>
                  <a:moveTo>
                    <a:pt x="1055946" y="962429"/>
                  </a:moveTo>
                  <a:lnTo>
                    <a:pt x="1055946" y="959669"/>
                  </a:lnTo>
                  <a:lnTo>
                    <a:pt x="1054221" y="959669"/>
                  </a:lnTo>
                  <a:lnTo>
                    <a:pt x="1054221" y="962429"/>
                  </a:lnTo>
                  <a:lnTo>
                    <a:pt x="1055946" y="962429"/>
                  </a:lnTo>
                  <a:close/>
                  <a:moveTo>
                    <a:pt x="1097356" y="960704"/>
                  </a:moveTo>
                  <a:lnTo>
                    <a:pt x="1097356" y="957943"/>
                  </a:lnTo>
                  <a:lnTo>
                    <a:pt x="1095631" y="957943"/>
                  </a:lnTo>
                  <a:lnTo>
                    <a:pt x="1095631" y="960704"/>
                  </a:lnTo>
                  <a:lnTo>
                    <a:pt x="1097356" y="960704"/>
                  </a:lnTo>
                  <a:close/>
                  <a:moveTo>
                    <a:pt x="1038692" y="960704"/>
                  </a:moveTo>
                  <a:lnTo>
                    <a:pt x="1038692" y="957943"/>
                  </a:lnTo>
                  <a:lnTo>
                    <a:pt x="1036967" y="957943"/>
                  </a:lnTo>
                  <a:lnTo>
                    <a:pt x="1036967" y="960704"/>
                  </a:lnTo>
                  <a:lnTo>
                    <a:pt x="1038692" y="960704"/>
                  </a:lnTo>
                  <a:close/>
                  <a:moveTo>
                    <a:pt x="880705" y="963751"/>
                  </a:moveTo>
                  <a:lnTo>
                    <a:pt x="882657" y="961799"/>
                  </a:lnTo>
                  <a:lnTo>
                    <a:pt x="879206" y="958348"/>
                  </a:lnTo>
                  <a:lnTo>
                    <a:pt x="877254" y="960300"/>
                  </a:lnTo>
                  <a:lnTo>
                    <a:pt x="880705" y="963751"/>
                  </a:lnTo>
                  <a:close/>
                  <a:moveTo>
                    <a:pt x="1021438" y="958979"/>
                  </a:moveTo>
                  <a:lnTo>
                    <a:pt x="1021438" y="956218"/>
                  </a:lnTo>
                  <a:lnTo>
                    <a:pt x="1019713" y="956218"/>
                  </a:lnTo>
                  <a:lnTo>
                    <a:pt x="1019713" y="958979"/>
                  </a:lnTo>
                  <a:lnTo>
                    <a:pt x="1021438" y="958979"/>
                  </a:lnTo>
                  <a:close/>
                  <a:moveTo>
                    <a:pt x="1047319" y="955528"/>
                  </a:moveTo>
                  <a:lnTo>
                    <a:pt x="1047319" y="952767"/>
                  </a:lnTo>
                  <a:lnTo>
                    <a:pt x="1045594" y="952767"/>
                  </a:lnTo>
                  <a:lnTo>
                    <a:pt x="1045594" y="955528"/>
                  </a:lnTo>
                  <a:lnTo>
                    <a:pt x="1047319" y="955528"/>
                  </a:lnTo>
                  <a:close/>
                  <a:moveTo>
                    <a:pt x="1030065" y="953802"/>
                  </a:moveTo>
                  <a:lnTo>
                    <a:pt x="1030065" y="951042"/>
                  </a:lnTo>
                  <a:lnTo>
                    <a:pt x="1028340" y="951042"/>
                  </a:lnTo>
                  <a:lnTo>
                    <a:pt x="1028340" y="953802"/>
                  </a:lnTo>
                  <a:lnTo>
                    <a:pt x="1030065" y="953802"/>
                  </a:lnTo>
                  <a:close/>
                  <a:moveTo>
                    <a:pt x="971402" y="953802"/>
                  </a:moveTo>
                  <a:lnTo>
                    <a:pt x="971402" y="951042"/>
                  </a:lnTo>
                  <a:lnTo>
                    <a:pt x="969676" y="951042"/>
                  </a:lnTo>
                  <a:lnTo>
                    <a:pt x="969676" y="953802"/>
                  </a:lnTo>
                  <a:lnTo>
                    <a:pt x="971402" y="953802"/>
                  </a:lnTo>
                  <a:close/>
                  <a:moveTo>
                    <a:pt x="1012811" y="952077"/>
                  </a:moveTo>
                  <a:lnTo>
                    <a:pt x="1012811" y="949316"/>
                  </a:lnTo>
                  <a:lnTo>
                    <a:pt x="1011086" y="949316"/>
                  </a:lnTo>
                  <a:lnTo>
                    <a:pt x="1011086" y="952077"/>
                  </a:lnTo>
                  <a:lnTo>
                    <a:pt x="1012811" y="952077"/>
                  </a:lnTo>
                  <a:close/>
                  <a:moveTo>
                    <a:pt x="954148" y="952077"/>
                  </a:moveTo>
                  <a:lnTo>
                    <a:pt x="954148" y="949316"/>
                  </a:lnTo>
                  <a:lnTo>
                    <a:pt x="952422" y="949316"/>
                  </a:lnTo>
                  <a:lnTo>
                    <a:pt x="952422" y="952077"/>
                  </a:lnTo>
                  <a:lnTo>
                    <a:pt x="954148" y="952077"/>
                  </a:lnTo>
                  <a:close/>
                  <a:moveTo>
                    <a:pt x="995557" y="950352"/>
                  </a:moveTo>
                  <a:lnTo>
                    <a:pt x="995557" y="947591"/>
                  </a:lnTo>
                  <a:lnTo>
                    <a:pt x="993832" y="947591"/>
                  </a:lnTo>
                  <a:lnTo>
                    <a:pt x="993832" y="950352"/>
                  </a:lnTo>
                  <a:lnTo>
                    <a:pt x="995557" y="950352"/>
                  </a:lnTo>
                  <a:close/>
                  <a:moveTo>
                    <a:pt x="936894" y="950352"/>
                  </a:moveTo>
                  <a:lnTo>
                    <a:pt x="936894" y="947591"/>
                  </a:lnTo>
                  <a:lnTo>
                    <a:pt x="935168" y="947591"/>
                  </a:lnTo>
                  <a:lnTo>
                    <a:pt x="935168" y="950352"/>
                  </a:lnTo>
                  <a:lnTo>
                    <a:pt x="936894" y="950352"/>
                  </a:lnTo>
                  <a:close/>
                  <a:moveTo>
                    <a:pt x="945521" y="945175"/>
                  </a:moveTo>
                  <a:lnTo>
                    <a:pt x="945521" y="942415"/>
                  </a:lnTo>
                  <a:lnTo>
                    <a:pt x="943795" y="942415"/>
                  </a:lnTo>
                  <a:lnTo>
                    <a:pt x="943795" y="945175"/>
                  </a:lnTo>
                  <a:lnTo>
                    <a:pt x="945521" y="945175"/>
                  </a:lnTo>
                  <a:close/>
                  <a:moveTo>
                    <a:pt x="928267" y="943450"/>
                  </a:moveTo>
                  <a:lnTo>
                    <a:pt x="928267" y="940689"/>
                  </a:lnTo>
                  <a:lnTo>
                    <a:pt x="926541" y="940689"/>
                  </a:lnTo>
                  <a:lnTo>
                    <a:pt x="926541" y="943450"/>
                  </a:lnTo>
                  <a:lnTo>
                    <a:pt x="928267" y="943450"/>
                  </a:lnTo>
                  <a:close/>
                  <a:moveTo>
                    <a:pt x="1378942" y="628046"/>
                  </a:moveTo>
                  <a:lnTo>
                    <a:pt x="1381702" y="628046"/>
                  </a:lnTo>
                  <a:lnTo>
                    <a:pt x="1381702" y="626321"/>
                  </a:lnTo>
                  <a:lnTo>
                    <a:pt x="1378942" y="626321"/>
                  </a:lnTo>
                  <a:lnTo>
                    <a:pt x="1378942" y="628046"/>
                  </a:lnTo>
                  <a:close/>
                  <a:moveTo>
                    <a:pt x="483458" y="596989"/>
                  </a:moveTo>
                  <a:lnTo>
                    <a:pt x="486218" y="596989"/>
                  </a:lnTo>
                  <a:lnTo>
                    <a:pt x="486218" y="588362"/>
                  </a:lnTo>
                  <a:lnTo>
                    <a:pt x="483458" y="588362"/>
                  </a:lnTo>
                  <a:lnTo>
                    <a:pt x="483458" y="596989"/>
                  </a:lnTo>
                  <a:close/>
                  <a:moveTo>
                    <a:pt x="497261" y="583186"/>
                  </a:moveTo>
                  <a:lnTo>
                    <a:pt x="500022" y="583186"/>
                  </a:lnTo>
                  <a:lnTo>
                    <a:pt x="500022" y="574559"/>
                  </a:lnTo>
                  <a:lnTo>
                    <a:pt x="497261" y="574559"/>
                  </a:lnTo>
                  <a:lnTo>
                    <a:pt x="497261" y="583186"/>
                  </a:lnTo>
                  <a:close/>
                  <a:moveTo>
                    <a:pt x="481732" y="550403"/>
                  </a:moveTo>
                  <a:lnTo>
                    <a:pt x="484493" y="550403"/>
                  </a:lnTo>
                  <a:lnTo>
                    <a:pt x="484493" y="541776"/>
                  </a:lnTo>
                  <a:lnTo>
                    <a:pt x="481732" y="541776"/>
                  </a:lnTo>
                  <a:lnTo>
                    <a:pt x="481732" y="550403"/>
                  </a:lnTo>
                  <a:close/>
                  <a:moveTo>
                    <a:pt x="495536" y="536600"/>
                  </a:moveTo>
                  <a:lnTo>
                    <a:pt x="498296" y="536600"/>
                  </a:lnTo>
                  <a:lnTo>
                    <a:pt x="498296" y="527973"/>
                  </a:lnTo>
                  <a:lnTo>
                    <a:pt x="495536" y="527973"/>
                  </a:lnTo>
                  <a:lnTo>
                    <a:pt x="495536" y="536600"/>
                  </a:lnTo>
                  <a:close/>
                  <a:moveTo>
                    <a:pt x="480007" y="503818"/>
                  </a:moveTo>
                  <a:lnTo>
                    <a:pt x="482768" y="503818"/>
                  </a:lnTo>
                  <a:lnTo>
                    <a:pt x="482768" y="495190"/>
                  </a:lnTo>
                  <a:lnTo>
                    <a:pt x="480007" y="495190"/>
                  </a:lnTo>
                  <a:lnTo>
                    <a:pt x="480007" y="503818"/>
                  </a:lnTo>
                  <a:close/>
                  <a:moveTo>
                    <a:pt x="493810" y="490014"/>
                  </a:moveTo>
                  <a:lnTo>
                    <a:pt x="496571" y="490014"/>
                  </a:lnTo>
                  <a:lnTo>
                    <a:pt x="496571" y="481387"/>
                  </a:lnTo>
                  <a:lnTo>
                    <a:pt x="493810" y="481387"/>
                  </a:lnTo>
                  <a:lnTo>
                    <a:pt x="493810" y="490014"/>
                  </a:lnTo>
                  <a:close/>
                  <a:moveTo>
                    <a:pt x="431351" y="482768"/>
                  </a:moveTo>
                  <a:lnTo>
                    <a:pt x="431351" y="480007"/>
                  </a:lnTo>
                  <a:lnTo>
                    <a:pt x="429625" y="480007"/>
                  </a:lnTo>
                  <a:lnTo>
                    <a:pt x="429625" y="482768"/>
                  </a:lnTo>
                  <a:lnTo>
                    <a:pt x="431351" y="482768"/>
                  </a:lnTo>
                  <a:close/>
                  <a:moveTo>
                    <a:pt x="569383" y="463788"/>
                  </a:moveTo>
                  <a:lnTo>
                    <a:pt x="569383" y="461028"/>
                  </a:lnTo>
                  <a:lnTo>
                    <a:pt x="567657" y="461028"/>
                  </a:lnTo>
                  <a:lnTo>
                    <a:pt x="567657" y="463788"/>
                  </a:lnTo>
                  <a:lnTo>
                    <a:pt x="569383" y="463788"/>
                  </a:lnTo>
                  <a:close/>
                  <a:moveTo>
                    <a:pt x="478282" y="457232"/>
                  </a:moveTo>
                  <a:lnTo>
                    <a:pt x="481042" y="457232"/>
                  </a:lnTo>
                  <a:lnTo>
                    <a:pt x="481042" y="448605"/>
                  </a:lnTo>
                  <a:lnTo>
                    <a:pt x="478282" y="448605"/>
                  </a:lnTo>
                  <a:lnTo>
                    <a:pt x="478282" y="457232"/>
                  </a:lnTo>
                  <a:close/>
                  <a:moveTo>
                    <a:pt x="492085" y="443428"/>
                  </a:moveTo>
                  <a:lnTo>
                    <a:pt x="494845" y="443428"/>
                  </a:lnTo>
                  <a:lnTo>
                    <a:pt x="494845" y="434801"/>
                  </a:lnTo>
                  <a:lnTo>
                    <a:pt x="492085" y="434801"/>
                  </a:lnTo>
                  <a:lnTo>
                    <a:pt x="492085" y="443428"/>
                  </a:lnTo>
                  <a:close/>
                  <a:moveTo>
                    <a:pt x="476556" y="410646"/>
                  </a:moveTo>
                  <a:lnTo>
                    <a:pt x="479317" y="410646"/>
                  </a:lnTo>
                  <a:lnTo>
                    <a:pt x="479317" y="402019"/>
                  </a:lnTo>
                  <a:lnTo>
                    <a:pt x="476556" y="402019"/>
                  </a:lnTo>
                  <a:lnTo>
                    <a:pt x="476556" y="410646"/>
                  </a:lnTo>
                  <a:close/>
                  <a:moveTo>
                    <a:pt x="490359" y="396843"/>
                  </a:moveTo>
                  <a:lnTo>
                    <a:pt x="493120" y="396843"/>
                  </a:lnTo>
                  <a:lnTo>
                    <a:pt x="493120" y="388216"/>
                  </a:lnTo>
                  <a:lnTo>
                    <a:pt x="490359" y="388216"/>
                  </a:lnTo>
                  <a:lnTo>
                    <a:pt x="490359" y="396843"/>
                  </a:lnTo>
                  <a:close/>
                  <a:moveTo>
                    <a:pt x="474831" y="365785"/>
                  </a:moveTo>
                  <a:lnTo>
                    <a:pt x="477591" y="365785"/>
                  </a:lnTo>
                  <a:lnTo>
                    <a:pt x="477591" y="360609"/>
                  </a:lnTo>
                  <a:lnTo>
                    <a:pt x="474831" y="360609"/>
                  </a:lnTo>
                  <a:lnTo>
                    <a:pt x="474831" y="365785"/>
                  </a:lnTo>
                  <a:close/>
                  <a:moveTo>
                    <a:pt x="550403" y="351637"/>
                  </a:moveTo>
                  <a:lnTo>
                    <a:pt x="550403" y="348876"/>
                  </a:lnTo>
                  <a:lnTo>
                    <a:pt x="548678" y="348876"/>
                  </a:lnTo>
                  <a:lnTo>
                    <a:pt x="548678" y="351637"/>
                  </a:lnTo>
                  <a:lnTo>
                    <a:pt x="550403" y="351637"/>
                  </a:lnTo>
                  <a:close/>
                  <a:moveTo>
                    <a:pt x="488634" y="350257"/>
                  </a:moveTo>
                  <a:lnTo>
                    <a:pt x="491395" y="350257"/>
                  </a:lnTo>
                  <a:lnTo>
                    <a:pt x="491395" y="348531"/>
                  </a:lnTo>
                  <a:lnTo>
                    <a:pt x="488634" y="348531"/>
                  </a:lnTo>
                  <a:lnTo>
                    <a:pt x="488634" y="35025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2075" name="Vector layer E7E7E7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210256" y="1258794"/>
                  </a:moveTo>
                  <a:lnTo>
                    <a:pt x="1212209" y="1256842"/>
                  </a:lnTo>
                  <a:lnTo>
                    <a:pt x="1203582" y="1248215"/>
                  </a:lnTo>
                  <a:lnTo>
                    <a:pt x="1201629" y="1250167"/>
                  </a:lnTo>
                  <a:lnTo>
                    <a:pt x="1210256" y="1258794"/>
                  </a:lnTo>
                  <a:close/>
                  <a:moveTo>
                    <a:pt x="1163671" y="1222561"/>
                  </a:moveTo>
                  <a:lnTo>
                    <a:pt x="1165623" y="1220609"/>
                  </a:lnTo>
                  <a:lnTo>
                    <a:pt x="1153545" y="1208531"/>
                  </a:lnTo>
                  <a:lnTo>
                    <a:pt x="1151593" y="1210483"/>
                  </a:lnTo>
                  <a:lnTo>
                    <a:pt x="1163671" y="1222561"/>
                  </a:lnTo>
                  <a:close/>
                  <a:moveTo>
                    <a:pt x="1155044" y="1201856"/>
                  </a:moveTo>
                  <a:lnTo>
                    <a:pt x="1156996" y="1199904"/>
                  </a:lnTo>
                  <a:lnTo>
                    <a:pt x="1144918" y="1187826"/>
                  </a:lnTo>
                  <a:lnTo>
                    <a:pt x="1142966" y="1189778"/>
                  </a:lnTo>
                  <a:lnTo>
                    <a:pt x="1155044" y="1201856"/>
                  </a:lnTo>
                  <a:close/>
                  <a:moveTo>
                    <a:pt x="1105007" y="1162172"/>
                  </a:moveTo>
                  <a:lnTo>
                    <a:pt x="1106959" y="1160220"/>
                  </a:lnTo>
                  <a:lnTo>
                    <a:pt x="1094881" y="1148142"/>
                  </a:lnTo>
                  <a:lnTo>
                    <a:pt x="1092929" y="1150094"/>
                  </a:lnTo>
                  <a:lnTo>
                    <a:pt x="1105007" y="1162172"/>
                  </a:lnTo>
                  <a:close/>
                  <a:moveTo>
                    <a:pt x="1096380" y="1141467"/>
                  </a:moveTo>
                  <a:lnTo>
                    <a:pt x="1098332" y="1139515"/>
                  </a:lnTo>
                  <a:lnTo>
                    <a:pt x="1086254" y="1127437"/>
                  </a:lnTo>
                  <a:lnTo>
                    <a:pt x="1084302" y="1129389"/>
                  </a:lnTo>
                  <a:lnTo>
                    <a:pt x="1096380" y="1141467"/>
                  </a:lnTo>
                  <a:close/>
                  <a:moveTo>
                    <a:pt x="1048069" y="1103508"/>
                  </a:moveTo>
                  <a:lnTo>
                    <a:pt x="1050021" y="1101556"/>
                  </a:lnTo>
                  <a:lnTo>
                    <a:pt x="1036217" y="1087753"/>
                  </a:lnTo>
                  <a:lnTo>
                    <a:pt x="1034265" y="1089705"/>
                  </a:lnTo>
                  <a:lnTo>
                    <a:pt x="1048069" y="1103508"/>
                  </a:lnTo>
                  <a:close/>
                  <a:moveTo>
                    <a:pt x="1039442" y="1082803"/>
                  </a:moveTo>
                  <a:lnTo>
                    <a:pt x="1041394" y="1080851"/>
                  </a:lnTo>
                  <a:lnTo>
                    <a:pt x="1029316" y="1068773"/>
                  </a:lnTo>
                  <a:lnTo>
                    <a:pt x="1027364" y="1070726"/>
                  </a:lnTo>
                  <a:lnTo>
                    <a:pt x="1039442" y="1082803"/>
                  </a:lnTo>
                  <a:close/>
                  <a:moveTo>
                    <a:pt x="987680" y="1041394"/>
                  </a:moveTo>
                  <a:lnTo>
                    <a:pt x="989632" y="1039442"/>
                  </a:lnTo>
                  <a:lnTo>
                    <a:pt x="986181" y="1035991"/>
                  </a:lnTo>
                  <a:lnTo>
                    <a:pt x="984229" y="1037943"/>
                  </a:lnTo>
                  <a:lnTo>
                    <a:pt x="987680" y="1041394"/>
                  </a:lnTo>
                  <a:close/>
                  <a:moveTo>
                    <a:pt x="930741" y="982730"/>
                  </a:moveTo>
                  <a:lnTo>
                    <a:pt x="932693" y="980778"/>
                  </a:lnTo>
                  <a:lnTo>
                    <a:pt x="920616" y="968700"/>
                  </a:lnTo>
                  <a:lnTo>
                    <a:pt x="918663" y="970652"/>
                  </a:lnTo>
                  <a:lnTo>
                    <a:pt x="930741" y="982730"/>
                  </a:lnTo>
                  <a:close/>
                  <a:moveTo>
                    <a:pt x="922114" y="962025"/>
                  </a:moveTo>
                  <a:lnTo>
                    <a:pt x="924066" y="960073"/>
                  </a:lnTo>
                  <a:lnTo>
                    <a:pt x="922341" y="958348"/>
                  </a:lnTo>
                  <a:lnTo>
                    <a:pt x="920389" y="960300"/>
                  </a:lnTo>
                  <a:lnTo>
                    <a:pt x="922114" y="962025"/>
                  </a:lnTo>
                  <a:close/>
                  <a:moveTo>
                    <a:pt x="513194" y="621894"/>
                  </a:moveTo>
                  <a:lnTo>
                    <a:pt x="515146" y="623846"/>
                  </a:lnTo>
                  <a:lnTo>
                    <a:pt x="516871" y="622121"/>
                  </a:lnTo>
                  <a:lnTo>
                    <a:pt x="514919" y="620169"/>
                  </a:lnTo>
                  <a:lnTo>
                    <a:pt x="513194" y="621894"/>
                  </a:lnTo>
                  <a:close/>
                  <a:moveTo>
                    <a:pt x="530448" y="602915"/>
                  </a:moveTo>
                  <a:lnTo>
                    <a:pt x="532400" y="604867"/>
                  </a:lnTo>
                  <a:lnTo>
                    <a:pt x="534125" y="603141"/>
                  </a:lnTo>
                  <a:lnTo>
                    <a:pt x="532173" y="601189"/>
                  </a:lnTo>
                  <a:lnTo>
                    <a:pt x="530448" y="602915"/>
                  </a:lnTo>
                  <a:close/>
                  <a:moveTo>
                    <a:pt x="513194" y="601189"/>
                  </a:moveTo>
                  <a:lnTo>
                    <a:pt x="515146" y="603141"/>
                  </a:lnTo>
                  <a:lnTo>
                    <a:pt x="516871" y="601416"/>
                  </a:lnTo>
                  <a:lnTo>
                    <a:pt x="514919" y="599464"/>
                  </a:lnTo>
                  <a:lnTo>
                    <a:pt x="513194" y="601189"/>
                  </a:lnTo>
                  <a:close/>
                  <a:moveTo>
                    <a:pt x="547702" y="583935"/>
                  </a:moveTo>
                  <a:lnTo>
                    <a:pt x="549654" y="585887"/>
                  </a:lnTo>
                  <a:lnTo>
                    <a:pt x="553105" y="582437"/>
                  </a:lnTo>
                  <a:lnTo>
                    <a:pt x="551153" y="580485"/>
                  </a:lnTo>
                  <a:lnTo>
                    <a:pt x="547702" y="583935"/>
                  </a:lnTo>
                  <a:close/>
                  <a:moveTo>
                    <a:pt x="530448" y="582210"/>
                  </a:moveTo>
                  <a:lnTo>
                    <a:pt x="532400" y="584162"/>
                  </a:lnTo>
                  <a:lnTo>
                    <a:pt x="534125" y="582437"/>
                  </a:lnTo>
                  <a:lnTo>
                    <a:pt x="532173" y="580485"/>
                  </a:lnTo>
                  <a:lnTo>
                    <a:pt x="530448" y="582210"/>
                  </a:lnTo>
                  <a:close/>
                  <a:moveTo>
                    <a:pt x="564956" y="564956"/>
                  </a:moveTo>
                  <a:lnTo>
                    <a:pt x="566908" y="566908"/>
                  </a:lnTo>
                  <a:lnTo>
                    <a:pt x="570359" y="563457"/>
                  </a:lnTo>
                  <a:lnTo>
                    <a:pt x="568407" y="561505"/>
                  </a:lnTo>
                  <a:lnTo>
                    <a:pt x="564956" y="564956"/>
                  </a:lnTo>
                  <a:close/>
                  <a:moveTo>
                    <a:pt x="547702" y="563231"/>
                  </a:moveTo>
                  <a:lnTo>
                    <a:pt x="549654" y="565183"/>
                  </a:lnTo>
                  <a:lnTo>
                    <a:pt x="551379" y="563457"/>
                  </a:lnTo>
                  <a:lnTo>
                    <a:pt x="549427" y="561505"/>
                  </a:lnTo>
                  <a:lnTo>
                    <a:pt x="547702" y="563231"/>
                  </a:lnTo>
                  <a:close/>
                  <a:moveTo>
                    <a:pt x="583935" y="544251"/>
                  </a:moveTo>
                  <a:lnTo>
                    <a:pt x="585887" y="546203"/>
                  </a:lnTo>
                  <a:lnTo>
                    <a:pt x="587613" y="544478"/>
                  </a:lnTo>
                  <a:lnTo>
                    <a:pt x="585661" y="542526"/>
                  </a:lnTo>
                  <a:lnTo>
                    <a:pt x="583935" y="544251"/>
                  </a:lnTo>
                  <a:close/>
                  <a:moveTo>
                    <a:pt x="564956" y="544251"/>
                  </a:moveTo>
                  <a:lnTo>
                    <a:pt x="566908" y="546203"/>
                  </a:lnTo>
                  <a:lnTo>
                    <a:pt x="570359" y="542752"/>
                  </a:lnTo>
                  <a:lnTo>
                    <a:pt x="568407" y="540800"/>
                  </a:lnTo>
                  <a:lnTo>
                    <a:pt x="564956" y="544251"/>
                  </a:lnTo>
                  <a:close/>
                  <a:moveTo>
                    <a:pt x="601189" y="525272"/>
                  </a:moveTo>
                  <a:lnTo>
                    <a:pt x="603141" y="527224"/>
                  </a:lnTo>
                  <a:lnTo>
                    <a:pt x="604867" y="525498"/>
                  </a:lnTo>
                  <a:lnTo>
                    <a:pt x="602915" y="523546"/>
                  </a:lnTo>
                  <a:lnTo>
                    <a:pt x="601189" y="525272"/>
                  </a:lnTo>
                  <a:close/>
                  <a:moveTo>
                    <a:pt x="583935" y="523546"/>
                  </a:moveTo>
                  <a:lnTo>
                    <a:pt x="585887" y="525498"/>
                  </a:lnTo>
                  <a:lnTo>
                    <a:pt x="587613" y="523773"/>
                  </a:lnTo>
                  <a:lnTo>
                    <a:pt x="585661" y="521821"/>
                  </a:lnTo>
                  <a:lnTo>
                    <a:pt x="583935" y="523546"/>
                  </a:lnTo>
                  <a:close/>
                  <a:moveTo>
                    <a:pt x="618443" y="506292"/>
                  </a:moveTo>
                  <a:lnTo>
                    <a:pt x="620396" y="508244"/>
                  </a:lnTo>
                  <a:lnTo>
                    <a:pt x="622121" y="506519"/>
                  </a:lnTo>
                  <a:lnTo>
                    <a:pt x="620169" y="504567"/>
                  </a:lnTo>
                  <a:lnTo>
                    <a:pt x="618443" y="506292"/>
                  </a:lnTo>
                  <a:close/>
                  <a:moveTo>
                    <a:pt x="601189" y="504567"/>
                  </a:moveTo>
                  <a:lnTo>
                    <a:pt x="603141" y="506519"/>
                  </a:lnTo>
                  <a:lnTo>
                    <a:pt x="604867" y="504794"/>
                  </a:lnTo>
                  <a:lnTo>
                    <a:pt x="602915" y="502841"/>
                  </a:lnTo>
                  <a:lnTo>
                    <a:pt x="601189" y="504567"/>
                  </a:lnTo>
                  <a:close/>
                  <a:moveTo>
                    <a:pt x="635697" y="487313"/>
                  </a:moveTo>
                  <a:lnTo>
                    <a:pt x="637650" y="489265"/>
                  </a:lnTo>
                  <a:lnTo>
                    <a:pt x="641100" y="485814"/>
                  </a:lnTo>
                  <a:lnTo>
                    <a:pt x="639148" y="483862"/>
                  </a:lnTo>
                  <a:lnTo>
                    <a:pt x="635697" y="487313"/>
                  </a:lnTo>
                  <a:close/>
                  <a:moveTo>
                    <a:pt x="618443" y="485587"/>
                  </a:moveTo>
                  <a:lnTo>
                    <a:pt x="620396" y="487540"/>
                  </a:lnTo>
                  <a:lnTo>
                    <a:pt x="622121" y="485814"/>
                  </a:lnTo>
                  <a:lnTo>
                    <a:pt x="620169" y="483862"/>
                  </a:lnTo>
                  <a:lnTo>
                    <a:pt x="618443" y="485587"/>
                  </a:lnTo>
                  <a:close/>
                  <a:moveTo>
                    <a:pt x="654677" y="466608"/>
                  </a:moveTo>
                  <a:lnTo>
                    <a:pt x="656629" y="468560"/>
                  </a:lnTo>
                  <a:lnTo>
                    <a:pt x="658354" y="466835"/>
                  </a:lnTo>
                  <a:lnTo>
                    <a:pt x="656402" y="464883"/>
                  </a:lnTo>
                  <a:lnTo>
                    <a:pt x="654677" y="466608"/>
                  </a:lnTo>
                  <a:close/>
                  <a:moveTo>
                    <a:pt x="635697" y="466608"/>
                  </a:moveTo>
                  <a:lnTo>
                    <a:pt x="637650" y="468560"/>
                  </a:lnTo>
                  <a:lnTo>
                    <a:pt x="641100" y="465109"/>
                  </a:lnTo>
                  <a:lnTo>
                    <a:pt x="639148" y="463157"/>
                  </a:lnTo>
                  <a:lnTo>
                    <a:pt x="635697" y="466608"/>
                  </a:lnTo>
                  <a:close/>
                  <a:moveTo>
                    <a:pt x="345830" y="463157"/>
                  </a:moveTo>
                  <a:lnTo>
                    <a:pt x="347782" y="465109"/>
                  </a:lnTo>
                  <a:lnTo>
                    <a:pt x="349507" y="463384"/>
                  </a:lnTo>
                  <a:lnTo>
                    <a:pt x="347555" y="461432"/>
                  </a:lnTo>
                  <a:lnTo>
                    <a:pt x="345830" y="463157"/>
                  </a:lnTo>
                  <a:close/>
                  <a:moveTo>
                    <a:pt x="328576" y="461432"/>
                  </a:moveTo>
                  <a:lnTo>
                    <a:pt x="330528" y="463384"/>
                  </a:lnTo>
                  <a:lnTo>
                    <a:pt x="332253" y="461658"/>
                  </a:lnTo>
                  <a:lnTo>
                    <a:pt x="330301" y="459706"/>
                  </a:lnTo>
                  <a:lnTo>
                    <a:pt x="328576" y="461432"/>
                  </a:lnTo>
                  <a:close/>
                  <a:moveTo>
                    <a:pt x="361358" y="445903"/>
                  </a:moveTo>
                  <a:lnTo>
                    <a:pt x="363311" y="447855"/>
                  </a:lnTo>
                  <a:lnTo>
                    <a:pt x="366761" y="444404"/>
                  </a:lnTo>
                  <a:lnTo>
                    <a:pt x="364809" y="442452"/>
                  </a:lnTo>
                  <a:lnTo>
                    <a:pt x="361358" y="445903"/>
                  </a:lnTo>
                  <a:close/>
                  <a:moveTo>
                    <a:pt x="344104" y="444178"/>
                  </a:moveTo>
                  <a:lnTo>
                    <a:pt x="346057" y="446130"/>
                  </a:lnTo>
                  <a:lnTo>
                    <a:pt x="347782" y="444404"/>
                  </a:lnTo>
                  <a:lnTo>
                    <a:pt x="345830" y="442452"/>
                  </a:lnTo>
                  <a:lnTo>
                    <a:pt x="344104" y="444178"/>
                  </a:lnTo>
                  <a:close/>
                  <a:moveTo>
                    <a:pt x="378612" y="426924"/>
                  </a:moveTo>
                  <a:lnTo>
                    <a:pt x="380565" y="428876"/>
                  </a:lnTo>
                  <a:lnTo>
                    <a:pt x="384015" y="425425"/>
                  </a:lnTo>
                  <a:lnTo>
                    <a:pt x="382063" y="423473"/>
                  </a:lnTo>
                  <a:lnTo>
                    <a:pt x="378612" y="426924"/>
                  </a:lnTo>
                  <a:close/>
                  <a:moveTo>
                    <a:pt x="361358" y="425198"/>
                  </a:moveTo>
                  <a:lnTo>
                    <a:pt x="363311" y="427150"/>
                  </a:lnTo>
                  <a:lnTo>
                    <a:pt x="365036" y="425425"/>
                  </a:lnTo>
                  <a:lnTo>
                    <a:pt x="363084" y="423473"/>
                  </a:lnTo>
                  <a:lnTo>
                    <a:pt x="361358" y="425198"/>
                  </a:lnTo>
                  <a:close/>
                  <a:moveTo>
                    <a:pt x="395867" y="407944"/>
                  </a:moveTo>
                  <a:lnTo>
                    <a:pt x="397819" y="409896"/>
                  </a:lnTo>
                  <a:lnTo>
                    <a:pt x="401269" y="406446"/>
                  </a:lnTo>
                  <a:lnTo>
                    <a:pt x="399317" y="404494"/>
                  </a:lnTo>
                  <a:lnTo>
                    <a:pt x="395867" y="407944"/>
                  </a:lnTo>
                  <a:close/>
                  <a:moveTo>
                    <a:pt x="378612" y="406219"/>
                  </a:moveTo>
                  <a:lnTo>
                    <a:pt x="380565" y="408171"/>
                  </a:lnTo>
                  <a:lnTo>
                    <a:pt x="382290" y="406446"/>
                  </a:lnTo>
                  <a:lnTo>
                    <a:pt x="380338" y="404494"/>
                  </a:lnTo>
                  <a:lnTo>
                    <a:pt x="378612" y="406219"/>
                  </a:lnTo>
                  <a:close/>
                  <a:moveTo>
                    <a:pt x="539075" y="399544"/>
                  </a:moveTo>
                  <a:lnTo>
                    <a:pt x="541027" y="397592"/>
                  </a:lnTo>
                  <a:lnTo>
                    <a:pt x="539302" y="395867"/>
                  </a:lnTo>
                  <a:lnTo>
                    <a:pt x="537350" y="397819"/>
                  </a:lnTo>
                  <a:lnTo>
                    <a:pt x="539075" y="399544"/>
                  </a:lnTo>
                  <a:close/>
                  <a:moveTo>
                    <a:pt x="413121" y="388965"/>
                  </a:moveTo>
                  <a:lnTo>
                    <a:pt x="415073" y="390917"/>
                  </a:lnTo>
                  <a:lnTo>
                    <a:pt x="416798" y="389192"/>
                  </a:lnTo>
                  <a:lnTo>
                    <a:pt x="414846" y="387240"/>
                  </a:lnTo>
                  <a:lnTo>
                    <a:pt x="413121" y="388965"/>
                  </a:lnTo>
                  <a:close/>
                  <a:moveTo>
                    <a:pt x="395867" y="387240"/>
                  </a:moveTo>
                  <a:lnTo>
                    <a:pt x="397819" y="389192"/>
                  </a:lnTo>
                  <a:lnTo>
                    <a:pt x="399544" y="387466"/>
                  </a:lnTo>
                  <a:lnTo>
                    <a:pt x="397592" y="385514"/>
                  </a:lnTo>
                  <a:lnTo>
                    <a:pt x="395867" y="387240"/>
                  </a:lnTo>
                  <a:close/>
                  <a:moveTo>
                    <a:pt x="430375" y="369985"/>
                  </a:moveTo>
                  <a:lnTo>
                    <a:pt x="432327" y="371938"/>
                  </a:lnTo>
                  <a:lnTo>
                    <a:pt x="434052" y="370212"/>
                  </a:lnTo>
                  <a:lnTo>
                    <a:pt x="432100" y="368260"/>
                  </a:lnTo>
                  <a:lnTo>
                    <a:pt x="430375" y="369985"/>
                  </a:lnTo>
                  <a:close/>
                  <a:moveTo>
                    <a:pt x="413121" y="368260"/>
                  </a:moveTo>
                  <a:lnTo>
                    <a:pt x="415073" y="370212"/>
                  </a:lnTo>
                  <a:lnTo>
                    <a:pt x="416798" y="368487"/>
                  </a:lnTo>
                  <a:lnTo>
                    <a:pt x="414846" y="366535"/>
                  </a:lnTo>
                  <a:lnTo>
                    <a:pt x="413121" y="368260"/>
                  </a:lnTo>
                  <a:close/>
                  <a:moveTo>
                    <a:pt x="430375" y="349281"/>
                  </a:moveTo>
                  <a:lnTo>
                    <a:pt x="432327" y="351233"/>
                  </a:lnTo>
                  <a:lnTo>
                    <a:pt x="434052" y="349507"/>
                  </a:lnTo>
                  <a:lnTo>
                    <a:pt x="432100" y="347555"/>
                  </a:lnTo>
                  <a:lnTo>
                    <a:pt x="430375" y="349281"/>
                  </a:lnTo>
                  <a:close/>
                  <a:moveTo>
                    <a:pt x="508018" y="328802"/>
                  </a:moveTo>
                  <a:lnTo>
                    <a:pt x="509970" y="326850"/>
                  </a:lnTo>
                  <a:lnTo>
                    <a:pt x="508244" y="325125"/>
                  </a:lnTo>
                  <a:lnTo>
                    <a:pt x="506292" y="327077"/>
                  </a:lnTo>
                  <a:lnTo>
                    <a:pt x="508018" y="328802"/>
                  </a:lnTo>
                  <a:close/>
                  <a:moveTo>
                    <a:pt x="464883" y="311322"/>
                  </a:moveTo>
                  <a:lnTo>
                    <a:pt x="466835" y="313274"/>
                  </a:lnTo>
                  <a:lnTo>
                    <a:pt x="468560" y="311548"/>
                  </a:lnTo>
                  <a:lnTo>
                    <a:pt x="466608" y="309596"/>
                  </a:lnTo>
                  <a:lnTo>
                    <a:pt x="464883" y="311322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2076" name="Vector layer E1E1E1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426924" y="1762612"/>
                  </a:moveTo>
                  <a:lnTo>
                    <a:pt x="428876" y="1760660"/>
                  </a:lnTo>
                  <a:lnTo>
                    <a:pt x="427150" y="1758934"/>
                  </a:lnTo>
                  <a:lnTo>
                    <a:pt x="425198" y="1760887"/>
                  </a:lnTo>
                  <a:lnTo>
                    <a:pt x="426924" y="1762612"/>
                  </a:lnTo>
                  <a:close/>
                  <a:moveTo>
                    <a:pt x="1200880" y="1379977"/>
                  </a:moveTo>
                  <a:lnTo>
                    <a:pt x="1200880" y="1377216"/>
                  </a:lnTo>
                  <a:lnTo>
                    <a:pt x="1199155" y="1377216"/>
                  </a:lnTo>
                  <a:lnTo>
                    <a:pt x="1199155" y="1379977"/>
                  </a:lnTo>
                  <a:lnTo>
                    <a:pt x="1200880" y="1379977"/>
                  </a:lnTo>
                  <a:close/>
                  <a:moveTo>
                    <a:pt x="967951" y="1379977"/>
                  </a:moveTo>
                  <a:lnTo>
                    <a:pt x="967951" y="1377216"/>
                  </a:lnTo>
                  <a:lnTo>
                    <a:pt x="966225" y="1377216"/>
                  </a:lnTo>
                  <a:lnTo>
                    <a:pt x="966225" y="1379977"/>
                  </a:lnTo>
                  <a:lnTo>
                    <a:pt x="967951" y="1379977"/>
                  </a:lnTo>
                  <a:close/>
                  <a:moveTo>
                    <a:pt x="1200880" y="1369624"/>
                  </a:moveTo>
                  <a:lnTo>
                    <a:pt x="1200880" y="1366864"/>
                  </a:lnTo>
                  <a:lnTo>
                    <a:pt x="1199155" y="1366864"/>
                  </a:lnTo>
                  <a:lnTo>
                    <a:pt x="1199155" y="1369624"/>
                  </a:lnTo>
                  <a:lnTo>
                    <a:pt x="1200880" y="1369624"/>
                  </a:lnTo>
                  <a:close/>
                  <a:moveTo>
                    <a:pt x="997283" y="1367899"/>
                  </a:moveTo>
                  <a:lnTo>
                    <a:pt x="997283" y="1365138"/>
                  </a:lnTo>
                  <a:lnTo>
                    <a:pt x="995557" y="1365138"/>
                  </a:lnTo>
                  <a:lnTo>
                    <a:pt x="995557" y="1367899"/>
                  </a:lnTo>
                  <a:lnTo>
                    <a:pt x="997283" y="1367899"/>
                  </a:lnTo>
                  <a:close/>
                  <a:moveTo>
                    <a:pt x="1020058" y="1363068"/>
                  </a:moveTo>
                  <a:lnTo>
                    <a:pt x="1022819" y="1363068"/>
                  </a:lnTo>
                  <a:lnTo>
                    <a:pt x="1022819" y="1361343"/>
                  </a:lnTo>
                  <a:lnTo>
                    <a:pt x="1020058" y="1361343"/>
                  </a:lnTo>
                  <a:lnTo>
                    <a:pt x="1020058" y="1363068"/>
                  </a:lnTo>
                  <a:close/>
                  <a:moveTo>
                    <a:pt x="1561834" y="1009360"/>
                  </a:moveTo>
                  <a:lnTo>
                    <a:pt x="1564595" y="1009360"/>
                  </a:lnTo>
                  <a:lnTo>
                    <a:pt x="1564595" y="1007635"/>
                  </a:lnTo>
                  <a:lnTo>
                    <a:pt x="1561834" y="1007635"/>
                  </a:lnTo>
                  <a:lnTo>
                    <a:pt x="1561834" y="1009360"/>
                  </a:lnTo>
                  <a:close/>
                  <a:moveTo>
                    <a:pt x="1779639" y="929243"/>
                  </a:moveTo>
                  <a:lnTo>
                    <a:pt x="1781591" y="927290"/>
                  </a:lnTo>
                  <a:lnTo>
                    <a:pt x="1779866" y="925565"/>
                  </a:lnTo>
                  <a:lnTo>
                    <a:pt x="1777914" y="927517"/>
                  </a:lnTo>
                  <a:lnTo>
                    <a:pt x="1779639" y="929243"/>
                  </a:lnTo>
                  <a:close/>
                  <a:moveTo>
                    <a:pt x="1777914" y="894508"/>
                  </a:moveTo>
                  <a:lnTo>
                    <a:pt x="1779866" y="896460"/>
                  </a:lnTo>
                  <a:lnTo>
                    <a:pt x="1781591" y="894734"/>
                  </a:lnTo>
                  <a:lnTo>
                    <a:pt x="1779639" y="892782"/>
                  </a:lnTo>
                  <a:lnTo>
                    <a:pt x="1777914" y="894508"/>
                  </a:lnTo>
                  <a:close/>
                  <a:moveTo>
                    <a:pt x="1777914" y="868853"/>
                  </a:moveTo>
                  <a:lnTo>
                    <a:pt x="1779866" y="866901"/>
                  </a:lnTo>
                  <a:lnTo>
                    <a:pt x="1778141" y="865176"/>
                  </a:lnTo>
                  <a:lnTo>
                    <a:pt x="1776188" y="867128"/>
                  </a:lnTo>
                  <a:lnTo>
                    <a:pt x="1777914" y="868853"/>
                  </a:lnTo>
                  <a:close/>
                  <a:moveTo>
                    <a:pt x="1810697" y="836071"/>
                  </a:moveTo>
                  <a:lnTo>
                    <a:pt x="1812649" y="834119"/>
                  </a:lnTo>
                  <a:lnTo>
                    <a:pt x="1810923" y="832393"/>
                  </a:lnTo>
                  <a:lnTo>
                    <a:pt x="1808971" y="834345"/>
                  </a:lnTo>
                  <a:lnTo>
                    <a:pt x="1810697" y="836071"/>
                  </a:lnTo>
                  <a:close/>
                  <a:moveTo>
                    <a:pt x="1810697" y="808238"/>
                  </a:moveTo>
                  <a:lnTo>
                    <a:pt x="1812649" y="810190"/>
                  </a:lnTo>
                  <a:lnTo>
                    <a:pt x="1814374" y="808464"/>
                  </a:lnTo>
                  <a:lnTo>
                    <a:pt x="1812422" y="806512"/>
                  </a:lnTo>
                  <a:lnTo>
                    <a:pt x="1810697" y="808238"/>
                  </a:lnTo>
                  <a:close/>
                  <a:moveTo>
                    <a:pt x="1808971" y="754750"/>
                  </a:moveTo>
                  <a:lnTo>
                    <a:pt x="1810923" y="756702"/>
                  </a:lnTo>
                  <a:lnTo>
                    <a:pt x="1812649" y="754977"/>
                  </a:lnTo>
                  <a:lnTo>
                    <a:pt x="1810697" y="753025"/>
                  </a:lnTo>
                  <a:lnTo>
                    <a:pt x="1808971" y="754750"/>
                  </a:lnTo>
                  <a:close/>
                  <a:moveTo>
                    <a:pt x="1789992" y="649727"/>
                  </a:moveTo>
                  <a:lnTo>
                    <a:pt x="1791944" y="647775"/>
                  </a:lnTo>
                  <a:lnTo>
                    <a:pt x="1790218" y="646050"/>
                  </a:lnTo>
                  <a:lnTo>
                    <a:pt x="1788266" y="648002"/>
                  </a:lnTo>
                  <a:lnTo>
                    <a:pt x="1789992" y="649727"/>
                  </a:lnTo>
                  <a:close/>
                  <a:moveTo>
                    <a:pt x="1803795" y="635924"/>
                  </a:moveTo>
                  <a:lnTo>
                    <a:pt x="1805747" y="633972"/>
                  </a:lnTo>
                  <a:lnTo>
                    <a:pt x="1804022" y="632247"/>
                  </a:lnTo>
                  <a:lnTo>
                    <a:pt x="1802069" y="634199"/>
                  </a:lnTo>
                  <a:lnTo>
                    <a:pt x="1803795" y="635924"/>
                  </a:lnTo>
                  <a:close/>
                  <a:moveTo>
                    <a:pt x="332027" y="497892"/>
                  </a:moveTo>
                  <a:lnTo>
                    <a:pt x="333979" y="495940"/>
                  </a:lnTo>
                  <a:lnTo>
                    <a:pt x="332253" y="494214"/>
                  </a:lnTo>
                  <a:lnTo>
                    <a:pt x="330301" y="496167"/>
                  </a:lnTo>
                  <a:lnTo>
                    <a:pt x="332027" y="497892"/>
                  </a:lnTo>
                  <a:close/>
                  <a:moveTo>
                    <a:pt x="577034" y="447855"/>
                  </a:moveTo>
                  <a:lnTo>
                    <a:pt x="578986" y="445903"/>
                  </a:lnTo>
                  <a:lnTo>
                    <a:pt x="577260" y="444178"/>
                  </a:lnTo>
                  <a:lnTo>
                    <a:pt x="575308" y="446130"/>
                  </a:lnTo>
                  <a:lnTo>
                    <a:pt x="577034" y="447855"/>
                  </a:lnTo>
                  <a:close/>
                  <a:moveTo>
                    <a:pt x="638744" y="419273"/>
                  </a:moveTo>
                  <a:lnTo>
                    <a:pt x="641505" y="419273"/>
                  </a:lnTo>
                  <a:lnTo>
                    <a:pt x="641505" y="414097"/>
                  </a:lnTo>
                  <a:lnTo>
                    <a:pt x="638744" y="414097"/>
                  </a:lnTo>
                  <a:lnTo>
                    <a:pt x="638744" y="419273"/>
                  </a:lnTo>
                  <a:close/>
                  <a:moveTo>
                    <a:pt x="488289" y="328053"/>
                  </a:moveTo>
                  <a:lnTo>
                    <a:pt x="490586" y="325756"/>
                  </a:lnTo>
                  <a:lnTo>
                    <a:pt x="491740" y="325756"/>
                  </a:lnTo>
                  <a:lnTo>
                    <a:pt x="491740" y="322995"/>
                  </a:lnTo>
                  <a:lnTo>
                    <a:pt x="489443" y="322995"/>
                  </a:lnTo>
                  <a:lnTo>
                    <a:pt x="488289" y="324149"/>
                  </a:lnTo>
                  <a:lnTo>
                    <a:pt x="487540" y="323400"/>
                  </a:lnTo>
                  <a:lnTo>
                    <a:pt x="485587" y="325352"/>
                  </a:lnTo>
                  <a:lnTo>
                    <a:pt x="488289" y="328053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2077" name="Vector layer DCDCDC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944140" y="1347539"/>
                  </a:moveTo>
                  <a:lnTo>
                    <a:pt x="946901" y="1347539"/>
                  </a:lnTo>
                  <a:lnTo>
                    <a:pt x="946901" y="1345814"/>
                  </a:lnTo>
                  <a:lnTo>
                    <a:pt x="944140" y="1345814"/>
                  </a:lnTo>
                  <a:lnTo>
                    <a:pt x="944140" y="1347539"/>
                  </a:lnTo>
                  <a:close/>
                  <a:moveTo>
                    <a:pt x="942415" y="1330285"/>
                  </a:moveTo>
                  <a:lnTo>
                    <a:pt x="945175" y="1330285"/>
                  </a:lnTo>
                  <a:lnTo>
                    <a:pt x="945175" y="1328560"/>
                  </a:lnTo>
                  <a:lnTo>
                    <a:pt x="942415" y="1328560"/>
                  </a:lnTo>
                  <a:lnTo>
                    <a:pt x="942415" y="1330285"/>
                  </a:lnTo>
                  <a:close/>
                  <a:moveTo>
                    <a:pt x="933788" y="1323384"/>
                  </a:moveTo>
                  <a:lnTo>
                    <a:pt x="936548" y="1323384"/>
                  </a:lnTo>
                  <a:lnTo>
                    <a:pt x="936548" y="1321658"/>
                  </a:lnTo>
                  <a:lnTo>
                    <a:pt x="933788" y="1321658"/>
                  </a:lnTo>
                  <a:lnTo>
                    <a:pt x="933788" y="1323384"/>
                  </a:lnTo>
                  <a:close/>
                  <a:moveTo>
                    <a:pt x="1196049" y="1292326"/>
                  </a:moveTo>
                  <a:lnTo>
                    <a:pt x="1198810" y="1292326"/>
                  </a:lnTo>
                  <a:lnTo>
                    <a:pt x="1198810" y="1288876"/>
                  </a:lnTo>
                  <a:lnTo>
                    <a:pt x="1196049" y="1288876"/>
                  </a:lnTo>
                  <a:lnTo>
                    <a:pt x="1196049" y="1292326"/>
                  </a:lnTo>
                  <a:close/>
                  <a:moveTo>
                    <a:pt x="930337" y="1290601"/>
                  </a:moveTo>
                  <a:lnTo>
                    <a:pt x="933098" y="1290601"/>
                  </a:lnTo>
                  <a:lnTo>
                    <a:pt x="933098" y="1288876"/>
                  </a:lnTo>
                  <a:lnTo>
                    <a:pt x="930337" y="1288876"/>
                  </a:lnTo>
                  <a:lnTo>
                    <a:pt x="930337" y="1290601"/>
                  </a:lnTo>
                  <a:close/>
                  <a:moveTo>
                    <a:pt x="937239" y="1281974"/>
                  </a:moveTo>
                  <a:lnTo>
                    <a:pt x="939999" y="1281974"/>
                  </a:lnTo>
                  <a:lnTo>
                    <a:pt x="939999" y="1280249"/>
                  </a:lnTo>
                  <a:lnTo>
                    <a:pt x="937239" y="1280249"/>
                  </a:lnTo>
                  <a:lnTo>
                    <a:pt x="937239" y="1281974"/>
                  </a:lnTo>
                  <a:close/>
                  <a:moveTo>
                    <a:pt x="926886" y="1257818"/>
                  </a:moveTo>
                  <a:lnTo>
                    <a:pt x="929647" y="1257818"/>
                  </a:lnTo>
                  <a:lnTo>
                    <a:pt x="929647" y="1256093"/>
                  </a:lnTo>
                  <a:lnTo>
                    <a:pt x="926886" y="1256093"/>
                  </a:lnTo>
                  <a:lnTo>
                    <a:pt x="926886" y="1257818"/>
                  </a:lnTo>
                  <a:close/>
                  <a:moveTo>
                    <a:pt x="933788" y="1249191"/>
                  </a:moveTo>
                  <a:lnTo>
                    <a:pt x="936548" y="1249191"/>
                  </a:lnTo>
                  <a:lnTo>
                    <a:pt x="936548" y="1247466"/>
                  </a:lnTo>
                  <a:lnTo>
                    <a:pt x="933788" y="1247466"/>
                  </a:lnTo>
                  <a:lnTo>
                    <a:pt x="933788" y="1249191"/>
                  </a:lnTo>
                  <a:close/>
                  <a:moveTo>
                    <a:pt x="923435" y="1225036"/>
                  </a:moveTo>
                  <a:lnTo>
                    <a:pt x="926196" y="1225036"/>
                  </a:lnTo>
                  <a:lnTo>
                    <a:pt x="926196" y="1223310"/>
                  </a:lnTo>
                  <a:lnTo>
                    <a:pt x="923435" y="1223310"/>
                  </a:lnTo>
                  <a:lnTo>
                    <a:pt x="923435" y="1225036"/>
                  </a:lnTo>
                  <a:close/>
                  <a:moveTo>
                    <a:pt x="930337" y="1216409"/>
                  </a:moveTo>
                  <a:lnTo>
                    <a:pt x="933098" y="1216409"/>
                  </a:lnTo>
                  <a:lnTo>
                    <a:pt x="933098" y="1214683"/>
                  </a:lnTo>
                  <a:lnTo>
                    <a:pt x="930337" y="1214683"/>
                  </a:lnTo>
                  <a:lnTo>
                    <a:pt x="930337" y="1216409"/>
                  </a:lnTo>
                  <a:close/>
                  <a:moveTo>
                    <a:pt x="921710" y="1209507"/>
                  </a:moveTo>
                  <a:lnTo>
                    <a:pt x="924471" y="1209507"/>
                  </a:lnTo>
                  <a:lnTo>
                    <a:pt x="924471" y="1207782"/>
                  </a:lnTo>
                  <a:lnTo>
                    <a:pt x="921710" y="1207782"/>
                  </a:lnTo>
                  <a:lnTo>
                    <a:pt x="921710" y="1209507"/>
                  </a:lnTo>
                  <a:close/>
                  <a:moveTo>
                    <a:pt x="928612" y="1200880"/>
                  </a:moveTo>
                  <a:lnTo>
                    <a:pt x="931372" y="1200880"/>
                  </a:lnTo>
                  <a:lnTo>
                    <a:pt x="931372" y="1199155"/>
                  </a:lnTo>
                  <a:lnTo>
                    <a:pt x="928612" y="1199155"/>
                  </a:lnTo>
                  <a:lnTo>
                    <a:pt x="928612" y="1200880"/>
                  </a:lnTo>
                  <a:close/>
                  <a:moveTo>
                    <a:pt x="1811673" y="1186732"/>
                  </a:moveTo>
                  <a:lnTo>
                    <a:pt x="1811673" y="1183971"/>
                  </a:lnTo>
                  <a:lnTo>
                    <a:pt x="1804771" y="1183971"/>
                  </a:lnTo>
                  <a:lnTo>
                    <a:pt x="1804771" y="1186732"/>
                  </a:lnTo>
                  <a:lnTo>
                    <a:pt x="1811673" y="1186732"/>
                  </a:lnTo>
                  <a:close/>
                  <a:moveTo>
                    <a:pt x="1771988" y="1186732"/>
                  </a:moveTo>
                  <a:lnTo>
                    <a:pt x="1771988" y="1183971"/>
                  </a:lnTo>
                  <a:lnTo>
                    <a:pt x="1765087" y="1183971"/>
                  </a:lnTo>
                  <a:lnTo>
                    <a:pt x="1765087" y="1186732"/>
                  </a:lnTo>
                  <a:lnTo>
                    <a:pt x="1771988" y="1186732"/>
                  </a:lnTo>
                  <a:close/>
                  <a:moveTo>
                    <a:pt x="926886" y="1183626"/>
                  </a:moveTo>
                  <a:lnTo>
                    <a:pt x="929647" y="1183626"/>
                  </a:lnTo>
                  <a:lnTo>
                    <a:pt x="929647" y="1181901"/>
                  </a:lnTo>
                  <a:lnTo>
                    <a:pt x="926886" y="1181901"/>
                  </a:lnTo>
                  <a:lnTo>
                    <a:pt x="926886" y="1183626"/>
                  </a:lnTo>
                  <a:close/>
                  <a:moveTo>
                    <a:pt x="918259" y="1176724"/>
                  </a:moveTo>
                  <a:lnTo>
                    <a:pt x="921020" y="1176724"/>
                  </a:lnTo>
                  <a:lnTo>
                    <a:pt x="921020" y="1174999"/>
                  </a:lnTo>
                  <a:lnTo>
                    <a:pt x="918259" y="1174999"/>
                  </a:lnTo>
                  <a:lnTo>
                    <a:pt x="918259" y="1176724"/>
                  </a:lnTo>
                  <a:close/>
                  <a:moveTo>
                    <a:pt x="925161" y="1168097"/>
                  </a:moveTo>
                  <a:lnTo>
                    <a:pt x="927921" y="1168097"/>
                  </a:lnTo>
                  <a:lnTo>
                    <a:pt x="927921" y="1166372"/>
                  </a:lnTo>
                  <a:lnTo>
                    <a:pt x="925161" y="1166372"/>
                  </a:lnTo>
                  <a:lnTo>
                    <a:pt x="925161" y="1168097"/>
                  </a:lnTo>
                  <a:close/>
                  <a:moveTo>
                    <a:pt x="923435" y="1150843"/>
                  </a:moveTo>
                  <a:lnTo>
                    <a:pt x="926196" y="1150843"/>
                  </a:lnTo>
                  <a:lnTo>
                    <a:pt x="926196" y="1149118"/>
                  </a:lnTo>
                  <a:lnTo>
                    <a:pt x="923435" y="1149118"/>
                  </a:lnTo>
                  <a:lnTo>
                    <a:pt x="923435" y="1150843"/>
                  </a:lnTo>
                  <a:close/>
                  <a:moveTo>
                    <a:pt x="914808" y="1143942"/>
                  </a:moveTo>
                  <a:lnTo>
                    <a:pt x="917569" y="1143942"/>
                  </a:lnTo>
                  <a:lnTo>
                    <a:pt x="917569" y="1142216"/>
                  </a:lnTo>
                  <a:lnTo>
                    <a:pt x="914808" y="1142216"/>
                  </a:lnTo>
                  <a:lnTo>
                    <a:pt x="914808" y="1143942"/>
                  </a:lnTo>
                  <a:close/>
                  <a:moveTo>
                    <a:pt x="921710" y="1135315"/>
                  </a:moveTo>
                  <a:lnTo>
                    <a:pt x="924471" y="1135315"/>
                  </a:lnTo>
                  <a:lnTo>
                    <a:pt x="924471" y="1133589"/>
                  </a:lnTo>
                  <a:lnTo>
                    <a:pt x="921710" y="1133589"/>
                  </a:lnTo>
                  <a:lnTo>
                    <a:pt x="921710" y="1135315"/>
                  </a:lnTo>
                  <a:close/>
                  <a:moveTo>
                    <a:pt x="911358" y="1111159"/>
                  </a:moveTo>
                  <a:lnTo>
                    <a:pt x="914118" y="1111159"/>
                  </a:lnTo>
                  <a:lnTo>
                    <a:pt x="914118" y="1109434"/>
                  </a:lnTo>
                  <a:lnTo>
                    <a:pt x="911358" y="1109434"/>
                  </a:lnTo>
                  <a:lnTo>
                    <a:pt x="911358" y="1111159"/>
                  </a:lnTo>
                  <a:close/>
                  <a:moveTo>
                    <a:pt x="918259" y="1102532"/>
                  </a:moveTo>
                  <a:lnTo>
                    <a:pt x="921020" y="1102532"/>
                  </a:lnTo>
                  <a:lnTo>
                    <a:pt x="921020" y="1100807"/>
                  </a:lnTo>
                  <a:lnTo>
                    <a:pt x="918259" y="1100807"/>
                  </a:lnTo>
                  <a:lnTo>
                    <a:pt x="918259" y="1102532"/>
                  </a:lnTo>
                  <a:close/>
                  <a:moveTo>
                    <a:pt x="907907" y="1078377"/>
                  </a:moveTo>
                  <a:lnTo>
                    <a:pt x="910667" y="1078377"/>
                  </a:lnTo>
                  <a:lnTo>
                    <a:pt x="910667" y="1076651"/>
                  </a:lnTo>
                  <a:lnTo>
                    <a:pt x="907907" y="1076651"/>
                  </a:lnTo>
                  <a:lnTo>
                    <a:pt x="907907" y="1078377"/>
                  </a:lnTo>
                  <a:close/>
                  <a:moveTo>
                    <a:pt x="914808" y="1069749"/>
                  </a:moveTo>
                  <a:lnTo>
                    <a:pt x="917569" y="1069749"/>
                  </a:lnTo>
                  <a:lnTo>
                    <a:pt x="917569" y="1068024"/>
                  </a:lnTo>
                  <a:lnTo>
                    <a:pt x="914808" y="1068024"/>
                  </a:lnTo>
                  <a:lnTo>
                    <a:pt x="914808" y="1069749"/>
                  </a:lnTo>
                  <a:close/>
                  <a:moveTo>
                    <a:pt x="157012" y="1053876"/>
                  </a:moveTo>
                  <a:lnTo>
                    <a:pt x="157012" y="1051115"/>
                  </a:lnTo>
                  <a:lnTo>
                    <a:pt x="153561" y="1051115"/>
                  </a:lnTo>
                  <a:lnTo>
                    <a:pt x="153561" y="1053876"/>
                  </a:lnTo>
                  <a:lnTo>
                    <a:pt x="157012" y="1053876"/>
                  </a:lnTo>
                  <a:close/>
                  <a:moveTo>
                    <a:pt x="904456" y="1045594"/>
                  </a:moveTo>
                  <a:lnTo>
                    <a:pt x="907217" y="1045594"/>
                  </a:lnTo>
                  <a:lnTo>
                    <a:pt x="907217" y="1043868"/>
                  </a:lnTo>
                  <a:lnTo>
                    <a:pt x="904456" y="1043868"/>
                  </a:lnTo>
                  <a:lnTo>
                    <a:pt x="904456" y="1045594"/>
                  </a:lnTo>
                  <a:close/>
                  <a:moveTo>
                    <a:pt x="911358" y="1036967"/>
                  </a:moveTo>
                  <a:lnTo>
                    <a:pt x="914118" y="1036967"/>
                  </a:lnTo>
                  <a:lnTo>
                    <a:pt x="914118" y="1035241"/>
                  </a:lnTo>
                  <a:lnTo>
                    <a:pt x="911358" y="1035241"/>
                  </a:lnTo>
                  <a:lnTo>
                    <a:pt x="911358" y="1036967"/>
                  </a:lnTo>
                  <a:close/>
                  <a:moveTo>
                    <a:pt x="1526981" y="1009015"/>
                  </a:moveTo>
                  <a:lnTo>
                    <a:pt x="1526981" y="1006255"/>
                  </a:lnTo>
                  <a:lnTo>
                    <a:pt x="1523530" y="1006255"/>
                  </a:lnTo>
                  <a:lnTo>
                    <a:pt x="1523530" y="1009015"/>
                  </a:lnTo>
                  <a:lnTo>
                    <a:pt x="1526981" y="1009015"/>
                  </a:lnTo>
                  <a:close/>
                  <a:moveTo>
                    <a:pt x="1501100" y="1007290"/>
                  </a:moveTo>
                  <a:lnTo>
                    <a:pt x="1501100" y="1004529"/>
                  </a:lnTo>
                  <a:lnTo>
                    <a:pt x="1499375" y="1004529"/>
                  </a:lnTo>
                  <a:lnTo>
                    <a:pt x="1499375" y="1007290"/>
                  </a:lnTo>
                  <a:lnTo>
                    <a:pt x="1501100" y="1007290"/>
                  </a:lnTo>
                  <a:close/>
                  <a:moveTo>
                    <a:pt x="1483846" y="1005565"/>
                  </a:moveTo>
                  <a:lnTo>
                    <a:pt x="1483846" y="1002804"/>
                  </a:lnTo>
                  <a:lnTo>
                    <a:pt x="1482121" y="1002804"/>
                  </a:lnTo>
                  <a:lnTo>
                    <a:pt x="1482121" y="1005565"/>
                  </a:lnTo>
                  <a:lnTo>
                    <a:pt x="1483846" y="1005565"/>
                  </a:lnTo>
                  <a:close/>
                  <a:moveTo>
                    <a:pt x="1518354" y="1003839"/>
                  </a:moveTo>
                  <a:lnTo>
                    <a:pt x="1518354" y="1001078"/>
                  </a:lnTo>
                  <a:lnTo>
                    <a:pt x="1516629" y="1001078"/>
                  </a:lnTo>
                  <a:lnTo>
                    <a:pt x="1516629" y="1003839"/>
                  </a:lnTo>
                  <a:lnTo>
                    <a:pt x="1518354" y="1003839"/>
                  </a:lnTo>
                  <a:close/>
                  <a:moveTo>
                    <a:pt x="1501100" y="1002114"/>
                  </a:moveTo>
                  <a:lnTo>
                    <a:pt x="1501100" y="999353"/>
                  </a:lnTo>
                  <a:lnTo>
                    <a:pt x="1499375" y="999353"/>
                  </a:lnTo>
                  <a:lnTo>
                    <a:pt x="1499375" y="1002114"/>
                  </a:lnTo>
                  <a:lnTo>
                    <a:pt x="1501100" y="1002114"/>
                  </a:lnTo>
                  <a:close/>
                  <a:moveTo>
                    <a:pt x="1483846" y="1000388"/>
                  </a:moveTo>
                  <a:lnTo>
                    <a:pt x="1483846" y="997628"/>
                  </a:lnTo>
                  <a:lnTo>
                    <a:pt x="1482121" y="997628"/>
                  </a:lnTo>
                  <a:lnTo>
                    <a:pt x="1482121" y="1000388"/>
                  </a:lnTo>
                  <a:lnTo>
                    <a:pt x="1483846" y="1000388"/>
                  </a:lnTo>
                  <a:close/>
                  <a:moveTo>
                    <a:pt x="1433809" y="1000388"/>
                  </a:moveTo>
                  <a:lnTo>
                    <a:pt x="1433809" y="997628"/>
                  </a:lnTo>
                  <a:lnTo>
                    <a:pt x="1432084" y="997628"/>
                  </a:lnTo>
                  <a:lnTo>
                    <a:pt x="1432084" y="1000388"/>
                  </a:lnTo>
                  <a:lnTo>
                    <a:pt x="1433809" y="1000388"/>
                  </a:lnTo>
                  <a:close/>
                  <a:moveTo>
                    <a:pt x="1466592" y="998663"/>
                  </a:moveTo>
                  <a:lnTo>
                    <a:pt x="1466592" y="995902"/>
                  </a:lnTo>
                  <a:lnTo>
                    <a:pt x="1464867" y="995902"/>
                  </a:lnTo>
                  <a:lnTo>
                    <a:pt x="1464867" y="998663"/>
                  </a:lnTo>
                  <a:lnTo>
                    <a:pt x="1466592" y="998663"/>
                  </a:lnTo>
                  <a:close/>
                  <a:moveTo>
                    <a:pt x="1416555" y="998663"/>
                  </a:moveTo>
                  <a:lnTo>
                    <a:pt x="1416555" y="995902"/>
                  </a:lnTo>
                  <a:lnTo>
                    <a:pt x="1414830" y="995902"/>
                  </a:lnTo>
                  <a:lnTo>
                    <a:pt x="1414830" y="998663"/>
                  </a:lnTo>
                  <a:lnTo>
                    <a:pt x="1416555" y="998663"/>
                  </a:lnTo>
                  <a:close/>
                  <a:moveTo>
                    <a:pt x="1399301" y="996938"/>
                  </a:moveTo>
                  <a:lnTo>
                    <a:pt x="1399301" y="994177"/>
                  </a:lnTo>
                  <a:lnTo>
                    <a:pt x="1397576" y="994177"/>
                  </a:lnTo>
                  <a:lnTo>
                    <a:pt x="1397576" y="996938"/>
                  </a:lnTo>
                  <a:lnTo>
                    <a:pt x="1399301" y="996938"/>
                  </a:lnTo>
                  <a:close/>
                  <a:moveTo>
                    <a:pt x="899280" y="997283"/>
                  </a:moveTo>
                  <a:lnTo>
                    <a:pt x="902040" y="997283"/>
                  </a:lnTo>
                  <a:lnTo>
                    <a:pt x="902040" y="995557"/>
                  </a:lnTo>
                  <a:lnTo>
                    <a:pt x="899280" y="995557"/>
                  </a:lnTo>
                  <a:lnTo>
                    <a:pt x="899280" y="997283"/>
                  </a:lnTo>
                  <a:close/>
                  <a:moveTo>
                    <a:pt x="1382047" y="995212"/>
                  </a:moveTo>
                  <a:lnTo>
                    <a:pt x="1382047" y="992451"/>
                  </a:lnTo>
                  <a:lnTo>
                    <a:pt x="1380322" y="992451"/>
                  </a:lnTo>
                  <a:lnTo>
                    <a:pt x="1380322" y="995212"/>
                  </a:lnTo>
                  <a:lnTo>
                    <a:pt x="1382047" y="995212"/>
                  </a:lnTo>
                  <a:close/>
                  <a:moveTo>
                    <a:pt x="1416555" y="993487"/>
                  </a:moveTo>
                  <a:lnTo>
                    <a:pt x="1416555" y="990726"/>
                  </a:lnTo>
                  <a:lnTo>
                    <a:pt x="1414830" y="990726"/>
                  </a:lnTo>
                  <a:lnTo>
                    <a:pt x="1414830" y="993487"/>
                  </a:lnTo>
                  <a:lnTo>
                    <a:pt x="1416555" y="993487"/>
                  </a:lnTo>
                  <a:close/>
                  <a:moveTo>
                    <a:pt x="1399301" y="991761"/>
                  </a:moveTo>
                  <a:lnTo>
                    <a:pt x="1399301" y="989001"/>
                  </a:lnTo>
                  <a:lnTo>
                    <a:pt x="1397576" y="989001"/>
                  </a:lnTo>
                  <a:lnTo>
                    <a:pt x="1397576" y="991761"/>
                  </a:lnTo>
                  <a:lnTo>
                    <a:pt x="1399301" y="991761"/>
                  </a:lnTo>
                  <a:close/>
                  <a:moveTo>
                    <a:pt x="1382047" y="990036"/>
                  </a:moveTo>
                  <a:lnTo>
                    <a:pt x="1382047" y="987275"/>
                  </a:lnTo>
                  <a:lnTo>
                    <a:pt x="1380322" y="987275"/>
                  </a:lnTo>
                  <a:lnTo>
                    <a:pt x="1380322" y="990036"/>
                  </a:lnTo>
                  <a:lnTo>
                    <a:pt x="1382047" y="990036"/>
                  </a:lnTo>
                  <a:close/>
                  <a:moveTo>
                    <a:pt x="1332011" y="990036"/>
                  </a:moveTo>
                  <a:lnTo>
                    <a:pt x="1332011" y="987275"/>
                  </a:lnTo>
                  <a:lnTo>
                    <a:pt x="1330285" y="987275"/>
                  </a:lnTo>
                  <a:lnTo>
                    <a:pt x="1330285" y="990036"/>
                  </a:lnTo>
                  <a:lnTo>
                    <a:pt x="1332011" y="990036"/>
                  </a:lnTo>
                  <a:close/>
                  <a:moveTo>
                    <a:pt x="1364793" y="988311"/>
                  </a:moveTo>
                  <a:lnTo>
                    <a:pt x="1364793" y="985550"/>
                  </a:lnTo>
                  <a:lnTo>
                    <a:pt x="1363068" y="985550"/>
                  </a:lnTo>
                  <a:lnTo>
                    <a:pt x="1363068" y="988311"/>
                  </a:lnTo>
                  <a:lnTo>
                    <a:pt x="1364793" y="988311"/>
                  </a:lnTo>
                  <a:close/>
                  <a:moveTo>
                    <a:pt x="1314757" y="988311"/>
                  </a:moveTo>
                  <a:lnTo>
                    <a:pt x="1314757" y="985550"/>
                  </a:lnTo>
                  <a:lnTo>
                    <a:pt x="1313031" y="985550"/>
                  </a:lnTo>
                  <a:lnTo>
                    <a:pt x="1313031" y="988311"/>
                  </a:lnTo>
                  <a:lnTo>
                    <a:pt x="1314757" y="988311"/>
                  </a:lnTo>
                  <a:close/>
                  <a:moveTo>
                    <a:pt x="906181" y="988656"/>
                  </a:moveTo>
                  <a:lnTo>
                    <a:pt x="908942" y="988656"/>
                  </a:lnTo>
                  <a:lnTo>
                    <a:pt x="908942" y="986930"/>
                  </a:lnTo>
                  <a:lnTo>
                    <a:pt x="906181" y="986930"/>
                  </a:lnTo>
                  <a:lnTo>
                    <a:pt x="906181" y="988656"/>
                  </a:lnTo>
                  <a:close/>
                  <a:moveTo>
                    <a:pt x="1347539" y="986585"/>
                  </a:moveTo>
                  <a:lnTo>
                    <a:pt x="1347539" y="983824"/>
                  </a:lnTo>
                  <a:lnTo>
                    <a:pt x="1345814" y="983824"/>
                  </a:lnTo>
                  <a:lnTo>
                    <a:pt x="1345814" y="986585"/>
                  </a:lnTo>
                  <a:lnTo>
                    <a:pt x="1347539" y="986585"/>
                  </a:lnTo>
                  <a:close/>
                  <a:moveTo>
                    <a:pt x="1297503" y="986585"/>
                  </a:moveTo>
                  <a:lnTo>
                    <a:pt x="1297503" y="983824"/>
                  </a:lnTo>
                  <a:lnTo>
                    <a:pt x="1295777" y="983824"/>
                  </a:lnTo>
                  <a:lnTo>
                    <a:pt x="1295777" y="986585"/>
                  </a:lnTo>
                  <a:lnTo>
                    <a:pt x="1297503" y="986585"/>
                  </a:lnTo>
                  <a:close/>
                  <a:moveTo>
                    <a:pt x="1280249" y="984860"/>
                  </a:moveTo>
                  <a:lnTo>
                    <a:pt x="1280249" y="982099"/>
                  </a:lnTo>
                  <a:lnTo>
                    <a:pt x="1278523" y="982099"/>
                  </a:lnTo>
                  <a:lnTo>
                    <a:pt x="1278523" y="984860"/>
                  </a:lnTo>
                  <a:lnTo>
                    <a:pt x="1280249" y="984860"/>
                  </a:lnTo>
                  <a:close/>
                  <a:moveTo>
                    <a:pt x="1314757" y="983134"/>
                  </a:moveTo>
                  <a:lnTo>
                    <a:pt x="1314757" y="980374"/>
                  </a:lnTo>
                  <a:lnTo>
                    <a:pt x="1313031" y="980374"/>
                  </a:lnTo>
                  <a:lnTo>
                    <a:pt x="1313031" y="983134"/>
                  </a:lnTo>
                  <a:lnTo>
                    <a:pt x="1314757" y="983134"/>
                  </a:lnTo>
                  <a:close/>
                  <a:moveTo>
                    <a:pt x="1297503" y="981409"/>
                  </a:moveTo>
                  <a:lnTo>
                    <a:pt x="1297503" y="978648"/>
                  </a:lnTo>
                  <a:lnTo>
                    <a:pt x="1295777" y="978648"/>
                  </a:lnTo>
                  <a:lnTo>
                    <a:pt x="1295777" y="981409"/>
                  </a:lnTo>
                  <a:lnTo>
                    <a:pt x="1297503" y="981409"/>
                  </a:lnTo>
                  <a:close/>
                  <a:moveTo>
                    <a:pt x="1247466" y="981409"/>
                  </a:moveTo>
                  <a:lnTo>
                    <a:pt x="1247466" y="978648"/>
                  </a:lnTo>
                  <a:lnTo>
                    <a:pt x="1245741" y="978648"/>
                  </a:lnTo>
                  <a:lnTo>
                    <a:pt x="1245741" y="981409"/>
                  </a:lnTo>
                  <a:lnTo>
                    <a:pt x="1247466" y="981409"/>
                  </a:lnTo>
                  <a:close/>
                  <a:moveTo>
                    <a:pt x="1280249" y="979683"/>
                  </a:moveTo>
                  <a:lnTo>
                    <a:pt x="1280249" y="976923"/>
                  </a:lnTo>
                  <a:lnTo>
                    <a:pt x="1278523" y="976923"/>
                  </a:lnTo>
                  <a:lnTo>
                    <a:pt x="1278523" y="979683"/>
                  </a:lnTo>
                  <a:lnTo>
                    <a:pt x="1280249" y="979683"/>
                  </a:lnTo>
                  <a:close/>
                  <a:moveTo>
                    <a:pt x="1230212" y="979683"/>
                  </a:moveTo>
                  <a:lnTo>
                    <a:pt x="1230212" y="976923"/>
                  </a:lnTo>
                  <a:lnTo>
                    <a:pt x="1228487" y="976923"/>
                  </a:lnTo>
                  <a:lnTo>
                    <a:pt x="1228487" y="979683"/>
                  </a:lnTo>
                  <a:lnTo>
                    <a:pt x="1230212" y="979683"/>
                  </a:lnTo>
                  <a:close/>
                  <a:moveTo>
                    <a:pt x="1262995" y="977958"/>
                  </a:moveTo>
                  <a:lnTo>
                    <a:pt x="1262995" y="975197"/>
                  </a:lnTo>
                  <a:lnTo>
                    <a:pt x="1261269" y="975197"/>
                  </a:lnTo>
                  <a:lnTo>
                    <a:pt x="1261269" y="977958"/>
                  </a:lnTo>
                  <a:lnTo>
                    <a:pt x="1262995" y="977958"/>
                  </a:lnTo>
                  <a:close/>
                  <a:moveTo>
                    <a:pt x="1212958" y="977958"/>
                  </a:moveTo>
                  <a:lnTo>
                    <a:pt x="1212958" y="975197"/>
                  </a:lnTo>
                  <a:lnTo>
                    <a:pt x="1211232" y="975197"/>
                  </a:lnTo>
                  <a:lnTo>
                    <a:pt x="1211232" y="977958"/>
                  </a:lnTo>
                  <a:lnTo>
                    <a:pt x="1212958" y="977958"/>
                  </a:lnTo>
                  <a:close/>
                  <a:moveTo>
                    <a:pt x="1195704" y="976233"/>
                  </a:moveTo>
                  <a:lnTo>
                    <a:pt x="1195704" y="973472"/>
                  </a:lnTo>
                  <a:lnTo>
                    <a:pt x="1193978" y="973472"/>
                  </a:lnTo>
                  <a:lnTo>
                    <a:pt x="1193978" y="976233"/>
                  </a:lnTo>
                  <a:lnTo>
                    <a:pt x="1195704" y="976233"/>
                  </a:lnTo>
                  <a:close/>
                  <a:moveTo>
                    <a:pt x="1178450" y="974507"/>
                  </a:moveTo>
                  <a:lnTo>
                    <a:pt x="1178450" y="971747"/>
                  </a:lnTo>
                  <a:lnTo>
                    <a:pt x="1176724" y="971747"/>
                  </a:lnTo>
                  <a:lnTo>
                    <a:pt x="1176724" y="974507"/>
                  </a:lnTo>
                  <a:lnTo>
                    <a:pt x="1178450" y="974507"/>
                  </a:lnTo>
                  <a:close/>
                  <a:moveTo>
                    <a:pt x="1212958" y="972782"/>
                  </a:moveTo>
                  <a:lnTo>
                    <a:pt x="1212958" y="970021"/>
                  </a:lnTo>
                  <a:lnTo>
                    <a:pt x="1211232" y="970021"/>
                  </a:lnTo>
                  <a:lnTo>
                    <a:pt x="1211232" y="972782"/>
                  </a:lnTo>
                  <a:lnTo>
                    <a:pt x="1212958" y="972782"/>
                  </a:lnTo>
                  <a:close/>
                  <a:moveTo>
                    <a:pt x="1195704" y="971056"/>
                  </a:moveTo>
                  <a:lnTo>
                    <a:pt x="1195704" y="968296"/>
                  </a:lnTo>
                  <a:lnTo>
                    <a:pt x="1193978" y="968296"/>
                  </a:lnTo>
                  <a:lnTo>
                    <a:pt x="1193978" y="971056"/>
                  </a:lnTo>
                  <a:lnTo>
                    <a:pt x="1195704" y="971056"/>
                  </a:lnTo>
                  <a:close/>
                  <a:moveTo>
                    <a:pt x="1178450" y="969331"/>
                  </a:moveTo>
                  <a:lnTo>
                    <a:pt x="1178450" y="966570"/>
                  </a:lnTo>
                  <a:lnTo>
                    <a:pt x="1176724" y="966570"/>
                  </a:lnTo>
                  <a:lnTo>
                    <a:pt x="1176724" y="969331"/>
                  </a:lnTo>
                  <a:lnTo>
                    <a:pt x="1178450" y="969331"/>
                  </a:lnTo>
                  <a:close/>
                  <a:moveTo>
                    <a:pt x="1128413" y="969331"/>
                  </a:moveTo>
                  <a:lnTo>
                    <a:pt x="1128413" y="966570"/>
                  </a:lnTo>
                  <a:lnTo>
                    <a:pt x="1126688" y="966570"/>
                  </a:lnTo>
                  <a:lnTo>
                    <a:pt x="1126688" y="969331"/>
                  </a:lnTo>
                  <a:lnTo>
                    <a:pt x="1128413" y="969331"/>
                  </a:lnTo>
                  <a:close/>
                  <a:moveTo>
                    <a:pt x="1161196" y="967606"/>
                  </a:moveTo>
                  <a:lnTo>
                    <a:pt x="1161196" y="964845"/>
                  </a:lnTo>
                  <a:lnTo>
                    <a:pt x="1159470" y="964845"/>
                  </a:lnTo>
                  <a:lnTo>
                    <a:pt x="1159470" y="967606"/>
                  </a:lnTo>
                  <a:lnTo>
                    <a:pt x="1161196" y="967606"/>
                  </a:lnTo>
                  <a:close/>
                  <a:moveTo>
                    <a:pt x="1111159" y="967606"/>
                  </a:moveTo>
                  <a:lnTo>
                    <a:pt x="1111159" y="964845"/>
                  </a:lnTo>
                  <a:lnTo>
                    <a:pt x="1109434" y="964845"/>
                  </a:lnTo>
                  <a:lnTo>
                    <a:pt x="1109434" y="967606"/>
                  </a:lnTo>
                  <a:lnTo>
                    <a:pt x="1111159" y="967606"/>
                  </a:lnTo>
                  <a:close/>
                  <a:moveTo>
                    <a:pt x="1093905" y="965880"/>
                  </a:moveTo>
                  <a:lnTo>
                    <a:pt x="1093905" y="963120"/>
                  </a:lnTo>
                  <a:lnTo>
                    <a:pt x="1092180" y="963120"/>
                  </a:lnTo>
                  <a:lnTo>
                    <a:pt x="1092180" y="965880"/>
                  </a:lnTo>
                  <a:lnTo>
                    <a:pt x="1093905" y="965880"/>
                  </a:lnTo>
                  <a:close/>
                  <a:moveTo>
                    <a:pt x="1076651" y="964155"/>
                  </a:moveTo>
                  <a:lnTo>
                    <a:pt x="1076651" y="961394"/>
                  </a:lnTo>
                  <a:lnTo>
                    <a:pt x="1074926" y="961394"/>
                  </a:lnTo>
                  <a:lnTo>
                    <a:pt x="1074926" y="964155"/>
                  </a:lnTo>
                  <a:lnTo>
                    <a:pt x="1076651" y="964155"/>
                  </a:lnTo>
                  <a:close/>
                  <a:moveTo>
                    <a:pt x="1111159" y="962429"/>
                  </a:moveTo>
                  <a:lnTo>
                    <a:pt x="1111159" y="959669"/>
                  </a:lnTo>
                  <a:lnTo>
                    <a:pt x="1109434" y="959669"/>
                  </a:lnTo>
                  <a:lnTo>
                    <a:pt x="1109434" y="962429"/>
                  </a:lnTo>
                  <a:lnTo>
                    <a:pt x="1111159" y="962429"/>
                  </a:lnTo>
                  <a:close/>
                  <a:moveTo>
                    <a:pt x="1093905" y="960704"/>
                  </a:moveTo>
                  <a:lnTo>
                    <a:pt x="1093905" y="957943"/>
                  </a:lnTo>
                  <a:lnTo>
                    <a:pt x="1092180" y="957943"/>
                  </a:lnTo>
                  <a:lnTo>
                    <a:pt x="1092180" y="960704"/>
                  </a:lnTo>
                  <a:lnTo>
                    <a:pt x="1093905" y="960704"/>
                  </a:lnTo>
                  <a:close/>
                  <a:moveTo>
                    <a:pt x="1076651" y="958979"/>
                  </a:moveTo>
                  <a:lnTo>
                    <a:pt x="1076651" y="956218"/>
                  </a:lnTo>
                  <a:lnTo>
                    <a:pt x="1074926" y="956218"/>
                  </a:lnTo>
                  <a:lnTo>
                    <a:pt x="1074926" y="958979"/>
                  </a:lnTo>
                  <a:lnTo>
                    <a:pt x="1076651" y="958979"/>
                  </a:lnTo>
                  <a:close/>
                  <a:moveTo>
                    <a:pt x="1026614" y="958979"/>
                  </a:moveTo>
                  <a:lnTo>
                    <a:pt x="1026614" y="956218"/>
                  </a:lnTo>
                  <a:lnTo>
                    <a:pt x="1024889" y="956218"/>
                  </a:lnTo>
                  <a:lnTo>
                    <a:pt x="1024889" y="958979"/>
                  </a:lnTo>
                  <a:lnTo>
                    <a:pt x="1026614" y="958979"/>
                  </a:lnTo>
                  <a:close/>
                  <a:moveTo>
                    <a:pt x="1059397" y="957253"/>
                  </a:moveTo>
                  <a:lnTo>
                    <a:pt x="1059397" y="954493"/>
                  </a:lnTo>
                  <a:lnTo>
                    <a:pt x="1057672" y="954493"/>
                  </a:lnTo>
                  <a:lnTo>
                    <a:pt x="1057672" y="957253"/>
                  </a:lnTo>
                  <a:lnTo>
                    <a:pt x="1059397" y="957253"/>
                  </a:lnTo>
                  <a:close/>
                  <a:moveTo>
                    <a:pt x="1009360" y="957253"/>
                  </a:moveTo>
                  <a:lnTo>
                    <a:pt x="1009360" y="954493"/>
                  </a:lnTo>
                  <a:lnTo>
                    <a:pt x="1007635" y="954493"/>
                  </a:lnTo>
                  <a:lnTo>
                    <a:pt x="1007635" y="957253"/>
                  </a:lnTo>
                  <a:lnTo>
                    <a:pt x="1009360" y="957253"/>
                  </a:lnTo>
                  <a:close/>
                  <a:moveTo>
                    <a:pt x="1042143" y="955528"/>
                  </a:moveTo>
                  <a:lnTo>
                    <a:pt x="1042143" y="952767"/>
                  </a:lnTo>
                  <a:lnTo>
                    <a:pt x="1040418" y="952767"/>
                  </a:lnTo>
                  <a:lnTo>
                    <a:pt x="1040418" y="955528"/>
                  </a:lnTo>
                  <a:lnTo>
                    <a:pt x="1042143" y="955528"/>
                  </a:lnTo>
                  <a:close/>
                  <a:moveTo>
                    <a:pt x="992106" y="955528"/>
                  </a:moveTo>
                  <a:lnTo>
                    <a:pt x="992106" y="952767"/>
                  </a:lnTo>
                  <a:lnTo>
                    <a:pt x="990381" y="952767"/>
                  </a:lnTo>
                  <a:lnTo>
                    <a:pt x="990381" y="955528"/>
                  </a:lnTo>
                  <a:lnTo>
                    <a:pt x="992106" y="955528"/>
                  </a:lnTo>
                  <a:close/>
                  <a:moveTo>
                    <a:pt x="974852" y="953802"/>
                  </a:moveTo>
                  <a:lnTo>
                    <a:pt x="974852" y="951042"/>
                  </a:lnTo>
                  <a:lnTo>
                    <a:pt x="973127" y="951042"/>
                  </a:lnTo>
                  <a:lnTo>
                    <a:pt x="973127" y="953802"/>
                  </a:lnTo>
                  <a:lnTo>
                    <a:pt x="974852" y="953802"/>
                  </a:lnTo>
                  <a:close/>
                  <a:moveTo>
                    <a:pt x="957598" y="952077"/>
                  </a:moveTo>
                  <a:lnTo>
                    <a:pt x="957598" y="949316"/>
                  </a:lnTo>
                  <a:lnTo>
                    <a:pt x="955873" y="949316"/>
                  </a:lnTo>
                  <a:lnTo>
                    <a:pt x="955873" y="952077"/>
                  </a:lnTo>
                  <a:lnTo>
                    <a:pt x="957598" y="952077"/>
                  </a:lnTo>
                  <a:close/>
                  <a:moveTo>
                    <a:pt x="992106" y="950352"/>
                  </a:moveTo>
                  <a:lnTo>
                    <a:pt x="992106" y="947591"/>
                  </a:lnTo>
                  <a:lnTo>
                    <a:pt x="990381" y="947591"/>
                  </a:lnTo>
                  <a:lnTo>
                    <a:pt x="990381" y="950352"/>
                  </a:lnTo>
                  <a:lnTo>
                    <a:pt x="992106" y="950352"/>
                  </a:lnTo>
                  <a:close/>
                  <a:moveTo>
                    <a:pt x="974852" y="948626"/>
                  </a:moveTo>
                  <a:lnTo>
                    <a:pt x="974852" y="945866"/>
                  </a:lnTo>
                  <a:lnTo>
                    <a:pt x="973127" y="945866"/>
                  </a:lnTo>
                  <a:lnTo>
                    <a:pt x="973127" y="948626"/>
                  </a:lnTo>
                  <a:lnTo>
                    <a:pt x="974852" y="948626"/>
                  </a:lnTo>
                  <a:close/>
                  <a:moveTo>
                    <a:pt x="957598" y="946901"/>
                  </a:moveTo>
                  <a:lnTo>
                    <a:pt x="957598" y="944140"/>
                  </a:lnTo>
                  <a:lnTo>
                    <a:pt x="955873" y="944140"/>
                  </a:lnTo>
                  <a:lnTo>
                    <a:pt x="955873" y="946901"/>
                  </a:lnTo>
                  <a:lnTo>
                    <a:pt x="957598" y="946901"/>
                  </a:lnTo>
                  <a:close/>
                  <a:moveTo>
                    <a:pt x="940344" y="945175"/>
                  </a:moveTo>
                  <a:lnTo>
                    <a:pt x="940344" y="942415"/>
                  </a:lnTo>
                  <a:lnTo>
                    <a:pt x="938619" y="942415"/>
                  </a:lnTo>
                  <a:lnTo>
                    <a:pt x="938619" y="945175"/>
                  </a:lnTo>
                  <a:lnTo>
                    <a:pt x="940344" y="945175"/>
                  </a:lnTo>
                  <a:close/>
                  <a:moveTo>
                    <a:pt x="497261" y="593538"/>
                  </a:moveTo>
                  <a:lnTo>
                    <a:pt x="500022" y="593538"/>
                  </a:lnTo>
                  <a:lnTo>
                    <a:pt x="500022" y="584911"/>
                  </a:lnTo>
                  <a:lnTo>
                    <a:pt x="497261" y="584911"/>
                  </a:lnTo>
                  <a:lnTo>
                    <a:pt x="497261" y="593538"/>
                  </a:lnTo>
                  <a:close/>
                  <a:moveTo>
                    <a:pt x="483458" y="584911"/>
                  </a:moveTo>
                  <a:lnTo>
                    <a:pt x="486218" y="584911"/>
                  </a:lnTo>
                  <a:lnTo>
                    <a:pt x="486218" y="576284"/>
                  </a:lnTo>
                  <a:lnTo>
                    <a:pt x="483458" y="576284"/>
                  </a:lnTo>
                  <a:lnTo>
                    <a:pt x="483458" y="584911"/>
                  </a:lnTo>
                  <a:close/>
                  <a:moveTo>
                    <a:pt x="495536" y="546953"/>
                  </a:moveTo>
                  <a:lnTo>
                    <a:pt x="498296" y="546953"/>
                  </a:lnTo>
                  <a:lnTo>
                    <a:pt x="498296" y="540051"/>
                  </a:lnTo>
                  <a:lnTo>
                    <a:pt x="495536" y="540051"/>
                  </a:lnTo>
                  <a:lnTo>
                    <a:pt x="495536" y="546953"/>
                  </a:lnTo>
                  <a:close/>
                  <a:moveTo>
                    <a:pt x="481732" y="538326"/>
                  </a:moveTo>
                  <a:lnTo>
                    <a:pt x="484493" y="538326"/>
                  </a:lnTo>
                  <a:lnTo>
                    <a:pt x="484493" y="529699"/>
                  </a:lnTo>
                  <a:lnTo>
                    <a:pt x="481732" y="529699"/>
                  </a:lnTo>
                  <a:lnTo>
                    <a:pt x="481732" y="538326"/>
                  </a:lnTo>
                  <a:close/>
                  <a:moveTo>
                    <a:pt x="604236" y="502092"/>
                  </a:moveTo>
                  <a:lnTo>
                    <a:pt x="606997" y="502092"/>
                  </a:lnTo>
                  <a:lnTo>
                    <a:pt x="606997" y="500367"/>
                  </a:lnTo>
                  <a:lnTo>
                    <a:pt x="604236" y="500367"/>
                  </a:lnTo>
                  <a:lnTo>
                    <a:pt x="604236" y="502092"/>
                  </a:lnTo>
                  <a:close/>
                  <a:moveTo>
                    <a:pt x="493810" y="502092"/>
                  </a:moveTo>
                  <a:lnTo>
                    <a:pt x="496571" y="502092"/>
                  </a:lnTo>
                  <a:lnTo>
                    <a:pt x="496571" y="493465"/>
                  </a:lnTo>
                  <a:lnTo>
                    <a:pt x="493810" y="493465"/>
                  </a:lnTo>
                  <a:lnTo>
                    <a:pt x="493810" y="502092"/>
                  </a:lnTo>
                  <a:close/>
                  <a:moveTo>
                    <a:pt x="480007" y="491740"/>
                  </a:moveTo>
                  <a:lnTo>
                    <a:pt x="482768" y="491740"/>
                  </a:lnTo>
                  <a:lnTo>
                    <a:pt x="482768" y="483113"/>
                  </a:lnTo>
                  <a:lnTo>
                    <a:pt x="480007" y="483113"/>
                  </a:lnTo>
                  <a:lnTo>
                    <a:pt x="480007" y="491740"/>
                  </a:lnTo>
                  <a:close/>
                  <a:moveTo>
                    <a:pt x="465859" y="477591"/>
                  </a:moveTo>
                  <a:lnTo>
                    <a:pt x="465859" y="474831"/>
                  </a:lnTo>
                  <a:lnTo>
                    <a:pt x="464133" y="474831"/>
                  </a:lnTo>
                  <a:lnTo>
                    <a:pt x="464133" y="477591"/>
                  </a:lnTo>
                  <a:lnTo>
                    <a:pt x="465859" y="477591"/>
                  </a:lnTo>
                  <a:close/>
                  <a:moveTo>
                    <a:pt x="429625" y="468964"/>
                  </a:moveTo>
                  <a:lnTo>
                    <a:pt x="429625" y="466204"/>
                  </a:lnTo>
                  <a:lnTo>
                    <a:pt x="427900" y="466204"/>
                  </a:lnTo>
                  <a:lnTo>
                    <a:pt x="427900" y="468964"/>
                  </a:lnTo>
                  <a:lnTo>
                    <a:pt x="429625" y="468964"/>
                  </a:lnTo>
                  <a:close/>
                  <a:moveTo>
                    <a:pt x="603891" y="458612"/>
                  </a:moveTo>
                  <a:lnTo>
                    <a:pt x="603891" y="455851"/>
                  </a:lnTo>
                  <a:lnTo>
                    <a:pt x="602165" y="455851"/>
                  </a:lnTo>
                  <a:lnTo>
                    <a:pt x="602165" y="458612"/>
                  </a:lnTo>
                  <a:lnTo>
                    <a:pt x="603891" y="458612"/>
                  </a:lnTo>
                  <a:close/>
                  <a:moveTo>
                    <a:pt x="492085" y="455506"/>
                  </a:moveTo>
                  <a:lnTo>
                    <a:pt x="494845" y="455506"/>
                  </a:lnTo>
                  <a:lnTo>
                    <a:pt x="494845" y="446879"/>
                  </a:lnTo>
                  <a:lnTo>
                    <a:pt x="492085" y="446879"/>
                  </a:lnTo>
                  <a:lnTo>
                    <a:pt x="492085" y="455506"/>
                  </a:lnTo>
                  <a:close/>
                  <a:moveTo>
                    <a:pt x="478282" y="445154"/>
                  </a:moveTo>
                  <a:lnTo>
                    <a:pt x="481042" y="445154"/>
                  </a:lnTo>
                  <a:lnTo>
                    <a:pt x="481042" y="436527"/>
                  </a:lnTo>
                  <a:lnTo>
                    <a:pt x="478282" y="436527"/>
                  </a:lnTo>
                  <a:lnTo>
                    <a:pt x="478282" y="445154"/>
                  </a:lnTo>
                  <a:close/>
                  <a:moveTo>
                    <a:pt x="476556" y="400293"/>
                  </a:moveTo>
                  <a:lnTo>
                    <a:pt x="479317" y="400293"/>
                  </a:lnTo>
                  <a:lnTo>
                    <a:pt x="479317" y="391666"/>
                  </a:lnTo>
                  <a:lnTo>
                    <a:pt x="476556" y="391666"/>
                  </a:lnTo>
                  <a:lnTo>
                    <a:pt x="476556" y="400293"/>
                  </a:lnTo>
                  <a:close/>
                  <a:moveTo>
                    <a:pt x="488634" y="362335"/>
                  </a:moveTo>
                  <a:lnTo>
                    <a:pt x="491395" y="362335"/>
                  </a:lnTo>
                  <a:lnTo>
                    <a:pt x="491395" y="353707"/>
                  </a:lnTo>
                  <a:lnTo>
                    <a:pt x="488634" y="353707"/>
                  </a:lnTo>
                  <a:lnTo>
                    <a:pt x="488634" y="36233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2078" name="Vector layer D6D6D6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991130" y="1367268"/>
                  </a:moveTo>
                  <a:lnTo>
                    <a:pt x="993082" y="1369220"/>
                  </a:lnTo>
                  <a:lnTo>
                    <a:pt x="994808" y="1367495"/>
                  </a:lnTo>
                  <a:lnTo>
                    <a:pt x="992856" y="1365543"/>
                  </a:lnTo>
                  <a:lnTo>
                    <a:pt x="991130" y="1367268"/>
                  </a:lnTo>
                  <a:close/>
                  <a:moveTo>
                    <a:pt x="1179199" y="1294801"/>
                  </a:moveTo>
                  <a:lnTo>
                    <a:pt x="1181151" y="1296753"/>
                  </a:lnTo>
                  <a:lnTo>
                    <a:pt x="1182877" y="1295028"/>
                  </a:lnTo>
                  <a:lnTo>
                    <a:pt x="1180925" y="1293076"/>
                  </a:lnTo>
                  <a:lnTo>
                    <a:pt x="1179199" y="1294801"/>
                  </a:lnTo>
                  <a:close/>
                  <a:moveTo>
                    <a:pt x="1198179" y="1246717"/>
                  </a:moveTo>
                  <a:lnTo>
                    <a:pt x="1200131" y="1244765"/>
                  </a:lnTo>
                  <a:lnTo>
                    <a:pt x="1188053" y="1232687"/>
                  </a:lnTo>
                  <a:lnTo>
                    <a:pt x="1186101" y="1234639"/>
                  </a:lnTo>
                  <a:lnTo>
                    <a:pt x="1198179" y="1246717"/>
                  </a:lnTo>
                  <a:close/>
                  <a:moveTo>
                    <a:pt x="1179199" y="1238090"/>
                  </a:moveTo>
                  <a:lnTo>
                    <a:pt x="1181151" y="1236137"/>
                  </a:lnTo>
                  <a:lnTo>
                    <a:pt x="1167348" y="1222334"/>
                  </a:lnTo>
                  <a:lnTo>
                    <a:pt x="1165396" y="1224286"/>
                  </a:lnTo>
                  <a:lnTo>
                    <a:pt x="1179199" y="1238090"/>
                  </a:lnTo>
                  <a:close/>
                  <a:moveTo>
                    <a:pt x="1139515" y="1186327"/>
                  </a:moveTo>
                  <a:lnTo>
                    <a:pt x="1141467" y="1184375"/>
                  </a:lnTo>
                  <a:lnTo>
                    <a:pt x="1129389" y="1172298"/>
                  </a:lnTo>
                  <a:lnTo>
                    <a:pt x="1127437" y="1174250"/>
                  </a:lnTo>
                  <a:lnTo>
                    <a:pt x="1139515" y="1186327"/>
                  </a:lnTo>
                  <a:close/>
                  <a:moveTo>
                    <a:pt x="1120536" y="1177700"/>
                  </a:moveTo>
                  <a:lnTo>
                    <a:pt x="1122488" y="1175748"/>
                  </a:lnTo>
                  <a:lnTo>
                    <a:pt x="1110410" y="1163671"/>
                  </a:lnTo>
                  <a:lnTo>
                    <a:pt x="1108458" y="1165623"/>
                  </a:lnTo>
                  <a:lnTo>
                    <a:pt x="1120536" y="1177700"/>
                  </a:lnTo>
                  <a:close/>
                  <a:moveTo>
                    <a:pt x="1082577" y="1127664"/>
                  </a:moveTo>
                  <a:lnTo>
                    <a:pt x="1084529" y="1125712"/>
                  </a:lnTo>
                  <a:lnTo>
                    <a:pt x="1072451" y="1113634"/>
                  </a:lnTo>
                  <a:lnTo>
                    <a:pt x="1070499" y="1115586"/>
                  </a:lnTo>
                  <a:lnTo>
                    <a:pt x="1082577" y="1127664"/>
                  </a:lnTo>
                  <a:close/>
                  <a:moveTo>
                    <a:pt x="1061872" y="1117311"/>
                  </a:moveTo>
                  <a:lnTo>
                    <a:pt x="1063824" y="1115359"/>
                  </a:lnTo>
                  <a:lnTo>
                    <a:pt x="1051746" y="1103282"/>
                  </a:lnTo>
                  <a:lnTo>
                    <a:pt x="1049794" y="1105234"/>
                  </a:lnTo>
                  <a:lnTo>
                    <a:pt x="1061872" y="1117311"/>
                  </a:lnTo>
                  <a:close/>
                  <a:moveTo>
                    <a:pt x="1023913" y="1067275"/>
                  </a:moveTo>
                  <a:lnTo>
                    <a:pt x="1025865" y="1065323"/>
                  </a:lnTo>
                  <a:lnTo>
                    <a:pt x="1013787" y="1053245"/>
                  </a:lnTo>
                  <a:lnTo>
                    <a:pt x="1011835" y="1055197"/>
                  </a:lnTo>
                  <a:lnTo>
                    <a:pt x="1023913" y="1067275"/>
                  </a:lnTo>
                  <a:close/>
                  <a:moveTo>
                    <a:pt x="1003208" y="1056922"/>
                  </a:moveTo>
                  <a:lnTo>
                    <a:pt x="1005160" y="1054970"/>
                  </a:lnTo>
                  <a:lnTo>
                    <a:pt x="993082" y="1042892"/>
                  </a:lnTo>
                  <a:lnTo>
                    <a:pt x="991130" y="1044844"/>
                  </a:lnTo>
                  <a:lnTo>
                    <a:pt x="1003208" y="1056922"/>
                  </a:lnTo>
                  <a:close/>
                  <a:moveTo>
                    <a:pt x="1548031" y="1007635"/>
                  </a:moveTo>
                  <a:lnTo>
                    <a:pt x="1550792" y="1007635"/>
                  </a:lnTo>
                  <a:lnTo>
                    <a:pt x="1550792" y="1005910"/>
                  </a:lnTo>
                  <a:lnTo>
                    <a:pt x="1548031" y="1005910"/>
                  </a:lnTo>
                  <a:lnTo>
                    <a:pt x="1548031" y="1007635"/>
                  </a:lnTo>
                  <a:close/>
                  <a:moveTo>
                    <a:pt x="961799" y="1003435"/>
                  </a:moveTo>
                  <a:lnTo>
                    <a:pt x="963751" y="1001483"/>
                  </a:lnTo>
                  <a:lnTo>
                    <a:pt x="955124" y="992856"/>
                  </a:lnTo>
                  <a:lnTo>
                    <a:pt x="953172" y="994808"/>
                  </a:lnTo>
                  <a:lnTo>
                    <a:pt x="961799" y="1003435"/>
                  </a:lnTo>
                  <a:close/>
                  <a:moveTo>
                    <a:pt x="946270" y="998259"/>
                  </a:moveTo>
                  <a:lnTo>
                    <a:pt x="948222" y="996307"/>
                  </a:lnTo>
                  <a:lnTo>
                    <a:pt x="934419" y="982503"/>
                  </a:lnTo>
                  <a:lnTo>
                    <a:pt x="932467" y="984455"/>
                  </a:lnTo>
                  <a:lnTo>
                    <a:pt x="946270" y="998259"/>
                  </a:lnTo>
                  <a:close/>
                  <a:moveTo>
                    <a:pt x="508018" y="627070"/>
                  </a:moveTo>
                  <a:lnTo>
                    <a:pt x="509970" y="629023"/>
                  </a:lnTo>
                  <a:lnTo>
                    <a:pt x="511695" y="627297"/>
                  </a:lnTo>
                  <a:lnTo>
                    <a:pt x="509743" y="625345"/>
                  </a:lnTo>
                  <a:lnTo>
                    <a:pt x="508018" y="627070"/>
                  </a:lnTo>
                  <a:close/>
                  <a:moveTo>
                    <a:pt x="499391" y="616718"/>
                  </a:moveTo>
                  <a:lnTo>
                    <a:pt x="501343" y="618670"/>
                  </a:lnTo>
                  <a:lnTo>
                    <a:pt x="503068" y="616945"/>
                  </a:lnTo>
                  <a:lnTo>
                    <a:pt x="501116" y="614993"/>
                  </a:lnTo>
                  <a:lnTo>
                    <a:pt x="499391" y="616718"/>
                  </a:lnTo>
                  <a:close/>
                  <a:moveTo>
                    <a:pt x="525272" y="608091"/>
                  </a:moveTo>
                  <a:lnTo>
                    <a:pt x="527224" y="610043"/>
                  </a:lnTo>
                  <a:lnTo>
                    <a:pt x="528949" y="608318"/>
                  </a:lnTo>
                  <a:lnTo>
                    <a:pt x="526997" y="606366"/>
                  </a:lnTo>
                  <a:lnTo>
                    <a:pt x="525272" y="608091"/>
                  </a:lnTo>
                  <a:close/>
                  <a:moveTo>
                    <a:pt x="516645" y="597739"/>
                  </a:moveTo>
                  <a:lnTo>
                    <a:pt x="518597" y="599691"/>
                  </a:lnTo>
                  <a:lnTo>
                    <a:pt x="522048" y="596240"/>
                  </a:lnTo>
                  <a:lnTo>
                    <a:pt x="520095" y="594288"/>
                  </a:lnTo>
                  <a:lnTo>
                    <a:pt x="516645" y="597739"/>
                  </a:lnTo>
                  <a:close/>
                  <a:moveTo>
                    <a:pt x="542526" y="589112"/>
                  </a:moveTo>
                  <a:lnTo>
                    <a:pt x="544478" y="591064"/>
                  </a:lnTo>
                  <a:lnTo>
                    <a:pt x="547929" y="587613"/>
                  </a:lnTo>
                  <a:lnTo>
                    <a:pt x="545977" y="585661"/>
                  </a:lnTo>
                  <a:lnTo>
                    <a:pt x="542526" y="589112"/>
                  </a:lnTo>
                  <a:close/>
                  <a:moveTo>
                    <a:pt x="535624" y="577034"/>
                  </a:moveTo>
                  <a:lnTo>
                    <a:pt x="537576" y="578986"/>
                  </a:lnTo>
                  <a:lnTo>
                    <a:pt x="539302" y="577260"/>
                  </a:lnTo>
                  <a:lnTo>
                    <a:pt x="537350" y="575308"/>
                  </a:lnTo>
                  <a:lnTo>
                    <a:pt x="535624" y="577034"/>
                  </a:lnTo>
                  <a:close/>
                  <a:moveTo>
                    <a:pt x="561505" y="568407"/>
                  </a:moveTo>
                  <a:lnTo>
                    <a:pt x="563457" y="570359"/>
                  </a:lnTo>
                  <a:lnTo>
                    <a:pt x="565183" y="568633"/>
                  </a:lnTo>
                  <a:lnTo>
                    <a:pt x="563231" y="566681"/>
                  </a:lnTo>
                  <a:lnTo>
                    <a:pt x="561505" y="568407"/>
                  </a:lnTo>
                  <a:close/>
                  <a:moveTo>
                    <a:pt x="552878" y="558054"/>
                  </a:moveTo>
                  <a:lnTo>
                    <a:pt x="554830" y="560006"/>
                  </a:lnTo>
                  <a:lnTo>
                    <a:pt x="556556" y="558281"/>
                  </a:lnTo>
                  <a:lnTo>
                    <a:pt x="554604" y="556329"/>
                  </a:lnTo>
                  <a:lnTo>
                    <a:pt x="552878" y="558054"/>
                  </a:lnTo>
                  <a:close/>
                  <a:moveTo>
                    <a:pt x="578759" y="549427"/>
                  </a:moveTo>
                  <a:lnTo>
                    <a:pt x="580711" y="551379"/>
                  </a:lnTo>
                  <a:lnTo>
                    <a:pt x="582437" y="549654"/>
                  </a:lnTo>
                  <a:lnTo>
                    <a:pt x="580485" y="547702"/>
                  </a:lnTo>
                  <a:lnTo>
                    <a:pt x="578759" y="549427"/>
                  </a:lnTo>
                  <a:close/>
                  <a:moveTo>
                    <a:pt x="570132" y="539075"/>
                  </a:moveTo>
                  <a:lnTo>
                    <a:pt x="572084" y="541027"/>
                  </a:lnTo>
                  <a:lnTo>
                    <a:pt x="573810" y="539302"/>
                  </a:lnTo>
                  <a:lnTo>
                    <a:pt x="571858" y="537350"/>
                  </a:lnTo>
                  <a:lnTo>
                    <a:pt x="570132" y="539075"/>
                  </a:lnTo>
                  <a:close/>
                  <a:moveTo>
                    <a:pt x="596013" y="530448"/>
                  </a:moveTo>
                  <a:lnTo>
                    <a:pt x="597965" y="532400"/>
                  </a:lnTo>
                  <a:lnTo>
                    <a:pt x="599691" y="530675"/>
                  </a:lnTo>
                  <a:lnTo>
                    <a:pt x="597739" y="528723"/>
                  </a:lnTo>
                  <a:lnTo>
                    <a:pt x="596013" y="530448"/>
                  </a:lnTo>
                  <a:close/>
                  <a:moveTo>
                    <a:pt x="587386" y="520095"/>
                  </a:moveTo>
                  <a:lnTo>
                    <a:pt x="589338" y="522048"/>
                  </a:lnTo>
                  <a:lnTo>
                    <a:pt x="592789" y="518597"/>
                  </a:lnTo>
                  <a:lnTo>
                    <a:pt x="590837" y="516645"/>
                  </a:lnTo>
                  <a:lnTo>
                    <a:pt x="587386" y="520095"/>
                  </a:lnTo>
                  <a:close/>
                  <a:moveTo>
                    <a:pt x="632247" y="490764"/>
                  </a:moveTo>
                  <a:lnTo>
                    <a:pt x="634199" y="492716"/>
                  </a:lnTo>
                  <a:lnTo>
                    <a:pt x="635924" y="490990"/>
                  </a:lnTo>
                  <a:lnTo>
                    <a:pt x="633972" y="489038"/>
                  </a:lnTo>
                  <a:lnTo>
                    <a:pt x="632247" y="490764"/>
                  </a:lnTo>
                  <a:close/>
                  <a:moveTo>
                    <a:pt x="623620" y="480411"/>
                  </a:moveTo>
                  <a:lnTo>
                    <a:pt x="625572" y="482363"/>
                  </a:lnTo>
                  <a:lnTo>
                    <a:pt x="627297" y="480638"/>
                  </a:lnTo>
                  <a:lnTo>
                    <a:pt x="625345" y="478686"/>
                  </a:lnTo>
                  <a:lnTo>
                    <a:pt x="623620" y="480411"/>
                  </a:lnTo>
                  <a:close/>
                  <a:moveTo>
                    <a:pt x="314773" y="476960"/>
                  </a:moveTo>
                  <a:lnTo>
                    <a:pt x="316725" y="478913"/>
                  </a:lnTo>
                  <a:lnTo>
                    <a:pt x="318450" y="477187"/>
                  </a:lnTo>
                  <a:lnTo>
                    <a:pt x="316498" y="475235"/>
                  </a:lnTo>
                  <a:lnTo>
                    <a:pt x="314773" y="476960"/>
                  </a:lnTo>
                  <a:close/>
                  <a:moveTo>
                    <a:pt x="649501" y="471784"/>
                  </a:moveTo>
                  <a:lnTo>
                    <a:pt x="651453" y="473736"/>
                  </a:lnTo>
                  <a:lnTo>
                    <a:pt x="653178" y="472011"/>
                  </a:lnTo>
                  <a:lnTo>
                    <a:pt x="651226" y="470059"/>
                  </a:lnTo>
                  <a:lnTo>
                    <a:pt x="649501" y="471784"/>
                  </a:lnTo>
                  <a:close/>
                  <a:moveTo>
                    <a:pt x="340654" y="468333"/>
                  </a:moveTo>
                  <a:lnTo>
                    <a:pt x="342606" y="470285"/>
                  </a:lnTo>
                  <a:lnTo>
                    <a:pt x="344331" y="468560"/>
                  </a:lnTo>
                  <a:lnTo>
                    <a:pt x="342379" y="466608"/>
                  </a:lnTo>
                  <a:lnTo>
                    <a:pt x="340654" y="468333"/>
                  </a:lnTo>
                  <a:close/>
                  <a:moveTo>
                    <a:pt x="640874" y="461432"/>
                  </a:moveTo>
                  <a:lnTo>
                    <a:pt x="642826" y="463384"/>
                  </a:lnTo>
                  <a:lnTo>
                    <a:pt x="644551" y="461658"/>
                  </a:lnTo>
                  <a:lnTo>
                    <a:pt x="642599" y="459706"/>
                  </a:lnTo>
                  <a:lnTo>
                    <a:pt x="640874" y="461432"/>
                  </a:lnTo>
                  <a:close/>
                  <a:moveTo>
                    <a:pt x="332027" y="457981"/>
                  </a:moveTo>
                  <a:lnTo>
                    <a:pt x="333979" y="459933"/>
                  </a:lnTo>
                  <a:lnTo>
                    <a:pt x="335704" y="458208"/>
                  </a:lnTo>
                  <a:lnTo>
                    <a:pt x="333752" y="456256"/>
                  </a:lnTo>
                  <a:lnTo>
                    <a:pt x="332027" y="457981"/>
                  </a:lnTo>
                  <a:close/>
                  <a:moveTo>
                    <a:pt x="357908" y="449354"/>
                  </a:moveTo>
                  <a:lnTo>
                    <a:pt x="359860" y="451306"/>
                  </a:lnTo>
                  <a:lnTo>
                    <a:pt x="361585" y="449581"/>
                  </a:lnTo>
                  <a:lnTo>
                    <a:pt x="359633" y="447629"/>
                  </a:lnTo>
                  <a:lnTo>
                    <a:pt x="357908" y="449354"/>
                  </a:lnTo>
                  <a:close/>
                  <a:moveTo>
                    <a:pt x="349281" y="439002"/>
                  </a:moveTo>
                  <a:lnTo>
                    <a:pt x="351233" y="440954"/>
                  </a:lnTo>
                  <a:lnTo>
                    <a:pt x="352958" y="439228"/>
                  </a:lnTo>
                  <a:lnTo>
                    <a:pt x="351006" y="437276"/>
                  </a:lnTo>
                  <a:lnTo>
                    <a:pt x="349281" y="439002"/>
                  </a:lnTo>
                  <a:close/>
                  <a:moveTo>
                    <a:pt x="375162" y="430375"/>
                  </a:moveTo>
                  <a:lnTo>
                    <a:pt x="377114" y="432327"/>
                  </a:lnTo>
                  <a:lnTo>
                    <a:pt x="378839" y="430601"/>
                  </a:lnTo>
                  <a:lnTo>
                    <a:pt x="376887" y="428649"/>
                  </a:lnTo>
                  <a:lnTo>
                    <a:pt x="375162" y="430375"/>
                  </a:lnTo>
                  <a:close/>
                  <a:moveTo>
                    <a:pt x="366535" y="420022"/>
                  </a:moveTo>
                  <a:lnTo>
                    <a:pt x="368487" y="421974"/>
                  </a:lnTo>
                  <a:lnTo>
                    <a:pt x="370212" y="420249"/>
                  </a:lnTo>
                  <a:lnTo>
                    <a:pt x="368260" y="418297"/>
                  </a:lnTo>
                  <a:lnTo>
                    <a:pt x="366535" y="420022"/>
                  </a:lnTo>
                  <a:close/>
                  <a:moveTo>
                    <a:pt x="392416" y="411395"/>
                  </a:moveTo>
                  <a:lnTo>
                    <a:pt x="394368" y="413347"/>
                  </a:lnTo>
                  <a:lnTo>
                    <a:pt x="396093" y="411622"/>
                  </a:lnTo>
                  <a:lnTo>
                    <a:pt x="394141" y="409670"/>
                  </a:lnTo>
                  <a:lnTo>
                    <a:pt x="392416" y="411395"/>
                  </a:lnTo>
                  <a:close/>
                  <a:moveTo>
                    <a:pt x="609067" y="403399"/>
                  </a:moveTo>
                  <a:lnTo>
                    <a:pt x="609067" y="400638"/>
                  </a:lnTo>
                  <a:lnTo>
                    <a:pt x="607342" y="400638"/>
                  </a:lnTo>
                  <a:lnTo>
                    <a:pt x="607342" y="403399"/>
                  </a:lnTo>
                  <a:lnTo>
                    <a:pt x="609067" y="403399"/>
                  </a:lnTo>
                  <a:close/>
                  <a:moveTo>
                    <a:pt x="383789" y="401043"/>
                  </a:moveTo>
                  <a:lnTo>
                    <a:pt x="385741" y="402995"/>
                  </a:lnTo>
                  <a:lnTo>
                    <a:pt x="387466" y="401269"/>
                  </a:lnTo>
                  <a:lnTo>
                    <a:pt x="385514" y="399317"/>
                  </a:lnTo>
                  <a:lnTo>
                    <a:pt x="383789" y="401043"/>
                  </a:lnTo>
                  <a:close/>
                  <a:moveTo>
                    <a:pt x="409670" y="392416"/>
                  </a:moveTo>
                  <a:lnTo>
                    <a:pt x="411622" y="394368"/>
                  </a:lnTo>
                  <a:lnTo>
                    <a:pt x="413347" y="392642"/>
                  </a:lnTo>
                  <a:lnTo>
                    <a:pt x="411395" y="390690"/>
                  </a:lnTo>
                  <a:lnTo>
                    <a:pt x="409670" y="392416"/>
                  </a:lnTo>
                  <a:close/>
                  <a:moveTo>
                    <a:pt x="401043" y="382063"/>
                  </a:moveTo>
                  <a:lnTo>
                    <a:pt x="402995" y="384015"/>
                  </a:lnTo>
                  <a:lnTo>
                    <a:pt x="404720" y="382290"/>
                  </a:lnTo>
                  <a:lnTo>
                    <a:pt x="402768" y="380338"/>
                  </a:lnTo>
                  <a:lnTo>
                    <a:pt x="401043" y="382063"/>
                  </a:lnTo>
                  <a:close/>
                  <a:moveTo>
                    <a:pt x="425198" y="375162"/>
                  </a:moveTo>
                  <a:lnTo>
                    <a:pt x="427150" y="377114"/>
                  </a:lnTo>
                  <a:lnTo>
                    <a:pt x="430601" y="373663"/>
                  </a:lnTo>
                  <a:lnTo>
                    <a:pt x="428649" y="371711"/>
                  </a:lnTo>
                  <a:lnTo>
                    <a:pt x="425198" y="375162"/>
                  </a:lnTo>
                  <a:close/>
                  <a:moveTo>
                    <a:pt x="418297" y="363084"/>
                  </a:moveTo>
                  <a:lnTo>
                    <a:pt x="420249" y="365036"/>
                  </a:lnTo>
                  <a:lnTo>
                    <a:pt x="421974" y="363311"/>
                  </a:lnTo>
                  <a:lnTo>
                    <a:pt x="420022" y="361358"/>
                  </a:lnTo>
                  <a:lnTo>
                    <a:pt x="418297" y="363084"/>
                  </a:lnTo>
                  <a:close/>
                  <a:moveTo>
                    <a:pt x="442452" y="356182"/>
                  </a:moveTo>
                  <a:lnTo>
                    <a:pt x="444404" y="358134"/>
                  </a:lnTo>
                  <a:lnTo>
                    <a:pt x="446130" y="356409"/>
                  </a:lnTo>
                  <a:lnTo>
                    <a:pt x="444178" y="354457"/>
                  </a:lnTo>
                  <a:lnTo>
                    <a:pt x="442452" y="356182"/>
                  </a:lnTo>
                  <a:close/>
                  <a:moveTo>
                    <a:pt x="435551" y="344104"/>
                  </a:moveTo>
                  <a:lnTo>
                    <a:pt x="437503" y="346057"/>
                  </a:lnTo>
                  <a:lnTo>
                    <a:pt x="439228" y="344331"/>
                  </a:lnTo>
                  <a:lnTo>
                    <a:pt x="437276" y="342379"/>
                  </a:lnTo>
                  <a:lnTo>
                    <a:pt x="435551" y="344104"/>
                  </a:lnTo>
                  <a:close/>
                  <a:moveTo>
                    <a:pt x="512790" y="317592"/>
                  </a:moveTo>
                  <a:lnTo>
                    <a:pt x="512790" y="324031"/>
                  </a:lnTo>
                  <a:lnTo>
                    <a:pt x="519228" y="324031"/>
                  </a:lnTo>
                  <a:lnTo>
                    <a:pt x="512790" y="317592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2079" name="Vector layer D0D0D0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64647" y="1511107"/>
                  </a:moveTo>
                  <a:lnTo>
                    <a:pt x="1164647" y="1508347"/>
                  </a:lnTo>
                  <a:lnTo>
                    <a:pt x="1162921" y="1508347"/>
                  </a:lnTo>
                  <a:lnTo>
                    <a:pt x="1162921" y="1511107"/>
                  </a:lnTo>
                  <a:lnTo>
                    <a:pt x="1164647" y="1511107"/>
                  </a:lnTo>
                  <a:close/>
                  <a:moveTo>
                    <a:pt x="1204331" y="1379977"/>
                  </a:moveTo>
                  <a:lnTo>
                    <a:pt x="1204331" y="1377216"/>
                  </a:lnTo>
                  <a:lnTo>
                    <a:pt x="1202605" y="1377216"/>
                  </a:lnTo>
                  <a:lnTo>
                    <a:pt x="1202605" y="1379977"/>
                  </a:lnTo>
                  <a:lnTo>
                    <a:pt x="1204331" y="1379977"/>
                  </a:lnTo>
                  <a:close/>
                  <a:moveTo>
                    <a:pt x="1208531" y="1319183"/>
                  </a:moveTo>
                  <a:lnTo>
                    <a:pt x="1210483" y="1317231"/>
                  </a:lnTo>
                  <a:lnTo>
                    <a:pt x="1208758" y="1315506"/>
                  </a:lnTo>
                  <a:lnTo>
                    <a:pt x="1206806" y="1317458"/>
                  </a:lnTo>
                  <a:lnTo>
                    <a:pt x="1208531" y="1319183"/>
                  </a:lnTo>
                  <a:close/>
                  <a:moveTo>
                    <a:pt x="1122261" y="1317231"/>
                  </a:moveTo>
                  <a:lnTo>
                    <a:pt x="1124213" y="1319183"/>
                  </a:lnTo>
                  <a:lnTo>
                    <a:pt x="1124962" y="1318434"/>
                  </a:lnTo>
                  <a:lnTo>
                    <a:pt x="1125712" y="1319183"/>
                  </a:lnTo>
                  <a:lnTo>
                    <a:pt x="1127664" y="1317231"/>
                  </a:lnTo>
                  <a:lnTo>
                    <a:pt x="1124962" y="1314530"/>
                  </a:lnTo>
                  <a:lnTo>
                    <a:pt x="1122261" y="1317231"/>
                  </a:lnTo>
                  <a:close/>
                  <a:moveTo>
                    <a:pt x="1521805" y="1009015"/>
                  </a:moveTo>
                  <a:lnTo>
                    <a:pt x="1521805" y="1006255"/>
                  </a:lnTo>
                  <a:lnTo>
                    <a:pt x="1520080" y="1006255"/>
                  </a:lnTo>
                  <a:lnTo>
                    <a:pt x="1520080" y="1009015"/>
                  </a:lnTo>
                  <a:lnTo>
                    <a:pt x="1521805" y="1009015"/>
                  </a:lnTo>
                  <a:close/>
                  <a:moveTo>
                    <a:pt x="541776" y="349912"/>
                  </a:moveTo>
                  <a:lnTo>
                    <a:pt x="541776" y="347151"/>
                  </a:lnTo>
                  <a:lnTo>
                    <a:pt x="540051" y="347151"/>
                  </a:lnTo>
                  <a:lnTo>
                    <a:pt x="540051" y="349912"/>
                  </a:lnTo>
                  <a:lnTo>
                    <a:pt x="541776" y="349912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</p:sp>
        <p:sp>
          <p:nvSpPr>
            <p:cNvPr id="2080" name="Vector layer CBCBCB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944140" y="1350990"/>
                  </a:moveTo>
                  <a:lnTo>
                    <a:pt x="946901" y="1350990"/>
                  </a:lnTo>
                  <a:lnTo>
                    <a:pt x="946901" y="1349265"/>
                  </a:lnTo>
                  <a:lnTo>
                    <a:pt x="944140" y="1349265"/>
                  </a:lnTo>
                  <a:lnTo>
                    <a:pt x="944140" y="1350990"/>
                  </a:lnTo>
                  <a:close/>
                  <a:moveTo>
                    <a:pt x="935513" y="1335461"/>
                  </a:moveTo>
                  <a:lnTo>
                    <a:pt x="938274" y="1335461"/>
                  </a:lnTo>
                  <a:lnTo>
                    <a:pt x="938274" y="1333736"/>
                  </a:lnTo>
                  <a:lnTo>
                    <a:pt x="935513" y="1333736"/>
                  </a:lnTo>
                  <a:lnTo>
                    <a:pt x="935513" y="1335461"/>
                  </a:lnTo>
                  <a:close/>
                  <a:moveTo>
                    <a:pt x="932062" y="1302679"/>
                  </a:moveTo>
                  <a:lnTo>
                    <a:pt x="934823" y="1302679"/>
                  </a:lnTo>
                  <a:lnTo>
                    <a:pt x="934823" y="1300953"/>
                  </a:lnTo>
                  <a:lnTo>
                    <a:pt x="932062" y="1300953"/>
                  </a:lnTo>
                  <a:lnTo>
                    <a:pt x="932062" y="1302679"/>
                  </a:lnTo>
                  <a:close/>
                  <a:moveTo>
                    <a:pt x="930337" y="1287150"/>
                  </a:moveTo>
                  <a:lnTo>
                    <a:pt x="933098" y="1287150"/>
                  </a:lnTo>
                  <a:lnTo>
                    <a:pt x="933098" y="1285425"/>
                  </a:lnTo>
                  <a:lnTo>
                    <a:pt x="930337" y="1285425"/>
                  </a:lnTo>
                  <a:lnTo>
                    <a:pt x="930337" y="1287150"/>
                  </a:lnTo>
                  <a:close/>
                  <a:moveTo>
                    <a:pt x="935513" y="1269896"/>
                  </a:moveTo>
                  <a:lnTo>
                    <a:pt x="938274" y="1269896"/>
                  </a:lnTo>
                  <a:lnTo>
                    <a:pt x="938274" y="1268171"/>
                  </a:lnTo>
                  <a:lnTo>
                    <a:pt x="935513" y="1268171"/>
                  </a:lnTo>
                  <a:lnTo>
                    <a:pt x="935513" y="1269896"/>
                  </a:lnTo>
                  <a:close/>
                  <a:moveTo>
                    <a:pt x="928612" y="1269896"/>
                  </a:moveTo>
                  <a:lnTo>
                    <a:pt x="931372" y="1269896"/>
                  </a:lnTo>
                  <a:lnTo>
                    <a:pt x="931372" y="1268171"/>
                  </a:lnTo>
                  <a:lnTo>
                    <a:pt x="928612" y="1268171"/>
                  </a:lnTo>
                  <a:lnTo>
                    <a:pt x="928612" y="1269896"/>
                  </a:lnTo>
                  <a:close/>
                  <a:moveTo>
                    <a:pt x="926886" y="1254368"/>
                  </a:moveTo>
                  <a:lnTo>
                    <a:pt x="929647" y="1254368"/>
                  </a:lnTo>
                  <a:lnTo>
                    <a:pt x="929647" y="1252642"/>
                  </a:lnTo>
                  <a:lnTo>
                    <a:pt x="926886" y="1252642"/>
                  </a:lnTo>
                  <a:lnTo>
                    <a:pt x="926886" y="1254368"/>
                  </a:lnTo>
                  <a:close/>
                  <a:moveTo>
                    <a:pt x="932062" y="1237114"/>
                  </a:moveTo>
                  <a:lnTo>
                    <a:pt x="934823" y="1237114"/>
                  </a:lnTo>
                  <a:lnTo>
                    <a:pt x="934823" y="1235388"/>
                  </a:lnTo>
                  <a:lnTo>
                    <a:pt x="932062" y="1235388"/>
                  </a:lnTo>
                  <a:lnTo>
                    <a:pt x="932062" y="1237114"/>
                  </a:lnTo>
                  <a:close/>
                  <a:moveTo>
                    <a:pt x="925161" y="1237114"/>
                  </a:moveTo>
                  <a:lnTo>
                    <a:pt x="927921" y="1237114"/>
                  </a:lnTo>
                  <a:lnTo>
                    <a:pt x="927921" y="1235388"/>
                  </a:lnTo>
                  <a:lnTo>
                    <a:pt x="925161" y="1235388"/>
                  </a:lnTo>
                  <a:lnTo>
                    <a:pt x="925161" y="1237114"/>
                  </a:lnTo>
                  <a:close/>
                  <a:moveTo>
                    <a:pt x="923435" y="1221585"/>
                  </a:moveTo>
                  <a:lnTo>
                    <a:pt x="926196" y="1221585"/>
                  </a:lnTo>
                  <a:lnTo>
                    <a:pt x="926196" y="1219860"/>
                  </a:lnTo>
                  <a:lnTo>
                    <a:pt x="923435" y="1219860"/>
                  </a:lnTo>
                  <a:lnTo>
                    <a:pt x="923435" y="1221585"/>
                  </a:lnTo>
                  <a:close/>
                  <a:moveTo>
                    <a:pt x="928612" y="1204331"/>
                  </a:moveTo>
                  <a:lnTo>
                    <a:pt x="931372" y="1204331"/>
                  </a:lnTo>
                  <a:lnTo>
                    <a:pt x="931372" y="1202605"/>
                  </a:lnTo>
                  <a:lnTo>
                    <a:pt x="928612" y="1202605"/>
                  </a:lnTo>
                  <a:lnTo>
                    <a:pt x="928612" y="1204331"/>
                  </a:lnTo>
                  <a:close/>
                  <a:moveTo>
                    <a:pt x="919985" y="1188802"/>
                  </a:moveTo>
                  <a:lnTo>
                    <a:pt x="922745" y="1188802"/>
                  </a:lnTo>
                  <a:lnTo>
                    <a:pt x="922745" y="1187077"/>
                  </a:lnTo>
                  <a:lnTo>
                    <a:pt x="919985" y="1187077"/>
                  </a:lnTo>
                  <a:lnTo>
                    <a:pt x="919985" y="1188802"/>
                  </a:lnTo>
                  <a:close/>
                  <a:moveTo>
                    <a:pt x="925161" y="1171548"/>
                  </a:moveTo>
                  <a:lnTo>
                    <a:pt x="927921" y="1171548"/>
                  </a:lnTo>
                  <a:lnTo>
                    <a:pt x="927921" y="1169823"/>
                  </a:lnTo>
                  <a:lnTo>
                    <a:pt x="925161" y="1169823"/>
                  </a:lnTo>
                  <a:lnTo>
                    <a:pt x="925161" y="1171548"/>
                  </a:lnTo>
                  <a:close/>
                  <a:moveTo>
                    <a:pt x="916534" y="1156020"/>
                  </a:moveTo>
                  <a:lnTo>
                    <a:pt x="919294" y="1156020"/>
                  </a:lnTo>
                  <a:lnTo>
                    <a:pt x="919294" y="1154294"/>
                  </a:lnTo>
                  <a:lnTo>
                    <a:pt x="916534" y="1154294"/>
                  </a:lnTo>
                  <a:lnTo>
                    <a:pt x="916534" y="1156020"/>
                  </a:lnTo>
                  <a:close/>
                  <a:moveTo>
                    <a:pt x="921710" y="1138766"/>
                  </a:moveTo>
                  <a:lnTo>
                    <a:pt x="924471" y="1138766"/>
                  </a:lnTo>
                  <a:lnTo>
                    <a:pt x="924471" y="1137040"/>
                  </a:lnTo>
                  <a:lnTo>
                    <a:pt x="921710" y="1137040"/>
                  </a:lnTo>
                  <a:lnTo>
                    <a:pt x="921710" y="1138766"/>
                  </a:lnTo>
                  <a:close/>
                  <a:moveTo>
                    <a:pt x="919985" y="1123237"/>
                  </a:moveTo>
                  <a:lnTo>
                    <a:pt x="922745" y="1123237"/>
                  </a:lnTo>
                  <a:lnTo>
                    <a:pt x="922745" y="1121512"/>
                  </a:lnTo>
                  <a:lnTo>
                    <a:pt x="919985" y="1121512"/>
                  </a:lnTo>
                  <a:lnTo>
                    <a:pt x="919985" y="1123237"/>
                  </a:lnTo>
                  <a:close/>
                  <a:moveTo>
                    <a:pt x="913083" y="1123237"/>
                  </a:moveTo>
                  <a:lnTo>
                    <a:pt x="915844" y="1123237"/>
                  </a:lnTo>
                  <a:lnTo>
                    <a:pt x="915844" y="1121512"/>
                  </a:lnTo>
                  <a:lnTo>
                    <a:pt x="913083" y="1121512"/>
                  </a:lnTo>
                  <a:lnTo>
                    <a:pt x="913083" y="1123237"/>
                  </a:lnTo>
                  <a:close/>
                  <a:moveTo>
                    <a:pt x="911358" y="1107708"/>
                  </a:moveTo>
                  <a:lnTo>
                    <a:pt x="914118" y="1107708"/>
                  </a:lnTo>
                  <a:lnTo>
                    <a:pt x="914118" y="1105983"/>
                  </a:lnTo>
                  <a:lnTo>
                    <a:pt x="911358" y="1105983"/>
                  </a:lnTo>
                  <a:lnTo>
                    <a:pt x="911358" y="1107708"/>
                  </a:lnTo>
                  <a:close/>
                  <a:moveTo>
                    <a:pt x="916534" y="1090454"/>
                  </a:moveTo>
                  <a:lnTo>
                    <a:pt x="919294" y="1090454"/>
                  </a:lnTo>
                  <a:lnTo>
                    <a:pt x="919294" y="1088729"/>
                  </a:lnTo>
                  <a:lnTo>
                    <a:pt x="916534" y="1088729"/>
                  </a:lnTo>
                  <a:lnTo>
                    <a:pt x="916534" y="1090454"/>
                  </a:lnTo>
                  <a:close/>
                  <a:moveTo>
                    <a:pt x="909632" y="1090454"/>
                  </a:moveTo>
                  <a:lnTo>
                    <a:pt x="912393" y="1090454"/>
                  </a:lnTo>
                  <a:lnTo>
                    <a:pt x="912393" y="1088729"/>
                  </a:lnTo>
                  <a:lnTo>
                    <a:pt x="909632" y="1088729"/>
                  </a:lnTo>
                  <a:lnTo>
                    <a:pt x="909632" y="1090454"/>
                  </a:lnTo>
                  <a:close/>
                  <a:moveTo>
                    <a:pt x="907907" y="1074926"/>
                  </a:moveTo>
                  <a:lnTo>
                    <a:pt x="910667" y="1074926"/>
                  </a:lnTo>
                  <a:lnTo>
                    <a:pt x="910667" y="1073200"/>
                  </a:lnTo>
                  <a:lnTo>
                    <a:pt x="907907" y="1073200"/>
                  </a:lnTo>
                  <a:lnTo>
                    <a:pt x="907907" y="1074926"/>
                  </a:lnTo>
                  <a:close/>
                  <a:moveTo>
                    <a:pt x="913083" y="1057672"/>
                  </a:moveTo>
                  <a:lnTo>
                    <a:pt x="915844" y="1057672"/>
                  </a:lnTo>
                  <a:lnTo>
                    <a:pt x="915844" y="1055946"/>
                  </a:lnTo>
                  <a:lnTo>
                    <a:pt x="913083" y="1055946"/>
                  </a:lnTo>
                  <a:lnTo>
                    <a:pt x="913083" y="1057672"/>
                  </a:lnTo>
                  <a:close/>
                  <a:moveTo>
                    <a:pt x="103643" y="1054566"/>
                  </a:moveTo>
                  <a:lnTo>
                    <a:pt x="110081" y="1061004"/>
                  </a:lnTo>
                  <a:lnTo>
                    <a:pt x="110081" y="1054566"/>
                  </a:lnTo>
                  <a:lnTo>
                    <a:pt x="103643" y="1054566"/>
                  </a:lnTo>
                  <a:close/>
                  <a:moveTo>
                    <a:pt x="904456" y="1042143"/>
                  </a:moveTo>
                  <a:lnTo>
                    <a:pt x="907217" y="1042143"/>
                  </a:lnTo>
                  <a:lnTo>
                    <a:pt x="907217" y="1040418"/>
                  </a:lnTo>
                  <a:lnTo>
                    <a:pt x="904456" y="1040418"/>
                  </a:lnTo>
                  <a:lnTo>
                    <a:pt x="904456" y="1042143"/>
                  </a:lnTo>
                  <a:close/>
                  <a:moveTo>
                    <a:pt x="1547686" y="1007290"/>
                  </a:moveTo>
                  <a:lnTo>
                    <a:pt x="1547686" y="1004529"/>
                  </a:lnTo>
                  <a:lnTo>
                    <a:pt x="1545961" y="1004529"/>
                  </a:lnTo>
                  <a:lnTo>
                    <a:pt x="1545961" y="1007290"/>
                  </a:lnTo>
                  <a:lnTo>
                    <a:pt x="1547686" y="1007290"/>
                  </a:lnTo>
                  <a:close/>
                  <a:moveTo>
                    <a:pt x="1530432" y="1005565"/>
                  </a:moveTo>
                  <a:lnTo>
                    <a:pt x="1530432" y="1002804"/>
                  </a:lnTo>
                  <a:lnTo>
                    <a:pt x="1528707" y="1002804"/>
                  </a:lnTo>
                  <a:lnTo>
                    <a:pt x="1528707" y="1005565"/>
                  </a:lnTo>
                  <a:lnTo>
                    <a:pt x="1530432" y="1005565"/>
                  </a:lnTo>
                  <a:close/>
                  <a:moveTo>
                    <a:pt x="1489022" y="1005565"/>
                  </a:moveTo>
                  <a:lnTo>
                    <a:pt x="1489022" y="1002804"/>
                  </a:lnTo>
                  <a:lnTo>
                    <a:pt x="1487297" y="1002804"/>
                  </a:lnTo>
                  <a:lnTo>
                    <a:pt x="1487297" y="1005565"/>
                  </a:lnTo>
                  <a:lnTo>
                    <a:pt x="1489022" y="1005565"/>
                  </a:lnTo>
                  <a:close/>
                  <a:moveTo>
                    <a:pt x="1513178" y="1003839"/>
                  </a:moveTo>
                  <a:lnTo>
                    <a:pt x="1513178" y="1001078"/>
                  </a:lnTo>
                  <a:lnTo>
                    <a:pt x="1511453" y="1001078"/>
                  </a:lnTo>
                  <a:lnTo>
                    <a:pt x="1511453" y="1003839"/>
                  </a:lnTo>
                  <a:lnTo>
                    <a:pt x="1513178" y="1003839"/>
                  </a:lnTo>
                  <a:close/>
                  <a:moveTo>
                    <a:pt x="1471768" y="1003839"/>
                  </a:moveTo>
                  <a:lnTo>
                    <a:pt x="1471768" y="1001078"/>
                  </a:lnTo>
                  <a:lnTo>
                    <a:pt x="1470043" y="1001078"/>
                  </a:lnTo>
                  <a:lnTo>
                    <a:pt x="1470043" y="1003839"/>
                  </a:lnTo>
                  <a:lnTo>
                    <a:pt x="1471768" y="1003839"/>
                  </a:lnTo>
                  <a:close/>
                  <a:moveTo>
                    <a:pt x="1454514" y="1002114"/>
                  </a:moveTo>
                  <a:lnTo>
                    <a:pt x="1454514" y="999353"/>
                  </a:lnTo>
                  <a:lnTo>
                    <a:pt x="1452789" y="999353"/>
                  </a:lnTo>
                  <a:lnTo>
                    <a:pt x="1452789" y="1002114"/>
                  </a:lnTo>
                  <a:lnTo>
                    <a:pt x="1454514" y="1002114"/>
                  </a:lnTo>
                  <a:close/>
                  <a:moveTo>
                    <a:pt x="1437260" y="1000388"/>
                  </a:moveTo>
                  <a:lnTo>
                    <a:pt x="1437260" y="997628"/>
                  </a:lnTo>
                  <a:lnTo>
                    <a:pt x="1435535" y="997628"/>
                  </a:lnTo>
                  <a:lnTo>
                    <a:pt x="1435535" y="1000388"/>
                  </a:lnTo>
                  <a:lnTo>
                    <a:pt x="1437260" y="1000388"/>
                  </a:lnTo>
                  <a:close/>
                  <a:moveTo>
                    <a:pt x="1463141" y="998663"/>
                  </a:moveTo>
                  <a:lnTo>
                    <a:pt x="1463141" y="995902"/>
                  </a:lnTo>
                  <a:lnTo>
                    <a:pt x="1461416" y="995902"/>
                  </a:lnTo>
                  <a:lnTo>
                    <a:pt x="1461416" y="998663"/>
                  </a:lnTo>
                  <a:lnTo>
                    <a:pt x="1463141" y="998663"/>
                  </a:lnTo>
                  <a:close/>
                  <a:moveTo>
                    <a:pt x="1445887" y="996938"/>
                  </a:moveTo>
                  <a:lnTo>
                    <a:pt x="1445887" y="994177"/>
                  </a:lnTo>
                  <a:lnTo>
                    <a:pt x="1444162" y="994177"/>
                  </a:lnTo>
                  <a:lnTo>
                    <a:pt x="1444162" y="996938"/>
                  </a:lnTo>
                  <a:lnTo>
                    <a:pt x="1445887" y="996938"/>
                  </a:lnTo>
                  <a:close/>
                  <a:moveTo>
                    <a:pt x="1428633" y="995212"/>
                  </a:moveTo>
                  <a:lnTo>
                    <a:pt x="1428633" y="992451"/>
                  </a:lnTo>
                  <a:lnTo>
                    <a:pt x="1426908" y="992451"/>
                  </a:lnTo>
                  <a:lnTo>
                    <a:pt x="1426908" y="995212"/>
                  </a:lnTo>
                  <a:lnTo>
                    <a:pt x="1428633" y="995212"/>
                  </a:lnTo>
                  <a:close/>
                  <a:moveTo>
                    <a:pt x="1387224" y="995212"/>
                  </a:moveTo>
                  <a:lnTo>
                    <a:pt x="1387224" y="992451"/>
                  </a:lnTo>
                  <a:lnTo>
                    <a:pt x="1385498" y="992451"/>
                  </a:lnTo>
                  <a:lnTo>
                    <a:pt x="1385498" y="995212"/>
                  </a:lnTo>
                  <a:lnTo>
                    <a:pt x="1387224" y="995212"/>
                  </a:lnTo>
                  <a:close/>
                  <a:moveTo>
                    <a:pt x="1411379" y="993487"/>
                  </a:moveTo>
                  <a:lnTo>
                    <a:pt x="1411379" y="990726"/>
                  </a:lnTo>
                  <a:lnTo>
                    <a:pt x="1409654" y="990726"/>
                  </a:lnTo>
                  <a:lnTo>
                    <a:pt x="1409654" y="993487"/>
                  </a:lnTo>
                  <a:lnTo>
                    <a:pt x="1411379" y="993487"/>
                  </a:lnTo>
                  <a:close/>
                  <a:moveTo>
                    <a:pt x="1369970" y="993487"/>
                  </a:moveTo>
                  <a:lnTo>
                    <a:pt x="1369970" y="990726"/>
                  </a:lnTo>
                  <a:lnTo>
                    <a:pt x="1368244" y="990726"/>
                  </a:lnTo>
                  <a:lnTo>
                    <a:pt x="1368244" y="993487"/>
                  </a:lnTo>
                  <a:lnTo>
                    <a:pt x="1369970" y="993487"/>
                  </a:lnTo>
                  <a:close/>
                  <a:moveTo>
                    <a:pt x="1352715" y="991761"/>
                  </a:moveTo>
                  <a:lnTo>
                    <a:pt x="1352715" y="989001"/>
                  </a:lnTo>
                  <a:lnTo>
                    <a:pt x="1350990" y="989001"/>
                  </a:lnTo>
                  <a:lnTo>
                    <a:pt x="1350990" y="991761"/>
                  </a:lnTo>
                  <a:lnTo>
                    <a:pt x="1352715" y="991761"/>
                  </a:lnTo>
                  <a:close/>
                  <a:moveTo>
                    <a:pt x="906181" y="992106"/>
                  </a:moveTo>
                  <a:lnTo>
                    <a:pt x="908942" y="992106"/>
                  </a:lnTo>
                  <a:lnTo>
                    <a:pt x="908942" y="990381"/>
                  </a:lnTo>
                  <a:lnTo>
                    <a:pt x="906181" y="990381"/>
                  </a:lnTo>
                  <a:lnTo>
                    <a:pt x="906181" y="992106"/>
                  </a:lnTo>
                  <a:close/>
                  <a:moveTo>
                    <a:pt x="1335461" y="990036"/>
                  </a:moveTo>
                  <a:lnTo>
                    <a:pt x="1335461" y="987275"/>
                  </a:lnTo>
                  <a:lnTo>
                    <a:pt x="1333736" y="987275"/>
                  </a:lnTo>
                  <a:lnTo>
                    <a:pt x="1333736" y="990036"/>
                  </a:lnTo>
                  <a:lnTo>
                    <a:pt x="1335461" y="990036"/>
                  </a:lnTo>
                  <a:close/>
                  <a:moveTo>
                    <a:pt x="1361343" y="988311"/>
                  </a:moveTo>
                  <a:lnTo>
                    <a:pt x="1361343" y="985550"/>
                  </a:lnTo>
                  <a:lnTo>
                    <a:pt x="1359617" y="985550"/>
                  </a:lnTo>
                  <a:lnTo>
                    <a:pt x="1359617" y="988311"/>
                  </a:lnTo>
                  <a:lnTo>
                    <a:pt x="1361343" y="988311"/>
                  </a:lnTo>
                  <a:close/>
                  <a:moveTo>
                    <a:pt x="1344088" y="986585"/>
                  </a:moveTo>
                  <a:lnTo>
                    <a:pt x="1344088" y="983824"/>
                  </a:lnTo>
                  <a:lnTo>
                    <a:pt x="1342363" y="983824"/>
                  </a:lnTo>
                  <a:lnTo>
                    <a:pt x="1342363" y="986585"/>
                  </a:lnTo>
                  <a:lnTo>
                    <a:pt x="1344088" y="986585"/>
                  </a:lnTo>
                  <a:close/>
                  <a:moveTo>
                    <a:pt x="1302679" y="986585"/>
                  </a:moveTo>
                  <a:lnTo>
                    <a:pt x="1302679" y="983824"/>
                  </a:lnTo>
                  <a:lnTo>
                    <a:pt x="1300953" y="983824"/>
                  </a:lnTo>
                  <a:lnTo>
                    <a:pt x="1300953" y="986585"/>
                  </a:lnTo>
                  <a:lnTo>
                    <a:pt x="1302679" y="986585"/>
                  </a:lnTo>
                  <a:close/>
                  <a:moveTo>
                    <a:pt x="1326834" y="984860"/>
                  </a:moveTo>
                  <a:lnTo>
                    <a:pt x="1326834" y="982099"/>
                  </a:lnTo>
                  <a:lnTo>
                    <a:pt x="1325109" y="982099"/>
                  </a:lnTo>
                  <a:lnTo>
                    <a:pt x="1325109" y="984860"/>
                  </a:lnTo>
                  <a:lnTo>
                    <a:pt x="1326834" y="984860"/>
                  </a:lnTo>
                  <a:close/>
                  <a:moveTo>
                    <a:pt x="1285425" y="984860"/>
                  </a:moveTo>
                  <a:lnTo>
                    <a:pt x="1285425" y="982099"/>
                  </a:lnTo>
                  <a:lnTo>
                    <a:pt x="1283699" y="982099"/>
                  </a:lnTo>
                  <a:lnTo>
                    <a:pt x="1283699" y="984860"/>
                  </a:lnTo>
                  <a:lnTo>
                    <a:pt x="1285425" y="984860"/>
                  </a:lnTo>
                  <a:close/>
                  <a:moveTo>
                    <a:pt x="1309580" y="983134"/>
                  </a:moveTo>
                  <a:lnTo>
                    <a:pt x="1309580" y="980374"/>
                  </a:lnTo>
                  <a:lnTo>
                    <a:pt x="1307855" y="980374"/>
                  </a:lnTo>
                  <a:lnTo>
                    <a:pt x="1307855" y="983134"/>
                  </a:lnTo>
                  <a:lnTo>
                    <a:pt x="1309580" y="983134"/>
                  </a:lnTo>
                  <a:close/>
                  <a:moveTo>
                    <a:pt x="1268171" y="983134"/>
                  </a:moveTo>
                  <a:lnTo>
                    <a:pt x="1268171" y="980374"/>
                  </a:lnTo>
                  <a:lnTo>
                    <a:pt x="1266445" y="980374"/>
                  </a:lnTo>
                  <a:lnTo>
                    <a:pt x="1266445" y="983134"/>
                  </a:lnTo>
                  <a:lnTo>
                    <a:pt x="1268171" y="983134"/>
                  </a:lnTo>
                  <a:close/>
                  <a:moveTo>
                    <a:pt x="1250917" y="981409"/>
                  </a:moveTo>
                  <a:lnTo>
                    <a:pt x="1250917" y="978648"/>
                  </a:lnTo>
                  <a:lnTo>
                    <a:pt x="1249191" y="978648"/>
                  </a:lnTo>
                  <a:lnTo>
                    <a:pt x="1249191" y="981409"/>
                  </a:lnTo>
                  <a:lnTo>
                    <a:pt x="1250917" y="981409"/>
                  </a:lnTo>
                  <a:close/>
                  <a:moveTo>
                    <a:pt x="1276798" y="979683"/>
                  </a:moveTo>
                  <a:lnTo>
                    <a:pt x="1276798" y="976923"/>
                  </a:lnTo>
                  <a:lnTo>
                    <a:pt x="1275072" y="976923"/>
                  </a:lnTo>
                  <a:lnTo>
                    <a:pt x="1275072" y="979683"/>
                  </a:lnTo>
                  <a:lnTo>
                    <a:pt x="1276798" y="979683"/>
                  </a:lnTo>
                  <a:close/>
                  <a:moveTo>
                    <a:pt x="1233663" y="979683"/>
                  </a:moveTo>
                  <a:lnTo>
                    <a:pt x="1233663" y="976923"/>
                  </a:lnTo>
                  <a:lnTo>
                    <a:pt x="1231937" y="976923"/>
                  </a:lnTo>
                  <a:lnTo>
                    <a:pt x="1231937" y="979683"/>
                  </a:lnTo>
                  <a:lnTo>
                    <a:pt x="1233663" y="979683"/>
                  </a:lnTo>
                  <a:close/>
                  <a:moveTo>
                    <a:pt x="1259544" y="977958"/>
                  </a:moveTo>
                  <a:lnTo>
                    <a:pt x="1259544" y="975197"/>
                  </a:lnTo>
                  <a:lnTo>
                    <a:pt x="1257818" y="975197"/>
                  </a:lnTo>
                  <a:lnTo>
                    <a:pt x="1257818" y="977958"/>
                  </a:lnTo>
                  <a:lnTo>
                    <a:pt x="1259544" y="977958"/>
                  </a:lnTo>
                  <a:close/>
                  <a:moveTo>
                    <a:pt x="1242290" y="976233"/>
                  </a:moveTo>
                  <a:lnTo>
                    <a:pt x="1242290" y="973472"/>
                  </a:lnTo>
                  <a:lnTo>
                    <a:pt x="1240564" y="973472"/>
                  </a:lnTo>
                  <a:lnTo>
                    <a:pt x="1240564" y="976233"/>
                  </a:lnTo>
                  <a:lnTo>
                    <a:pt x="1242290" y="976233"/>
                  </a:lnTo>
                  <a:close/>
                  <a:moveTo>
                    <a:pt x="904456" y="976578"/>
                  </a:moveTo>
                  <a:lnTo>
                    <a:pt x="907217" y="976578"/>
                  </a:lnTo>
                  <a:lnTo>
                    <a:pt x="907217" y="974852"/>
                  </a:lnTo>
                  <a:lnTo>
                    <a:pt x="904456" y="974852"/>
                  </a:lnTo>
                  <a:lnTo>
                    <a:pt x="904456" y="976578"/>
                  </a:lnTo>
                  <a:close/>
                  <a:moveTo>
                    <a:pt x="897554" y="976578"/>
                  </a:moveTo>
                  <a:lnTo>
                    <a:pt x="900315" y="976578"/>
                  </a:lnTo>
                  <a:lnTo>
                    <a:pt x="900315" y="974852"/>
                  </a:lnTo>
                  <a:lnTo>
                    <a:pt x="897554" y="974852"/>
                  </a:lnTo>
                  <a:lnTo>
                    <a:pt x="897554" y="976578"/>
                  </a:lnTo>
                  <a:close/>
                  <a:moveTo>
                    <a:pt x="1225036" y="974507"/>
                  </a:moveTo>
                  <a:lnTo>
                    <a:pt x="1225036" y="971747"/>
                  </a:lnTo>
                  <a:lnTo>
                    <a:pt x="1223310" y="971747"/>
                  </a:lnTo>
                  <a:lnTo>
                    <a:pt x="1223310" y="974507"/>
                  </a:lnTo>
                  <a:lnTo>
                    <a:pt x="1225036" y="974507"/>
                  </a:lnTo>
                  <a:close/>
                  <a:moveTo>
                    <a:pt x="1183626" y="974507"/>
                  </a:moveTo>
                  <a:lnTo>
                    <a:pt x="1183626" y="971747"/>
                  </a:lnTo>
                  <a:lnTo>
                    <a:pt x="1181901" y="971747"/>
                  </a:lnTo>
                  <a:lnTo>
                    <a:pt x="1181901" y="974507"/>
                  </a:lnTo>
                  <a:lnTo>
                    <a:pt x="1183626" y="974507"/>
                  </a:lnTo>
                  <a:close/>
                  <a:moveTo>
                    <a:pt x="1207782" y="972782"/>
                  </a:moveTo>
                  <a:lnTo>
                    <a:pt x="1207782" y="970021"/>
                  </a:lnTo>
                  <a:lnTo>
                    <a:pt x="1206056" y="970021"/>
                  </a:lnTo>
                  <a:lnTo>
                    <a:pt x="1206056" y="972782"/>
                  </a:lnTo>
                  <a:lnTo>
                    <a:pt x="1207782" y="972782"/>
                  </a:lnTo>
                  <a:close/>
                  <a:moveTo>
                    <a:pt x="1166372" y="972782"/>
                  </a:moveTo>
                  <a:lnTo>
                    <a:pt x="1166372" y="970021"/>
                  </a:lnTo>
                  <a:lnTo>
                    <a:pt x="1164647" y="970021"/>
                  </a:lnTo>
                  <a:lnTo>
                    <a:pt x="1164647" y="972782"/>
                  </a:lnTo>
                  <a:lnTo>
                    <a:pt x="1166372" y="972782"/>
                  </a:lnTo>
                  <a:close/>
                  <a:moveTo>
                    <a:pt x="1149118" y="971056"/>
                  </a:moveTo>
                  <a:lnTo>
                    <a:pt x="1149118" y="968296"/>
                  </a:lnTo>
                  <a:lnTo>
                    <a:pt x="1147393" y="968296"/>
                  </a:lnTo>
                  <a:lnTo>
                    <a:pt x="1147393" y="971056"/>
                  </a:lnTo>
                  <a:lnTo>
                    <a:pt x="1149118" y="971056"/>
                  </a:lnTo>
                  <a:close/>
                  <a:moveTo>
                    <a:pt x="1131864" y="969331"/>
                  </a:moveTo>
                  <a:lnTo>
                    <a:pt x="1131864" y="966570"/>
                  </a:lnTo>
                  <a:lnTo>
                    <a:pt x="1130139" y="966570"/>
                  </a:lnTo>
                  <a:lnTo>
                    <a:pt x="1130139" y="969331"/>
                  </a:lnTo>
                  <a:lnTo>
                    <a:pt x="1131864" y="969331"/>
                  </a:lnTo>
                  <a:close/>
                  <a:moveTo>
                    <a:pt x="1157745" y="967606"/>
                  </a:moveTo>
                  <a:lnTo>
                    <a:pt x="1157745" y="964845"/>
                  </a:lnTo>
                  <a:lnTo>
                    <a:pt x="1156020" y="964845"/>
                  </a:lnTo>
                  <a:lnTo>
                    <a:pt x="1156020" y="967606"/>
                  </a:lnTo>
                  <a:lnTo>
                    <a:pt x="1157745" y="967606"/>
                  </a:lnTo>
                  <a:close/>
                  <a:moveTo>
                    <a:pt x="1140491" y="965880"/>
                  </a:moveTo>
                  <a:lnTo>
                    <a:pt x="1140491" y="963120"/>
                  </a:lnTo>
                  <a:lnTo>
                    <a:pt x="1138766" y="963120"/>
                  </a:lnTo>
                  <a:lnTo>
                    <a:pt x="1138766" y="965880"/>
                  </a:lnTo>
                  <a:lnTo>
                    <a:pt x="1140491" y="965880"/>
                  </a:lnTo>
                  <a:close/>
                  <a:moveTo>
                    <a:pt x="1123237" y="964155"/>
                  </a:moveTo>
                  <a:lnTo>
                    <a:pt x="1123237" y="961394"/>
                  </a:lnTo>
                  <a:lnTo>
                    <a:pt x="1121512" y="961394"/>
                  </a:lnTo>
                  <a:lnTo>
                    <a:pt x="1121512" y="964155"/>
                  </a:lnTo>
                  <a:lnTo>
                    <a:pt x="1123237" y="964155"/>
                  </a:lnTo>
                  <a:close/>
                  <a:moveTo>
                    <a:pt x="1081827" y="964155"/>
                  </a:moveTo>
                  <a:lnTo>
                    <a:pt x="1081827" y="961394"/>
                  </a:lnTo>
                  <a:lnTo>
                    <a:pt x="1080102" y="961394"/>
                  </a:lnTo>
                  <a:lnTo>
                    <a:pt x="1080102" y="964155"/>
                  </a:lnTo>
                  <a:lnTo>
                    <a:pt x="1081827" y="964155"/>
                  </a:lnTo>
                  <a:close/>
                  <a:moveTo>
                    <a:pt x="1105983" y="962429"/>
                  </a:moveTo>
                  <a:lnTo>
                    <a:pt x="1105983" y="959669"/>
                  </a:lnTo>
                  <a:lnTo>
                    <a:pt x="1104258" y="959669"/>
                  </a:lnTo>
                  <a:lnTo>
                    <a:pt x="1104258" y="962429"/>
                  </a:lnTo>
                  <a:lnTo>
                    <a:pt x="1105983" y="962429"/>
                  </a:lnTo>
                  <a:close/>
                  <a:moveTo>
                    <a:pt x="1064573" y="962429"/>
                  </a:moveTo>
                  <a:lnTo>
                    <a:pt x="1064573" y="959669"/>
                  </a:lnTo>
                  <a:lnTo>
                    <a:pt x="1062848" y="959669"/>
                  </a:lnTo>
                  <a:lnTo>
                    <a:pt x="1062848" y="962429"/>
                  </a:lnTo>
                  <a:lnTo>
                    <a:pt x="1064573" y="962429"/>
                  </a:lnTo>
                  <a:close/>
                  <a:moveTo>
                    <a:pt x="1047319" y="960704"/>
                  </a:moveTo>
                  <a:lnTo>
                    <a:pt x="1047319" y="957943"/>
                  </a:lnTo>
                  <a:lnTo>
                    <a:pt x="1045594" y="957943"/>
                  </a:lnTo>
                  <a:lnTo>
                    <a:pt x="1045594" y="960704"/>
                  </a:lnTo>
                  <a:lnTo>
                    <a:pt x="1047319" y="960704"/>
                  </a:lnTo>
                  <a:close/>
                  <a:moveTo>
                    <a:pt x="1030065" y="958979"/>
                  </a:moveTo>
                  <a:lnTo>
                    <a:pt x="1030065" y="956218"/>
                  </a:lnTo>
                  <a:lnTo>
                    <a:pt x="1028340" y="956218"/>
                  </a:lnTo>
                  <a:lnTo>
                    <a:pt x="1028340" y="958979"/>
                  </a:lnTo>
                  <a:lnTo>
                    <a:pt x="1030065" y="958979"/>
                  </a:lnTo>
                  <a:close/>
                  <a:moveTo>
                    <a:pt x="1055946" y="957253"/>
                  </a:moveTo>
                  <a:lnTo>
                    <a:pt x="1055946" y="954493"/>
                  </a:lnTo>
                  <a:lnTo>
                    <a:pt x="1054221" y="954493"/>
                  </a:lnTo>
                  <a:lnTo>
                    <a:pt x="1054221" y="957253"/>
                  </a:lnTo>
                  <a:lnTo>
                    <a:pt x="1055946" y="957253"/>
                  </a:lnTo>
                  <a:close/>
                  <a:moveTo>
                    <a:pt x="1012811" y="957253"/>
                  </a:moveTo>
                  <a:lnTo>
                    <a:pt x="1012811" y="954493"/>
                  </a:lnTo>
                  <a:lnTo>
                    <a:pt x="1011086" y="954493"/>
                  </a:lnTo>
                  <a:lnTo>
                    <a:pt x="1011086" y="957253"/>
                  </a:lnTo>
                  <a:lnTo>
                    <a:pt x="1012811" y="957253"/>
                  </a:lnTo>
                  <a:close/>
                  <a:moveTo>
                    <a:pt x="1038692" y="955528"/>
                  </a:moveTo>
                  <a:lnTo>
                    <a:pt x="1038692" y="952767"/>
                  </a:lnTo>
                  <a:lnTo>
                    <a:pt x="1036967" y="952767"/>
                  </a:lnTo>
                  <a:lnTo>
                    <a:pt x="1036967" y="955528"/>
                  </a:lnTo>
                  <a:lnTo>
                    <a:pt x="1038692" y="955528"/>
                  </a:lnTo>
                  <a:close/>
                  <a:moveTo>
                    <a:pt x="1021438" y="953802"/>
                  </a:moveTo>
                  <a:lnTo>
                    <a:pt x="1021438" y="951042"/>
                  </a:lnTo>
                  <a:lnTo>
                    <a:pt x="1019713" y="951042"/>
                  </a:lnTo>
                  <a:lnTo>
                    <a:pt x="1019713" y="953802"/>
                  </a:lnTo>
                  <a:lnTo>
                    <a:pt x="1021438" y="953802"/>
                  </a:lnTo>
                  <a:close/>
                  <a:moveTo>
                    <a:pt x="980029" y="953802"/>
                  </a:moveTo>
                  <a:lnTo>
                    <a:pt x="980029" y="951042"/>
                  </a:lnTo>
                  <a:lnTo>
                    <a:pt x="978303" y="951042"/>
                  </a:lnTo>
                  <a:lnTo>
                    <a:pt x="978303" y="953802"/>
                  </a:lnTo>
                  <a:lnTo>
                    <a:pt x="980029" y="953802"/>
                  </a:lnTo>
                  <a:close/>
                  <a:moveTo>
                    <a:pt x="1004184" y="952077"/>
                  </a:moveTo>
                  <a:lnTo>
                    <a:pt x="1004184" y="949316"/>
                  </a:lnTo>
                  <a:lnTo>
                    <a:pt x="1002459" y="949316"/>
                  </a:lnTo>
                  <a:lnTo>
                    <a:pt x="1002459" y="952077"/>
                  </a:lnTo>
                  <a:lnTo>
                    <a:pt x="1004184" y="952077"/>
                  </a:lnTo>
                  <a:close/>
                  <a:moveTo>
                    <a:pt x="962775" y="952077"/>
                  </a:moveTo>
                  <a:lnTo>
                    <a:pt x="962775" y="949316"/>
                  </a:lnTo>
                  <a:lnTo>
                    <a:pt x="961049" y="949316"/>
                  </a:lnTo>
                  <a:lnTo>
                    <a:pt x="961049" y="952077"/>
                  </a:lnTo>
                  <a:lnTo>
                    <a:pt x="962775" y="952077"/>
                  </a:lnTo>
                  <a:close/>
                  <a:moveTo>
                    <a:pt x="986930" y="950352"/>
                  </a:moveTo>
                  <a:lnTo>
                    <a:pt x="986930" y="947591"/>
                  </a:lnTo>
                  <a:lnTo>
                    <a:pt x="985205" y="947591"/>
                  </a:lnTo>
                  <a:lnTo>
                    <a:pt x="985205" y="950352"/>
                  </a:lnTo>
                  <a:lnTo>
                    <a:pt x="986930" y="950352"/>
                  </a:lnTo>
                  <a:close/>
                  <a:moveTo>
                    <a:pt x="945521" y="950352"/>
                  </a:moveTo>
                  <a:lnTo>
                    <a:pt x="945521" y="947591"/>
                  </a:lnTo>
                  <a:lnTo>
                    <a:pt x="943795" y="947591"/>
                  </a:lnTo>
                  <a:lnTo>
                    <a:pt x="943795" y="950352"/>
                  </a:lnTo>
                  <a:lnTo>
                    <a:pt x="945521" y="950352"/>
                  </a:lnTo>
                  <a:close/>
                  <a:moveTo>
                    <a:pt x="928267" y="948626"/>
                  </a:moveTo>
                  <a:lnTo>
                    <a:pt x="928267" y="945866"/>
                  </a:lnTo>
                  <a:lnTo>
                    <a:pt x="926541" y="945866"/>
                  </a:lnTo>
                  <a:lnTo>
                    <a:pt x="926541" y="948626"/>
                  </a:lnTo>
                  <a:lnTo>
                    <a:pt x="928267" y="948626"/>
                  </a:lnTo>
                  <a:close/>
                  <a:moveTo>
                    <a:pt x="954148" y="946901"/>
                  </a:moveTo>
                  <a:lnTo>
                    <a:pt x="954148" y="944140"/>
                  </a:lnTo>
                  <a:lnTo>
                    <a:pt x="952422" y="944140"/>
                  </a:lnTo>
                  <a:lnTo>
                    <a:pt x="952422" y="946901"/>
                  </a:lnTo>
                  <a:lnTo>
                    <a:pt x="954148" y="946901"/>
                  </a:lnTo>
                  <a:close/>
                  <a:moveTo>
                    <a:pt x="936894" y="945175"/>
                  </a:moveTo>
                  <a:lnTo>
                    <a:pt x="936894" y="942415"/>
                  </a:lnTo>
                  <a:lnTo>
                    <a:pt x="935168" y="942415"/>
                  </a:lnTo>
                  <a:lnTo>
                    <a:pt x="935168" y="945175"/>
                  </a:lnTo>
                  <a:lnTo>
                    <a:pt x="936894" y="945175"/>
                  </a:lnTo>
                  <a:close/>
                  <a:moveTo>
                    <a:pt x="485183" y="617694"/>
                  </a:moveTo>
                  <a:lnTo>
                    <a:pt x="487944" y="617694"/>
                  </a:lnTo>
                  <a:lnTo>
                    <a:pt x="487944" y="610792"/>
                  </a:lnTo>
                  <a:lnTo>
                    <a:pt x="485183" y="610792"/>
                  </a:lnTo>
                  <a:lnTo>
                    <a:pt x="485183" y="617694"/>
                  </a:lnTo>
                  <a:close/>
                  <a:moveTo>
                    <a:pt x="497261" y="605616"/>
                  </a:moveTo>
                  <a:lnTo>
                    <a:pt x="500022" y="605616"/>
                  </a:lnTo>
                  <a:lnTo>
                    <a:pt x="500022" y="596989"/>
                  </a:lnTo>
                  <a:lnTo>
                    <a:pt x="497261" y="596989"/>
                  </a:lnTo>
                  <a:lnTo>
                    <a:pt x="497261" y="605616"/>
                  </a:lnTo>
                  <a:close/>
                  <a:moveTo>
                    <a:pt x="483458" y="572834"/>
                  </a:moveTo>
                  <a:lnTo>
                    <a:pt x="486218" y="572834"/>
                  </a:lnTo>
                  <a:lnTo>
                    <a:pt x="486218" y="564207"/>
                  </a:lnTo>
                  <a:lnTo>
                    <a:pt x="483458" y="564207"/>
                  </a:lnTo>
                  <a:lnTo>
                    <a:pt x="483458" y="572834"/>
                  </a:lnTo>
                  <a:close/>
                  <a:moveTo>
                    <a:pt x="495536" y="559030"/>
                  </a:moveTo>
                  <a:lnTo>
                    <a:pt x="498296" y="559030"/>
                  </a:lnTo>
                  <a:lnTo>
                    <a:pt x="498296" y="550403"/>
                  </a:lnTo>
                  <a:lnTo>
                    <a:pt x="495536" y="550403"/>
                  </a:lnTo>
                  <a:lnTo>
                    <a:pt x="495536" y="559030"/>
                  </a:lnTo>
                  <a:close/>
                  <a:moveTo>
                    <a:pt x="481732" y="526248"/>
                  </a:moveTo>
                  <a:lnTo>
                    <a:pt x="484493" y="526248"/>
                  </a:lnTo>
                  <a:lnTo>
                    <a:pt x="484493" y="519346"/>
                  </a:lnTo>
                  <a:lnTo>
                    <a:pt x="481732" y="519346"/>
                  </a:lnTo>
                  <a:lnTo>
                    <a:pt x="481732" y="526248"/>
                  </a:lnTo>
                  <a:close/>
                  <a:moveTo>
                    <a:pt x="493810" y="514170"/>
                  </a:moveTo>
                  <a:lnTo>
                    <a:pt x="496571" y="514170"/>
                  </a:lnTo>
                  <a:lnTo>
                    <a:pt x="496571" y="503818"/>
                  </a:lnTo>
                  <a:lnTo>
                    <a:pt x="493810" y="503818"/>
                  </a:lnTo>
                  <a:lnTo>
                    <a:pt x="493810" y="514170"/>
                  </a:lnTo>
                  <a:close/>
                  <a:moveTo>
                    <a:pt x="362335" y="491395"/>
                  </a:moveTo>
                  <a:lnTo>
                    <a:pt x="362335" y="488634"/>
                  </a:lnTo>
                  <a:lnTo>
                    <a:pt x="360609" y="488634"/>
                  </a:lnTo>
                  <a:lnTo>
                    <a:pt x="360609" y="491395"/>
                  </a:lnTo>
                  <a:lnTo>
                    <a:pt x="362335" y="491395"/>
                  </a:lnTo>
                  <a:close/>
                  <a:moveTo>
                    <a:pt x="480007" y="481387"/>
                  </a:moveTo>
                  <a:lnTo>
                    <a:pt x="482768" y="481387"/>
                  </a:lnTo>
                  <a:lnTo>
                    <a:pt x="482768" y="476211"/>
                  </a:lnTo>
                  <a:lnTo>
                    <a:pt x="480007" y="476211"/>
                  </a:lnTo>
                  <a:lnTo>
                    <a:pt x="480007" y="481387"/>
                  </a:lnTo>
                  <a:close/>
                  <a:moveTo>
                    <a:pt x="395117" y="474141"/>
                  </a:moveTo>
                  <a:lnTo>
                    <a:pt x="395117" y="471380"/>
                  </a:lnTo>
                  <a:lnTo>
                    <a:pt x="393392" y="471380"/>
                  </a:lnTo>
                  <a:lnTo>
                    <a:pt x="393392" y="474141"/>
                  </a:lnTo>
                  <a:lnTo>
                    <a:pt x="395117" y="474141"/>
                  </a:lnTo>
                  <a:close/>
                  <a:moveTo>
                    <a:pt x="500367" y="472415"/>
                  </a:moveTo>
                  <a:lnTo>
                    <a:pt x="500367" y="469655"/>
                  </a:lnTo>
                  <a:lnTo>
                    <a:pt x="498641" y="469655"/>
                  </a:lnTo>
                  <a:lnTo>
                    <a:pt x="498641" y="472415"/>
                  </a:lnTo>
                  <a:lnTo>
                    <a:pt x="500367" y="472415"/>
                  </a:lnTo>
                  <a:close/>
                  <a:moveTo>
                    <a:pt x="494214" y="459933"/>
                  </a:moveTo>
                  <a:lnTo>
                    <a:pt x="496167" y="457981"/>
                  </a:lnTo>
                  <a:lnTo>
                    <a:pt x="494441" y="456256"/>
                  </a:lnTo>
                  <a:lnTo>
                    <a:pt x="492489" y="458208"/>
                  </a:lnTo>
                  <a:lnTo>
                    <a:pt x="494214" y="459933"/>
                  </a:lnTo>
                  <a:close/>
                  <a:moveTo>
                    <a:pt x="533149" y="455161"/>
                  </a:moveTo>
                  <a:lnTo>
                    <a:pt x="533149" y="452401"/>
                  </a:lnTo>
                  <a:lnTo>
                    <a:pt x="531424" y="452401"/>
                  </a:lnTo>
                  <a:lnTo>
                    <a:pt x="531424" y="455161"/>
                  </a:lnTo>
                  <a:lnTo>
                    <a:pt x="533149" y="455161"/>
                  </a:lnTo>
                  <a:close/>
                  <a:moveTo>
                    <a:pt x="638399" y="453436"/>
                  </a:moveTo>
                  <a:lnTo>
                    <a:pt x="638399" y="450675"/>
                  </a:lnTo>
                  <a:lnTo>
                    <a:pt x="636673" y="450675"/>
                  </a:lnTo>
                  <a:lnTo>
                    <a:pt x="636673" y="453436"/>
                  </a:lnTo>
                  <a:lnTo>
                    <a:pt x="638399" y="453436"/>
                  </a:lnTo>
                  <a:close/>
                  <a:moveTo>
                    <a:pt x="478282" y="434801"/>
                  </a:moveTo>
                  <a:lnTo>
                    <a:pt x="481042" y="434801"/>
                  </a:lnTo>
                  <a:lnTo>
                    <a:pt x="481042" y="426174"/>
                  </a:lnTo>
                  <a:lnTo>
                    <a:pt x="478282" y="426174"/>
                  </a:lnTo>
                  <a:lnTo>
                    <a:pt x="478282" y="434801"/>
                  </a:lnTo>
                  <a:close/>
                  <a:moveTo>
                    <a:pt x="490359" y="417547"/>
                  </a:moveTo>
                  <a:lnTo>
                    <a:pt x="493120" y="417547"/>
                  </a:lnTo>
                  <a:lnTo>
                    <a:pt x="493120" y="415822"/>
                  </a:lnTo>
                  <a:lnTo>
                    <a:pt x="490359" y="415822"/>
                  </a:lnTo>
                  <a:lnTo>
                    <a:pt x="490359" y="417547"/>
                  </a:lnTo>
                  <a:close/>
                  <a:moveTo>
                    <a:pt x="476556" y="388216"/>
                  </a:moveTo>
                  <a:lnTo>
                    <a:pt x="479317" y="388216"/>
                  </a:lnTo>
                  <a:lnTo>
                    <a:pt x="479317" y="379589"/>
                  </a:lnTo>
                  <a:lnTo>
                    <a:pt x="476556" y="379589"/>
                  </a:lnTo>
                  <a:lnTo>
                    <a:pt x="476556" y="388216"/>
                  </a:lnTo>
                  <a:close/>
                  <a:moveTo>
                    <a:pt x="488634" y="374412"/>
                  </a:moveTo>
                  <a:lnTo>
                    <a:pt x="491395" y="374412"/>
                  </a:lnTo>
                  <a:lnTo>
                    <a:pt x="491395" y="365785"/>
                  </a:lnTo>
                  <a:lnTo>
                    <a:pt x="488634" y="365785"/>
                  </a:lnTo>
                  <a:lnTo>
                    <a:pt x="488634" y="374412"/>
                  </a:lnTo>
                  <a:close/>
                  <a:moveTo>
                    <a:pt x="474831" y="339904"/>
                  </a:moveTo>
                  <a:lnTo>
                    <a:pt x="477591" y="339904"/>
                  </a:lnTo>
                  <a:lnTo>
                    <a:pt x="477591" y="333003"/>
                  </a:lnTo>
                  <a:lnTo>
                    <a:pt x="474831" y="333003"/>
                  </a:lnTo>
                  <a:lnTo>
                    <a:pt x="474831" y="339904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2081" name="Vector layer C7C7C7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30139" y="1502480"/>
                  </a:moveTo>
                  <a:lnTo>
                    <a:pt x="1130139" y="1499720"/>
                  </a:lnTo>
                  <a:lnTo>
                    <a:pt x="1128413" y="1499720"/>
                  </a:lnTo>
                  <a:lnTo>
                    <a:pt x="1128413" y="1502480"/>
                  </a:lnTo>
                  <a:lnTo>
                    <a:pt x="1130139" y="1502480"/>
                  </a:lnTo>
                  <a:close/>
                  <a:moveTo>
                    <a:pt x="1196453" y="1286174"/>
                  </a:moveTo>
                  <a:lnTo>
                    <a:pt x="1198405" y="1288126"/>
                  </a:lnTo>
                  <a:lnTo>
                    <a:pt x="1200131" y="1286401"/>
                  </a:lnTo>
                  <a:lnTo>
                    <a:pt x="1198179" y="1284449"/>
                  </a:lnTo>
                  <a:lnTo>
                    <a:pt x="1196453" y="1286174"/>
                  </a:lnTo>
                  <a:close/>
                  <a:moveTo>
                    <a:pt x="1193002" y="1251893"/>
                  </a:moveTo>
                  <a:lnTo>
                    <a:pt x="1194955" y="1249941"/>
                  </a:lnTo>
                  <a:lnTo>
                    <a:pt x="1182877" y="1237863"/>
                  </a:lnTo>
                  <a:lnTo>
                    <a:pt x="1180925" y="1239815"/>
                  </a:lnTo>
                  <a:lnTo>
                    <a:pt x="1193002" y="1251893"/>
                  </a:lnTo>
                  <a:close/>
                  <a:moveTo>
                    <a:pt x="1182650" y="1231188"/>
                  </a:moveTo>
                  <a:lnTo>
                    <a:pt x="1184602" y="1229236"/>
                  </a:lnTo>
                  <a:lnTo>
                    <a:pt x="1172524" y="1217158"/>
                  </a:lnTo>
                  <a:lnTo>
                    <a:pt x="1170572" y="1219110"/>
                  </a:lnTo>
                  <a:lnTo>
                    <a:pt x="1182650" y="1231188"/>
                  </a:lnTo>
                  <a:close/>
                  <a:moveTo>
                    <a:pt x="1134339" y="1191504"/>
                  </a:moveTo>
                  <a:lnTo>
                    <a:pt x="1136291" y="1189552"/>
                  </a:lnTo>
                  <a:lnTo>
                    <a:pt x="1124213" y="1177474"/>
                  </a:lnTo>
                  <a:lnTo>
                    <a:pt x="1122261" y="1179426"/>
                  </a:lnTo>
                  <a:lnTo>
                    <a:pt x="1134339" y="1191504"/>
                  </a:lnTo>
                  <a:close/>
                  <a:moveTo>
                    <a:pt x="1125712" y="1172524"/>
                  </a:moveTo>
                  <a:lnTo>
                    <a:pt x="1127664" y="1170572"/>
                  </a:lnTo>
                  <a:lnTo>
                    <a:pt x="1115586" y="1158494"/>
                  </a:lnTo>
                  <a:lnTo>
                    <a:pt x="1113634" y="1160446"/>
                  </a:lnTo>
                  <a:lnTo>
                    <a:pt x="1125712" y="1172524"/>
                  </a:lnTo>
                  <a:close/>
                  <a:moveTo>
                    <a:pt x="1077400" y="1132840"/>
                  </a:moveTo>
                  <a:lnTo>
                    <a:pt x="1079353" y="1130888"/>
                  </a:lnTo>
                  <a:lnTo>
                    <a:pt x="1067275" y="1118810"/>
                  </a:lnTo>
                  <a:lnTo>
                    <a:pt x="1065323" y="1120762"/>
                  </a:lnTo>
                  <a:lnTo>
                    <a:pt x="1077400" y="1132840"/>
                  </a:lnTo>
                  <a:close/>
                  <a:moveTo>
                    <a:pt x="1067048" y="1112135"/>
                  </a:moveTo>
                  <a:lnTo>
                    <a:pt x="1069000" y="1110183"/>
                  </a:lnTo>
                  <a:lnTo>
                    <a:pt x="1056922" y="1098105"/>
                  </a:lnTo>
                  <a:lnTo>
                    <a:pt x="1054970" y="1100057"/>
                  </a:lnTo>
                  <a:lnTo>
                    <a:pt x="1067048" y="1112135"/>
                  </a:lnTo>
                  <a:close/>
                  <a:moveTo>
                    <a:pt x="1018737" y="1072451"/>
                  </a:moveTo>
                  <a:lnTo>
                    <a:pt x="1020689" y="1070499"/>
                  </a:lnTo>
                  <a:lnTo>
                    <a:pt x="1008611" y="1058421"/>
                  </a:lnTo>
                  <a:lnTo>
                    <a:pt x="1006659" y="1060373"/>
                  </a:lnTo>
                  <a:lnTo>
                    <a:pt x="1018737" y="1072451"/>
                  </a:lnTo>
                  <a:close/>
                  <a:moveTo>
                    <a:pt x="1008384" y="1051746"/>
                  </a:moveTo>
                  <a:lnTo>
                    <a:pt x="1010336" y="1049794"/>
                  </a:lnTo>
                  <a:lnTo>
                    <a:pt x="998259" y="1037716"/>
                  </a:lnTo>
                  <a:lnTo>
                    <a:pt x="996307" y="1039668"/>
                  </a:lnTo>
                  <a:lnTo>
                    <a:pt x="1008384" y="1051746"/>
                  </a:lnTo>
                  <a:close/>
                  <a:moveTo>
                    <a:pt x="1553207" y="1009360"/>
                  </a:moveTo>
                  <a:lnTo>
                    <a:pt x="1555968" y="1009360"/>
                  </a:lnTo>
                  <a:lnTo>
                    <a:pt x="1555968" y="1007635"/>
                  </a:lnTo>
                  <a:lnTo>
                    <a:pt x="1553207" y="1007635"/>
                  </a:lnTo>
                  <a:lnTo>
                    <a:pt x="1553207" y="1009360"/>
                  </a:lnTo>
                  <a:close/>
                  <a:moveTo>
                    <a:pt x="954897" y="1006886"/>
                  </a:moveTo>
                  <a:lnTo>
                    <a:pt x="956849" y="1004934"/>
                  </a:lnTo>
                  <a:lnTo>
                    <a:pt x="949947" y="998032"/>
                  </a:lnTo>
                  <a:lnTo>
                    <a:pt x="947995" y="999984"/>
                  </a:lnTo>
                  <a:lnTo>
                    <a:pt x="954897" y="1006886"/>
                  </a:lnTo>
                  <a:close/>
                  <a:moveTo>
                    <a:pt x="949721" y="991357"/>
                  </a:moveTo>
                  <a:lnTo>
                    <a:pt x="951673" y="989405"/>
                  </a:lnTo>
                  <a:lnTo>
                    <a:pt x="939595" y="977327"/>
                  </a:lnTo>
                  <a:lnTo>
                    <a:pt x="937643" y="979279"/>
                  </a:lnTo>
                  <a:lnTo>
                    <a:pt x="949721" y="991357"/>
                  </a:lnTo>
                  <a:close/>
                  <a:moveTo>
                    <a:pt x="520095" y="613267"/>
                  </a:moveTo>
                  <a:lnTo>
                    <a:pt x="522048" y="615219"/>
                  </a:lnTo>
                  <a:lnTo>
                    <a:pt x="525498" y="611768"/>
                  </a:lnTo>
                  <a:lnTo>
                    <a:pt x="523546" y="609816"/>
                  </a:lnTo>
                  <a:lnTo>
                    <a:pt x="520095" y="613267"/>
                  </a:lnTo>
                  <a:close/>
                  <a:moveTo>
                    <a:pt x="504567" y="611542"/>
                  </a:moveTo>
                  <a:lnTo>
                    <a:pt x="506519" y="613494"/>
                  </a:lnTo>
                  <a:lnTo>
                    <a:pt x="508244" y="611768"/>
                  </a:lnTo>
                  <a:lnTo>
                    <a:pt x="506292" y="609816"/>
                  </a:lnTo>
                  <a:lnTo>
                    <a:pt x="504567" y="611542"/>
                  </a:lnTo>
                  <a:close/>
                  <a:moveTo>
                    <a:pt x="539075" y="592562"/>
                  </a:moveTo>
                  <a:lnTo>
                    <a:pt x="541027" y="594514"/>
                  </a:lnTo>
                  <a:lnTo>
                    <a:pt x="542752" y="592789"/>
                  </a:lnTo>
                  <a:lnTo>
                    <a:pt x="540800" y="590837"/>
                  </a:lnTo>
                  <a:lnTo>
                    <a:pt x="539075" y="592562"/>
                  </a:lnTo>
                  <a:close/>
                  <a:moveTo>
                    <a:pt x="521821" y="592562"/>
                  </a:moveTo>
                  <a:lnTo>
                    <a:pt x="523773" y="594514"/>
                  </a:lnTo>
                  <a:lnTo>
                    <a:pt x="525498" y="592789"/>
                  </a:lnTo>
                  <a:lnTo>
                    <a:pt x="523546" y="590837"/>
                  </a:lnTo>
                  <a:lnTo>
                    <a:pt x="521821" y="592562"/>
                  </a:lnTo>
                  <a:close/>
                  <a:moveTo>
                    <a:pt x="556329" y="573583"/>
                  </a:moveTo>
                  <a:lnTo>
                    <a:pt x="558281" y="575535"/>
                  </a:lnTo>
                  <a:lnTo>
                    <a:pt x="560006" y="573810"/>
                  </a:lnTo>
                  <a:lnTo>
                    <a:pt x="558054" y="571858"/>
                  </a:lnTo>
                  <a:lnTo>
                    <a:pt x="556329" y="573583"/>
                  </a:lnTo>
                  <a:close/>
                  <a:moveTo>
                    <a:pt x="539075" y="573583"/>
                  </a:moveTo>
                  <a:lnTo>
                    <a:pt x="541027" y="575535"/>
                  </a:lnTo>
                  <a:lnTo>
                    <a:pt x="544478" y="572084"/>
                  </a:lnTo>
                  <a:lnTo>
                    <a:pt x="542526" y="570132"/>
                  </a:lnTo>
                  <a:lnTo>
                    <a:pt x="539075" y="573583"/>
                  </a:lnTo>
                  <a:close/>
                  <a:moveTo>
                    <a:pt x="573583" y="554604"/>
                  </a:moveTo>
                  <a:lnTo>
                    <a:pt x="575535" y="556556"/>
                  </a:lnTo>
                  <a:lnTo>
                    <a:pt x="577260" y="554830"/>
                  </a:lnTo>
                  <a:lnTo>
                    <a:pt x="575308" y="552878"/>
                  </a:lnTo>
                  <a:lnTo>
                    <a:pt x="573583" y="554604"/>
                  </a:lnTo>
                  <a:close/>
                  <a:moveTo>
                    <a:pt x="558054" y="552878"/>
                  </a:moveTo>
                  <a:lnTo>
                    <a:pt x="560006" y="554830"/>
                  </a:lnTo>
                  <a:lnTo>
                    <a:pt x="561732" y="553105"/>
                  </a:lnTo>
                  <a:lnTo>
                    <a:pt x="559780" y="551153"/>
                  </a:lnTo>
                  <a:lnTo>
                    <a:pt x="558054" y="552878"/>
                  </a:lnTo>
                  <a:close/>
                  <a:moveTo>
                    <a:pt x="590837" y="535624"/>
                  </a:moveTo>
                  <a:lnTo>
                    <a:pt x="592789" y="537576"/>
                  </a:lnTo>
                  <a:lnTo>
                    <a:pt x="596240" y="534125"/>
                  </a:lnTo>
                  <a:lnTo>
                    <a:pt x="594288" y="532173"/>
                  </a:lnTo>
                  <a:lnTo>
                    <a:pt x="590837" y="535624"/>
                  </a:lnTo>
                  <a:close/>
                  <a:moveTo>
                    <a:pt x="575308" y="533899"/>
                  </a:moveTo>
                  <a:lnTo>
                    <a:pt x="577260" y="535851"/>
                  </a:lnTo>
                  <a:lnTo>
                    <a:pt x="578986" y="534125"/>
                  </a:lnTo>
                  <a:lnTo>
                    <a:pt x="577034" y="532173"/>
                  </a:lnTo>
                  <a:lnTo>
                    <a:pt x="575308" y="533899"/>
                  </a:lnTo>
                  <a:close/>
                  <a:moveTo>
                    <a:pt x="609816" y="514919"/>
                  </a:moveTo>
                  <a:lnTo>
                    <a:pt x="611768" y="516871"/>
                  </a:lnTo>
                  <a:lnTo>
                    <a:pt x="613494" y="515146"/>
                  </a:lnTo>
                  <a:lnTo>
                    <a:pt x="611542" y="513194"/>
                  </a:lnTo>
                  <a:lnTo>
                    <a:pt x="609816" y="514919"/>
                  </a:lnTo>
                  <a:close/>
                  <a:moveTo>
                    <a:pt x="592562" y="514919"/>
                  </a:moveTo>
                  <a:lnTo>
                    <a:pt x="594514" y="516871"/>
                  </a:lnTo>
                  <a:lnTo>
                    <a:pt x="596240" y="515146"/>
                  </a:lnTo>
                  <a:lnTo>
                    <a:pt x="594288" y="513194"/>
                  </a:lnTo>
                  <a:lnTo>
                    <a:pt x="592562" y="514919"/>
                  </a:lnTo>
                  <a:close/>
                  <a:moveTo>
                    <a:pt x="627070" y="495940"/>
                  </a:moveTo>
                  <a:lnTo>
                    <a:pt x="629023" y="497892"/>
                  </a:lnTo>
                  <a:lnTo>
                    <a:pt x="630748" y="496167"/>
                  </a:lnTo>
                  <a:lnTo>
                    <a:pt x="628796" y="494214"/>
                  </a:lnTo>
                  <a:lnTo>
                    <a:pt x="627070" y="495940"/>
                  </a:lnTo>
                  <a:close/>
                  <a:moveTo>
                    <a:pt x="611542" y="494214"/>
                  </a:moveTo>
                  <a:lnTo>
                    <a:pt x="613494" y="496167"/>
                  </a:lnTo>
                  <a:lnTo>
                    <a:pt x="615219" y="494441"/>
                  </a:lnTo>
                  <a:lnTo>
                    <a:pt x="613267" y="492489"/>
                  </a:lnTo>
                  <a:lnTo>
                    <a:pt x="611542" y="494214"/>
                  </a:lnTo>
                  <a:close/>
                  <a:moveTo>
                    <a:pt x="644324" y="476960"/>
                  </a:moveTo>
                  <a:lnTo>
                    <a:pt x="646277" y="478913"/>
                  </a:lnTo>
                  <a:lnTo>
                    <a:pt x="648002" y="477187"/>
                  </a:lnTo>
                  <a:lnTo>
                    <a:pt x="646050" y="475235"/>
                  </a:lnTo>
                  <a:lnTo>
                    <a:pt x="644324" y="476960"/>
                  </a:lnTo>
                  <a:close/>
                  <a:moveTo>
                    <a:pt x="628796" y="475235"/>
                  </a:moveTo>
                  <a:lnTo>
                    <a:pt x="630748" y="477187"/>
                  </a:lnTo>
                  <a:lnTo>
                    <a:pt x="632473" y="475462"/>
                  </a:lnTo>
                  <a:lnTo>
                    <a:pt x="630521" y="473510"/>
                  </a:lnTo>
                  <a:lnTo>
                    <a:pt x="628796" y="475235"/>
                  </a:lnTo>
                  <a:close/>
                  <a:moveTo>
                    <a:pt x="335477" y="473510"/>
                  </a:moveTo>
                  <a:lnTo>
                    <a:pt x="337430" y="475462"/>
                  </a:lnTo>
                  <a:lnTo>
                    <a:pt x="339155" y="473736"/>
                  </a:lnTo>
                  <a:lnTo>
                    <a:pt x="337203" y="471784"/>
                  </a:lnTo>
                  <a:lnTo>
                    <a:pt x="335477" y="473510"/>
                  </a:lnTo>
                  <a:close/>
                  <a:moveTo>
                    <a:pt x="319949" y="471784"/>
                  </a:moveTo>
                  <a:lnTo>
                    <a:pt x="321901" y="473736"/>
                  </a:lnTo>
                  <a:lnTo>
                    <a:pt x="323626" y="472011"/>
                  </a:lnTo>
                  <a:lnTo>
                    <a:pt x="321674" y="470059"/>
                  </a:lnTo>
                  <a:lnTo>
                    <a:pt x="319949" y="471784"/>
                  </a:lnTo>
                  <a:close/>
                  <a:moveTo>
                    <a:pt x="661578" y="457981"/>
                  </a:moveTo>
                  <a:lnTo>
                    <a:pt x="663531" y="459933"/>
                  </a:lnTo>
                  <a:lnTo>
                    <a:pt x="665256" y="458208"/>
                  </a:lnTo>
                  <a:lnTo>
                    <a:pt x="663304" y="456256"/>
                  </a:lnTo>
                  <a:lnTo>
                    <a:pt x="661578" y="457981"/>
                  </a:lnTo>
                  <a:close/>
                  <a:moveTo>
                    <a:pt x="646050" y="456256"/>
                  </a:moveTo>
                  <a:lnTo>
                    <a:pt x="648002" y="458208"/>
                  </a:lnTo>
                  <a:lnTo>
                    <a:pt x="649727" y="456482"/>
                  </a:lnTo>
                  <a:lnTo>
                    <a:pt x="647775" y="454530"/>
                  </a:lnTo>
                  <a:lnTo>
                    <a:pt x="646050" y="456256"/>
                  </a:lnTo>
                  <a:close/>
                  <a:moveTo>
                    <a:pt x="352731" y="454530"/>
                  </a:moveTo>
                  <a:lnTo>
                    <a:pt x="354684" y="456482"/>
                  </a:lnTo>
                  <a:lnTo>
                    <a:pt x="356409" y="454757"/>
                  </a:lnTo>
                  <a:lnTo>
                    <a:pt x="354457" y="452805"/>
                  </a:lnTo>
                  <a:lnTo>
                    <a:pt x="352731" y="454530"/>
                  </a:lnTo>
                  <a:close/>
                  <a:moveTo>
                    <a:pt x="337203" y="452805"/>
                  </a:moveTo>
                  <a:lnTo>
                    <a:pt x="339155" y="454757"/>
                  </a:lnTo>
                  <a:lnTo>
                    <a:pt x="340880" y="453031"/>
                  </a:lnTo>
                  <a:lnTo>
                    <a:pt x="338928" y="451079"/>
                  </a:lnTo>
                  <a:lnTo>
                    <a:pt x="337203" y="452805"/>
                  </a:lnTo>
                  <a:close/>
                  <a:moveTo>
                    <a:pt x="369985" y="435551"/>
                  </a:moveTo>
                  <a:lnTo>
                    <a:pt x="371938" y="437503"/>
                  </a:lnTo>
                  <a:lnTo>
                    <a:pt x="373663" y="435777"/>
                  </a:lnTo>
                  <a:lnTo>
                    <a:pt x="371711" y="433825"/>
                  </a:lnTo>
                  <a:lnTo>
                    <a:pt x="369985" y="435551"/>
                  </a:lnTo>
                  <a:close/>
                  <a:moveTo>
                    <a:pt x="354457" y="433825"/>
                  </a:moveTo>
                  <a:lnTo>
                    <a:pt x="356409" y="435777"/>
                  </a:lnTo>
                  <a:lnTo>
                    <a:pt x="358134" y="434052"/>
                  </a:lnTo>
                  <a:lnTo>
                    <a:pt x="356182" y="432100"/>
                  </a:lnTo>
                  <a:lnTo>
                    <a:pt x="354457" y="433825"/>
                  </a:lnTo>
                  <a:close/>
                  <a:moveTo>
                    <a:pt x="478686" y="423473"/>
                  </a:moveTo>
                  <a:lnTo>
                    <a:pt x="480638" y="425425"/>
                  </a:lnTo>
                  <a:lnTo>
                    <a:pt x="482363" y="423700"/>
                  </a:lnTo>
                  <a:lnTo>
                    <a:pt x="480411" y="421748"/>
                  </a:lnTo>
                  <a:lnTo>
                    <a:pt x="478686" y="423473"/>
                  </a:lnTo>
                  <a:close/>
                  <a:moveTo>
                    <a:pt x="387240" y="416571"/>
                  </a:moveTo>
                  <a:lnTo>
                    <a:pt x="389192" y="418523"/>
                  </a:lnTo>
                  <a:lnTo>
                    <a:pt x="390917" y="416798"/>
                  </a:lnTo>
                  <a:lnTo>
                    <a:pt x="388965" y="414846"/>
                  </a:lnTo>
                  <a:lnTo>
                    <a:pt x="387240" y="416571"/>
                  </a:lnTo>
                  <a:close/>
                  <a:moveTo>
                    <a:pt x="371711" y="414846"/>
                  </a:moveTo>
                  <a:lnTo>
                    <a:pt x="373663" y="416798"/>
                  </a:lnTo>
                  <a:lnTo>
                    <a:pt x="375388" y="415073"/>
                  </a:lnTo>
                  <a:lnTo>
                    <a:pt x="373436" y="413121"/>
                  </a:lnTo>
                  <a:lnTo>
                    <a:pt x="371711" y="414846"/>
                  </a:lnTo>
                  <a:close/>
                  <a:moveTo>
                    <a:pt x="404494" y="397592"/>
                  </a:moveTo>
                  <a:lnTo>
                    <a:pt x="406446" y="399544"/>
                  </a:lnTo>
                  <a:lnTo>
                    <a:pt x="408171" y="397819"/>
                  </a:lnTo>
                  <a:lnTo>
                    <a:pt x="406219" y="395867"/>
                  </a:lnTo>
                  <a:lnTo>
                    <a:pt x="404494" y="397592"/>
                  </a:lnTo>
                  <a:close/>
                  <a:moveTo>
                    <a:pt x="388965" y="395867"/>
                  </a:moveTo>
                  <a:lnTo>
                    <a:pt x="390917" y="397819"/>
                  </a:lnTo>
                  <a:lnTo>
                    <a:pt x="392642" y="396093"/>
                  </a:lnTo>
                  <a:lnTo>
                    <a:pt x="390690" y="394141"/>
                  </a:lnTo>
                  <a:lnTo>
                    <a:pt x="388965" y="395867"/>
                  </a:lnTo>
                  <a:close/>
                  <a:moveTo>
                    <a:pt x="421748" y="378612"/>
                  </a:moveTo>
                  <a:lnTo>
                    <a:pt x="423700" y="380565"/>
                  </a:lnTo>
                  <a:lnTo>
                    <a:pt x="425425" y="378839"/>
                  </a:lnTo>
                  <a:lnTo>
                    <a:pt x="423473" y="376887"/>
                  </a:lnTo>
                  <a:lnTo>
                    <a:pt x="421748" y="378612"/>
                  </a:lnTo>
                  <a:close/>
                  <a:moveTo>
                    <a:pt x="404494" y="378612"/>
                  </a:moveTo>
                  <a:lnTo>
                    <a:pt x="406446" y="380565"/>
                  </a:lnTo>
                  <a:lnTo>
                    <a:pt x="409896" y="377114"/>
                  </a:lnTo>
                  <a:lnTo>
                    <a:pt x="407944" y="375162"/>
                  </a:lnTo>
                  <a:lnTo>
                    <a:pt x="404494" y="378612"/>
                  </a:lnTo>
                  <a:close/>
                  <a:moveTo>
                    <a:pt x="439002" y="359633"/>
                  </a:moveTo>
                  <a:lnTo>
                    <a:pt x="440954" y="361585"/>
                  </a:lnTo>
                  <a:lnTo>
                    <a:pt x="442679" y="359860"/>
                  </a:lnTo>
                  <a:lnTo>
                    <a:pt x="440727" y="357908"/>
                  </a:lnTo>
                  <a:lnTo>
                    <a:pt x="439002" y="359633"/>
                  </a:lnTo>
                  <a:close/>
                  <a:moveTo>
                    <a:pt x="421748" y="359633"/>
                  </a:moveTo>
                  <a:lnTo>
                    <a:pt x="423700" y="361585"/>
                  </a:lnTo>
                  <a:lnTo>
                    <a:pt x="427150" y="358134"/>
                  </a:lnTo>
                  <a:lnTo>
                    <a:pt x="425198" y="356182"/>
                  </a:lnTo>
                  <a:lnTo>
                    <a:pt x="421748" y="359633"/>
                  </a:lnTo>
                  <a:close/>
                  <a:moveTo>
                    <a:pt x="439002" y="340654"/>
                  </a:moveTo>
                  <a:lnTo>
                    <a:pt x="440954" y="342606"/>
                  </a:lnTo>
                  <a:lnTo>
                    <a:pt x="442679" y="340880"/>
                  </a:lnTo>
                  <a:lnTo>
                    <a:pt x="440727" y="338928"/>
                  </a:lnTo>
                  <a:lnTo>
                    <a:pt x="439002" y="340654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82" name="Vector layer C4C2C3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49463" y="1497649"/>
                  </a:moveTo>
                  <a:lnTo>
                    <a:pt x="1152224" y="1497649"/>
                  </a:lnTo>
                  <a:lnTo>
                    <a:pt x="1152224" y="1495924"/>
                  </a:lnTo>
                  <a:lnTo>
                    <a:pt x="1149463" y="1495924"/>
                  </a:lnTo>
                  <a:lnTo>
                    <a:pt x="1149463" y="1497649"/>
                  </a:lnTo>
                  <a:close/>
                  <a:moveTo>
                    <a:pt x="979053" y="1375895"/>
                  </a:moveTo>
                  <a:lnTo>
                    <a:pt x="981005" y="1377847"/>
                  </a:lnTo>
                  <a:lnTo>
                    <a:pt x="981754" y="1377098"/>
                  </a:lnTo>
                  <a:lnTo>
                    <a:pt x="982503" y="1377847"/>
                  </a:lnTo>
                  <a:lnTo>
                    <a:pt x="984455" y="1375895"/>
                  </a:lnTo>
                  <a:lnTo>
                    <a:pt x="981754" y="1373194"/>
                  </a:lnTo>
                  <a:lnTo>
                    <a:pt x="979053" y="1375895"/>
                  </a:lnTo>
                  <a:close/>
                  <a:moveTo>
                    <a:pt x="130155" y="1053245"/>
                  </a:moveTo>
                  <a:lnTo>
                    <a:pt x="132107" y="1055197"/>
                  </a:lnTo>
                  <a:lnTo>
                    <a:pt x="133832" y="1053472"/>
                  </a:lnTo>
                  <a:lnTo>
                    <a:pt x="131880" y="1051519"/>
                  </a:lnTo>
                  <a:lnTo>
                    <a:pt x="130155" y="1053245"/>
                  </a:lnTo>
                  <a:close/>
                  <a:moveTo>
                    <a:pt x="1810697" y="927290"/>
                  </a:moveTo>
                  <a:lnTo>
                    <a:pt x="1812649" y="929243"/>
                  </a:lnTo>
                  <a:lnTo>
                    <a:pt x="1814374" y="927517"/>
                  </a:lnTo>
                  <a:lnTo>
                    <a:pt x="1812422" y="925565"/>
                  </a:lnTo>
                  <a:lnTo>
                    <a:pt x="1810697" y="927290"/>
                  </a:lnTo>
                  <a:close/>
                  <a:moveTo>
                    <a:pt x="875528" y="903135"/>
                  </a:moveTo>
                  <a:lnTo>
                    <a:pt x="877480" y="905087"/>
                  </a:lnTo>
                  <a:lnTo>
                    <a:pt x="879206" y="903361"/>
                  </a:lnTo>
                  <a:lnTo>
                    <a:pt x="877254" y="901409"/>
                  </a:lnTo>
                  <a:lnTo>
                    <a:pt x="875528" y="903135"/>
                  </a:lnTo>
                  <a:close/>
                  <a:moveTo>
                    <a:pt x="333003" y="482768"/>
                  </a:moveTo>
                  <a:lnTo>
                    <a:pt x="333003" y="480007"/>
                  </a:lnTo>
                  <a:lnTo>
                    <a:pt x="331277" y="480007"/>
                  </a:lnTo>
                  <a:lnTo>
                    <a:pt x="331277" y="482768"/>
                  </a:lnTo>
                  <a:lnTo>
                    <a:pt x="333003" y="482768"/>
                  </a:lnTo>
                  <a:close/>
                  <a:moveTo>
                    <a:pt x="463157" y="327077"/>
                  </a:moveTo>
                  <a:lnTo>
                    <a:pt x="465109" y="325125"/>
                  </a:lnTo>
                  <a:lnTo>
                    <a:pt x="463384" y="323400"/>
                  </a:lnTo>
                  <a:lnTo>
                    <a:pt x="461432" y="325352"/>
                  </a:lnTo>
                  <a:lnTo>
                    <a:pt x="463157" y="327077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83" name="Vector layer BEBEBE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51593" y="1534859"/>
                  </a:moveTo>
                  <a:lnTo>
                    <a:pt x="1153545" y="1532907"/>
                  </a:lnTo>
                  <a:lnTo>
                    <a:pt x="1151819" y="1531181"/>
                  </a:lnTo>
                  <a:lnTo>
                    <a:pt x="1149867" y="1533133"/>
                  </a:lnTo>
                  <a:lnTo>
                    <a:pt x="1151593" y="1534859"/>
                  </a:lnTo>
                  <a:close/>
                  <a:moveTo>
                    <a:pt x="1157745" y="1297158"/>
                  </a:moveTo>
                  <a:lnTo>
                    <a:pt x="1157745" y="1294397"/>
                  </a:lnTo>
                  <a:lnTo>
                    <a:pt x="1156020" y="1294397"/>
                  </a:lnTo>
                  <a:lnTo>
                    <a:pt x="1156020" y="1297158"/>
                  </a:lnTo>
                  <a:lnTo>
                    <a:pt x="1157745" y="1297158"/>
                  </a:lnTo>
                  <a:close/>
                  <a:moveTo>
                    <a:pt x="1205080" y="1263971"/>
                  </a:moveTo>
                  <a:lnTo>
                    <a:pt x="1207032" y="1262019"/>
                  </a:lnTo>
                  <a:lnTo>
                    <a:pt x="1198405" y="1253392"/>
                  </a:lnTo>
                  <a:lnTo>
                    <a:pt x="1196453" y="1255344"/>
                  </a:lnTo>
                  <a:lnTo>
                    <a:pt x="1205080" y="1263971"/>
                  </a:lnTo>
                  <a:close/>
                  <a:moveTo>
                    <a:pt x="1168847" y="1217385"/>
                  </a:moveTo>
                  <a:lnTo>
                    <a:pt x="1170799" y="1215433"/>
                  </a:lnTo>
                  <a:lnTo>
                    <a:pt x="1156996" y="1201629"/>
                  </a:lnTo>
                  <a:lnTo>
                    <a:pt x="1155044" y="1203582"/>
                  </a:lnTo>
                  <a:lnTo>
                    <a:pt x="1168847" y="1217385"/>
                  </a:lnTo>
                  <a:close/>
                  <a:moveTo>
                    <a:pt x="1149867" y="1207032"/>
                  </a:moveTo>
                  <a:lnTo>
                    <a:pt x="1151819" y="1205080"/>
                  </a:lnTo>
                  <a:lnTo>
                    <a:pt x="1139742" y="1193002"/>
                  </a:lnTo>
                  <a:lnTo>
                    <a:pt x="1137790" y="1194955"/>
                  </a:lnTo>
                  <a:lnTo>
                    <a:pt x="1149867" y="1207032"/>
                  </a:lnTo>
                  <a:close/>
                  <a:moveTo>
                    <a:pt x="1110183" y="1156996"/>
                  </a:moveTo>
                  <a:lnTo>
                    <a:pt x="1112135" y="1155044"/>
                  </a:lnTo>
                  <a:lnTo>
                    <a:pt x="1100057" y="1142966"/>
                  </a:lnTo>
                  <a:lnTo>
                    <a:pt x="1098105" y="1144918"/>
                  </a:lnTo>
                  <a:lnTo>
                    <a:pt x="1110183" y="1156996"/>
                  </a:lnTo>
                  <a:close/>
                  <a:moveTo>
                    <a:pt x="1092929" y="1148369"/>
                  </a:moveTo>
                  <a:lnTo>
                    <a:pt x="1094881" y="1146417"/>
                  </a:lnTo>
                  <a:lnTo>
                    <a:pt x="1081078" y="1132613"/>
                  </a:lnTo>
                  <a:lnTo>
                    <a:pt x="1079126" y="1134565"/>
                  </a:lnTo>
                  <a:lnTo>
                    <a:pt x="1092929" y="1148369"/>
                  </a:lnTo>
                  <a:close/>
                  <a:moveTo>
                    <a:pt x="1053245" y="1098332"/>
                  </a:moveTo>
                  <a:lnTo>
                    <a:pt x="1055197" y="1096380"/>
                  </a:lnTo>
                  <a:lnTo>
                    <a:pt x="1041394" y="1082577"/>
                  </a:lnTo>
                  <a:lnTo>
                    <a:pt x="1039442" y="1084529"/>
                  </a:lnTo>
                  <a:lnTo>
                    <a:pt x="1053245" y="1098332"/>
                  </a:lnTo>
                  <a:close/>
                  <a:moveTo>
                    <a:pt x="1034265" y="1087980"/>
                  </a:moveTo>
                  <a:lnTo>
                    <a:pt x="1036217" y="1086027"/>
                  </a:lnTo>
                  <a:lnTo>
                    <a:pt x="1024140" y="1073950"/>
                  </a:lnTo>
                  <a:lnTo>
                    <a:pt x="1022188" y="1075902"/>
                  </a:lnTo>
                  <a:lnTo>
                    <a:pt x="1034265" y="1087980"/>
                  </a:lnTo>
                  <a:close/>
                  <a:moveTo>
                    <a:pt x="57283" y="1062848"/>
                  </a:moveTo>
                  <a:lnTo>
                    <a:pt x="60044" y="1062848"/>
                  </a:lnTo>
                  <a:lnTo>
                    <a:pt x="60044" y="1061122"/>
                  </a:lnTo>
                  <a:lnTo>
                    <a:pt x="57283" y="1061122"/>
                  </a:lnTo>
                  <a:lnTo>
                    <a:pt x="57283" y="1062848"/>
                  </a:lnTo>
                  <a:close/>
                  <a:moveTo>
                    <a:pt x="994581" y="1037943"/>
                  </a:moveTo>
                  <a:lnTo>
                    <a:pt x="996533" y="1035991"/>
                  </a:lnTo>
                  <a:lnTo>
                    <a:pt x="994808" y="1034265"/>
                  </a:lnTo>
                  <a:lnTo>
                    <a:pt x="992856" y="1036217"/>
                  </a:lnTo>
                  <a:lnTo>
                    <a:pt x="994581" y="1037943"/>
                  </a:lnTo>
                  <a:close/>
                  <a:moveTo>
                    <a:pt x="916938" y="967201"/>
                  </a:moveTo>
                  <a:lnTo>
                    <a:pt x="918890" y="965249"/>
                  </a:lnTo>
                  <a:lnTo>
                    <a:pt x="917165" y="963524"/>
                  </a:lnTo>
                  <a:lnTo>
                    <a:pt x="915213" y="965476"/>
                  </a:lnTo>
                  <a:lnTo>
                    <a:pt x="916938" y="967201"/>
                  </a:lnTo>
                  <a:close/>
                  <a:moveTo>
                    <a:pt x="935917" y="977554"/>
                  </a:moveTo>
                  <a:lnTo>
                    <a:pt x="937870" y="975602"/>
                  </a:lnTo>
                  <a:lnTo>
                    <a:pt x="924066" y="961799"/>
                  </a:lnTo>
                  <a:lnTo>
                    <a:pt x="922114" y="963751"/>
                  </a:lnTo>
                  <a:lnTo>
                    <a:pt x="935917" y="977554"/>
                  </a:lnTo>
                  <a:close/>
                  <a:moveTo>
                    <a:pt x="480411" y="634199"/>
                  </a:moveTo>
                  <a:lnTo>
                    <a:pt x="482363" y="632247"/>
                  </a:lnTo>
                  <a:lnTo>
                    <a:pt x="480638" y="630521"/>
                  </a:lnTo>
                  <a:lnTo>
                    <a:pt x="478686" y="632473"/>
                  </a:lnTo>
                  <a:lnTo>
                    <a:pt x="480411" y="634199"/>
                  </a:lnTo>
                  <a:close/>
                  <a:moveTo>
                    <a:pt x="516645" y="616718"/>
                  </a:moveTo>
                  <a:lnTo>
                    <a:pt x="518597" y="618670"/>
                  </a:lnTo>
                  <a:lnTo>
                    <a:pt x="520322" y="616945"/>
                  </a:lnTo>
                  <a:lnTo>
                    <a:pt x="518370" y="614993"/>
                  </a:lnTo>
                  <a:lnTo>
                    <a:pt x="516645" y="616718"/>
                  </a:lnTo>
                  <a:close/>
                  <a:moveTo>
                    <a:pt x="508018" y="608091"/>
                  </a:moveTo>
                  <a:lnTo>
                    <a:pt x="509970" y="610043"/>
                  </a:lnTo>
                  <a:lnTo>
                    <a:pt x="513421" y="606592"/>
                  </a:lnTo>
                  <a:lnTo>
                    <a:pt x="511468" y="604640"/>
                  </a:lnTo>
                  <a:lnTo>
                    <a:pt x="508018" y="608091"/>
                  </a:lnTo>
                  <a:close/>
                  <a:moveTo>
                    <a:pt x="533899" y="597739"/>
                  </a:moveTo>
                  <a:lnTo>
                    <a:pt x="535851" y="599691"/>
                  </a:lnTo>
                  <a:lnTo>
                    <a:pt x="537576" y="597965"/>
                  </a:lnTo>
                  <a:lnTo>
                    <a:pt x="535624" y="596013"/>
                  </a:lnTo>
                  <a:lnTo>
                    <a:pt x="533899" y="597739"/>
                  </a:lnTo>
                  <a:close/>
                  <a:moveTo>
                    <a:pt x="526997" y="587386"/>
                  </a:moveTo>
                  <a:lnTo>
                    <a:pt x="528949" y="589338"/>
                  </a:lnTo>
                  <a:lnTo>
                    <a:pt x="530675" y="587613"/>
                  </a:lnTo>
                  <a:lnTo>
                    <a:pt x="528723" y="585661"/>
                  </a:lnTo>
                  <a:lnTo>
                    <a:pt x="526997" y="587386"/>
                  </a:lnTo>
                  <a:close/>
                  <a:moveTo>
                    <a:pt x="551153" y="578759"/>
                  </a:moveTo>
                  <a:lnTo>
                    <a:pt x="553105" y="580711"/>
                  </a:lnTo>
                  <a:lnTo>
                    <a:pt x="554830" y="578986"/>
                  </a:lnTo>
                  <a:lnTo>
                    <a:pt x="552878" y="577034"/>
                  </a:lnTo>
                  <a:lnTo>
                    <a:pt x="551153" y="578759"/>
                  </a:lnTo>
                  <a:close/>
                  <a:moveTo>
                    <a:pt x="544251" y="568407"/>
                  </a:moveTo>
                  <a:lnTo>
                    <a:pt x="546203" y="570359"/>
                  </a:lnTo>
                  <a:lnTo>
                    <a:pt x="549654" y="566908"/>
                  </a:lnTo>
                  <a:lnTo>
                    <a:pt x="547702" y="564956"/>
                  </a:lnTo>
                  <a:lnTo>
                    <a:pt x="544251" y="568407"/>
                  </a:lnTo>
                  <a:close/>
                  <a:moveTo>
                    <a:pt x="568407" y="559780"/>
                  </a:moveTo>
                  <a:lnTo>
                    <a:pt x="570359" y="561732"/>
                  </a:lnTo>
                  <a:lnTo>
                    <a:pt x="573810" y="558281"/>
                  </a:lnTo>
                  <a:lnTo>
                    <a:pt x="571858" y="556329"/>
                  </a:lnTo>
                  <a:lnTo>
                    <a:pt x="568407" y="559780"/>
                  </a:lnTo>
                  <a:close/>
                  <a:moveTo>
                    <a:pt x="561505" y="549427"/>
                  </a:moveTo>
                  <a:lnTo>
                    <a:pt x="563457" y="551379"/>
                  </a:lnTo>
                  <a:lnTo>
                    <a:pt x="566908" y="547929"/>
                  </a:lnTo>
                  <a:lnTo>
                    <a:pt x="564956" y="545977"/>
                  </a:lnTo>
                  <a:lnTo>
                    <a:pt x="561505" y="549427"/>
                  </a:lnTo>
                  <a:close/>
                  <a:moveTo>
                    <a:pt x="585661" y="540800"/>
                  </a:moveTo>
                  <a:lnTo>
                    <a:pt x="587613" y="542752"/>
                  </a:lnTo>
                  <a:lnTo>
                    <a:pt x="591064" y="539302"/>
                  </a:lnTo>
                  <a:lnTo>
                    <a:pt x="589112" y="537350"/>
                  </a:lnTo>
                  <a:lnTo>
                    <a:pt x="585661" y="540800"/>
                  </a:lnTo>
                  <a:close/>
                  <a:moveTo>
                    <a:pt x="580485" y="528723"/>
                  </a:moveTo>
                  <a:lnTo>
                    <a:pt x="582437" y="530675"/>
                  </a:lnTo>
                  <a:lnTo>
                    <a:pt x="584162" y="528949"/>
                  </a:lnTo>
                  <a:lnTo>
                    <a:pt x="582210" y="526997"/>
                  </a:lnTo>
                  <a:lnTo>
                    <a:pt x="580485" y="528723"/>
                  </a:lnTo>
                  <a:close/>
                  <a:moveTo>
                    <a:pt x="604640" y="520095"/>
                  </a:moveTo>
                  <a:lnTo>
                    <a:pt x="606592" y="522048"/>
                  </a:lnTo>
                  <a:lnTo>
                    <a:pt x="608318" y="520322"/>
                  </a:lnTo>
                  <a:lnTo>
                    <a:pt x="606366" y="518370"/>
                  </a:lnTo>
                  <a:lnTo>
                    <a:pt x="604640" y="520095"/>
                  </a:lnTo>
                  <a:close/>
                  <a:moveTo>
                    <a:pt x="597739" y="509743"/>
                  </a:moveTo>
                  <a:lnTo>
                    <a:pt x="599691" y="511695"/>
                  </a:lnTo>
                  <a:lnTo>
                    <a:pt x="601416" y="509970"/>
                  </a:lnTo>
                  <a:lnTo>
                    <a:pt x="599464" y="508018"/>
                  </a:lnTo>
                  <a:lnTo>
                    <a:pt x="597739" y="509743"/>
                  </a:lnTo>
                  <a:close/>
                  <a:moveTo>
                    <a:pt x="621894" y="501116"/>
                  </a:moveTo>
                  <a:lnTo>
                    <a:pt x="623846" y="503068"/>
                  </a:lnTo>
                  <a:lnTo>
                    <a:pt x="627297" y="499617"/>
                  </a:lnTo>
                  <a:lnTo>
                    <a:pt x="625345" y="497665"/>
                  </a:lnTo>
                  <a:lnTo>
                    <a:pt x="621894" y="501116"/>
                  </a:lnTo>
                  <a:close/>
                  <a:moveTo>
                    <a:pt x="614993" y="490764"/>
                  </a:moveTo>
                  <a:lnTo>
                    <a:pt x="616945" y="492716"/>
                  </a:lnTo>
                  <a:lnTo>
                    <a:pt x="618670" y="490990"/>
                  </a:lnTo>
                  <a:lnTo>
                    <a:pt x="616718" y="489038"/>
                  </a:lnTo>
                  <a:lnTo>
                    <a:pt x="614993" y="490764"/>
                  </a:lnTo>
                  <a:close/>
                  <a:moveTo>
                    <a:pt x="639148" y="482137"/>
                  </a:moveTo>
                  <a:lnTo>
                    <a:pt x="641100" y="484089"/>
                  </a:lnTo>
                  <a:lnTo>
                    <a:pt x="644551" y="480638"/>
                  </a:lnTo>
                  <a:lnTo>
                    <a:pt x="642599" y="478686"/>
                  </a:lnTo>
                  <a:lnTo>
                    <a:pt x="639148" y="482137"/>
                  </a:lnTo>
                  <a:close/>
                  <a:moveTo>
                    <a:pt x="330301" y="478686"/>
                  </a:moveTo>
                  <a:lnTo>
                    <a:pt x="332253" y="480638"/>
                  </a:lnTo>
                  <a:lnTo>
                    <a:pt x="335704" y="477187"/>
                  </a:lnTo>
                  <a:lnTo>
                    <a:pt x="333752" y="475235"/>
                  </a:lnTo>
                  <a:lnTo>
                    <a:pt x="330301" y="478686"/>
                  </a:lnTo>
                  <a:close/>
                  <a:moveTo>
                    <a:pt x="632247" y="471784"/>
                  </a:moveTo>
                  <a:lnTo>
                    <a:pt x="634199" y="473736"/>
                  </a:lnTo>
                  <a:lnTo>
                    <a:pt x="637650" y="470285"/>
                  </a:lnTo>
                  <a:lnTo>
                    <a:pt x="635697" y="468333"/>
                  </a:lnTo>
                  <a:lnTo>
                    <a:pt x="632247" y="471784"/>
                  </a:lnTo>
                  <a:close/>
                  <a:moveTo>
                    <a:pt x="323400" y="468333"/>
                  </a:moveTo>
                  <a:lnTo>
                    <a:pt x="325352" y="470285"/>
                  </a:lnTo>
                  <a:lnTo>
                    <a:pt x="328802" y="466835"/>
                  </a:lnTo>
                  <a:lnTo>
                    <a:pt x="326850" y="464883"/>
                  </a:lnTo>
                  <a:lnTo>
                    <a:pt x="323400" y="468333"/>
                  </a:lnTo>
                  <a:close/>
                  <a:moveTo>
                    <a:pt x="656402" y="463157"/>
                  </a:moveTo>
                  <a:lnTo>
                    <a:pt x="658354" y="465109"/>
                  </a:lnTo>
                  <a:lnTo>
                    <a:pt x="661805" y="461658"/>
                  </a:lnTo>
                  <a:lnTo>
                    <a:pt x="659853" y="459706"/>
                  </a:lnTo>
                  <a:lnTo>
                    <a:pt x="656402" y="463157"/>
                  </a:lnTo>
                  <a:close/>
                  <a:moveTo>
                    <a:pt x="347555" y="459706"/>
                  </a:moveTo>
                  <a:lnTo>
                    <a:pt x="349507" y="461658"/>
                  </a:lnTo>
                  <a:lnTo>
                    <a:pt x="352958" y="458208"/>
                  </a:lnTo>
                  <a:lnTo>
                    <a:pt x="351006" y="456256"/>
                  </a:lnTo>
                  <a:lnTo>
                    <a:pt x="347555" y="459706"/>
                  </a:lnTo>
                  <a:close/>
                  <a:moveTo>
                    <a:pt x="649501" y="452805"/>
                  </a:moveTo>
                  <a:lnTo>
                    <a:pt x="651453" y="454757"/>
                  </a:lnTo>
                  <a:lnTo>
                    <a:pt x="653178" y="453031"/>
                  </a:lnTo>
                  <a:lnTo>
                    <a:pt x="651226" y="451079"/>
                  </a:lnTo>
                  <a:lnTo>
                    <a:pt x="649501" y="452805"/>
                  </a:lnTo>
                  <a:close/>
                  <a:moveTo>
                    <a:pt x="340654" y="449354"/>
                  </a:moveTo>
                  <a:lnTo>
                    <a:pt x="342606" y="451306"/>
                  </a:lnTo>
                  <a:lnTo>
                    <a:pt x="346057" y="447855"/>
                  </a:lnTo>
                  <a:lnTo>
                    <a:pt x="344104" y="445903"/>
                  </a:lnTo>
                  <a:lnTo>
                    <a:pt x="340654" y="449354"/>
                  </a:lnTo>
                  <a:close/>
                  <a:moveTo>
                    <a:pt x="680154" y="441703"/>
                  </a:moveTo>
                  <a:lnTo>
                    <a:pt x="682914" y="441703"/>
                  </a:lnTo>
                  <a:lnTo>
                    <a:pt x="682914" y="439978"/>
                  </a:lnTo>
                  <a:lnTo>
                    <a:pt x="680154" y="439978"/>
                  </a:lnTo>
                  <a:lnTo>
                    <a:pt x="680154" y="441703"/>
                  </a:lnTo>
                  <a:close/>
                  <a:moveTo>
                    <a:pt x="364809" y="440727"/>
                  </a:moveTo>
                  <a:lnTo>
                    <a:pt x="366761" y="442679"/>
                  </a:lnTo>
                  <a:lnTo>
                    <a:pt x="370212" y="439228"/>
                  </a:lnTo>
                  <a:lnTo>
                    <a:pt x="368260" y="437276"/>
                  </a:lnTo>
                  <a:lnTo>
                    <a:pt x="364809" y="440727"/>
                  </a:lnTo>
                  <a:close/>
                  <a:moveTo>
                    <a:pt x="357908" y="430375"/>
                  </a:moveTo>
                  <a:lnTo>
                    <a:pt x="359860" y="432327"/>
                  </a:lnTo>
                  <a:lnTo>
                    <a:pt x="363311" y="428876"/>
                  </a:lnTo>
                  <a:lnTo>
                    <a:pt x="361358" y="426924"/>
                  </a:lnTo>
                  <a:lnTo>
                    <a:pt x="357908" y="430375"/>
                  </a:lnTo>
                  <a:close/>
                  <a:moveTo>
                    <a:pt x="382063" y="421748"/>
                  </a:moveTo>
                  <a:lnTo>
                    <a:pt x="384015" y="423700"/>
                  </a:lnTo>
                  <a:lnTo>
                    <a:pt x="387466" y="420249"/>
                  </a:lnTo>
                  <a:lnTo>
                    <a:pt x="385514" y="418297"/>
                  </a:lnTo>
                  <a:lnTo>
                    <a:pt x="382063" y="421748"/>
                  </a:lnTo>
                  <a:close/>
                  <a:moveTo>
                    <a:pt x="375162" y="411395"/>
                  </a:moveTo>
                  <a:lnTo>
                    <a:pt x="377114" y="413347"/>
                  </a:lnTo>
                  <a:lnTo>
                    <a:pt x="380565" y="409896"/>
                  </a:lnTo>
                  <a:lnTo>
                    <a:pt x="378612" y="407944"/>
                  </a:lnTo>
                  <a:lnTo>
                    <a:pt x="375162" y="411395"/>
                  </a:lnTo>
                  <a:close/>
                  <a:moveTo>
                    <a:pt x="399317" y="402768"/>
                  </a:moveTo>
                  <a:lnTo>
                    <a:pt x="401269" y="404720"/>
                  </a:lnTo>
                  <a:lnTo>
                    <a:pt x="402995" y="402995"/>
                  </a:lnTo>
                  <a:lnTo>
                    <a:pt x="401043" y="401043"/>
                  </a:lnTo>
                  <a:lnTo>
                    <a:pt x="399317" y="402768"/>
                  </a:lnTo>
                  <a:close/>
                  <a:moveTo>
                    <a:pt x="392416" y="392416"/>
                  </a:moveTo>
                  <a:lnTo>
                    <a:pt x="394368" y="394368"/>
                  </a:lnTo>
                  <a:lnTo>
                    <a:pt x="396093" y="392642"/>
                  </a:lnTo>
                  <a:lnTo>
                    <a:pt x="394141" y="390690"/>
                  </a:lnTo>
                  <a:lnTo>
                    <a:pt x="392416" y="392416"/>
                  </a:lnTo>
                  <a:close/>
                  <a:moveTo>
                    <a:pt x="416571" y="383789"/>
                  </a:moveTo>
                  <a:lnTo>
                    <a:pt x="418523" y="385741"/>
                  </a:lnTo>
                  <a:lnTo>
                    <a:pt x="420249" y="384015"/>
                  </a:lnTo>
                  <a:lnTo>
                    <a:pt x="418297" y="382063"/>
                  </a:lnTo>
                  <a:lnTo>
                    <a:pt x="416571" y="383789"/>
                  </a:lnTo>
                  <a:close/>
                  <a:moveTo>
                    <a:pt x="409670" y="373436"/>
                  </a:moveTo>
                  <a:lnTo>
                    <a:pt x="411622" y="375388"/>
                  </a:lnTo>
                  <a:lnTo>
                    <a:pt x="413347" y="373663"/>
                  </a:lnTo>
                  <a:lnTo>
                    <a:pt x="411395" y="371711"/>
                  </a:lnTo>
                  <a:lnTo>
                    <a:pt x="409670" y="373436"/>
                  </a:lnTo>
                  <a:close/>
                  <a:moveTo>
                    <a:pt x="433825" y="364809"/>
                  </a:moveTo>
                  <a:lnTo>
                    <a:pt x="435777" y="366761"/>
                  </a:lnTo>
                  <a:lnTo>
                    <a:pt x="437503" y="365036"/>
                  </a:lnTo>
                  <a:lnTo>
                    <a:pt x="435551" y="363084"/>
                  </a:lnTo>
                  <a:lnTo>
                    <a:pt x="433825" y="364809"/>
                  </a:lnTo>
                  <a:close/>
                  <a:moveTo>
                    <a:pt x="426924" y="354457"/>
                  </a:moveTo>
                  <a:lnTo>
                    <a:pt x="428876" y="356409"/>
                  </a:lnTo>
                  <a:lnTo>
                    <a:pt x="430601" y="354684"/>
                  </a:lnTo>
                  <a:lnTo>
                    <a:pt x="428649" y="352731"/>
                  </a:lnTo>
                  <a:lnTo>
                    <a:pt x="426924" y="354457"/>
                  </a:lnTo>
                  <a:close/>
                  <a:moveTo>
                    <a:pt x="517966" y="340476"/>
                  </a:moveTo>
                  <a:lnTo>
                    <a:pt x="520095" y="342606"/>
                  </a:lnTo>
                  <a:lnTo>
                    <a:pt x="522048" y="340654"/>
                  </a:lnTo>
                  <a:lnTo>
                    <a:pt x="520726" y="339333"/>
                  </a:lnTo>
                  <a:lnTo>
                    <a:pt x="520726" y="334728"/>
                  </a:lnTo>
                  <a:lnTo>
                    <a:pt x="517966" y="334728"/>
                  </a:lnTo>
                  <a:lnTo>
                    <a:pt x="517966" y="340476"/>
                  </a:lnTo>
                  <a:close/>
                  <a:moveTo>
                    <a:pt x="461432" y="316498"/>
                  </a:moveTo>
                  <a:lnTo>
                    <a:pt x="463384" y="318450"/>
                  </a:lnTo>
                  <a:lnTo>
                    <a:pt x="465109" y="316725"/>
                  </a:lnTo>
                  <a:lnTo>
                    <a:pt x="463157" y="314773"/>
                  </a:lnTo>
                  <a:lnTo>
                    <a:pt x="461432" y="316498"/>
                  </a:lnTo>
                  <a:close/>
                  <a:moveTo>
                    <a:pt x="489038" y="299471"/>
                  </a:moveTo>
                  <a:lnTo>
                    <a:pt x="490990" y="297519"/>
                  </a:lnTo>
                  <a:lnTo>
                    <a:pt x="489265" y="295793"/>
                  </a:lnTo>
                  <a:lnTo>
                    <a:pt x="487313" y="297745"/>
                  </a:lnTo>
                  <a:lnTo>
                    <a:pt x="489038" y="29947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84" name="Vector layer BCBCBC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973127" y="1379977"/>
                  </a:moveTo>
                  <a:lnTo>
                    <a:pt x="973127" y="1377216"/>
                  </a:lnTo>
                  <a:lnTo>
                    <a:pt x="971402" y="1377216"/>
                  </a:lnTo>
                  <a:lnTo>
                    <a:pt x="971402" y="1379977"/>
                  </a:lnTo>
                  <a:lnTo>
                    <a:pt x="973127" y="1379977"/>
                  </a:lnTo>
                  <a:close/>
                  <a:moveTo>
                    <a:pt x="440323" y="343355"/>
                  </a:moveTo>
                  <a:lnTo>
                    <a:pt x="443083" y="343355"/>
                  </a:lnTo>
                  <a:lnTo>
                    <a:pt x="443083" y="341630"/>
                  </a:lnTo>
                  <a:lnTo>
                    <a:pt x="440323" y="341630"/>
                  </a:lnTo>
                  <a:lnTo>
                    <a:pt x="440323" y="343355"/>
                  </a:lnTo>
                  <a:close/>
                  <a:moveTo>
                    <a:pt x="508018" y="323400"/>
                  </a:moveTo>
                  <a:lnTo>
                    <a:pt x="509970" y="325352"/>
                  </a:lnTo>
                  <a:lnTo>
                    <a:pt x="511695" y="323626"/>
                  </a:lnTo>
                  <a:lnTo>
                    <a:pt x="509743" y="321674"/>
                  </a:lnTo>
                  <a:lnTo>
                    <a:pt x="508018" y="32340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</p:sp>
        <p:sp>
          <p:nvSpPr>
            <p:cNvPr id="2085" name="Vector layer BABABA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428245" y="1758530"/>
                  </a:moveTo>
                  <a:lnTo>
                    <a:pt x="428245" y="1763016"/>
                  </a:lnTo>
                  <a:lnTo>
                    <a:pt x="430779" y="1763016"/>
                  </a:lnTo>
                  <a:lnTo>
                    <a:pt x="434230" y="1766467"/>
                  </a:lnTo>
                  <a:lnTo>
                    <a:pt x="435955" y="1766467"/>
                  </a:lnTo>
                  <a:lnTo>
                    <a:pt x="437276" y="1767788"/>
                  </a:lnTo>
                  <a:lnTo>
                    <a:pt x="439228" y="1765836"/>
                  </a:lnTo>
                  <a:lnTo>
                    <a:pt x="437907" y="1764515"/>
                  </a:lnTo>
                  <a:lnTo>
                    <a:pt x="437907" y="1763933"/>
                  </a:lnTo>
                  <a:lnTo>
                    <a:pt x="441585" y="1760256"/>
                  </a:lnTo>
                  <a:lnTo>
                    <a:pt x="433648" y="1760256"/>
                  </a:lnTo>
                  <a:lnTo>
                    <a:pt x="431922" y="1758530"/>
                  </a:lnTo>
                  <a:lnTo>
                    <a:pt x="428245" y="1758530"/>
                  </a:lnTo>
                  <a:close/>
                  <a:moveTo>
                    <a:pt x="238451" y="1606468"/>
                  </a:moveTo>
                  <a:lnTo>
                    <a:pt x="238451" y="1612680"/>
                  </a:lnTo>
                  <a:lnTo>
                    <a:pt x="235808" y="1615322"/>
                  </a:lnTo>
                  <a:lnTo>
                    <a:pt x="227872" y="1615322"/>
                  </a:lnTo>
                  <a:lnTo>
                    <a:pt x="234083" y="1621533"/>
                  </a:lnTo>
                  <a:lnTo>
                    <a:pt x="235808" y="1621533"/>
                  </a:lnTo>
                  <a:lnTo>
                    <a:pt x="239259" y="1624984"/>
                  </a:lnTo>
                  <a:lnTo>
                    <a:pt x="240985" y="1624984"/>
                  </a:lnTo>
                  <a:lnTo>
                    <a:pt x="246161" y="1630160"/>
                  </a:lnTo>
                  <a:lnTo>
                    <a:pt x="247886" y="1630160"/>
                  </a:lnTo>
                  <a:lnTo>
                    <a:pt x="253062" y="1635336"/>
                  </a:lnTo>
                  <a:lnTo>
                    <a:pt x="254788" y="1635336"/>
                  </a:lnTo>
                  <a:lnTo>
                    <a:pt x="258239" y="1638787"/>
                  </a:lnTo>
                  <a:lnTo>
                    <a:pt x="259964" y="1638787"/>
                  </a:lnTo>
                  <a:lnTo>
                    <a:pt x="265140" y="1643963"/>
                  </a:lnTo>
                  <a:lnTo>
                    <a:pt x="266866" y="1643963"/>
                  </a:lnTo>
                  <a:lnTo>
                    <a:pt x="272042" y="1649140"/>
                  </a:lnTo>
                  <a:lnTo>
                    <a:pt x="273767" y="1649140"/>
                  </a:lnTo>
                  <a:lnTo>
                    <a:pt x="277218" y="1652590"/>
                  </a:lnTo>
                  <a:lnTo>
                    <a:pt x="278943" y="1652590"/>
                  </a:lnTo>
                  <a:lnTo>
                    <a:pt x="284120" y="1657767"/>
                  </a:lnTo>
                  <a:lnTo>
                    <a:pt x="285845" y="1657767"/>
                  </a:lnTo>
                  <a:lnTo>
                    <a:pt x="291021" y="1662943"/>
                  </a:lnTo>
                  <a:lnTo>
                    <a:pt x="292747" y="1662943"/>
                  </a:lnTo>
                  <a:lnTo>
                    <a:pt x="296197" y="1666394"/>
                  </a:lnTo>
                  <a:lnTo>
                    <a:pt x="297923" y="1666394"/>
                  </a:lnTo>
                  <a:lnTo>
                    <a:pt x="303099" y="1671570"/>
                  </a:lnTo>
                  <a:lnTo>
                    <a:pt x="304824" y="1671570"/>
                  </a:lnTo>
                  <a:lnTo>
                    <a:pt x="308275" y="1675021"/>
                  </a:lnTo>
                  <a:lnTo>
                    <a:pt x="310001" y="1675021"/>
                  </a:lnTo>
                  <a:lnTo>
                    <a:pt x="315177" y="1680197"/>
                  </a:lnTo>
                  <a:lnTo>
                    <a:pt x="316902" y="1680197"/>
                  </a:lnTo>
                  <a:lnTo>
                    <a:pt x="322079" y="1685373"/>
                  </a:lnTo>
                  <a:lnTo>
                    <a:pt x="323804" y="1685373"/>
                  </a:lnTo>
                  <a:lnTo>
                    <a:pt x="327255" y="1688824"/>
                  </a:lnTo>
                  <a:lnTo>
                    <a:pt x="328980" y="1688824"/>
                  </a:lnTo>
                  <a:lnTo>
                    <a:pt x="334156" y="1694000"/>
                  </a:lnTo>
                  <a:lnTo>
                    <a:pt x="335882" y="1694000"/>
                  </a:lnTo>
                  <a:lnTo>
                    <a:pt x="341058" y="1699176"/>
                  </a:lnTo>
                  <a:lnTo>
                    <a:pt x="342783" y="1699176"/>
                  </a:lnTo>
                  <a:lnTo>
                    <a:pt x="346234" y="1702627"/>
                  </a:lnTo>
                  <a:lnTo>
                    <a:pt x="347960" y="1702627"/>
                  </a:lnTo>
                  <a:lnTo>
                    <a:pt x="353136" y="1707803"/>
                  </a:lnTo>
                  <a:lnTo>
                    <a:pt x="354861" y="1707803"/>
                  </a:lnTo>
                  <a:lnTo>
                    <a:pt x="360037" y="1712980"/>
                  </a:lnTo>
                  <a:lnTo>
                    <a:pt x="361763" y="1712980"/>
                  </a:lnTo>
                  <a:lnTo>
                    <a:pt x="365214" y="1716430"/>
                  </a:lnTo>
                  <a:lnTo>
                    <a:pt x="366939" y="1716430"/>
                  </a:lnTo>
                  <a:lnTo>
                    <a:pt x="372115" y="1721607"/>
                  </a:lnTo>
                  <a:lnTo>
                    <a:pt x="373841" y="1721607"/>
                  </a:lnTo>
                  <a:lnTo>
                    <a:pt x="377291" y="1725057"/>
                  </a:lnTo>
                  <a:lnTo>
                    <a:pt x="379017" y="1725057"/>
                  </a:lnTo>
                  <a:lnTo>
                    <a:pt x="384193" y="1730234"/>
                  </a:lnTo>
                  <a:lnTo>
                    <a:pt x="391095" y="1730234"/>
                  </a:lnTo>
                  <a:lnTo>
                    <a:pt x="394545" y="1733684"/>
                  </a:lnTo>
                  <a:lnTo>
                    <a:pt x="397414" y="1733684"/>
                  </a:lnTo>
                  <a:lnTo>
                    <a:pt x="400865" y="1730234"/>
                  </a:lnTo>
                  <a:lnTo>
                    <a:pt x="407077" y="1730234"/>
                  </a:lnTo>
                  <a:lnTo>
                    <a:pt x="402591" y="1725747"/>
                  </a:lnTo>
                  <a:lnTo>
                    <a:pt x="400865" y="1725747"/>
                  </a:lnTo>
                  <a:lnTo>
                    <a:pt x="397414" y="1722297"/>
                  </a:lnTo>
                  <a:lnTo>
                    <a:pt x="395689" y="1722297"/>
                  </a:lnTo>
                  <a:lnTo>
                    <a:pt x="390513" y="1717120"/>
                  </a:lnTo>
                  <a:lnTo>
                    <a:pt x="388787" y="1717120"/>
                  </a:lnTo>
                  <a:lnTo>
                    <a:pt x="383611" y="1711944"/>
                  </a:lnTo>
                  <a:lnTo>
                    <a:pt x="381886" y="1711944"/>
                  </a:lnTo>
                  <a:lnTo>
                    <a:pt x="378435" y="1708493"/>
                  </a:lnTo>
                  <a:lnTo>
                    <a:pt x="376709" y="1708493"/>
                  </a:lnTo>
                  <a:lnTo>
                    <a:pt x="371533" y="1703317"/>
                  </a:lnTo>
                  <a:lnTo>
                    <a:pt x="369808" y="1703317"/>
                  </a:lnTo>
                  <a:lnTo>
                    <a:pt x="366357" y="1699866"/>
                  </a:lnTo>
                  <a:lnTo>
                    <a:pt x="364632" y="1699866"/>
                  </a:lnTo>
                  <a:lnTo>
                    <a:pt x="359455" y="1694690"/>
                  </a:lnTo>
                  <a:lnTo>
                    <a:pt x="357730" y="1694690"/>
                  </a:lnTo>
                  <a:lnTo>
                    <a:pt x="352554" y="1689514"/>
                  </a:lnTo>
                  <a:lnTo>
                    <a:pt x="350828" y="1689514"/>
                  </a:lnTo>
                  <a:lnTo>
                    <a:pt x="347378" y="1686063"/>
                  </a:lnTo>
                  <a:lnTo>
                    <a:pt x="345652" y="1686063"/>
                  </a:lnTo>
                  <a:lnTo>
                    <a:pt x="340476" y="1680887"/>
                  </a:lnTo>
                  <a:lnTo>
                    <a:pt x="338751" y="1680887"/>
                  </a:lnTo>
                  <a:lnTo>
                    <a:pt x="333574" y="1675711"/>
                  </a:lnTo>
                  <a:lnTo>
                    <a:pt x="331849" y="1675711"/>
                  </a:lnTo>
                  <a:lnTo>
                    <a:pt x="328398" y="1672260"/>
                  </a:lnTo>
                  <a:lnTo>
                    <a:pt x="326673" y="1672260"/>
                  </a:lnTo>
                  <a:lnTo>
                    <a:pt x="321497" y="1667084"/>
                  </a:lnTo>
                  <a:lnTo>
                    <a:pt x="319771" y="1667084"/>
                  </a:lnTo>
                  <a:lnTo>
                    <a:pt x="314595" y="1661908"/>
                  </a:lnTo>
                  <a:lnTo>
                    <a:pt x="312870" y="1661908"/>
                  </a:lnTo>
                  <a:lnTo>
                    <a:pt x="309419" y="1658457"/>
                  </a:lnTo>
                  <a:lnTo>
                    <a:pt x="307693" y="1658457"/>
                  </a:lnTo>
                  <a:lnTo>
                    <a:pt x="302517" y="1653281"/>
                  </a:lnTo>
                  <a:lnTo>
                    <a:pt x="300792" y="1653281"/>
                  </a:lnTo>
                  <a:lnTo>
                    <a:pt x="297341" y="1649830"/>
                  </a:lnTo>
                  <a:lnTo>
                    <a:pt x="295616" y="1649830"/>
                  </a:lnTo>
                  <a:lnTo>
                    <a:pt x="290439" y="1644654"/>
                  </a:lnTo>
                  <a:lnTo>
                    <a:pt x="288714" y="1644654"/>
                  </a:lnTo>
                  <a:lnTo>
                    <a:pt x="283538" y="1639477"/>
                  </a:lnTo>
                  <a:lnTo>
                    <a:pt x="281812" y="1639477"/>
                  </a:lnTo>
                  <a:lnTo>
                    <a:pt x="278362" y="1636027"/>
                  </a:lnTo>
                  <a:lnTo>
                    <a:pt x="276636" y="1636027"/>
                  </a:lnTo>
                  <a:lnTo>
                    <a:pt x="271460" y="1630850"/>
                  </a:lnTo>
                  <a:lnTo>
                    <a:pt x="269735" y="1630850"/>
                  </a:lnTo>
                  <a:lnTo>
                    <a:pt x="264558" y="1625674"/>
                  </a:lnTo>
                  <a:lnTo>
                    <a:pt x="262833" y="1625674"/>
                  </a:lnTo>
                  <a:lnTo>
                    <a:pt x="259382" y="1622223"/>
                  </a:lnTo>
                  <a:lnTo>
                    <a:pt x="257657" y="1622223"/>
                  </a:lnTo>
                  <a:lnTo>
                    <a:pt x="252481" y="1617047"/>
                  </a:lnTo>
                  <a:lnTo>
                    <a:pt x="250755" y="1617047"/>
                  </a:lnTo>
                  <a:lnTo>
                    <a:pt x="245579" y="1611871"/>
                  </a:lnTo>
                  <a:lnTo>
                    <a:pt x="243853" y="1611871"/>
                  </a:lnTo>
                  <a:lnTo>
                    <a:pt x="238451" y="1606468"/>
                  </a:lnTo>
                  <a:close/>
                  <a:moveTo>
                    <a:pt x="226373" y="1604624"/>
                  </a:moveTo>
                  <a:lnTo>
                    <a:pt x="226373" y="1605778"/>
                  </a:lnTo>
                  <a:lnTo>
                    <a:pt x="219245" y="1612906"/>
                  </a:lnTo>
                  <a:lnTo>
                    <a:pt x="223731" y="1612906"/>
                  </a:lnTo>
                  <a:lnTo>
                    <a:pt x="229133" y="1618309"/>
                  </a:lnTo>
                  <a:lnTo>
                    <a:pt x="226373" y="1604624"/>
                  </a:lnTo>
                  <a:close/>
                  <a:moveTo>
                    <a:pt x="1138766" y="1506050"/>
                  </a:moveTo>
                  <a:lnTo>
                    <a:pt x="1135088" y="1509727"/>
                  </a:lnTo>
                  <a:lnTo>
                    <a:pt x="1138194" y="1512833"/>
                  </a:lnTo>
                  <a:lnTo>
                    <a:pt x="1139919" y="1512833"/>
                  </a:lnTo>
                  <a:lnTo>
                    <a:pt x="1141645" y="1514558"/>
                  </a:lnTo>
                  <a:lnTo>
                    <a:pt x="1143370" y="1514558"/>
                  </a:lnTo>
                  <a:lnTo>
                    <a:pt x="1147048" y="1518236"/>
                  </a:lnTo>
                  <a:lnTo>
                    <a:pt x="1147048" y="1508347"/>
                  </a:lnTo>
                  <a:lnTo>
                    <a:pt x="1141063" y="1508347"/>
                  </a:lnTo>
                  <a:lnTo>
                    <a:pt x="1138766" y="1506050"/>
                  </a:lnTo>
                  <a:close/>
                  <a:moveTo>
                    <a:pt x="1147738" y="1506276"/>
                  </a:moveTo>
                  <a:lnTo>
                    <a:pt x="1150498" y="1506276"/>
                  </a:lnTo>
                  <a:lnTo>
                    <a:pt x="1150498" y="1504551"/>
                  </a:lnTo>
                  <a:lnTo>
                    <a:pt x="1147738" y="1504551"/>
                  </a:lnTo>
                  <a:lnTo>
                    <a:pt x="1147738" y="1506276"/>
                  </a:lnTo>
                  <a:close/>
                  <a:moveTo>
                    <a:pt x="1163266" y="1499375"/>
                  </a:moveTo>
                  <a:lnTo>
                    <a:pt x="1166027" y="1499375"/>
                  </a:lnTo>
                  <a:lnTo>
                    <a:pt x="1166027" y="1494198"/>
                  </a:lnTo>
                  <a:lnTo>
                    <a:pt x="1163266" y="1494198"/>
                  </a:lnTo>
                  <a:lnTo>
                    <a:pt x="1163266" y="1499375"/>
                  </a:lnTo>
                  <a:close/>
                  <a:moveTo>
                    <a:pt x="1148142" y="1493222"/>
                  </a:moveTo>
                  <a:lnTo>
                    <a:pt x="1150094" y="1495175"/>
                  </a:lnTo>
                  <a:lnTo>
                    <a:pt x="1151819" y="1493449"/>
                  </a:lnTo>
                  <a:lnTo>
                    <a:pt x="1149867" y="1491497"/>
                  </a:lnTo>
                  <a:lnTo>
                    <a:pt x="1148142" y="1493222"/>
                  </a:lnTo>
                  <a:close/>
                  <a:moveTo>
                    <a:pt x="963120" y="1392745"/>
                  </a:moveTo>
                  <a:lnTo>
                    <a:pt x="963120" y="1395279"/>
                  </a:lnTo>
                  <a:lnTo>
                    <a:pt x="961394" y="1397004"/>
                  </a:lnTo>
                  <a:lnTo>
                    <a:pt x="961394" y="1398730"/>
                  </a:lnTo>
                  <a:lnTo>
                    <a:pt x="957372" y="1402752"/>
                  </a:lnTo>
                  <a:lnTo>
                    <a:pt x="960477" y="1405858"/>
                  </a:lnTo>
                  <a:lnTo>
                    <a:pt x="962203" y="1405858"/>
                  </a:lnTo>
                  <a:lnTo>
                    <a:pt x="963928" y="1407583"/>
                  </a:lnTo>
                  <a:lnTo>
                    <a:pt x="965654" y="1407583"/>
                  </a:lnTo>
                  <a:lnTo>
                    <a:pt x="969104" y="1411034"/>
                  </a:lnTo>
                  <a:lnTo>
                    <a:pt x="970830" y="1411034"/>
                  </a:lnTo>
                  <a:lnTo>
                    <a:pt x="972555" y="1412759"/>
                  </a:lnTo>
                  <a:lnTo>
                    <a:pt x="974281" y="1412759"/>
                  </a:lnTo>
                  <a:lnTo>
                    <a:pt x="977731" y="1416210"/>
                  </a:lnTo>
                  <a:lnTo>
                    <a:pt x="979457" y="1416210"/>
                  </a:lnTo>
                  <a:lnTo>
                    <a:pt x="981182" y="1417936"/>
                  </a:lnTo>
                  <a:lnTo>
                    <a:pt x="982908" y="1417936"/>
                  </a:lnTo>
                  <a:lnTo>
                    <a:pt x="986358" y="1421387"/>
                  </a:lnTo>
                  <a:lnTo>
                    <a:pt x="988084" y="1421387"/>
                  </a:lnTo>
                  <a:lnTo>
                    <a:pt x="989809" y="1423112"/>
                  </a:lnTo>
                  <a:lnTo>
                    <a:pt x="991535" y="1423112"/>
                  </a:lnTo>
                  <a:lnTo>
                    <a:pt x="994985" y="1426563"/>
                  </a:lnTo>
                  <a:lnTo>
                    <a:pt x="996711" y="1426563"/>
                  </a:lnTo>
                  <a:lnTo>
                    <a:pt x="998436" y="1428288"/>
                  </a:lnTo>
                  <a:lnTo>
                    <a:pt x="1000162" y="1428288"/>
                  </a:lnTo>
                  <a:lnTo>
                    <a:pt x="1003612" y="1431739"/>
                  </a:lnTo>
                  <a:lnTo>
                    <a:pt x="1005338" y="1431739"/>
                  </a:lnTo>
                  <a:lnTo>
                    <a:pt x="1007063" y="1433464"/>
                  </a:lnTo>
                  <a:lnTo>
                    <a:pt x="1008789" y="1433464"/>
                  </a:lnTo>
                  <a:lnTo>
                    <a:pt x="1012239" y="1436915"/>
                  </a:lnTo>
                  <a:lnTo>
                    <a:pt x="1013965" y="1436915"/>
                  </a:lnTo>
                  <a:lnTo>
                    <a:pt x="1015690" y="1438641"/>
                  </a:lnTo>
                  <a:lnTo>
                    <a:pt x="1017416" y="1438641"/>
                  </a:lnTo>
                  <a:lnTo>
                    <a:pt x="1020866" y="1442091"/>
                  </a:lnTo>
                  <a:lnTo>
                    <a:pt x="1022592" y="1442091"/>
                  </a:lnTo>
                  <a:lnTo>
                    <a:pt x="1024317" y="1443817"/>
                  </a:lnTo>
                  <a:lnTo>
                    <a:pt x="1026043" y="1443817"/>
                  </a:lnTo>
                  <a:lnTo>
                    <a:pt x="1029493" y="1447268"/>
                  </a:lnTo>
                  <a:lnTo>
                    <a:pt x="1031219" y="1447268"/>
                  </a:lnTo>
                  <a:lnTo>
                    <a:pt x="1034670" y="1450718"/>
                  </a:lnTo>
                  <a:lnTo>
                    <a:pt x="1036395" y="1450718"/>
                  </a:lnTo>
                  <a:lnTo>
                    <a:pt x="1038121" y="1452444"/>
                  </a:lnTo>
                  <a:lnTo>
                    <a:pt x="1039846" y="1452444"/>
                  </a:lnTo>
                  <a:lnTo>
                    <a:pt x="1043297" y="1455895"/>
                  </a:lnTo>
                  <a:lnTo>
                    <a:pt x="1045022" y="1455895"/>
                  </a:lnTo>
                  <a:lnTo>
                    <a:pt x="1046748" y="1457620"/>
                  </a:lnTo>
                  <a:lnTo>
                    <a:pt x="1048473" y="1457620"/>
                  </a:lnTo>
                  <a:lnTo>
                    <a:pt x="1051924" y="1461071"/>
                  </a:lnTo>
                  <a:lnTo>
                    <a:pt x="1053649" y="1461071"/>
                  </a:lnTo>
                  <a:lnTo>
                    <a:pt x="1055375" y="1462796"/>
                  </a:lnTo>
                  <a:lnTo>
                    <a:pt x="1057100" y="1462796"/>
                  </a:lnTo>
                  <a:lnTo>
                    <a:pt x="1060551" y="1466247"/>
                  </a:lnTo>
                  <a:lnTo>
                    <a:pt x="1062276" y="1466247"/>
                  </a:lnTo>
                  <a:lnTo>
                    <a:pt x="1064002" y="1467972"/>
                  </a:lnTo>
                  <a:lnTo>
                    <a:pt x="1065727" y="1467972"/>
                  </a:lnTo>
                  <a:lnTo>
                    <a:pt x="1069178" y="1471423"/>
                  </a:lnTo>
                  <a:lnTo>
                    <a:pt x="1070903" y="1471423"/>
                  </a:lnTo>
                  <a:lnTo>
                    <a:pt x="1072629" y="1473149"/>
                  </a:lnTo>
                  <a:lnTo>
                    <a:pt x="1074354" y="1473149"/>
                  </a:lnTo>
                  <a:lnTo>
                    <a:pt x="1077805" y="1476599"/>
                  </a:lnTo>
                  <a:lnTo>
                    <a:pt x="1079530" y="1476599"/>
                  </a:lnTo>
                  <a:lnTo>
                    <a:pt x="1081256" y="1478325"/>
                  </a:lnTo>
                  <a:lnTo>
                    <a:pt x="1082981" y="1478325"/>
                  </a:lnTo>
                  <a:lnTo>
                    <a:pt x="1086432" y="1481776"/>
                  </a:lnTo>
                  <a:lnTo>
                    <a:pt x="1088157" y="1481776"/>
                  </a:lnTo>
                  <a:lnTo>
                    <a:pt x="1090454" y="1484073"/>
                  </a:lnTo>
                  <a:lnTo>
                    <a:pt x="1092751" y="1481776"/>
                  </a:lnTo>
                  <a:lnTo>
                    <a:pt x="1101960" y="1481776"/>
                  </a:lnTo>
                  <a:lnTo>
                    <a:pt x="1105638" y="1485453"/>
                  </a:lnTo>
                  <a:lnTo>
                    <a:pt x="1105638" y="1480967"/>
                  </a:lnTo>
                  <a:lnTo>
                    <a:pt x="1109315" y="1477290"/>
                  </a:lnTo>
                  <a:lnTo>
                    <a:pt x="1104829" y="1477290"/>
                  </a:lnTo>
                  <a:lnTo>
                    <a:pt x="1101378" y="1473839"/>
                  </a:lnTo>
                  <a:lnTo>
                    <a:pt x="1099653" y="1473839"/>
                  </a:lnTo>
                  <a:lnTo>
                    <a:pt x="1097928" y="1472113"/>
                  </a:lnTo>
                  <a:lnTo>
                    <a:pt x="1096202" y="1472113"/>
                  </a:lnTo>
                  <a:lnTo>
                    <a:pt x="1092751" y="1468663"/>
                  </a:lnTo>
                  <a:lnTo>
                    <a:pt x="1091026" y="1468663"/>
                  </a:lnTo>
                  <a:lnTo>
                    <a:pt x="1089301" y="1466937"/>
                  </a:lnTo>
                  <a:lnTo>
                    <a:pt x="1087575" y="1466937"/>
                  </a:lnTo>
                  <a:lnTo>
                    <a:pt x="1084124" y="1463486"/>
                  </a:lnTo>
                  <a:lnTo>
                    <a:pt x="1082399" y="1463486"/>
                  </a:lnTo>
                  <a:lnTo>
                    <a:pt x="1080674" y="1461761"/>
                  </a:lnTo>
                  <a:lnTo>
                    <a:pt x="1078948" y="1461761"/>
                  </a:lnTo>
                  <a:lnTo>
                    <a:pt x="1075497" y="1458310"/>
                  </a:lnTo>
                  <a:lnTo>
                    <a:pt x="1073772" y="1458310"/>
                  </a:lnTo>
                  <a:lnTo>
                    <a:pt x="1072047" y="1456585"/>
                  </a:lnTo>
                  <a:lnTo>
                    <a:pt x="1070321" y="1456585"/>
                  </a:lnTo>
                  <a:lnTo>
                    <a:pt x="1066870" y="1453134"/>
                  </a:lnTo>
                  <a:lnTo>
                    <a:pt x="1065145" y="1453134"/>
                  </a:lnTo>
                  <a:lnTo>
                    <a:pt x="1063420" y="1451409"/>
                  </a:lnTo>
                  <a:lnTo>
                    <a:pt x="1061694" y="1451409"/>
                  </a:lnTo>
                  <a:lnTo>
                    <a:pt x="1058243" y="1447958"/>
                  </a:lnTo>
                  <a:lnTo>
                    <a:pt x="1056518" y="1447958"/>
                  </a:lnTo>
                  <a:lnTo>
                    <a:pt x="1054793" y="1446232"/>
                  </a:lnTo>
                  <a:lnTo>
                    <a:pt x="1053067" y="1446232"/>
                  </a:lnTo>
                  <a:lnTo>
                    <a:pt x="1049616" y="1442782"/>
                  </a:lnTo>
                  <a:lnTo>
                    <a:pt x="1047891" y="1442782"/>
                  </a:lnTo>
                  <a:lnTo>
                    <a:pt x="1046166" y="1441056"/>
                  </a:lnTo>
                  <a:lnTo>
                    <a:pt x="1044440" y="1441056"/>
                  </a:lnTo>
                  <a:lnTo>
                    <a:pt x="1040989" y="1437605"/>
                  </a:lnTo>
                  <a:lnTo>
                    <a:pt x="1039264" y="1437605"/>
                  </a:lnTo>
                  <a:lnTo>
                    <a:pt x="1037539" y="1435880"/>
                  </a:lnTo>
                  <a:lnTo>
                    <a:pt x="1035813" y="1435880"/>
                  </a:lnTo>
                  <a:lnTo>
                    <a:pt x="1032362" y="1432429"/>
                  </a:lnTo>
                  <a:lnTo>
                    <a:pt x="1030637" y="1432429"/>
                  </a:lnTo>
                  <a:lnTo>
                    <a:pt x="1028912" y="1430704"/>
                  </a:lnTo>
                  <a:lnTo>
                    <a:pt x="1027186" y="1430704"/>
                  </a:lnTo>
                  <a:lnTo>
                    <a:pt x="1023735" y="1427253"/>
                  </a:lnTo>
                  <a:lnTo>
                    <a:pt x="1022010" y="1427253"/>
                  </a:lnTo>
                  <a:lnTo>
                    <a:pt x="1018559" y="1423802"/>
                  </a:lnTo>
                  <a:lnTo>
                    <a:pt x="1016834" y="1423802"/>
                  </a:lnTo>
                  <a:lnTo>
                    <a:pt x="1015108" y="1422077"/>
                  </a:lnTo>
                  <a:lnTo>
                    <a:pt x="1013383" y="1422077"/>
                  </a:lnTo>
                  <a:lnTo>
                    <a:pt x="1009932" y="1418626"/>
                  </a:lnTo>
                  <a:lnTo>
                    <a:pt x="1008207" y="1418626"/>
                  </a:lnTo>
                  <a:lnTo>
                    <a:pt x="1006481" y="1416900"/>
                  </a:lnTo>
                  <a:lnTo>
                    <a:pt x="1004756" y="1416900"/>
                  </a:lnTo>
                  <a:lnTo>
                    <a:pt x="1001305" y="1413450"/>
                  </a:lnTo>
                  <a:lnTo>
                    <a:pt x="999580" y="1413450"/>
                  </a:lnTo>
                  <a:lnTo>
                    <a:pt x="997854" y="1411724"/>
                  </a:lnTo>
                  <a:lnTo>
                    <a:pt x="996129" y="1411724"/>
                  </a:lnTo>
                  <a:lnTo>
                    <a:pt x="992678" y="1408273"/>
                  </a:lnTo>
                  <a:lnTo>
                    <a:pt x="990953" y="1408273"/>
                  </a:lnTo>
                  <a:lnTo>
                    <a:pt x="989227" y="1406548"/>
                  </a:lnTo>
                  <a:lnTo>
                    <a:pt x="987502" y="1406548"/>
                  </a:lnTo>
                  <a:lnTo>
                    <a:pt x="984051" y="1403097"/>
                  </a:lnTo>
                  <a:lnTo>
                    <a:pt x="982326" y="1403097"/>
                  </a:lnTo>
                  <a:lnTo>
                    <a:pt x="980600" y="1401372"/>
                  </a:lnTo>
                  <a:lnTo>
                    <a:pt x="978875" y="1401372"/>
                  </a:lnTo>
                  <a:lnTo>
                    <a:pt x="975424" y="1397921"/>
                  </a:lnTo>
                  <a:lnTo>
                    <a:pt x="973699" y="1397921"/>
                  </a:lnTo>
                  <a:lnTo>
                    <a:pt x="971973" y="1396196"/>
                  </a:lnTo>
                  <a:lnTo>
                    <a:pt x="970248" y="1396196"/>
                  </a:lnTo>
                  <a:lnTo>
                    <a:pt x="966797" y="1392745"/>
                  </a:lnTo>
                  <a:lnTo>
                    <a:pt x="963120" y="1392745"/>
                  </a:lnTo>
                  <a:close/>
                  <a:moveTo>
                    <a:pt x="1190873" y="1377216"/>
                  </a:moveTo>
                  <a:lnTo>
                    <a:pt x="1190873" y="1381476"/>
                  </a:lnTo>
                  <a:lnTo>
                    <a:pt x="1189147" y="1383201"/>
                  </a:lnTo>
                  <a:lnTo>
                    <a:pt x="1189147" y="1390103"/>
                  </a:lnTo>
                  <a:lnTo>
                    <a:pt x="1187422" y="1391828"/>
                  </a:lnTo>
                  <a:lnTo>
                    <a:pt x="1187422" y="1397004"/>
                  </a:lnTo>
                  <a:lnTo>
                    <a:pt x="1185697" y="1398730"/>
                  </a:lnTo>
                  <a:lnTo>
                    <a:pt x="1185697" y="1403906"/>
                  </a:lnTo>
                  <a:lnTo>
                    <a:pt x="1183971" y="1405631"/>
                  </a:lnTo>
                  <a:lnTo>
                    <a:pt x="1183971" y="1410807"/>
                  </a:lnTo>
                  <a:lnTo>
                    <a:pt x="1182246" y="1412533"/>
                  </a:lnTo>
                  <a:lnTo>
                    <a:pt x="1182246" y="1417709"/>
                  </a:lnTo>
                  <a:lnTo>
                    <a:pt x="1180520" y="1419434"/>
                  </a:lnTo>
                  <a:lnTo>
                    <a:pt x="1180520" y="1426336"/>
                  </a:lnTo>
                  <a:lnTo>
                    <a:pt x="1178795" y="1428061"/>
                  </a:lnTo>
                  <a:lnTo>
                    <a:pt x="1178795" y="1433238"/>
                  </a:lnTo>
                  <a:lnTo>
                    <a:pt x="1177070" y="1434963"/>
                  </a:lnTo>
                  <a:lnTo>
                    <a:pt x="1177070" y="1440139"/>
                  </a:lnTo>
                  <a:lnTo>
                    <a:pt x="1175344" y="1441865"/>
                  </a:lnTo>
                  <a:lnTo>
                    <a:pt x="1175344" y="1447041"/>
                  </a:lnTo>
                  <a:lnTo>
                    <a:pt x="1173619" y="1448766"/>
                  </a:lnTo>
                  <a:lnTo>
                    <a:pt x="1173619" y="1455668"/>
                  </a:lnTo>
                  <a:lnTo>
                    <a:pt x="1171893" y="1457393"/>
                  </a:lnTo>
                  <a:lnTo>
                    <a:pt x="1171893" y="1462570"/>
                  </a:lnTo>
                  <a:lnTo>
                    <a:pt x="1170168" y="1464295"/>
                  </a:lnTo>
                  <a:lnTo>
                    <a:pt x="1170168" y="1469471"/>
                  </a:lnTo>
                  <a:lnTo>
                    <a:pt x="1168443" y="1471197"/>
                  </a:lnTo>
                  <a:lnTo>
                    <a:pt x="1168443" y="1476373"/>
                  </a:lnTo>
                  <a:lnTo>
                    <a:pt x="1166717" y="1478098"/>
                  </a:lnTo>
                  <a:lnTo>
                    <a:pt x="1166717" y="1480967"/>
                  </a:lnTo>
                  <a:lnTo>
                    <a:pt x="1169251" y="1483501"/>
                  </a:lnTo>
                  <a:lnTo>
                    <a:pt x="1170976" y="1483501"/>
                  </a:lnTo>
                  <a:lnTo>
                    <a:pt x="1174654" y="1487178"/>
                  </a:lnTo>
                  <a:lnTo>
                    <a:pt x="1174654" y="1477516"/>
                  </a:lnTo>
                  <a:lnTo>
                    <a:pt x="1177296" y="1474874"/>
                  </a:lnTo>
                  <a:lnTo>
                    <a:pt x="1180747" y="1474874"/>
                  </a:lnTo>
                  <a:lnTo>
                    <a:pt x="1183281" y="1472340"/>
                  </a:lnTo>
                  <a:lnTo>
                    <a:pt x="1183281" y="1465438"/>
                  </a:lnTo>
                  <a:lnTo>
                    <a:pt x="1185006" y="1463713"/>
                  </a:lnTo>
                  <a:lnTo>
                    <a:pt x="1185006" y="1458537"/>
                  </a:lnTo>
                  <a:lnTo>
                    <a:pt x="1186732" y="1456811"/>
                  </a:lnTo>
                  <a:lnTo>
                    <a:pt x="1186732" y="1451635"/>
                  </a:lnTo>
                  <a:lnTo>
                    <a:pt x="1188457" y="1449910"/>
                  </a:lnTo>
                  <a:lnTo>
                    <a:pt x="1188457" y="1444734"/>
                  </a:lnTo>
                  <a:lnTo>
                    <a:pt x="1190183" y="1443008"/>
                  </a:lnTo>
                  <a:lnTo>
                    <a:pt x="1190183" y="1437832"/>
                  </a:lnTo>
                  <a:lnTo>
                    <a:pt x="1191908" y="1436107"/>
                  </a:lnTo>
                  <a:lnTo>
                    <a:pt x="1191908" y="1429205"/>
                  </a:lnTo>
                  <a:lnTo>
                    <a:pt x="1193633" y="1427480"/>
                  </a:lnTo>
                  <a:lnTo>
                    <a:pt x="1193633" y="1422303"/>
                  </a:lnTo>
                  <a:lnTo>
                    <a:pt x="1195359" y="1420578"/>
                  </a:lnTo>
                  <a:lnTo>
                    <a:pt x="1195359" y="1415402"/>
                  </a:lnTo>
                  <a:lnTo>
                    <a:pt x="1197084" y="1413676"/>
                  </a:lnTo>
                  <a:lnTo>
                    <a:pt x="1197084" y="1408500"/>
                  </a:lnTo>
                  <a:lnTo>
                    <a:pt x="1198810" y="1406775"/>
                  </a:lnTo>
                  <a:lnTo>
                    <a:pt x="1198810" y="1399873"/>
                  </a:lnTo>
                  <a:lnTo>
                    <a:pt x="1200535" y="1398148"/>
                  </a:lnTo>
                  <a:lnTo>
                    <a:pt x="1200535" y="1392971"/>
                  </a:lnTo>
                  <a:lnTo>
                    <a:pt x="1202260" y="1391246"/>
                  </a:lnTo>
                  <a:lnTo>
                    <a:pt x="1202260" y="1386070"/>
                  </a:lnTo>
                  <a:lnTo>
                    <a:pt x="1203986" y="1384344"/>
                  </a:lnTo>
                  <a:lnTo>
                    <a:pt x="1203986" y="1378942"/>
                  </a:lnTo>
                  <a:lnTo>
                    <a:pt x="1196276" y="1378942"/>
                  </a:lnTo>
                  <a:lnTo>
                    <a:pt x="1194550" y="1377216"/>
                  </a:lnTo>
                  <a:lnTo>
                    <a:pt x="1190873" y="1377216"/>
                  </a:lnTo>
                  <a:close/>
                  <a:moveTo>
                    <a:pt x="1095976" y="1375264"/>
                  </a:moveTo>
                  <a:lnTo>
                    <a:pt x="1095976" y="1380894"/>
                  </a:lnTo>
                  <a:lnTo>
                    <a:pt x="1097701" y="1382619"/>
                  </a:lnTo>
                  <a:lnTo>
                    <a:pt x="1097701" y="1386070"/>
                  </a:lnTo>
                  <a:lnTo>
                    <a:pt x="1099426" y="1387795"/>
                  </a:lnTo>
                  <a:lnTo>
                    <a:pt x="1099426" y="1389521"/>
                  </a:lnTo>
                  <a:lnTo>
                    <a:pt x="1101152" y="1391246"/>
                  </a:lnTo>
                  <a:lnTo>
                    <a:pt x="1101152" y="1392971"/>
                  </a:lnTo>
                  <a:lnTo>
                    <a:pt x="1102877" y="1394697"/>
                  </a:lnTo>
                  <a:lnTo>
                    <a:pt x="1102877" y="1396422"/>
                  </a:lnTo>
                  <a:lnTo>
                    <a:pt x="1104603" y="1398148"/>
                  </a:lnTo>
                  <a:lnTo>
                    <a:pt x="1104603" y="1399873"/>
                  </a:lnTo>
                  <a:lnTo>
                    <a:pt x="1106328" y="1401599"/>
                  </a:lnTo>
                  <a:lnTo>
                    <a:pt x="1106328" y="1403324"/>
                  </a:lnTo>
                  <a:lnTo>
                    <a:pt x="1108053" y="1405049"/>
                  </a:lnTo>
                  <a:lnTo>
                    <a:pt x="1108053" y="1408500"/>
                  </a:lnTo>
                  <a:lnTo>
                    <a:pt x="1109779" y="1410226"/>
                  </a:lnTo>
                  <a:lnTo>
                    <a:pt x="1109779" y="1411951"/>
                  </a:lnTo>
                  <a:lnTo>
                    <a:pt x="1111504" y="1413676"/>
                  </a:lnTo>
                  <a:lnTo>
                    <a:pt x="1111504" y="1415402"/>
                  </a:lnTo>
                  <a:lnTo>
                    <a:pt x="1113230" y="1417127"/>
                  </a:lnTo>
                  <a:lnTo>
                    <a:pt x="1113230" y="1418853"/>
                  </a:lnTo>
                  <a:lnTo>
                    <a:pt x="1114955" y="1420578"/>
                  </a:lnTo>
                  <a:lnTo>
                    <a:pt x="1114955" y="1422303"/>
                  </a:lnTo>
                  <a:lnTo>
                    <a:pt x="1116680" y="1424029"/>
                  </a:lnTo>
                  <a:lnTo>
                    <a:pt x="1116680" y="1425754"/>
                  </a:lnTo>
                  <a:lnTo>
                    <a:pt x="1118406" y="1427480"/>
                  </a:lnTo>
                  <a:lnTo>
                    <a:pt x="1118406" y="1430930"/>
                  </a:lnTo>
                  <a:lnTo>
                    <a:pt x="1120131" y="1432656"/>
                  </a:lnTo>
                  <a:lnTo>
                    <a:pt x="1120131" y="1434381"/>
                  </a:lnTo>
                  <a:lnTo>
                    <a:pt x="1121857" y="1436107"/>
                  </a:lnTo>
                  <a:lnTo>
                    <a:pt x="1121857" y="1437832"/>
                  </a:lnTo>
                  <a:lnTo>
                    <a:pt x="1123582" y="1439557"/>
                  </a:lnTo>
                  <a:lnTo>
                    <a:pt x="1123582" y="1441283"/>
                  </a:lnTo>
                  <a:lnTo>
                    <a:pt x="1125307" y="1443008"/>
                  </a:lnTo>
                  <a:lnTo>
                    <a:pt x="1125307" y="1444734"/>
                  </a:lnTo>
                  <a:lnTo>
                    <a:pt x="1127033" y="1446459"/>
                  </a:lnTo>
                  <a:lnTo>
                    <a:pt x="1127033" y="1449910"/>
                  </a:lnTo>
                  <a:lnTo>
                    <a:pt x="1128758" y="1451635"/>
                  </a:lnTo>
                  <a:lnTo>
                    <a:pt x="1128758" y="1453361"/>
                  </a:lnTo>
                  <a:lnTo>
                    <a:pt x="1130484" y="1455086"/>
                  </a:lnTo>
                  <a:lnTo>
                    <a:pt x="1130484" y="1456811"/>
                  </a:lnTo>
                  <a:lnTo>
                    <a:pt x="1132209" y="1458537"/>
                  </a:lnTo>
                  <a:lnTo>
                    <a:pt x="1132209" y="1460262"/>
                  </a:lnTo>
                  <a:lnTo>
                    <a:pt x="1133934" y="1461988"/>
                  </a:lnTo>
                  <a:lnTo>
                    <a:pt x="1133934" y="1463713"/>
                  </a:lnTo>
                  <a:lnTo>
                    <a:pt x="1135660" y="1465438"/>
                  </a:lnTo>
                  <a:lnTo>
                    <a:pt x="1135660" y="1467164"/>
                  </a:lnTo>
                  <a:lnTo>
                    <a:pt x="1137385" y="1468889"/>
                  </a:lnTo>
                  <a:lnTo>
                    <a:pt x="1137385" y="1472340"/>
                  </a:lnTo>
                  <a:lnTo>
                    <a:pt x="1139111" y="1474065"/>
                  </a:lnTo>
                  <a:lnTo>
                    <a:pt x="1139111" y="1475791"/>
                  </a:lnTo>
                  <a:lnTo>
                    <a:pt x="1140836" y="1477516"/>
                  </a:lnTo>
                  <a:lnTo>
                    <a:pt x="1140836" y="1479242"/>
                  </a:lnTo>
                  <a:lnTo>
                    <a:pt x="1143370" y="1481776"/>
                  </a:lnTo>
                  <a:lnTo>
                    <a:pt x="1152450" y="1481776"/>
                  </a:lnTo>
                  <a:lnTo>
                    <a:pt x="1148773" y="1478098"/>
                  </a:lnTo>
                  <a:lnTo>
                    <a:pt x="1148773" y="1476373"/>
                  </a:lnTo>
                  <a:lnTo>
                    <a:pt x="1147048" y="1474647"/>
                  </a:lnTo>
                  <a:lnTo>
                    <a:pt x="1147048" y="1472922"/>
                  </a:lnTo>
                  <a:lnTo>
                    <a:pt x="1145322" y="1471197"/>
                  </a:lnTo>
                  <a:lnTo>
                    <a:pt x="1145322" y="1469471"/>
                  </a:lnTo>
                  <a:lnTo>
                    <a:pt x="1143597" y="1467746"/>
                  </a:lnTo>
                  <a:lnTo>
                    <a:pt x="1143597" y="1464295"/>
                  </a:lnTo>
                  <a:lnTo>
                    <a:pt x="1141871" y="1462570"/>
                  </a:lnTo>
                  <a:lnTo>
                    <a:pt x="1141871" y="1460844"/>
                  </a:lnTo>
                  <a:lnTo>
                    <a:pt x="1140146" y="1459119"/>
                  </a:lnTo>
                  <a:lnTo>
                    <a:pt x="1140146" y="1457393"/>
                  </a:lnTo>
                  <a:lnTo>
                    <a:pt x="1138421" y="1455668"/>
                  </a:lnTo>
                  <a:lnTo>
                    <a:pt x="1138421" y="1453942"/>
                  </a:lnTo>
                  <a:lnTo>
                    <a:pt x="1136695" y="1452217"/>
                  </a:lnTo>
                  <a:lnTo>
                    <a:pt x="1136695" y="1450492"/>
                  </a:lnTo>
                  <a:lnTo>
                    <a:pt x="1134970" y="1448766"/>
                  </a:lnTo>
                  <a:lnTo>
                    <a:pt x="1134970" y="1445315"/>
                  </a:lnTo>
                  <a:lnTo>
                    <a:pt x="1133244" y="1443590"/>
                  </a:lnTo>
                  <a:lnTo>
                    <a:pt x="1133244" y="1441865"/>
                  </a:lnTo>
                  <a:lnTo>
                    <a:pt x="1131519" y="1440139"/>
                  </a:lnTo>
                  <a:lnTo>
                    <a:pt x="1131519" y="1438414"/>
                  </a:lnTo>
                  <a:lnTo>
                    <a:pt x="1129794" y="1436688"/>
                  </a:lnTo>
                  <a:lnTo>
                    <a:pt x="1129794" y="1434963"/>
                  </a:lnTo>
                  <a:lnTo>
                    <a:pt x="1128068" y="1433238"/>
                  </a:lnTo>
                  <a:lnTo>
                    <a:pt x="1128068" y="1431512"/>
                  </a:lnTo>
                  <a:lnTo>
                    <a:pt x="1126343" y="1429787"/>
                  </a:lnTo>
                  <a:lnTo>
                    <a:pt x="1126343" y="1428061"/>
                  </a:lnTo>
                  <a:lnTo>
                    <a:pt x="1124617" y="1426336"/>
                  </a:lnTo>
                  <a:lnTo>
                    <a:pt x="1124617" y="1422885"/>
                  </a:lnTo>
                  <a:lnTo>
                    <a:pt x="1122892" y="1421160"/>
                  </a:lnTo>
                  <a:lnTo>
                    <a:pt x="1122892" y="1419434"/>
                  </a:lnTo>
                  <a:lnTo>
                    <a:pt x="1121166" y="1417709"/>
                  </a:lnTo>
                  <a:lnTo>
                    <a:pt x="1121166" y="1415984"/>
                  </a:lnTo>
                  <a:lnTo>
                    <a:pt x="1119441" y="1414258"/>
                  </a:lnTo>
                  <a:lnTo>
                    <a:pt x="1119441" y="1412533"/>
                  </a:lnTo>
                  <a:lnTo>
                    <a:pt x="1117716" y="1410807"/>
                  </a:lnTo>
                  <a:lnTo>
                    <a:pt x="1117716" y="1409082"/>
                  </a:lnTo>
                  <a:lnTo>
                    <a:pt x="1115990" y="1407357"/>
                  </a:lnTo>
                  <a:lnTo>
                    <a:pt x="1115990" y="1405631"/>
                  </a:lnTo>
                  <a:lnTo>
                    <a:pt x="1114265" y="1403906"/>
                  </a:lnTo>
                  <a:lnTo>
                    <a:pt x="1114265" y="1400455"/>
                  </a:lnTo>
                  <a:lnTo>
                    <a:pt x="1112539" y="1398730"/>
                  </a:lnTo>
                  <a:lnTo>
                    <a:pt x="1112539" y="1397004"/>
                  </a:lnTo>
                  <a:lnTo>
                    <a:pt x="1110814" y="1395279"/>
                  </a:lnTo>
                  <a:lnTo>
                    <a:pt x="1110814" y="1393553"/>
                  </a:lnTo>
                  <a:lnTo>
                    <a:pt x="1109089" y="1391828"/>
                  </a:lnTo>
                  <a:lnTo>
                    <a:pt x="1109089" y="1390103"/>
                  </a:lnTo>
                  <a:lnTo>
                    <a:pt x="1107363" y="1388377"/>
                  </a:lnTo>
                  <a:lnTo>
                    <a:pt x="1107363" y="1386652"/>
                  </a:lnTo>
                  <a:lnTo>
                    <a:pt x="1105638" y="1384926"/>
                  </a:lnTo>
                  <a:lnTo>
                    <a:pt x="1105638" y="1381476"/>
                  </a:lnTo>
                  <a:lnTo>
                    <a:pt x="1103104" y="1378942"/>
                  </a:lnTo>
                  <a:lnTo>
                    <a:pt x="1099653" y="1378942"/>
                  </a:lnTo>
                  <a:lnTo>
                    <a:pt x="1095976" y="1375264"/>
                  </a:lnTo>
                  <a:close/>
                  <a:moveTo>
                    <a:pt x="981754" y="1374919"/>
                  </a:moveTo>
                  <a:lnTo>
                    <a:pt x="977731" y="1378942"/>
                  </a:lnTo>
                  <a:lnTo>
                    <a:pt x="964845" y="1378942"/>
                  </a:lnTo>
                  <a:lnTo>
                    <a:pt x="964845" y="1383201"/>
                  </a:lnTo>
                  <a:lnTo>
                    <a:pt x="963120" y="1384926"/>
                  </a:lnTo>
                  <a:lnTo>
                    <a:pt x="963120" y="1390556"/>
                  </a:lnTo>
                  <a:lnTo>
                    <a:pt x="966797" y="1386878"/>
                  </a:lnTo>
                  <a:lnTo>
                    <a:pt x="968523" y="1386878"/>
                  </a:lnTo>
                  <a:lnTo>
                    <a:pt x="970248" y="1385153"/>
                  </a:lnTo>
                  <a:lnTo>
                    <a:pt x="973699" y="1385153"/>
                  </a:lnTo>
                  <a:lnTo>
                    <a:pt x="975424" y="1383428"/>
                  </a:lnTo>
                  <a:lnTo>
                    <a:pt x="977150" y="1383428"/>
                  </a:lnTo>
                  <a:lnTo>
                    <a:pt x="978875" y="1381702"/>
                  </a:lnTo>
                  <a:lnTo>
                    <a:pt x="982326" y="1381702"/>
                  </a:lnTo>
                  <a:lnTo>
                    <a:pt x="984051" y="1379977"/>
                  </a:lnTo>
                  <a:lnTo>
                    <a:pt x="985205" y="1379977"/>
                  </a:lnTo>
                  <a:lnTo>
                    <a:pt x="985205" y="1377216"/>
                  </a:lnTo>
                  <a:lnTo>
                    <a:pt x="984051" y="1377216"/>
                  </a:lnTo>
                  <a:lnTo>
                    <a:pt x="981754" y="1374919"/>
                  </a:lnTo>
                  <a:close/>
                  <a:moveTo>
                    <a:pt x="993260" y="1361688"/>
                  </a:moveTo>
                  <a:lnTo>
                    <a:pt x="991535" y="1363413"/>
                  </a:lnTo>
                  <a:lnTo>
                    <a:pt x="989001" y="1363413"/>
                  </a:lnTo>
                  <a:lnTo>
                    <a:pt x="989001" y="1371577"/>
                  </a:lnTo>
                  <a:lnTo>
                    <a:pt x="994404" y="1366174"/>
                  </a:lnTo>
                  <a:lnTo>
                    <a:pt x="1000388" y="1366174"/>
                  </a:lnTo>
                  <a:lnTo>
                    <a:pt x="1000388" y="1361688"/>
                  </a:lnTo>
                  <a:lnTo>
                    <a:pt x="993260" y="1361688"/>
                  </a:lnTo>
                  <a:close/>
                  <a:moveTo>
                    <a:pt x="1021093" y="1358010"/>
                  </a:moveTo>
                  <a:lnTo>
                    <a:pt x="1016607" y="1362496"/>
                  </a:lnTo>
                  <a:lnTo>
                    <a:pt x="1016607" y="1366174"/>
                  </a:lnTo>
                  <a:lnTo>
                    <a:pt x="1021093" y="1366174"/>
                  </a:lnTo>
                  <a:lnTo>
                    <a:pt x="1021093" y="1358010"/>
                  </a:lnTo>
                  <a:close/>
                  <a:moveTo>
                    <a:pt x="1041798" y="1340756"/>
                  </a:moveTo>
                  <a:lnTo>
                    <a:pt x="1038121" y="1344434"/>
                  </a:lnTo>
                  <a:lnTo>
                    <a:pt x="1034670" y="1344434"/>
                  </a:lnTo>
                  <a:lnTo>
                    <a:pt x="1032944" y="1346159"/>
                  </a:lnTo>
                  <a:lnTo>
                    <a:pt x="1030410" y="1346159"/>
                  </a:lnTo>
                  <a:lnTo>
                    <a:pt x="1030410" y="1362949"/>
                  </a:lnTo>
                  <a:lnTo>
                    <a:pt x="1034088" y="1359272"/>
                  </a:lnTo>
                  <a:lnTo>
                    <a:pt x="1035813" y="1359272"/>
                  </a:lnTo>
                  <a:lnTo>
                    <a:pt x="1037539" y="1357547"/>
                  </a:lnTo>
                  <a:lnTo>
                    <a:pt x="1041798" y="1357547"/>
                  </a:lnTo>
                  <a:lnTo>
                    <a:pt x="1041798" y="1340756"/>
                  </a:lnTo>
                  <a:close/>
                  <a:moveTo>
                    <a:pt x="1083553" y="1338686"/>
                  </a:moveTo>
                  <a:lnTo>
                    <a:pt x="1081256" y="1340983"/>
                  </a:lnTo>
                  <a:lnTo>
                    <a:pt x="1078722" y="1340983"/>
                  </a:lnTo>
                  <a:lnTo>
                    <a:pt x="1078722" y="1344660"/>
                  </a:lnTo>
                  <a:lnTo>
                    <a:pt x="1080447" y="1346386"/>
                  </a:lnTo>
                  <a:lnTo>
                    <a:pt x="1080447" y="1348111"/>
                  </a:lnTo>
                  <a:lnTo>
                    <a:pt x="1082981" y="1350645"/>
                  </a:lnTo>
                  <a:lnTo>
                    <a:pt x="1092061" y="1350645"/>
                  </a:lnTo>
                  <a:lnTo>
                    <a:pt x="1088384" y="1346968"/>
                  </a:lnTo>
                  <a:lnTo>
                    <a:pt x="1088384" y="1345242"/>
                  </a:lnTo>
                  <a:lnTo>
                    <a:pt x="1086658" y="1343517"/>
                  </a:lnTo>
                  <a:lnTo>
                    <a:pt x="1086658" y="1341791"/>
                  </a:lnTo>
                  <a:lnTo>
                    <a:pt x="1083553" y="1338686"/>
                  </a:lnTo>
                  <a:close/>
                  <a:moveTo>
                    <a:pt x="1069178" y="1330630"/>
                  </a:moveTo>
                  <a:lnTo>
                    <a:pt x="1067452" y="1332356"/>
                  </a:lnTo>
                  <a:lnTo>
                    <a:pt x="1064002" y="1332356"/>
                  </a:lnTo>
                  <a:lnTo>
                    <a:pt x="1062276" y="1334081"/>
                  </a:lnTo>
                  <a:lnTo>
                    <a:pt x="1060551" y="1334081"/>
                  </a:lnTo>
                  <a:lnTo>
                    <a:pt x="1058825" y="1335807"/>
                  </a:lnTo>
                  <a:lnTo>
                    <a:pt x="1055375" y="1335807"/>
                  </a:lnTo>
                  <a:lnTo>
                    <a:pt x="1053649" y="1337532"/>
                  </a:lnTo>
                  <a:lnTo>
                    <a:pt x="1051924" y="1337532"/>
                  </a:lnTo>
                  <a:lnTo>
                    <a:pt x="1050198" y="1339257"/>
                  </a:lnTo>
                  <a:lnTo>
                    <a:pt x="1046748" y="1339257"/>
                  </a:lnTo>
                  <a:lnTo>
                    <a:pt x="1045022" y="1340983"/>
                  </a:lnTo>
                  <a:lnTo>
                    <a:pt x="1043868" y="1340983"/>
                  </a:lnTo>
                  <a:lnTo>
                    <a:pt x="1043868" y="1343743"/>
                  </a:lnTo>
                  <a:lnTo>
                    <a:pt x="1050198" y="1343743"/>
                  </a:lnTo>
                  <a:lnTo>
                    <a:pt x="1051115" y="1344660"/>
                  </a:lnTo>
                  <a:lnTo>
                    <a:pt x="1051115" y="1350645"/>
                  </a:lnTo>
                  <a:lnTo>
                    <a:pt x="1056518" y="1350645"/>
                  </a:lnTo>
                  <a:lnTo>
                    <a:pt x="1058243" y="1348920"/>
                  </a:lnTo>
                  <a:lnTo>
                    <a:pt x="1062503" y="1348920"/>
                  </a:lnTo>
                  <a:lnTo>
                    <a:pt x="1062503" y="1346386"/>
                  </a:lnTo>
                  <a:lnTo>
                    <a:pt x="1065145" y="1343743"/>
                  </a:lnTo>
                  <a:lnTo>
                    <a:pt x="1073772" y="1343743"/>
                  </a:lnTo>
                  <a:lnTo>
                    <a:pt x="1075497" y="1342018"/>
                  </a:lnTo>
                  <a:lnTo>
                    <a:pt x="1079984" y="1342018"/>
                  </a:lnTo>
                  <a:lnTo>
                    <a:pt x="1076306" y="1338341"/>
                  </a:lnTo>
                  <a:lnTo>
                    <a:pt x="1076306" y="1336615"/>
                  </a:lnTo>
                  <a:lnTo>
                    <a:pt x="1074581" y="1334890"/>
                  </a:lnTo>
                  <a:lnTo>
                    <a:pt x="1074581" y="1333164"/>
                  </a:lnTo>
                  <a:lnTo>
                    <a:pt x="1072047" y="1330630"/>
                  </a:lnTo>
                  <a:lnTo>
                    <a:pt x="1069178" y="1330630"/>
                  </a:lnTo>
                  <a:close/>
                  <a:moveTo>
                    <a:pt x="935513" y="1318553"/>
                  </a:moveTo>
                  <a:lnTo>
                    <a:pt x="935513" y="1330857"/>
                  </a:lnTo>
                  <a:lnTo>
                    <a:pt x="937239" y="1332582"/>
                  </a:lnTo>
                  <a:lnTo>
                    <a:pt x="937239" y="1348111"/>
                  </a:lnTo>
                  <a:lnTo>
                    <a:pt x="939773" y="1350645"/>
                  </a:lnTo>
                  <a:lnTo>
                    <a:pt x="941498" y="1350645"/>
                  </a:lnTo>
                  <a:lnTo>
                    <a:pt x="945175" y="1354322"/>
                  </a:lnTo>
                  <a:lnTo>
                    <a:pt x="945175" y="1336615"/>
                  </a:lnTo>
                  <a:lnTo>
                    <a:pt x="943450" y="1334890"/>
                  </a:lnTo>
                  <a:lnTo>
                    <a:pt x="943450" y="1321087"/>
                  </a:lnTo>
                  <a:lnTo>
                    <a:pt x="940916" y="1318553"/>
                  </a:lnTo>
                  <a:lnTo>
                    <a:pt x="935513" y="1318553"/>
                  </a:lnTo>
                  <a:close/>
                  <a:moveTo>
                    <a:pt x="1207782" y="1316255"/>
                  </a:moveTo>
                  <a:lnTo>
                    <a:pt x="1204676" y="1319361"/>
                  </a:lnTo>
                  <a:lnTo>
                    <a:pt x="1204676" y="1322812"/>
                  </a:lnTo>
                  <a:lnTo>
                    <a:pt x="1202951" y="1324537"/>
                  </a:lnTo>
                  <a:lnTo>
                    <a:pt x="1202951" y="1331439"/>
                  </a:lnTo>
                  <a:lnTo>
                    <a:pt x="1201225" y="1333164"/>
                  </a:lnTo>
                  <a:lnTo>
                    <a:pt x="1201225" y="1338341"/>
                  </a:lnTo>
                  <a:lnTo>
                    <a:pt x="1199500" y="1340066"/>
                  </a:lnTo>
                  <a:lnTo>
                    <a:pt x="1199500" y="1345242"/>
                  </a:lnTo>
                  <a:lnTo>
                    <a:pt x="1197774" y="1346968"/>
                  </a:lnTo>
                  <a:lnTo>
                    <a:pt x="1197774" y="1350645"/>
                  </a:lnTo>
                  <a:lnTo>
                    <a:pt x="1205485" y="1350645"/>
                  </a:lnTo>
                  <a:lnTo>
                    <a:pt x="1210887" y="1356048"/>
                  </a:lnTo>
                  <a:lnTo>
                    <a:pt x="1210887" y="1349836"/>
                  </a:lnTo>
                  <a:lnTo>
                    <a:pt x="1212613" y="1348111"/>
                  </a:lnTo>
                  <a:lnTo>
                    <a:pt x="1212613" y="1341209"/>
                  </a:lnTo>
                  <a:lnTo>
                    <a:pt x="1214338" y="1339484"/>
                  </a:lnTo>
                  <a:lnTo>
                    <a:pt x="1214338" y="1334308"/>
                  </a:lnTo>
                  <a:lnTo>
                    <a:pt x="1216064" y="1332582"/>
                  </a:lnTo>
                  <a:lnTo>
                    <a:pt x="1216064" y="1327406"/>
                  </a:lnTo>
                  <a:lnTo>
                    <a:pt x="1217789" y="1325681"/>
                  </a:lnTo>
                  <a:lnTo>
                    <a:pt x="1217789" y="1320278"/>
                  </a:lnTo>
                  <a:lnTo>
                    <a:pt x="1211804" y="1320278"/>
                  </a:lnTo>
                  <a:lnTo>
                    <a:pt x="1207782" y="1316255"/>
                  </a:lnTo>
                  <a:close/>
                  <a:moveTo>
                    <a:pt x="1105983" y="1316255"/>
                  </a:moveTo>
                  <a:lnTo>
                    <a:pt x="1103686" y="1318553"/>
                  </a:lnTo>
                  <a:lnTo>
                    <a:pt x="1101960" y="1318553"/>
                  </a:lnTo>
                  <a:lnTo>
                    <a:pt x="1100235" y="1320278"/>
                  </a:lnTo>
                  <a:lnTo>
                    <a:pt x="1093333" y="1320278"/>
                  </a:lnTo>
                  <a:lnTo>
                    <a:pt x="1091608" y="1322003"/>
                  </a:lnTo>
                  <a:lnTo>
                    <a:pt x="1089883" y="1322003"/>
                  </a:lnTo>
                  <a:lnTo>
                    <a:pt x="1088157" y="1323729"/>
                  </a:lnTo>
                  <a:lnTo>
                    <a:pt x="1084706" y="1323729"/>
                  </a:lnTo>
                  <a:lnTo>
                    <a:pt x="1082981" y="1325454"/>
                  </a:lnTo>
                  <a:lnTo>
                    <a:pt x="1080447" y="1325454"/>
                  </a:lnTo>
                  <a:lnTo>
                    <a:pt x="1080447" y="1329132"/>
                  </a:lnTo>
                  <a:lnTo>
                    <a:pt x="1082172" y="1330857"/>
                  </a:lnTo>
                  <a:lnTo>
                    <a:pt x="1082172" y="1334308"/>
                  </a:lnTo>
                  <a:lnTo>
                    <a:pt x="1083898" y="1336033"/>
                  </a:lnTo>
                  <a:lnTo>
                    <a:pt x="1083898" y="1340519"/>
                  </a:lnTo>
                  <a:lnTo>
                    <a:pt x="1087575" y="1336842"/>
                  </a:lnTo>
                  <a:lnTo>
                    <a:pt x="1091026" y="1336842"/>
                  </a:lnTo>
                  <a:lnTo>
                    <a:pt x="1092751" y="1335116"/>
                  </a:lnTo>
                  <a:lnTo>
                    <a:pt x="1094477" y="1335116"/>
                  </a:lnTo>
                  <a:lnTo>
                    <a:pt x="1096202" y="1333391"/>
                  </a:lnTo>
                  <a:lnTo>
                    <a:pt x="1099653" y="1333391"/>
                  </a:lnTo>
                  <a:lnTo>
                    <a:pt x="1101378" y="1331666"/>
                  </a:lnTo>
                  <a:lnTo>
                    <a:pt x="1103104" y="1331666"/>
                  </a:lnTo>
                  <a:lnTo>
                    <a:pt x="1104829" y="1329940"/>
                  </a:lnTo>
                  <a:lnTo>
                    <a:pt x="1108280" y="1329940"/>
                  </a:lnTo>
                  <a:lnTo>
                    <a:pt x="1110006" y="1328215"/>
                  </a:lnTo>
                  <a:lnTo>
                    <a:pt x="1111731" y="1328215"/>
                  </a:lnTo>
                  <a:lnTo>
                    <a:pt x="1113456" y="1326489"/>
                  </a:lnTo>
                  <a:lnTo>
                    <a:pt x="1115182" y="1326489"/>
                  </a:lnTo>
                  <a:lnTo>
                    <a:pt x="1116907" y="1324764"/>
                  </a:lnTo>
                  <a:lnTo>
                    <a:pt x="1120358" y="1324764"/>
                  </a:lnTo>
                  <a:lnTo>
                    <a:pt x="1122083" y="1323039"/>
                  </a:lnTo>
                  <a:lnTo>
                    <a:pt x="1123809" y="1323039"/>
                  </a:lnTo>
                  <a:lnTo>
                    <a:pt x="1125534" y="1321313"/>
                  </a:lnTo>
                  <a:lnTo>
                    <a:pt x="1128413" y="1321313"/>
                  </a:lnTo>
                  <a:lnTo>
                    <a:pt x="1128413" y="1318553"/>
                  </a:lnTo>
                  <a:lnTo>
                    <a:pt x="1127260" y="1318553"/>
                  </a:lnTo>
                  <a:lnTo>
                    <a:pt x="1124962" y="1316255"/>
                  </a:lnTo>
                  <a:lnTo>
                    <a:pt x="1122665" y="1318553"/>
                  </a:lnTo>
                  <a:lnTo>
                    <a:pt x="1108280" y="1318553"/>
                  </a:lnTo>
                  <a:lnTo>
                    <a:pt x="1105983" y="1316255"/>
                  </a:lnTo>
                  <a:close/>
                  <a:moveTo>
                    <a:pt x="1070095" y="1313376"/>
                  </a:moveTo>
                  <a:lnTo>
                    <a:pt x="1070095" y="1317636"/>
                  </a:lnTo>
                  <a:lnTo>
                    <a:pt x="1067797" y="1319933"/>
                  </a:lnTo>
                  <a:lnTo>
                    <a:pt x="1070095" y="1322230"/>
                  </a:lnTo>
                  <a:lnTo>
                    <a:pt x="1070095" y="1325681"/>
                  </a:lnTo>
                  <a:lnTo>
                    <a:pt x="1072629" y="1328215"/>
                  </a:lnTo>
                  <a:lnTo>
                    <a:pt x="1078031" y="1328215"/>
                  </a:lnTo>
                  <a:lnTo>
                    <a:pt x="1078031" y="1322812"/>
                  </a:lnTo>
                  <a:lnTo>
                    <a:pt x="1076306" y="1321087"/>
                  </a:lnTo>
                  <a:lnTo>
                    <a:pt x="1076306" y="1317636"/>
                  </a:lnTo>
                  <a:lnTo>
                    <a:pt x="1074581" y="1315910"/>
                  </a:lnTo>
                  <a:lnTo>
                    <a:pt x="1074581" y="1313376"/>
                  </a:lnTo>
                  <a:lnTo>
                    <a:pt x="1070095" y="1313376"/>
                  </a:lnTo>
                  <a:close/>
                  <a:moveTo>
                    <a:pt x="1215028" y="1301299"/>
                  </a:moveTo>
                  <a:lnTo>
                    <a:pt x="1215028" y="1310961"/>
                  </a:lnTo>
                  <a:lnTo>
                    <a:pt x="1219514" y="1310961"/>
                  </a:lnTo>
                  <a:lnTo>
                    <a:pt x="1219514" y="1301299"/>
                  </a:lnTo>
                  <a:lnTo>
                    <a:pt x="1215028" y="1301299"/>
                  </a:lnTo>
                  <a:close/>
                  <a:moveTo>
                    <a:pt x="1151997" y="1296122"/>
                  </a:moveTo>
                  <a:lnTo>
                    <a:pt x="1150272" y="1297848"/>
                  </a:lnTo>
                  <a:lnTo>
                    <a:pt x="1148546" y="1297848"/>
                  </a:lnTo>
                  <a:lnTo>
                    <a:pt x="1145441" y="1300953"/>
                  </a:lnTo>
                  <a:lnTo>
                    <a:pt x="1147738" y="1303251"/>
                  </a:lnTo>
                  <a:lnTo>
                    <a:pt x="1147738" y="1307283"/>
                  </a:lnTo>
                  <a:lnTo>
                    <a:pt x="1145441" y="1309580"/>
                  </a:lnTo>
                  <a:lnTo>
                    <a:pt x="1149118" y="1313258"/>
                  </a:lnTo>
                  <a:lnTo>
                    <a:pt x="1151415" y="1310961"/>
                  </a:lnTo>
                  <a:lnTo>
                    <a:pt x="1153141" y="1310961"/>
                  </a:lnTo>
                  <a:lnTo>
                    <a:pt x="1155675" y="1308427"/>
                  </a:lnTo>
                  <a:lnTo>
                    <a:pt x="1155675" y="1306701"/>
                  </a:lnTo>
                  <a:lnTo>
                    <a:pt x="1157400" y="1304976"/>
                  </a:lnTo>
                  <a:lnTo>
                    <a:pt x="1157400" y="1302107"/>
                  </a:lnTo>
                  <a:lnTo>
                    <a:pt x="1155675" y="1300382"/>
                  </a:lnTo>
                  <a:lnTo>
                    <a:pt x="1155675" y="1299800"/>
                  </a:lnTo>
                  <a:lnTo>
                    <a:pt x="1159352" y="1296122"/>
                  </a:lnTo>
                  <a:lnTo>
                    <a:pt x="1151997" y="1296122"/>
                  </a:lnTo>
                  <a:close/>
                  <a:moveTo>
                    <a:pt x="1203986" y="1273465"/>
                  </a:moveTo>
                  <a:lnTo>
                    <a:pt x="1200308" y="1277143"/>
                  </a:lnTo>
                  <a:lnTo>
                    <a:pt x="1198583" y="1277143"/>
                  </a:lnTo>
                  <a:lnTo>
                    <a:pt x="1196858" y="1278868"/>
                  </a:lnTo>
                  <a:lnTo>
                    <a:pt x="1195132" y="1278868"/>
                  </a:lnTo>
                  <a:lnTo>
                    <a:pt x="1193407" y="1280594"/>
                  </a:lnTo>
                  <a:lnTo>
                    <a:pt x="1189956" y="1280594"/>
                  </a:lnTo>
                  <a:lnTo>
                    <a:pt x="1188231" y="1282319"/>
                  </a:lnTo>
                  <a:lnTo>
                    <a:pt x="1186505" y="1282319"/>
                  </a:lnTo>
                  <a:lnTo>
                    <a:pt x="1184780" y="1284044"/>
                  </a:lnTo>
                  <a:lnTo>
                    <a:pt x="1181329" y="1284044"/>
                  </a:lnTo>
                  <a:lnTo>
                    <a:pt x="1179604" y="1285770"/>
                  </a:lnTo>
                  <a:lnTo>
                    <a:pt x="1177878" y="1285770"/>
                  </a:lnTo>
                  <a:lnTo>
                    <a:pt x="1176153" y="1287495"/>
                  </a:lnTo>
                  <a:lnTo>
                    <a:pt x="1172702" y="1287495"/>
                  </a:lnTo>
                  <a:lnTo>
                    <a:pt x="1170976" y="1289221"/>
                  </a:lnTo>
                  <a:lnTo>
                    <a:pt x="1169823" y="1289221"/>
                  </a:lnTo>
                  <a:lnTo>
                    <a:pt x="1169823" y="1291981"/>
                  </a:lnTo>
                  <a:lnTo>
                    <a:pt x="1172702" y="1291981"/>
                  </a:lnTo>
                  <a:lnTo>
                    <a:pt x="1178450" y="1297729"/>
                  </a:lnTo>
                  <a:lnTo>
                    <a:pt x="1184198" y="1291981"/>
                  </a:lnTo>
                  <a:lnTo>
                    <a:pt x="1193407" y="1291981"/>
                  </a:lnTo>
                  <a:lnTo>
                    <a:pt x="1197084" y="1295659"/>
                  </a:lnTo>
                  <a:lnTo>
                    <a:pt x="1197084" y="1287722"/>
                  </a:lnTo>
                  <a:lnTo>
                    <a:pt x="1199726" y="1285080"/>
                  </a:lnTo>
                  <a:lnTo>
                    <a:pt x="1203986" y="1285080"/>
                  </a:lnTo>
                  <a:lnTo>
                    <a:pt x="1203986" y="1273465"/>
                  </a:lnTo>
                  <a:close/>
                  <a:moveTo>
                    <a:pt x="1811673" y="1084933"/>
                  </a:moveTo>
                  <a:lnTo>
                    <a:pt x="1811673" y="1082172"/>
                  </a:lnTo>
                  <a:lnTo>
                    <a:pt x="1804771" y="1082172"/>
                  </a:lnTo>
                  <a:lnTo>
                    <a:pt x="1804771" y="1084933"/>
                  </a:lnTo>
                  <a:lnTo>
                    <a:pt x="1811673" y="1084933"/>
                  </a:lnTo>
                  <a:close/>
                  <a:moveTo>
                    <a:pt x="1771988" y="1084933"/>
                  </a:moveTo>
                  <a:lnTo>
                    <a:pt x="1771988" y="1082172"/>
                  </a:lnTo>
                  <a:lnTo>
                    <a:pt x="1765087" y="1082172"/>
                  </a:lnTo>
                  <a:lnTo>
                    <a:pt x="1765087" y="1084933"/>
                  </a:lnTo>
                  <a:lnTo>
                    <a:pt x="1771988" y="1084933"/>
                  </a:lnTo>
                  <a:close/>
                  <a:moveTo>
                    <a:pt x="113877" y="1059052"/>
                  </a:moveTo>
                  <a:lnTo>
                    <a:pt x="113877" y="1056291"/>
                  </a:lnTo>
                  <a:lnTo>
                    <a:pt x="110426" y="1056291"/>
                  </a:lnTo>
                  <a:lnTo>
                    <a:pt x="110426" y="1059052"/>
                  </a:lnTo>
                  <a:lnTo>
                    <a:pt x="113877" y="1059052"/>
                  </a:lnTo>
                  <a:close/>
                  <a:moveTo>
                    <a:pt x="180596" y="1044214"/>
                  </a:moveTo>
                  <a:lnTo>
                    <a:pt x="178870" y="1045939"/>
                  </a:lnTo>
                  <a:lnTo>
                    <a:pt x="168518" y="1045939"/>
                  </a:lnTo>
                  <a:lnTo>
                    <a:pt x="166792" y="1047664"/>
                  </a:lnTo>
                  <a:lnTo>
                    <a:pt x="156440" y="1047664"/>
                  </a:lnTo>
                  <a:lnTo>
                    <a:pt x="154714" y="1049390"/>
                  </a:lnTo>
                  <a:lnTo>
                    <a:pt x="145279" y="1049390"/>
                  </a:lnTo>
                  <a:lnTo>
                    <a:pt x="145279" y="1053876"/>
                  </a:lnTo>
                  <a:lnTo>
                    <a:pt x="148956" y="1053876"/>
                  </a:lnTo>
                  <a:lnTo>
                    <a:pt x="150682" y="1052150"/>
                  </a:lnTo>
                  <a:lnTo>
                    <a:pt x="167936" y="1052150"/>
                  </a:lnTo>
                  <a:lnTo>
                    <a:pt x="169661" y="1050425"/>
                  </a:lnTo>
                  <a:lnTo>
                    <a:pt x="180014" y="1050425"/>
                  </a:lnTo>
                  <a:lnTo>
                    <a:pt x="181739" y="1048700"/>
                  </a:lnTo>
                  <a:lnTo>
                    <a:pt x="185998" y="1048700"/>
                  </a:lnTo>
                  <a:lnTo>
                    <a:pt x="185998" y="1044214"/>
                  </a:lnTo>
                  <a:lnTo>
                    <a:pt x="180596" y="1044214"/>
                  </a:lnTo>
                  <a:close/>
                  <a:moveTo>
                    <a:pt x="992106" y="1033289"/>
                  </a:moveTo>
                  <a:lnTo>
                    <a:pt x="989809" y="1035587"/>
                  </a:lnTo>
                  <a:lnTo>
                    <a:pt x="983598" y="1035587"/>
                  </a:lnTo>
                  <a:lnTo>
                    <a:pt x="1035587" y="1087575"/>
                  </a:lnTo>
                  <a:lnTo>
                    <a:pt x="1035587" y="1089301"/>
                  </a:lnTo>
                  <a:lnTo>
                    <a:pt x="1094250" y="1147964"/>
                  </a:lnTo>
                  <a:lnTo>
                    <a:pt x="1094250" y="1149690"/>
                  </a:lnTo>
                  <a:lnTo>
                    <a:pt x="1151188" y="1206628"/>
                  </a:lnTo>
                  <a:lnTo>
                    <a:pt x="1151188" y="1208353"/>
                  </a:lnTo>
                  <a:lnTo>
                    <a:pt x="1207782" y="1264947"/>
                  </a:lnTo>
                  <a:lnTo>
                    <a:pt x="1213185" y="1259544"/>
                  </a:lnTo>
                  <a:lnTo>
                    <a:pt x="1155675" y="1202034"/>
                  </a:lnTo>
                  <a:lnTo>
                    <a:pt x="1155675" y="1200308"/>
                  </a:lnTo>
                  <a:lnTo>
                    <a:pt x="1098736" y="1143370"/>
                  </a:lnTo>
                  <a:lnTo>
                    <a:pt x="1098736" y="1141645"/>
                  </a:lnTo>
                  <a:lnTo>
                    <a:pt x="1040073" y="1082981"/>
                  </a:lnTo>
                  <a:lnTo>
                    <a:pt x="1040073" y="1081256"/>
                  </a:lnTo>
                  <a:lnTo>
                    <a:pt x="992106" y="1033289"/>
                  </a:lnTo>
                  <a:close/>
                  <a:moveTo>
                    <a:pt x="940344" y="1031564"/>
                  </a:moveTo>
                  <a:lnTo>
                    <a:pt x="936667" y="1035241"/>
                  </a:lnTo>
                  <a:lnTo>
                    <a:pt x="938964" y="1037539"/>
                  </a:lnTo>
                  <a:lnTo>
                    <a:pt x="938964" y="1039264"/>
                  </a:lnTo>
                  <a:lnTo>
                    <a:pt x="940689" y="1040989"/>
                  </a:lnTo>
                  <a:lnTo>
                    <a:pt x="940689" y="1042715"/>
                  </a:lnTo>
                  <a:lnTo>
                    <a:pt x="942415" y="1044440"/>
                  </a:lnTo>
                  <a:lnTo>
                    <a:pt x="942415" y="1047891"/>
                  </a:lnTo>
                  <a:lnTo>
                    <a:pt x="944140" y="1049616"/>
                  </a:lnTo>
                  <a:lnTo>
                    <a:pt x="944140" y="1051342"/>
                  </a:lnTo>
                  <a:lnTo>
                    <a:pt x="945866" y="1053067"/>
                  </a:lnTo>
                  <a:lnTo>
                    <a:pt x="945866" y="1054793"/>
                  </a:lnTo>
                  <a:lnTo>
                    <a:pt x="947591" y="1056518"/>
                  </a:lnTo>
                  <a:lnTo>
                    <a:pt x="947591" y="1058243"/>
                  </a:lnTo>
                  <a:lnTo>
                    <a:pt x="949316" y="1059969"/>
                  </a:lnTo>
                  <a:lnTo>
                    <a:pt x="949316" y="1061694"/>
                  </a:lnTo>
                  <a:lnTo>
                    <a:pt x="951042" y="1063420"/>
                  </a:lnTo>
                  <a:lnTo>
                    <a:pt x="951042" y="1065145"/>
                  </a:lnTo>
                  <a:lnTo>
                    <a:pt x="952767" y="1066870"/>
                  </a:lnTo>
                  <a:lnTo>
                    <a:pt x="952767" y="1070321"/>
                  </a:lnTo>
                  <a:lnTo>
                    <a:pt x="954493" y="1072047"/>
                  </a:lnTo>
                  <a:lnTo>
                    <a:pt x="954493" y="1073772"/>
                  </a:lnTo>
                  <a:lnTo>
                    <a:pt x="956218" y="1075497"/>
                  </a:lnTo>
                  <a:lnTo>
                    <a:pt x="956218" y="1077223"/>
                  </a:lnTo>
                  <a:lnTo>
                    <a:pt x="957943" y="1078948"/>
                  </a:lnTo>
                  <a:lnTo>
                    <a:pt x="957943" y="1080674"/>
                  </a:lnTo>
                  <a:lnTo>
                    <a:pt x="959669" y="1082399"/>
                  </a:lnTo>
                  <a:lnTo>
                    <a:pt x="959669" y="1084124"/>
                  </a:lnTo>
                  <a:lnTo>
                    <a:pt x="961394" y="1085850"/>
                  </a:lnTo>
                  <a:lnTo>
                    <a:pt x="961394" y="1087575"/>
                  </a:lnTo>
                  <a:lnTo>
                    <a:pt x="963120" y="1089301"/>
                  </a:lnTo>
                  <a:lnTo>
                    <a:pt x="963120" y="1092751"/>
                  </a:lnTo>
                  <a:lnTo>
                    <a:pt x="964845" y="1094477"/>
                  </a:lnTo>
                  <a:lnTo>
                    <a:pt x="964845" y="1096202"/>
                  </a:lnTo>
                  <a:lnTo>
                    <a:pt x="966570" y="1097928"/>
                  </a:lnTo>
                  <a:lnTo>
                    <a:pt x="966570" y="1099653"/>
                  </a:lnTo>
                  <a:lnTo>
                    <a:pt x="968296" y="1101378"/>
                  </a:lnTo>
                  <a:lnTo>
                    <a:pt x="968296" y="1103104"/>
                  </a:lnTo>
                  <a:lnTo>
                    <a:pt x="970021" y="1104829"/>
                  </a:lnTo>
                  <a:lnTo>
                    <a:pt x="970021" y="1106555"/>
                  </a:lnTo>
                  <a:lnTo>
                    <a:pt x="971747" y="1108280"/>
                  </a:lnTo>
                  <a:lnTo>
                    <a:pt x="971747" y="1111731"/>
                  </a:lnTo>
                  <a:lnTo>
                    <a:pt x="973472" y="1113456"/>
                  </a:lnTo>
                  <a:lnTo>
                    <a:pt x="973472" y="1115182"/>
                  </a:lnTo>
                  <a:lnTo>
                    <a:pt x="975197" y="1116907"/>
                  </a:lnTo>
                  <a:lnTo>
                    <a:pt x="975197" y="1118633"/>
                  </a:lnTo>
                  <a:lnTo>
                    <a:pt x="976923" y="1120358"/>
                  </a:lnTo>
                  <a:lnTo>
                    <a:pt x="976923" y="1122083"/>
                  </a:lnTo>
                  <a:lnTo>
                    <a:pt x="978648" y="1123809"/>
                  </a:lnTo>
                  <a:lnTo>
                    <a:pt x="978648" y="1125534"/>
                  </a:lnTo>
                  <a:lnTo>
                    <a:pt x="980374" y="1127260"/>
                  </a:lnTo>
                  <a:lnTo>
                    <a:pt x="980374" y="1128985"/>
                  </a:lnTo>
                  <a:lnTo>
                    <a:pt x="982099" y="1130710"/>
                  </a:lnTo>
                  <a:lnTo>
                    <a:pt x="982099" y="1134161"/>
                  </a:lnTo>
                  <a:lnTo>
                    <a:pt x="983824" y="1135887"/>
                  </a:lnTo>
                  <a:lnTo>
                    <a:pt x="983824" y="1137612"/>
                  </a:lnTo>
                  <a:lnTo>
                    <a:pt x="985550" y="1139337"/>
                  </a:lnTo>
                  <a:lnTo>
                    <a:pt x="985550" y="1141063"/>
                  </a:lnTo>
                  <a:lnTo>
                    <a:pt x="987275" y="1142788"/>
                  </a:lnTo>
                  <a:lnTo>
                    <a:pt x="987275" y="1144514"/>
                  </a:lnTo>
                  <a:lnTo>
                    <a:pt x="989001" y="1146239"/>
                  </a:lnTo>
                  <a:lnTo>
                    <a:pt x="989001" y="1147964"/>
                  </a:lnTo>
                  <a:lnTo>
                    <a:pt x="990726" y="1149690"/>
                  </a:lnTo>
                  <a:lnTo>
                    <a:pt x="990726" y="1153141"/>
                  </a:lnTo>
                  <a:lnTo>
                    <a:pt x="992451" y="1154866"/>
                  </a:lnTo>
                  <a:lnTo>
                    <a:pt x="992451" y="1156591"/>
                  </a:lnTo>
                  <a:lnTo>
                    <a:pt x="994177" y="1158317"/>
                  </a:lnTo>
                  <a:lnTo>
                    <a:pt x="994177" y="1160042"/>
                  </a:lnTo>
                  <a:lnTo>
                    <a:pt x="995902" y="1161768"/>
                  </a:lnTo>
                  <a:lnTo>
                    <a:pt x="995902" y="1163493"/>
                  </a:lnTo>
                  <a:lnTo>
                    <a:pt x="997628" y="1165218"/>
                  </a:lnTo>
                  <a:lnTo>
                    <a:pt x="997628" y="1166944"/>
                  </a:lnTo>
                  <a:lnTo>
                    <a:pt x="999353" y="1168669"/>
                  </a:lnTo>
                  <a:lnTo>
                    <a:pt x="999353" y="1170395"/>
                  </a:lnTo>
                  <a:lnTo>
                    <a:pt x="1001078" y="1172120"/>
                  </a:lnTo>
                  <a:lnTo>
                    <a:pt x="1001078" y="1175571"/>
                  </a:lnTo>
                  <a:lnTo>
                    <a:pt x="1002804" y="1177296"/>
                  </a:lnTo>
                  <a:lnTo>
                    <a:pt x="1002804" y="1179022"/>
                  </a:lnTo>
                  <a:lnTo>
                    <a:pt x="1004529" y="1180747"/>
                  </a:lnTo>
                  <a:lnTo>
                    <a:pt x="1004529" y="1182472"/>
                  </a:lnTo>
                  <a:lnTo>
                    <a:pt x="1006255" y="1184198"/>
                  </a:lnTo>
                  <a:lnTo>
                    <a:pt x="1006255" y="1185923"/>
                  </a:lnTo>
                  <a:lnTo>
                    <a:pt x="1007980" y="1187649"/>
                  </a:lnTo>
                  <a:lnTo>
                    <a:pt x="1007980" y="1189374"/>
                  </a:lnTo>
                  <a:lnTo>
                    <a:pt x="1009705" y="1191099"/>
                  </a:lnTo>
                  <a:lnTo>
                    <a:pt x="1009705" y="1192825"/>
                  </a:lnTo>
                  <a:lnTo>
                    <a:pt x="1011431" y="1194550"/>
                  </a:lnTo>
                  <a:lnTo>
                    <a:pt x="1011431" y="1198001"/>
                  </a:lnTo>
                  <a:lnTo>
                    <a:pt x="1013156" y="1199726"/>
                  </a:lnTo>
                  <a:lnTo>
                    <a:pt x="1013156" y="1201452"/>
                  </a:lnTo>
                  <a:lnTo>
                    <a:pt x="1014882" y="1203177"/>
                  </a:lnTo>
                  <a:lnTo>
                    <a:pt x="1014882" y="1204903"/>
                  </a:lnTo>
                  <a:lnTo>
                    <a:pt x="1016607" y="1206628"/>
                  </a:lnTo>
                  <a:lnTo>
                    <a:pt x="1016607" y="1208353"/>
                  </a:lnTo>
                  <a:lnTo>
                    <a:pt x="1018333" y="1210079"/>
                  </a:lnTo>
                  <a:lnTo>
                    <a:pt x="1018333" y="1211804"/>
                  </a:lnTo>
                  <a:lnTo>
                    <a:pt x="1020058" y="1213530"/>
                  </a:lnTo>
                  <a:lnTo>
                    <a:pt x="1020058" y="1216980"/>
                  </a:lnTo>
                  <a:lnTo>
                    <a:pt x="1021783" y="1218706"/>
                  </a:lnTo>
                  <a:lnTo>
                    <a:pt x="1021783" y="1220431"/>
                  </a:lnTo>
                  <a:lnTo>
                    <a:pt x="1023509" y="1222157"/>
                  </a:lnTo>
                  <a:lnTo>
                    <a:pt x="1023509" y="1223882"/>
                  </a:lnTo>
                  <a:lnTo>
                    <a:pt x="1025234" y="1225607"/>
                  </a:lnTo>
                  <a:lnTo>
                    <a:pt x="1025234" y="1227333"/>
                  </a:lnTo>
                  <a:lnTo>
                    <a:pt x="1026960" y="1229058"/>
                  </a:lnTo>
                  <a:lnTo>
                    <a:pt x="1026960" y="1230784"/>
                  </a:lnTo>
                  <a:lnTo>
                    <a:pt x="1028685" y="1232509"/>
                  </a:lnTo>
                  <a:lnTo>
                    <a:pt x="1028685" y="1234234"/>
                  </a:lnTo>
                  <a:lnTo>
                    <a:pt x="1030410" y="1235960"/>
                  </a:lnTo>
                  <a:lnTo>
                    <a:pt x="1030410" y="1239411"/>
                  </a:lnTo>
                  <a:lnTo>
                    <a:pt x="1032136" y="1241136"/>
                  </a:lnTo>
                  <a:lnTo>
                    <a:pt x="1032136" y="1242861"/>
                  </a:lnTo>
                  <a:lnTo>
                    <a:pt x="1033861" y="1244587"/>
                  </a:lnTo>
                  <a:lnTo>
                    <a:pt x="1033861" y="1246312"/>
                  </a:lnTo>
                  <a:lnTo>
                    <a:pt x="1035587" y="1248038"/>
                  </a:lnTo>
                  <a:lnTo>
                    <a:pt x="1035587" y="1249763"/>
                  </a:lnTo>
                  <a:lnTo>
                    <a:pt x="1037312" y="1251489"/>
                  </a:lnTo>
                  <a:lnTo>
                    <a:pt x="1037312" y="1253214"/>
                  </a:lnTo>
                  <a:lnTo>
                    <a:pt x="1039037" y="1254939"/>
                  </a:lnTo>
                  <a:lnTo>
                    <a:pt x="1039037" y="1256665"/>
                  </a:lnTo>
                  <a:lnTo>
                    <a:pt x="1040763" y="1258390"/>
                  </a:lnTo>
                  <a:lnTo>
                    <a:pt x="1040763" y="1261841"/>
                  </a:lnTo>
                  <a:lnTo>
                    <a:pt x="1042488" y="1263566"/>
                  </a:lnTo>
                  <a:lnTo>
                    <a:pt x="1042488" y="1265292"/>
                  </a:lnTo>
                  <a:lnTo>
                    <a:pt x="1044214" y="1267017"/>
                  </a:lnTo>
                  <a:lnTo>
                    <a:pt x="1044214" y="1268743"/>
                  </a:lnTo>
                  <a:lnTo>
                    <a:pt x="1045939" y="1270468"/>
                  </a:lnTo>
                  <a:lnTo>
                    <a:pt x="1045939" y="1272193"/>
                  </a:lnTo>
                  <a:lnTo>
                    <a:pt x="1047664" y="1273919"/>
                  </a:lnTo>
                  <a:lnTo>
                    <a:pt x="1047664" y="1275644"/>
                  </a:lnTo>
                  <a:lnTo>
                    <a:pt x="1049390" y="1277370"/>
                  </a:lnTo>
                  <a:lnTo>
                    <a:pt x="1049390" y="1280820"/>
                  </a:lnTo>
                  <a:lnTo>
                    <a:pt x="1051115" y="1282546"/>
                  </a:lnTo>
                  <a:lnTo>
                    <a:pt x="1051115" y="1284271"/>
                  </a:lnTo>
                  <a:lnTo>
                    <a:pt x="1052841" y="1285997"/>
                  </a:lnTo>
                  <a:lnTo>
                    <a:pt x="1052841" y="1287722"/>
                  </a:lnTo>
                  <a:lnTo>
                    <a:pt x="1054566" y="1289447"/>
                  </a:lnTo>
                  <a:lnTo>
                    <a:pt x="1054566" y="1291981"/>
                  </a:lnTo>
                  <a:lnTo>
                    <a:pt x="1058825" y="1291981"/>
                  </a:lnTo>
                  <a:lnTo>
                    <a:pt x="1061468" y="1294624"/>
                  </a:lnTo>
                  <a:lnTo>
                    <a:pt x="1061468" y="1297158"/>
                  </a:lnTo>
                  <a:lnTo>
                    <a:pt x="1067906" y="1297158"/>
                  </a:lnTo>
                  <a:lnTo>
                    <a:pt x="1064228" y="1293480"/>
                  </a:lnTo>
                  <a:lnTo>
                    <a:pt x="1064228" y="1291755"/>
                  </a:lnTo>
                  <a:lnTo>
                    <a:pt x="1062503" y="1290029"/>
                  </a:lnTo>
                  <a:lnTo>
                    <a:pt x="1062503" y="1288304"/>
                  </a:lnTo>
                  <a:lnTo>
                    <a:pt x="1060777" y="1286578"/>
                  </a:lnTo>
                  <a:lnTo>
                    <a:pt x="1060777" y="1284853"/>
                  </a:lnTo>
                  <a:lnTo>
                    <a:pt x="1059052" y="1283128"/>
                  </a:lnTo>
                  <a:lnTo>
                    <a:pt x="1059052" y="1281402"/>
                  </a:lnTo>
                  <a:lnTo>
                    <a:pt x="1057327" y="1279677"/>
                  </a:lnTo>
                  <a:lnTo>
                    <a:pt x="1057327" y="1277951"/>
                  </a:lnTo>
                  <a:lnTo>
                    <a:pt x="1055601" y="1276226"/>
                  </a:lnTo>
                  <a:lnTo>
                    <a:pt x="1055601" y="1272775"/>
                  </a:lnTo>
                  <a:lnTo>
                    <a:pt x="1053876" y="1271050"/>
                  </a:lnTo>
                  <a:lnTo>
                    <a:pt x="1053876" y="1269324"/>
                  </a:lnTo>
                  <a:lnTo>
                    <a:pt x="1052150" y="1267599"/>
                  </a:lnTo>
                  <a:lnTo>
                    <a:pt x="1052150" y="1265874"/>
                  </a:lnTo>
                  <a:lnTo>
                    <a:pt x="1050425" y="1264148"/>
                  </a:lnTo>
                  <a:lnTo>
                    <a:pt x="1050425" y="1262423"/>
                  </a:lnTo>
                  <a:lnTo>
                    <a:pt x="1048700" y="1260697"/>
                  </a:lnTo>
                  <a:lnTo>
                    <a:pt x="1048700" y="1258972"/>
                  </a:lnTo>
                  <a:lnTo>
                    <a:pt x="1046974" y="1257247"/>
                  </a:lnTo>
                  <a:lnTo>
                    <a:pt x="1046974" y="1253796"/>
                  </a:lnTo>
                  <a:lnTo>
                    <a:pt x="1045249" y="1252070"/>
                  </a:lnTo>
                  <a:lnTo>
                    <a:pt x="1045249" y="1250345"/>
                  </a:lnTo>
                  <a:lnTo>
                    <a:pt x="1043523" y="1248620"/>
                  </a:lnTo>
                  <a:lnTo>
                    <a:pt x="1043523" y="1246894"/>
                  </a:lnTo>
                  <a:lnTo>
                    <a:pt x="1041798" y="1245169"/>
                  </a:lnTo>
                  <a:lnTo>
                    <a:pt x="1041798" y="1243443"/>
                  </a:lnTo>
                  <a:lnTo>
                    <a:pt x="1040073" y="1241718"/>
                  </a:lnTo>
                  <a:lnTo>
                    <a:pt x="1040073" y="1239993"/>
                  </a:lnTo>
                  <a:lnTo>
                    <a:pt x="1038347" y="1238267"/>
                  </a:lnTo>
                  <a:lnTo>
                    <a:pt x="1038347" y="1236542"/>
                  </a:lnTo>
                  <a:lnTo>
                    <a:pt x="1036622" y="1234816"/>
                  </a:lnTo>
                  <a:lnTo>
                    <a:pt x="1036622" y="1231366"/>
                  </a:lnTo>
                  <a:lnTo>
                    <a:pt x="1034896" y="1229640"/>
                  </a:lnTo>
                  <a:lnTo>
                    <a:pt x="1034896" y="1227915"/>
                  </a:lnTo>
                  <a:lnTo>
                    <a:pt x="1033171" y="1226189"/>
                  </a:lnTo>
                  <a:lnTo>
                    <a:pt x="1033171" y="1224464"/>
                  </a:lnTo>
                  <a:lnTo>
                    <a:pt x="1031446" y="1222739"/>
                  </a:lnTo>
                  <a:lnTo>
                    <a:pt x="1031446" y="1221013"/>
                  </a:lnTo>
                  <a:lnTo>
                    <a:pt x="1029720" y="1219288"/>
                  </a:lnTo>
                  <a:lnTo>
                    <a:pt x="1029720" y="1217562"/>
                  </a:lnTo>
                  <a:lnTo>
                    <a:pt x="1027995" y="1215837"/>
                  </a:lnTo>
                  <a:lnTo>
                    <a:pt x="1027995" y="1212386"/>
                  </a:lnTo>
                  <a:lnTo>
                    <a:pt x="1026269" y="1210661"/>
                  </a:lnTo>
                  <a:lnTo>
                    <a:pt x="1026269" y="1208935"/>
                  </a:lnTo>
                  <a:lnTo>
                    <a:pt x="1024544" y="1207210"/>
                  </a:lnTo>
                  <a:lnTo>
                    <a:pt x="1024544" y="1205485"/>
                  </a:lnTo>
                  <a:lnTo>
                    <a:pt x="1022819" y="1203759"/>
                  </a:lnTo>
                  <a:lnTo>
                    <a:pt x="1022819" y="1202034"/>
                  </a:lnTo>
                  <a:lnTo>
                    <a:pt x="1021093" y="1200308"/>
                  </a:lnTo>
                  <a:lnTo>
                    <a:pt x="1021093" y="1198583"/>
                  </a:lnTo>
                  <a:lnTo>
                    <a:pt x="1019368" y="1196858"/>
                  </a:lnTo>
                  <a:lnTo>
                    <a:pt x="1019368" y="1195132"/>
                  </a:lnTo>
                  <a:lnTo>
                    <a:pt x="1017642" y="1193407"/>
                  </a:lnTo>
                  <a:lnTo>
                    <a:pt x="1017642" y="1189956"/>
                  </a:lnTo>
                  <a:lnTo>
                    <a:pt x="1015917" y="1188231"/>
                  </a:lnTo>
                  <a:lnTo>
                    <a:pt x="1015917" y="1186505"/>
                  </a:lnTo>
                  <a:lnTo>
                    <a:pt x="1014192" y="1184780"/>
                  </a:lnTo>
                  <a:lnTo>
                    <a:pt x="1014192" y="1183054"/>
                  </a:lnTo>
                  <a:lnTo>
                    <a:pt x="1012466" y="1181329"/>
                  </a:lnTo>
                  <a:lnTo>
                    <a:pt x="1012466" y="1179604"/>
                  </a:lnTo>
                  <a:lnTo>
                    <a:pt x="1010741" y="1177878"/>
                  </a:lnTo>
                  <a:lnTo>
                    <a:pt x="1010741" y="1176153"/>
                  </a:lnTo>
                  <a:lnTo>
                    <a:pt x="1009015" y="1174427"/>
                  </a:lnTo>
                  <a:lnTo>
                    <a:pt x="1009015" y="1172702"/>
                  </a:lnTo>
                  <a:lnTo>
                    <a:pt x="1007290" y="1170976"/>
                  </a:lnTo>
                  <a:lnTo>
                    <a:pt x="1007290" y="1167526"/>
                  </a:lnTo>
                  <a:lnTo>
                    <a:pt x="1005565" y="1165800"/>
                  </a:lnTo>
                  <a:lnTo>
                    <a:pt x="1005565" y="1164075"/>
                  </a:lnTo>
                  <a:lnTo>
                    <a:pt x="1003839" y="1162349"/>
                  </a:lnTo>
                  <a:lnTo>
                    <a:pt x="1003839" y="1160624"/>
                  </a:lnTo>
                  <a:lnTo>
                    <a:pt x="1002114" y="1158899"/>
                  </a:lnTo>
                  <a:lnTo>
                    <a:pt x="1002114" y="1157173"/>
                  </a:lnTo>
                  <a:lnTo>
                    <a:pt x="1000388" y="1155448"/>
                  </a:lnTo>
                  <a:lnTo>
                    <a:pt x="1000388" y="1153722"/>
                  </a:lnTo>
                  <a:lnTo>
                    <a:pt x="998663" y="1151997"/>
                  </a:lnTo>
                  <a:lnTo>
                    <a:pt x="998663" y="1148546"/>
                  </a:lnTo>
                  <a:lnTo>
                    <a:pt x="996938" y="1146821"/>
                  </a:lnTo>
                  <a:lnTo>
                    <a:pt x="996938" y="1145095"/>
                  </a:lnTo>
                  <a:lnTo>
                    <a:pt x="995212" y="1143370"/>
                  </a:lnTo>
                  <a:lnTo>
                    <a:pt x="995212" y="1141645"/>
                  </a:lnTo>
                  <a:lnTo>
                    <a:pt x="993487" y="1139919"/>
                  </a:lnTo>
                  <a:lnTo>
                    <a:pt x="993487" y="1138194"/>
                  </a:lnTo>
                  <a:lnTo>
                    <a:pt x="991761" y="1136468"/>
                  </a:lnTo>
                  <a:lnTo>
                    <a:pt x="991761" y="1134743"/>
                  </a:lnTo>
                  <a:lnTo>
                    <a:pt x="990036" y="1133018"/>
                  </a:lnTo>
                  <a:lnTo>
                    <a:pt x="990036" y="1131292"/>
                  </a:lnTo>
                  <a:lnTo>
                    <a:pt x="988311" y="1129567"/>
                  </a:lnTo>
                  <a:lnTo>
                    <a:pt x="988311" y="1126116"/>
                  </a:lnTo>
                  <a:lnTo>
                    <a:pt x="986585" y="1124391"/>
                  </a:lnTo>
                  <a:lnTo>
                    <a:pt x="986585" y="1122665"/>
                  </a:lnTo>
                  <a:lnTo>
                    <a:pt x="984860" y="1120940"/>
                  </a:lnTo>
                  <a:lnTo>
                    <a:pt x="984860" y="1119214"/>
                  </a:lnTo>
                  <a:lnTo>
                    <a:pt x="983134" y="1117489"/>
                  </a:lnTo>
                  <a:lnTo>
                    <a:pt x="983134" y="1115764"/>
                  </a:lnTo>
                  <a:lnTo>
                    <a:pt x="981409" y="1114038"/>
                  </a:lnTo>
                  <a:lnTo>
                    <a:pt x="981409" y="1112313"/>
                  </a:lnTo>
                  <a:lnTo>
                    <a:pt x="979683" y="1110587"/>
                  </a:lnTo>
                  <a:lnTo>
                    <a:pt x="979683" y="1108862"/>
                  </a:lnTo>
                  <a:lnTo>
                    <a:pt x="977958" y="1107137"/>
                  </a:lnTo>
                  <a:lnTo>
                    <a:pt x="977958" y="1103686"/>
                  </a:lnTo>
                  <a:lnTo>
                    <a:pt x="976233" y="1101960"/>
                  </a:lnTo>
                  <a:lnTo>
                    <a:pt x="976233" y="1100235"/>
                  </a:lnTo>
                  <a:lnTo>
                    <a:pt x="974507" y="1098510"/>
                  </a:lnTo>
                  <a:lnTo>
                    <a:pt x="974507" y="1096784"/>
                  </a:lnTo>
                  <a:lnTo>
                    <a:pt x="972782" y="1095059"/>
                  </a:lnTo>
                  <a:lnTo>
                    <a:pt x="972782" y="1093333"/>
                  </a:lnTo>
                  <a:lnTo>
                    <a:pt x="971056" y="1091608"/>
                  </a:lnTo>
                  <a:lnTo>
                    <a:pt x="971056" y="1089883"/>
                  </a:lnTo>
                  <a:lnTo>
                    <a:pt x="969331" y="1088157"/>
                  </a:lnTo>
                  <a:lnTo>
                    <a:pt x="969331" y="1084706"/>
                  </a:lnTo>
                  <a:lnTo>
                    <a:pt x="967606" y="1082981"/>
                  </a:lnTo>
                  <a:lnTo>
                    <a:pt x="967606" y="1081256"/>
                  </a:lnTo>
                  <a:lnTo>
                    <a:pt x="965880" y="1079530"/>
                  </a:lnTo>
                  <a:lnTo>
                    <a:pt x="965880" y="1077805"/>
                  </a:lnTo>
                  <a:lnTo>
                    <a:pt x="964155" y="1076079"/>
                  </a:lnTo>
                  <a:lnTo>
                    <a:pt x="964155" y="1074354"/>
                  </a:lnTo>
                  <a:lnTo>
                    <a:pt x="962429" y="1072629"/>
                  </a:lnTo>
                  <a:lnTo>
                    <a:pt x="962429" y="1070903"/>
                  </a:lnTo>
                  <a:lnTo>
                    <a:pt x="960704" y="1069178"/>
                  </a:lnTo>
                  <a:lnTo>
                    <a:pt x="960704" y="1067452"/>
                  </a:lnTo>
                  <a:lnTo>
                    <a:pt x="958979" y="1065727"/>
                  </a:lnTo>
                  <a:lnTo>
                    <a:pt x="958979" y="1062276"/>
                  </a:lnTo>
                  <a:lnTo>
                    <a:pt x="957253" y="1060551"/>
                  </a:lnTo>
                  <a:lnTo>
                    <a:pt x="957253" y="1058825"/>
                  </a:lnTo>
                  <a:lnTo>
                    <a:pt x="955528" y="1057100"/>
                  </a:lnTo>
                  <a:lnTo>
                    <a:pt x="955528" y="1055375"/>
                  </a:lnTo>
                  <a:lnTo>
                    <a:pt x="953802" y="1053649"/>
                  </a:lnTo>
                  <a:lnTo>
                    <a:pt x="953802" y="1051924"/>
                  </a:lnTo>
                  <a:lnTo>
                    <a:pt x="952077" y="1050198"/>
                  </a:lnTo>
                  <a:lnTo>
                    <a:pt x="952077" y="1048473"/>
                  </a:lnTo>
                  <a:lnTo>
                    <a:pt x="950352" y="1046748"/>
                  </a:lnTo>
                  <a:lnTo>
                    <a:pt x="950352" y="1045022"/>
                  </a:lnTo>
                  <a:lnTo>
                    <a:pt x="948626" y="1043297"/>
                  </a:lnTo>
                  <a:lnTo>
                    <a:pt x="948626" y="1039846"/>
                  </a:lnTo>
                  <a:lnTo>
                    <a:pt x="946901" y="1038121"/>
                  </a:lnTo>
                  <a:lnTo>
                    <a:pt x="946901" y="1036395"/>
                  </a:lnTo>
                  <a:lnTo>
                    <a:pt x="944367" y="1033861"/>
                  </a:lnTo>
                  <a:lnTo>
                    <a:pt x="942641" y="1033861"/>
                  </a:lnTo>
                  <a:lnTo>
                    <a:pt x="940344" y="1031564"/>
                  </a:lnTo>
                  <a:close/>
                  <a:moveTo>
                    <a:pt x="904456" y="1023509"/>
                  </a:moveTo>
                  <a:lnTo>
                    <a:pt x="904456" y="1037539"/>
                  </a:lnTo>
                  <a:lnTo>
                    <a:pt x="906181" y="1039264"/>
                  </a:lnTo>
                  <a:lnTo>
                    <a:pt x="906181" y="1054793"/>
                  </a:lnTo>
                  <a:lnTo>
                    <a:pt x="907907" y="1056518"/>
                  </a:lnTo>
                  <a:lnTo>
                    <a:pt x="907907" y="1070321"/>
                  </a:lnTo>
                  <a:lnTo>
                    <a:pt x="909632" y="1072047"/>
                  </a:lnTo>
                  <a:lnTo>
                    <a:pt x="909632" y="1087575"/>
                  </a:lnTo>
                  <a:lnTo>
                    <a:pt x="911358" y="1089301"/>
                  </a:lnTo>
                  <a:lnTo>
                    <a:pt x="911358" y="1103104"/>
                  </a:lnTo>
                  <a:lnTo>
                    <a:pt x="913083" y="1104829"/>
                  </a:lnTo>
                  <a:lnTo>
                    <a:pt x="913083" y="1120358"/>
                  </a:lnTo>
                  <a:lnTo>
                    <a:pt x="914808" y="1122083"/>
                  </a:lnTo>
                  <a:lnTo>
                    <a:pt x="914808" y="1135887"/>
                  </a:lnTo>
                  <a:lnTo>
                    <a:pt x="916534" y="1137612"/>
                  </a:lnTo>
                  <a:lnTo>
                    <a:pt x="916534" y="1151415"/>
                  </a:lnTo>
                  <a:lnTo>
                    <a:pt x="918259" y="1153141"/>
                  </a:lnTo>
                  <a:lnTo>
                    <a:pt x="918259" y="1168669"/>
                  </a:lnTo>
                  <a:lnTo>
                    <a:pt x="919985" y="1170395"/>
                  </a:lnTo>
                  <a:lnTo>
                    <a:pt x="919985" y="1184198"/>
                  </a:lnTo>
                  <a:lnTo>
                    <a:pt x="921710" y="1185923"/>
                  </a:lnTo>
                  <a:lnTo>
                    <a:pt x="921710" y="1201452"/>
                  </a:lnTo>
                  <a:lnTo>
                    <a:pt x="923435" y="1203177"/>
                  </a:lnTo>
                  <a:lnTo>
                    <a:pt x="923435" y="1216980"/>
                  </a:lnTo>
                  <a:lnTo>
                    <a:pt x="925161" y="1218706"/>
                  </a:lnTo>
                  <a:lnTo>
                    <a:pt x="925161" y="1234234"/>
                  </a:lnTo>
                  <a:lnTo>
                    <a:pt x="926886" y="1235960"/>
                  </a:lnTo>
                  <a:lnTo>
                    <a:pt x="926886" y="1249763"/>
                  </a:lnTo>
                  <a:lnTo>
                    <a:pt x="928612" y="1251489"/>
                  </a:lnTo>
                  <a:lnTo>
                    <a:pt x="928612" y="1267017"/>
                  </a:lnTo>
                  <a:lnTo>
                    <a:pt x="930337" y="1268743"/>
                  </a:lnTo>
                  <a:lnTo>
                    <a:pt x="930337" y="1282546"/>
                  </a:lnTo>
                  <a:lnTo>
                    <a:pt x="932062" y="1284271"/>
                  </a:lnTo>
                  <a:lnTo>
                    <a:pt x="932062" y="1299800"/>
                  </a:lnTo>
                  <a:lnTo>
                    <a:pt x="933788" y="1301525"/>
                  </a:lnTo>
                  <a:lnTo>
                    <a:pt x="933788" y="1314757"/>
                  </a:lnTo>
                  <a:lnTo>
                    <a:pt x="936548" y="1314757"/>
                  </a:lnTo>
                  <a:lnTo>
                    <a:pt x="936548" y="1287722"/>
                  </a:lnTo>
                  <a:lnTo>
                    <a:pt x="938274" y="1285997"/>
                  </a:lnTo>
                  <a:lnTo>
                    <a:pt x="938274" y="1271050"/>
                  </a:lnTo>
                  <a:lnTo>
                    <a:pt x="936548" y="1269324"/>
                  </a:lnTo>
                  <a:lnTo>
                    <a:pt x="936548" y="1255521"/>
                  </a:lnTo>
                  <a:lnTo>
                    <a:pt x="934823" y="1253796"/>
                  </a:lnTo>
                  <a:lnTo>
                    <a:pt x="934823" y="1238267"/>
                  </a:lnTo>
                  <a:lnTo>
                    <a:pt x="933098" y="1236542"/>
                  </a:lnTo>
                  <a:lnTo>
                    <a:pt x="933098" y="1222739"/>
                  </a:lnTo>
                  <a:lnTo>
                    <a:pt x="931372" y="1221013"/>
                  </a:lnTo>
                  <a:lnTo>
                    <a:pt x="931372" y="1207210"/>
                  </a:lnTo>
                  <a:lnTo>
                    <a:pt x="929647" y="1205485"/>
                  </a:lnTo>
                  <a:lnTo>
                    <a:pt x="929647" y="1189956"/>
                  </a:lnTo>
                  <a:lnTo>
                    <a:pt x="927921" y="1188231"/>
                  </a:lnTo>
                  <a:lnTo>
                    <a:pt x="927921" y="1174427"/>
                  </a:lnTo>
                  <a:lnTo>
                    <a:pt x="926196" y="1172702"/>
                  </a:lnTo>
                  <a:lnTo>
                    <a:pt x="926196" y="1157173"/>
                  </a:lnTo>
                  <a:lnTo>
                    <a:pt x="924471" y="1155448"/>
                  </a:lnTo>
                  <a:lnTo>
                    <a:pt x="924471" y="1141645"/>
                  </a:lnTo>
                  <a:lnTo>
                    <a:pt x="922745" y="1139919"/>
                  </a:lnTo>
                  <a:lnTo>
                    <a:pt x="922745" y="1124391"/>
                  </a:lnTo>
                  <a:lnTo>
                    <a:pt x="921020" y="1122665"/>
                  </a:lnTo>
                  <a:lnTo>
                    <a:pt x="921020" y="1108862"/>
                  </a:lnTo>
                  <a:lnTo>
                    <a:pt x="919294" y="1107137"/>
                  </a:lnTo>
                  <a:lnTo>
                    <a:pt x="919294" y="1091608"/>
                  </a:lnTo>
                  <a:lnTo>
                    <a:pt x="917569" y="1089883"/>
                  </a:lnTo>
                  <a:lnTo>
                    <a:pt x="917569" y="1076079"/>
                  </a:lnTo>
                  <a:lnTo>
                    <a:pt x="915844" y="1074354"/>
                  </a:lnTo>
                  <a:lnTo>
                    <a:pt x="915844" y="1060551"/>
                  </a:lnTo>
                  <a:lnTo>
                    <a:pt x="914118" y="1058825"/>
                  </a:lnTo>
                  <a:lnTo>
                    <a:pt x="914118" y="1043297"/>
                  </a:lnTo>
                  <a:lnTo>
                    <a:pt x="912393" y="1041571"/>
                  </a:lnTo>
                  <a:lnTo>
                    <a:pt x="912393" y="1027768"/>
                  </a:lnTo>
                  <a:lnTo>
                    <a:pt x="910667" y="1026043"/>
                  </a:lnTo>
                  <a:lnTo>
                    <a:pt x="910667" y="1023509"/>
                  </a:lnTo>
                  <a:lnTo>
                    <a:pt x="904456" y="1023509"/>
                  </a:lnTo>
                  <a:close/>
                  <a:moveTo>
                    <a:pt x="904456" y="1009705"/>
                  </a:moveTo>
                  <a:lnTo>
                    <a:pt x="904456" y="1017869"/>
                  </a:lnTo>
                  <a:lnTo>
                    <a:pt x="908133" y="1014192"/>
                  </a:lnTo>
                  <a:lnTo>
                    <a:pt x="910667" y="1014192"/>
                  </a:lnTo>
                  <a:lnTo>
                    <a:pt x="910667" y="1009705"/>
                  </a:lnTo>
                  <a:lnTo>
                    <a:pt x="904456" y="1009705"/>
                  </a:lnTo>
                  <a:close/>
                  <a:moveTo>
                    <a:pt x="897554" y="968296"/>
                  </a:moveTo>
                  <a:lnTo>
                    <a:pt x="897554" y="973699"/>
                  </a:lnTo>
                  <a:lnTo>
                    <a:pt x="899280" y="975424"/>
                  </a:lnTo>
                  <a:lnTo>
                    <a:pt x="899280" y="989227"/>
                  </a:lnTo>
                  <a:lnTo>
                    <a:pt x="901005" y="990953"/>
                  </a:lnTo>
                  <a:lnTo>
                    <a:pt x="901005" y="1000388"/>
                  </a:lnTo>
                  <a:lnTo>
                    <a:pt x="908942" y="1000388"/>
                  </a:lnTo>
                  <a:lnTo>
                    <a:pt x="908942" y="994985"/>
                  </a:lnTo>
                  <a:lnTo>
                    <a:pt x="907217" y="993260"/>
                  </a:lnTo>
                  <a:lnTo>
                    <a:pt x="907217" y="977731"/>
                  </a:lnTo>
                  <a:lnTo>
                    <a:pt x="905491" y="976006"/>
                  </a:lnTo>
                  <a:lnTo>
                    <a:pt x="905491" y="968296"/>
                  </a:lnTo>
                  <a:lnTo>
                    <a:pt x="897554" y="968296"/>
                  </a:lnTo>
                  <a:close/>
                  <a:moveTo>
                    <a:pt x="910441" y="964845"/>
                  </a:moveTo>
                  <a:lnTo>
                    <a:pt x="908715" y="966570"/>
                  </a:lnTo>
                  <a:lnTo>
                    <a:pt x="904229" y="966570"/>
                  </a:lnTo>
                  <a:lnTo>
                    <a:pt x="907907" y="970248"/>
                  </a:lnTo>
                  <a:lnTo>
                    <a:pt x="907907" y="971973"/>
                  </a:lnTo>
                  <a:lnTo>
                    <a:pt x="909632" y="973699"/>
                  </a:lnTo>
                  <a:lnTo>
                    <a:pt x="909632" y="975424"/>
                  </a:lnTo>
                  <a:lnTo>
                    <a:pt x="911358" y="977150"/>
                  </a:lnTo>
                  <a:lnTo>
                    <a:pt x="911358" y="978875"/>
                  </a:lnTo>
                  <a:lnTo>
                    <a:pt x="913083" y="980600"/>
                  </a:lnTo>
                  <a:lnTo>
                    <a:pt x="913083" y="984051"/>
                  </a:lnTo>
                  <a:lnTo>
                    <a:pt x="914808" y="985777"/>
                  </a:lnTo>
                  <a:lnTo>
                    <a:pt x="914808" y="987502"/>
                  </a:lnTo>
                  <a:lnTo>
                    <a:pt x="916534" y="989227"/>
                  </a:lnTo>
                  <a:lnTo>
                    <a:pt x="916534" y="990953"/>
                  </a:lnTo>
                  <a:lnTo>
                    <a:pt x="918259" y="992678"/>
                  </a:lnTo>
                  <a:lnTo>
                    <a:pt x="918259" y="994404"/>
                  </a:lnTo>
                  <a:lnTo>
                    <a:pt x="919985" y="996129"/>
                  </a:lnTo>
                  <a:lnTo>
                    <a:pt x="919985" y="997854"/>
                  </a:lnTo>
                  <a:lnTo>
                    <a:pt x="921710" y="999580"/>
                  </a:lnTo>
                  <a:lnTo>
                    <a:pt x="921710" y="1001305"/>
                  </a:lnTo>
                  <a:lnTo>
                    <a:pt x="923435" y="1003031"/>
                  </a:lnTo>
                  <a:lnTo>
                    <a:pt x="923435" y="1007290"/>
                  </a:lnTo>
                  <a:lnTo>
                    <a:pt x="931372" y="1007290"/>
                  </a:lnTo>
                  <a:lnTo>
                    <a:pt x="931372" y="1003612"/>
                  </a:lnTo>
                  <a:lnTo>
                    <a:pt x="929647" y="1001887"/>
                  </a:lnTo>
                  <a:lnTo>
                    <a:pt x="929647" y="998436"/>
                  </a:lnTo>
                  <a:lnTo>
                    <a:pt x="927921" y="996711"/>
                  </a:lnTo>
                  <a:lnTo>
                    <a:pt x="927921" y="994985"/>
                  </a:lnTo>
                  <a:lnTo>
                    <a:pt x="926196" y="993260"/>
                  </a:lnTo>
                  <a:lnTo>
                    <a:pt x="926196" y="991535"/>
                  </a:lnTo>
                  <a:lnTo>
                    <a:pt x="924471" y="989809"/>
                  </a:lnTo>
                  <a:lnTo>
                    <a:pt x="924471" y="988084"/>
                  </a:lnTo>
                  <a:lnTo>
                    <a:pt x="922745" y="986358"/>
                  </a:lnTo>
                  <a:lnTo>
                    <a:pt x="922745" y="984633"/>
                  </a:lnTo>
                  <a:lnTo>
                    <a:pt x="921020" y="982908"/>
                  </a:lnTo>
                  <a:lnTo>
                    <a:pt x="921020" y="981182"/>
                  </a:lnTo>
                  <a:lnTo>
                    <a:pt x="919294" y="979457"/>
                  </a:lnTo>
                  <a:lnTo>
                    <a:pt x="919294" y="976006"/>
                  </a:lnTo>
                  <a:lnTo>
                    <a:pt x="917569" y="974281"/>
                  </a:lnTo>
                  <a:lnTo>
                    <a:pt x="917569" y="972555"/>
                  </a:lnTo>
                  <a:lnTo>
                    <a:pt x="915844" y="970830"/>
                  </a:lnTo>
                  <a:lnTo>
                    <a:pt x="915844" y="969104"/>
                  </a:lnTo>
                  <a:lnTo>
                    <a:pt x="914118" y="967379"/>
                  </a:lnTo>
                  <a:lnTo>
                    <a:pt x="914118" y="964845"/>
                  </a:lnTo>
                  <a:lnTo>
                    <a:pt x="910441" y="964845"/>
                  </a:lnTo>
                  <a:close/>
                  <a:moveTo>
                    <a:pt x="918259" y="955991"/>
                  </a:moveTo>
                  <a:lnTo>
                    <a:pt x="918259" y="960477"/>
                  </a:lnTo>
                  <a:lnTo>
                    <a:pt x="917342" y="961394"/>
                  </a:lnTo>
                  <a:lnTo>
                    <a:pt x="912856" y="961394"/>
                  </a:lnTo>
                  <a:lnTo>
                    <a:pt x="918259" y="966797"/>
                  </a:lnTo>
                  <a:lnTo>
                    <a:pt x="918259" y="968523"/>
                  </a:lnTo>
                  <a:lnTo>
                    <a:pt x="957027" y="1007290"/>
                  </a:lnTo>
                  <a:lnTo>
                    <a:pt x="962429" y="1007290"/>
                  </a:lnTo>
                  <a:lnTo>
                    <a:pt x="962429" y="1001887"/>
                  </a:lnTo>
                  <a:lnTo>
                    <a:pt x="922745" y="962203"/>
                  </a:lnTo>
                  <a:lnTo>
                    <a:pt x="922745" y="960477"/>
                  </a:lnTo>
                  <a:lnTo>
                    <a:pt x="918259" y="955991"/>
                  </a:lnTo>
                  <a:close/>
                  <a:moveTo>
                    <a:pt x="865580" y="944140"/>
                  </a:moveTo>
                  <a:lnTo>
                    <a:pt x="863855" y="945866"/>
                  </a:lnTo>
                  <a:lnTo>
                    <a:pt x="853502" y="945866"/>
                  </a:lnTo>
                  <a:lnTo>
                    <a:pt x="851777" y="947591"/>
                  </a:lnTo>
                  <a:lnTo>
                    <a:pt x="841425" y="947591"/>
                  </a:lnTo>
                  <a:lnTo>
                    <a:pt x="839699" y="949316"/>
                  </a:lnTo>
                  <a:lnTo>
                    <a:pt x="829347" y="949316"/>
                  </a:lnTo>
                  <a:lnTo>
                    <a:pt x="827621" y="951042"/>
                  </a:lnTo>
                  <a:lnTo>
                    <a:pt x="817269" y="951042"/>
                  </a:lnTo>
                  <a:lnTo>
                    <a:pt x="815544" y="952767"/>
                  </a:lnTo>
                  <a:lnTo>
                    <a:pt x="805191" y="952767"/>
                  </a:lnTo>
                  <a:lnTo>
                    <a:pt x="803466" y="954493"/>
                  </a:lnTo>
                  <a:lnTo>
                    <a:pt x="794839" y="954493"/>
                  </a:lnTo>
                  <a:lnTo>
                    <a:pt x="793113" y="956218"/>
                  </a:lnTo>
                  <a:lnTo>
                    <a:pt x="782761" y="956218"/>
                  </a:lnTo>
                  <a:lnTo>
                    <a:pt x="781036" y="957943"/>
                  </a:lnTo>
                  <a:lnTo>
                    <a:pt x="770683" y="957943"/>
                  </a:lnTo>
                  <a:lnTo>
                    <a:pt x="768958" y="959669"/>
                  </a:lnTo>
                  <a:lnTo>
                    <a:pt x="758605" y="959669"/>
                  </a:lnTo>
                  <a:lnTo>
                    <a:pt x="756880" y="961394"/>
                  </a:lnTo>
                  <a:lnTo>
                    <a:pt x="746527" y="961394"/>
                  </a:lnTo>
                  <a:lnTo>
                    <a:pt x="744802" y="963120"/>
                  </a:lnTo>
                  <a:lnTo>
                    <a:pt x="734450" y="963120"/>
                  </a:lnTo>
                  <a:lnTo>
                    <a:pt x="732724" y="964845"/>
                  </a:lnTo>
                  <a:lnTo>
                    <a:pt x="724097" y="964845"/>
                  </a:lnTo>
                  <a:lnTo>
                    <a:pt x="722372" y="966570"/>
                  </a:lnTo>
                  <a:lnTo>
                    <a:pt x="712019" y="966570"/>
                  </a:lnTo>
                  <a:lnTo>
                    <a:pt x="710294" y="968296"/>
                  </a:lnTo>
                  <a:lnTo>
                    <a:pt x="699942" y="968296"/>
                  </a:lnTo>
                  <a:lnTo>
                    <a:pt x="698216" y="970021"/>
                  </a:lnTo>
                  <a:lnTo>
                    <a:pt x="687864" y="970021"/>
                  </a:lnTo>
                  <a:lnTo>
                    <a:pt x="686138" y="971747"/>
                  </a:lnTo>
                  <a:lnTo>
                    <a:pt x="675786" y="971747"/>
                  </a:lnTo>
                  <a:lnTo>
                    <a:pt x="674061" y="973472"/>
                  </a:lnTo>
                  <a:lnTo>
                    <a:pt x="663708" y="973472"/>
                  </a:lnTo>
                  <a:lnTo>
                    <a:pt x="661983" y="975197"/>
                  </a:lnTo>
                  <a:lnTo>
                    <a:pt x="653356" y="975197"/>
                  </a:lnTo>
                  <a:lnTo>
                    <a:pt x="651630" y="976923"/>
                  </a:lnTo>
                  <a:lnTo>
                    <a:pt x="641278" y="976923"/>
                  </a:lnTo>
                  <a:lnTo>
                    <a:pt x="639553" y="978648"/>
                  </a:lnTo>
                  <a:lnTo>
                    <a:pt x="629200" y="978648"/>
                  </a:lnTo>
                  <a:lnTo>
                    <a:pt x="627475" y="980374"/>
                  </a:lnTo>
                  <a:lnTo>
                    <a:pt x="617122" y="980374"/>
                  </a:lnTo>
                  <a:lnTo>
                    <a:pt x="615397" y="982099"/>
                  </a:lnTo>
                  <a:lnTo>
                    <a:pt x="605045" y="982099"/>
                  </a:lnTo>
                  <a:lnTo>
                    <a:pt x="603319" y="983824"/>
                  </a:lnTo>
                  <a:lnTo>
                    <a:pt x="592967" y="983824"/>
                  </a:lnTo>
                  <a:lnTo>
                    <a:pt x="591241" y="985550"/>
                  </a:lnTo>
                  <a:lnTo>
                    <a:pt x="582614" y="985550"/>
                  </a:lnTo>
                  <a:lnTo>
                    <a:pt x="580889" y="987275"/>
                  </a:lnTo>
                  <a:lnTo>
                    <a:pt x="570536" y="987275"/>
                  </a:lnTo>
                  <a:lnTo>
                    <a:pt x="568811" y="989001"/>
                  </a:lnTo>
                  <a:lnTo>
                    <a:pt x="558459" y="989001"/>
                  </a:lnTo>
                  <a:lnTo>
                    <a:pt x="556733" y="990726"/>
                  </a:lnTo>
                  <a:lnTo>
                    <a:pt x="546381" y="990726"/>
                  </a:lnTo>
                  <a:lnTo>
                    <a:pt x="544655" y="992451"/>
                  </a:lnTo>
                  <a:lnTo>
                    <a:pt x="534303" y="992451"/>
                  </a:lnTo>
                  <a:lnTo>
                    <a:pt x="532578" y="994177"/>
                  </a:lnTo>
                  <a:lnTo>
                    <a:pt x="522225" y="994177"/>
                  </a:lnTo>
                  <a:lnTo>
                    <a:pt x="520500" y="995902"/>
                  </a:lnTo>
                  <a:lnTo>
                    <a:pt x="511873" y="995902"/>
                  </a:lnTo>
                  <a:lnTo>
                    <a:pt x="510147" y="997628"/>
                  </a:lnTo>
                  <a:lnTo>
                    <a:pt x="499795" y="997628"/>
                  </a:lnTo>
                  <a:lnTo>
                    <a:pt x="498070" y="999353"/>
                  </a:lnTo>
                  <a:lnTo>
                    <a:pt x="487717" y="999353"/>
                  </a:lnTo>
                  <a:lnTo>
                    <a:pt x="485992" y="1001078"/>
                  </a:lnTo>
                  <a:lnTo>
                    <a:pt x="475639" y="1001078"/>
                  </a:lnTo>
                  <a:lnTo>
                    <a:pt x="473914" y="1002804"/>
                  </a:lnTo>
                  <a:lnTo>
                    <a:pt x="463562" y="1002804"/>
                  </a:lnTo>
                  <a:lnTo>
                    <a:pt x="461836" y="1004529"/>
                  </a:lnTo>
                  <a:lnTo>
                    <a:pt x="451484" y="1004529"/>
                  </a:lnTo>
                  <a:lnTo>
                    <a:pt x="449758" y="1006255"/>
                  </a:lnTo>
                  <a:lnTo>
                    <a:pt x="439406" y="1006255"/>
                  </a:lnTo>
                  <a:lnTo>
                    <a:pt x="437680" y="1007980"/>
                  </a:lnTo>
                  <a:lnTo>
                    <a:pt x="429053" y="1007980"/>
                  </a:lnTo>
                  <a:lnTo>
                    <a:pt x="427328" y="1009705"/>
                  </a:lnTo>
                  <a:lnTo>
                    <a:pt x="416976" y="1009705"/>
                  </a:lnTo>
                  <a:lnTo>
                    <a:pt x="415250" y="1011431"/>
                  </a:lnTo>
                  <a:lnTo>
                    <a:pt x="404898" y="1011431"/>
                  </a:lnTo>
                  <a:lnTo>
                    <a:pt x="403172" y="1013156"/>
                  </a:lnTo>
                  <a:lnTo>
                    <a:pt x="392820" y="1013156"/>
                  </a:lnTo>
                  <a:lnTo>
                    <a:pt x="391095" y="1014882"/>
                  </a:lnTo>
                  <a:lnTo>
                    <a:pt x="380742" y="1014882"/>
                  </a:lnTo>
                  <a:lnTo>
                    <a:pt x="379017" y="1016607"/>
                  </a:lnTo>
                  <a:lnTo>
                    <a:pt x="368664" y="1016607"/>
                  </a:lnTo>
                  <a:lnTo>
                    <a:pt x="366939" y="1018333"/>
                  </a:lnTo>
                  <a:lnTo>
                    <a:pt x="358312" y="1018333"/>
                  </a:lnTo>
                  <a:lnTo>
                    <a:pt x="356587" y="1020058"/>
                  </a:lnTo>
                  <a:lnTo>
                    <a:pt x="346234" y="1020058"/>
                  </a:lnTo>
                  <a:lnTo>
                    <a:pt x="344509" y="1021783"/>
                  </a:lnTo>
                  <a:lnTo>
                    <a:pt x="334156" y="1021783"/>
                  </a:lnTo>
                  <a:lnTo>
                    <a:pt x="332431" y="1023509"/>
                  </a:lnTo>
                  <a:lnTo>
                    <a:pt x="322079" y="1023509"/>
                  </a:lnTo>
                  <a:lnTo>
                    <a:pt x="320353" y="1025234"/>
                  </a:lnTo>
                  <a:lnTo>
                    <a:pt x="310001" y="1025234"/>
                  </a:lnTo>
                  <a:lnTo>
                    <a:pt x="308275" y="1026960"/>
                  </a:lnTo>
                  <a:lnTo>
                    <a:pt x="297923" y="1026960"/>
                  </a:lnTo>
                  <a:lnTo>
                    <a:pt x="296197" y="1028685"/>
                  </a:lnTo>
                  <a:lnTo>
                    <a:pt x="287570" y="1028685"/>
                  </a:lnTo>
                  <a:lnTo>
                    <a:pt x="285845" y="1030410"/>
                  </a:lnTo>
                  <a:lnTo>
                    <a:pt x="275493" y="1030410"/>
                  </a:lnTo>
                  <a:lnTo>
                    <a:pt x="273767" y="1032136"/>
                  </a:lnTo>
                  <a:lnTo>
                    <a:pt x="263415" y="1032136"/>
                  </a:lnTo>
                  <a:lnTo>
                    <a:pt x="261689" y="1033861"/>
                  </a:lnTo>
                  <a:lnTo>
                    <a:pt x="251337" y="1033861"/>
                  </a:lnTo>
                  <a:lnTo>
                    <a:pt x="249612" y="1035587"/>
                  </a:lnTo>
                  <a:lnTo>
                    <a:pt x="239259" y="1035587"/>
                  </a:lnTo>
                  <a:lnTo>
                    <a:pt x="237534" y="1037312"/>
                  </a:lnTo>
                  <a:lnTo>
                    <a:pt x="227181" y="1037312"/>
                  </a:lnTo>
                  <a:lnTo>
                    <a:pt x="225456" y="1039037"/>
                  </a:lnTo>
                  <a:lnTo>
                    <a:pt x="216829" y="1039037"/>
                  </a:lnTo>
                  <a:lnTo>
                    <a:pt x="215104" y="1040763"/>
                  </a:lnTo>
                  <a:lnTo>
                    <a:pt x="204751" y="1040763"/>
                  </a:lnTo>
                  <a:lnTo>
                    <a:pt x="203026" y="1042488"/>
                  </a:lnTo>
                  <a:lnTo>
                    <a:pt x="189913" y="1042488"/>
                  </a:lnTo>
                  <a:lnTo>
                    <a:pt x="194399" y="1046974"/>
                  </a:lnTo>
                  <a:lnTo>
                    <a:pt x="204169" y="1046974"/>
                  </a:lnTo>
                  <a:lnTo>
                    <a:pt x="205895" y="1045249"/>
                  </a:lnTo>
                  <a:lnTo>
                    <a:pt x="214522" y="1045249"/>
                  </a:lnTo>
                  <a:lnTo>
                    <a:pt x="216247" y="1043523"/>
                  </a:lnTo>
                  <a:lnTo>
                    <a:pt x="226599" y="1043523"/>
                  </a:lnTo>
                  <a:lnTo>
                    <a:pt x="228325" y="1041798"/>
                  </a:lnTo>
                  <a:lnTo>
                    <a:pt x="238677" y="1041798"/>
                  </a:lnTo>
                  <a:lnTo>
                    <a:pt x="240403" y="1040073"/>
                  </a:lnTo>
                  <a:lnTo>
                    <a:pt x="250755" y="1040073"/>
                  </a:lnTo>
                  <a:lnTo>
                    <a:pt x="252481" y="1038347"/>
                  </a:lnTo>
                  <a:lnTo>
                    <a:pt x="262833" y="1038347"/>
                  </a:lnTo>
                  <a:lnTo>
                    <a:pt x="264558" y="1036622"/>
                  </a:lnTo>
                  <a:lnTo>
                    <a:pt x="274911" y="1036622"/>
                  </a:lnTo>
                  <a:lnTo>
                    <a:pt x="276636" y="1034896"/>
                  </a:lnTo>
                  <a:lnTo>
                    <a:pt x="285263" y="1034896"/>
                  </a:lnTo>
                  <a:lnTo>
                    <a:pt x="286989" y="1033171"/>
                  </a:lnTo>
                  <a:lnTo>
                    <a:pt x="297341" y="1033171"/>
                  </a:lnTo>
                  <a:lnTo>
                    <a:pt x="299066" y="1031446"/>
                  </a:lnTo>
                  <a:lnTo>
                    <a:pt x="309419" y="1031446"/>
                  </a:lnTo>
                  <a:lnTo>
                    <a:pt x="311144" y="1029720"/>
                  </a:lnTo>
                  <a:lnTo>
                    <a:pt x="321497" y="1029720"/>
                  </a:lnTo>
                  <a:lnTo>
                    <a:pt x="323222" y="1027995"/>
                  </a:lnTo>
                  <a:lnTo>
                    <a:pt x="333574" y="1027995"/>
                  </a:lnTo>
                  <a:lnTo>
                    <a:pt x="335300" y="1026269"/>
                  </a:lnTo>
                  <a:lnTo>
                    <a:pt x="345652" y="1026269"/>
                  </a:lnTo>
                  <a:lnTo>
                    <a:pt x="347378" y="1024544"/>
                  </a:lnTo>
                  <a:lnTo>
                    <a:pt x="356005" y="1024544"/>
                  </a:lnTo>
                  <a:lnTo>
                    <a:pt x="357730" y="1022819"/>
                  </a:lnTo>
                  <a:lnTo>
                    <a:pt x="368082" y="1022819"/>
                  </a:lnTo>
                  <a:lnTo>
                    <a:pt x="369808" y="1021093"/>
                  </a:lnTo>
                  <a:lnTo>
                    <a:pt x="380160" y="1021093"/>
                  </a:lnTo>
                  <a:lnTo>
                    <a:pt x="381886" y="1019368"/>
                  </a:lnTo>
                  <a:lnTo>
                    <a:pt x="392238" y="1019368"/>
                  </a:lnTo>
                  <a:lnTo>
                    <a:pt x="393963" y="1017642"/>
                  </a:lnTo>
                  <a:lnTo>
                    <a:pt x="404316" y="1017642"/>
                  </a:lnTo>
                  <a:lnTo>
                    <a:pt x="406041" y="1015917"/>
                  </a:lnTo>
                  <a:lnTo>
                    <a:pt x="416394" y="1015917"/>
                  </a:lnTo>
                  <a:lnTo>
                    <a:pt x="418119" y="1014192"/>
                  </a:lnTo>
                  <a:lnTo>
                    <a:pt x="426746" y="1014192"/>
                  </a:lnTo>
                  <a:lnTo>
                    <a:pt x="428472" y="1012466"/>
                  </a:lnTo>
                  <a:lnTo>
                    <a:pt x="438824" y="1012466"/>
                  </a:lnTo>
                  <a:lnTo>
                    <a:pt x="440549" y="1010741"/>
                  </a:lnTo>
                  <a:lnTo>
                    <a:pt x="450902" y="1010741"/>
                  </a:lnTo>
                  <a:lnTo>
                    <a:pt x="452627" y="1009015"/>
                  </a:lnTo>
                  <a:lnTo>
                    <a:pt x="462980" y="1009015"/>
                  </a:lnTo>
                  <a:lnTo>
                    <a:pt x="464705" y="1007290"/>
                  </a:lnTo>
                  <a:lnTo>
                    <a:pt x="475057" y="1007290"/>
                  </a:lnTo>
                  <a:lnTo>
                    <a:pt x="476783" y="1005565"/>
                  </a:lnTo>
                  <a:lnTo>
                    <a:pt x="487135" y="1005565"/>
                  </a:lnTo>
                  <a:lnTo>
                    <a:pt x="488861" y="1003839"/>
                  </a:lnTo>
                  <a:lnTo>
                    <a:pt x="497488" y="1003839"/>
                  </a:lnTo>
                  <a:lnTo>
                    <a:pt x="499213" y="1002114"/>
                  </a:lnTo>
                  <a:lnTo>
                    <a:pt x="509565" y="1002114"/>
                  </a:lnTo>
                  <a:lnTo>
                    <a:pt x="511291" y="1000388"/>
                  </a:lnTo>
                  <a:lnTo>
                    <a:pt x="521643" y="1000388"/>
                  </a:lnTo>
                  <a:lnTo>
                    <a:pt x="523369" y="998663"/>
                  </a:lnTo>
                  <a:lnTo>
                    <a:pt x="533721" y="998663"/>
                  </a:lnTo>
                  <a:lnTo>
                    <a:pt x="535446" y="996938"/>
                  </a:lnTo>
                  <a:lnTo>
                    <a:pt x="545799" y="996938"/>
                  </a:lnTo>
                  <a:lnTo>
                    <a:pt x="547524" y="995212"/>
                  </a:lnTo>
                  <a:lnTo>
                    <a:pt x="557877" y="995212"/>
                  </a:lnTo>
                  <a:lnTo>
                    <a:pt x="559602" y="993487"/>
                  </a:lnTo>
                  <a:lnTo>
                    <a:pt x="568229" y="993487"/>
                  </a:lnTo>
                  <a:lnTo>
                    <a:pt x="569955" y="991761"/>
                  </a:lnTo>
                  <a:lnTo>
                    <a:pt x="580307" y="991761"/>
                  </a:lnTo>
                  <a:lnTo>
                    <a:pt x="582032" y="990036"/>
                  </a:lnTo>
                  <a:lnTo>
                    <a:pt x="592385" y="990036"/>
                  </a:lnTo>
                  <a:lnTo>
                    <a:pt x="594110" y="988311"/>
                  </a:lnTo>
                  <a:lnTo>
                    <a:pt x="604463" y="988311"/>
                  </a:lnTo>
                  <a:lnTo>
                    <a:pt x="606188" y="986585"/>
                  </a:lnTo>
                  <a:lnTo>
                    <a:pt x="616540" y="986585"/>
                  </a:lnTo>
                  <a:lnTo>
                    <a:pt x="618266" y="984860"/>
                  </a:lnTo>
                  <a:lnTo>
                    <a:pt x="628618" y="984860"/>
                  </a:lnTo>
                  <a:lnTo>
                    <a:pt x="630344" y="983134"/>
                  </a:lnTo>
                  <a:lnTo>
                    <a:pt x="638971" y="983134"/>
                  </a:lnTo>
                  <a:lnTo>
                    <a:pt x="640696" y="981409"/>
                  </a:lnTo>
                  <a:lnTo>
                    <a:pt x="651048" y="981409"/>
                  </a:lnTo>
                  <a:lnTo>
                    <a:pt x="652774" y="979683"/>
                  </a:lnTo>
                  <a:lnTo>
                    <a:pt x="663126" y="979683"/>
                  </a:lnTo>
                  <a:lnTo>
                    <a:pt x="664852" y="977958"/>
                  </a:lnTo>
                  <a:lnTo>
                    <a:pt x="675204" y="977958"/>
                  </a:lnTo>
                  <a:lnTo>
                    <a:pt x="676929" y="976233"/>
                  </a:lnTo>
                  <a:lnTo>
                    <a:pt x="687282" y="976233"/>
                  </a:lnTo>
                  <a:lnTo>
                    <a:pt x="689007" y="974507"/>
                  </a:lnTo>
                  <a:lnTo>
                    <a:pt x="699360" y="974507"/>
                  </a:lnTo>
                  <a:lnTo>
                    <a:pt x="701085" y="972782"/>
                  </a:lnTo>
                  <a:lnTo>
                    <a:pt x="709712" y="972782"/>
                  </a:lnTo>
                  <a:lnTo>
                    <a:pt x="711438" y="971056"/>
                  </a:lnTo>
                  <a:lnTo>
                    <a:pt x="721790" y="971056"/>
                  </a:lnTo>
                  <a:lnTo>
                    <a:pt x="723515" y="969331"/>
                  </a:lnTo>
                  <a:lnTo>
                    <a:pt x="733868" y="969331"/>
                  </a:lnTo>
                  <a:lnTo>
                    <a:pt x="735593" y="967606"/>
                  </a:lnTo>
                  <a:lnTo>
                    <a:pt x="745946" y="967606"/>
                  </a:lnTo>
                  <a:lnTo>
                    <a:pt x="747671" y="965880"/>
                  </a:lnTo>
                  <a:lnTo>
                    <a:pt x="758023" y="965880"/>
                  </a:lnTo>
                  <a:lnTo>
                    <a:pt x="759749" y="964155"/>
                  </a:lnTo>
                  <a:lnTo>
                    <a:pt x="770101" y="964155"/>
                  </a:lnTo>
                  <a:lnTo>
                    <a:pt x="771827" y="962429"/>
                  </a:lnTo>
                  <a:lnTo>
                    <a:pt x="780454" y="962429"/>
                  </a:lnTo>
                  <a:lnTo>
                    <a:pt x="782179" y="960704"/>
                  </a:lnTo>
                  <a:lnTo>
                    <a:pt x="792531" y="960704"/>
                  </a:lnTo>
                  <a:lnTo>
                    <a:pt x="794257" y="958979"/>
                  </a:lnTo>
                  <a:lnTo>
                    <a:pt x="804609" y="958979"/>
                  </a:lnTo>
                  <a:lnTo>
                    <a:pt x="806335" y="957253"/>
                  </a:lnTo>
                  <a:lnTo>
                    <a:pt x="816687" y="957253"/>
                  </a:lnTo>
                  <a:lnTo>
                    <a:pt x="818412" y="955528"/>
                  </a:lnTo>
                  <a:lnTo>
                    <a:pt x="828765" y="955528"/>
                  </a:lnTo>
                  <a:lnTo>
                    <a:pt x="830490" y="953802"/>
                  </a:lnTo>
                  <a:lnTo>
                    <a:pt x="840843" y="953802"/>
                  </a:lnTo>
                  <a:lnTo>
                    <a:pt x="842568" y="952077"/>
                  </a:lnTo>
                  <a:lnTo>
                    <a:pt x="851195" y="952077"/>
                  </a:lnTo>
                  <a:lnTo>
                    <a:pt x="852921" y="950352"/>
                  </a:lnTo>
                  <a:lnTo>
                    <a:pt x="863273" y="950352"/>
                  </a:lnTo>
                  <a:lnTo>
                    <a:pt x="864998" y="948626"/>
                  </a:lnTo>
                  <a:lnTo>
                    <a:pt x="872709" y="948626"/>
                  </a:lnTo>
                  <a:lnTo>
                    <a:pt x="872709" y="944140"/>
                  </a:lnTo>
                  <a:lnTo>
                    <a:pt x="865580" y="944140"/>
                  </a:lnTo>
                  <a:close/>
                  <a:moveTo>
                    <a:pt x="925161" y="942415"/>
                  </a:moveTo>
                  <a:lnTo>
                    <a:pt x="925161" y="946901"/>
                  </a:lnTo>
                  <a:lnTo>
                    <a:pt x="929420" y="946901"/>
                  </a:lnTo>
                  <a:lnTo>
                    <a:pt x="931146" y="948626"/>
                  </a:lnTo>
                  <a:lnTo>
                    <a:pt x="946674" y="948626"/>
                  </a:lnTo>
                  <a:lnTo>
                    <a:pt x="948400" y="950352"/>
                  </a:lnTo>
                  <a:lnTo>
                    <a:pt x="962203" y="950352"/>
                  </a:lnTo>
                  <a:lnTo>
                    <a:pt x="963928" y="952077"/>
                  </a:lnTo>
                  <a:lnTo>
                    <a:pt x="979457" y="952077"/>
                  </a:lnTo>
                  <a:lnTo>
                    <a:pt x="981182" y="953802"/>
                  </a:lnTo>
                  <a:lnTo>
                    <a:pt x="996711" y="953802"/>
                  </a:lnTo>
                  <a:lnTo>
                    <a:pt x="998436" y="955528"/>
                  </a:lnTo>
                  <a:lnTo>
                    <a:pt x="1013965" y="955528"/>
                  </a:lnTo>
                  <a:lnTo>
                    <a:pt x="1015690" y="957253"/>
                  </a:lnTo>
                  <a:lnTo>
                    <a:pt x="1031219" y="957253"/>
                  </a:lnTo>
                  <a:lnTo>
                    <a:pt x="1032944" y="958979"/>
                  </a:lnTo>
                  <a:lnTo>
                    <a:pt x="1048473" y="958979"/>
                  </a:lnTo>
                  <a:lnTo>
                    <a:pt x="1050198" y="960704"/>
                  </a:lnTo>
                  <a:lnTo>
                    <a:pt x="1064002" y="960704"/>
                  </a:lnTo>
                  <a:lnTo>
                    <a:pt x="1065727" y="962429"/>
                  </a:lnTo>
                  <a:lnTo>
                    <a:pt x="1081256" y="962429"/>
                  </a:lnTo>
                  <a:lnTo>
                    <a:pt x="1082981" y="964155"/>
                  </a:lnTo>
                  <a:lnTo>
                    <a:pt x="1098510" y="964155"/>
                  </a:lnTo>
                  <a:lnTo>
                    <a:pt x="1100235" y="965880"/>
                  </a:lnTo>
                  <a:lnTo>
                    <a:pt x="1115764" y="965880"/>
                  </a:lnTo>
                  <a:lnTo>
                    <a:pt x="1117489" y="967606"/>
                  </a:lnTo>
                  <a:lnTo>
                    <a:pt x="1133018" y="967606"/>
                  </a:lnTo>
                  <a:lnTo>
                    <a:pt x="1134743" y="969331"/>
                  </a:lnTo>
                  <a:lnTo>
                    <a:pt x="1150272" y="969331"/>
                  </a:lnTo>
                  <a:lnTo>
                    <a:pt x="1151997" y="971056"/>
                  </a:lnTo>
                  <a:lnTo>
                    <a:pt x="1167526" y="971056"/>
                  </a:lnTo>
                  <a:lnTo>
                    <a:pt x="1169251" y="972782"/>
                  </a:lnTo>
                  <a:lnTo>
                    <a:pt x="1183054" y="972782"/>
                  </a:lnTo>
                  <a:lnTo>
                    <a:pt x="1184780" y="974507"/>
                  </a:lnTo>
                  <a:lnTo>
                    <a:pt x="1200308" y="974507"/>
                  </a:lnTo>
                  <a:lnTo>
                    <a:pt x="1202034" y="976233"/>
                  </a:lnTo>
                  <a:lnTo>
                    <a:pt x="1217562" y="976233"/>
                  </a:lnTo>
                  <a:lnTo>
                    <a:pt x="1219288" y="977958"/>
                  </a:lnTo>
                  <a:lnTo>
                    <a:pt x="1234816" y="977958"/>
                  </a:lnTo>
                  <a:lnTo>
                    <a:pt x="1236542" y="979683"/>
                  </a:lnTo>
                  <a:lnTo>
                    <a:pt x="1252070" y="979683"/>
                  </a:lnTo>
                  <a:lnTo>
                    <a:pt x="1253796" y="981409"/>
                  </a:lnTo>
                  <a:lnTo>
                    <a:pt x="1269324" y="981409"/>
                  </a:lnTo>
                  <a:lnTo>
                    <a:pt x="1271050" y="983134"/>
                  </a:lnTo>
                  <a:lnTo>
                    <a:pt x="1284853" y="983134"/>
                  </a:lnTo>
                  <a:lnTo>
                    <a:pt x="1286578" y="984860"/>
                  </a:lnTo>
                  <a:lnTo>
                    <a:pt x="1302107" y="984860"/>
                  </a:lnTo>
                  <a:lnTo>
                    <a:pt x="1303832" y="986585"/>
                  </a:lnTo>
                  <a:lnTo>
                    <a:pt x="1319361" y="986585"/>
                  </a:lnTo>
                  <a:lnTo>
                    <a:pt x="1321087" y="988311"/>
                  </a:lnTo>
                  <a:lnTo>
                    <a:pt x="1336615" y="988311"/>
                  </a:lnTo>
                  <a:lnTo>
                    <a:pt x="1338341" y="990036"/>
                  </a:lnTo>
                  <a:lnTo>
                    <a:pt x="1353869" y="990036"/>
                  </a:lnTo>
                  <a:lnTo>
                    <a:pt x="1355595" y="991761"/>
                  </a:lnTo>
                  <a:lnTo>
                    <a:pt x="1369398" y="991761"/>
                  </a:lnTo>
                  <a:lnTo>
                    <a:pt x="1371123" y="993487"/>
                  </a:lnTo>
                  <a:lnTo>
                    <a:pt x="1386652" y="993487"/>
                  </a:lnTo>
                  <a:lnTo>
                    <a:pt x="1388377" y="995212"/>
                  </a:lnTo>
                  <a:lnTo>
                    <a:pt x="1403906" y="995212"/>
                  </a:lnTo>
                  <a:lnTo>
                    <a:pt x="1405631" y="996938"/>
                  </a:lnTo>
                  <a:lnTo>
                    <a:pt x="1421160" y="996938"/>
                  </a:lnTo>
                  <a:lnTo>
                    <a:pt x="1422885" y="998663"/>
                  </a:lnTo>
                  <a:lnTo>
                    <a:pt x="1438414" y="998663"/>
                  </a:lnTo>
                  <a:lnTo>
                    <a:pt x="1440139" y="1000388"/>
                  </a:lnTo>
                  <a:lnTo>
                    <a:pt x="1455668" y="1000388"/>
                  </a:lnTo>
                  <a:lnTo>
                    <a:pt x="1457393" y="1002114"/>
                  </a:lnTo>
                  <a:lnTo>
                    <a:pt x="1472922" y="1002114"/>
                  </a:lnTo>
                  <a:lnTo>
                    <a:pt x="1474647" y="1003839"/>
                  </a:lnTo>
                  <a:lnTo>
                    <a:pt x="1488451" y="1003839"/>
                  </a:lnTo>
                  <a:lnTo>
                    <a:pt x="1490176" y="1005565"/>
                  </a:lnTo>
                  <a:lnTo>
                    <a:pt x="1505705" y="1005565"/>
                  </a:lnTo>
                  <a:lnTo>
                    <a:pt x="1507430" y="1007290"/>
                  </a:lnTo>
                  <a:lnTo>
                    <a:pt x="1535036" y="1007290"/>
                  </a:lnTo>
                  <a:lnTo>
                    <a:pt x="1537334" y="1009587"/>
                  </a:lnTo>
                  <a:lnTo>
                    <a:pt x="1539631" y="1007290"/>
                  </a:lnTo>
                  <a:lnTo>
                    <a:pt x="1542510" y="1007290"/>
                  </a:lnTo>
                  <a:lnTo>
                    <a:pt x="1542510" y="1004529"/>
                  </a:lnTo>
                  <a:lnTo>
                    <a:pt x="1529278" y="1004529"/>
                  </a:lnTo>
                  <a:lnTo>
                    <a:pt x="1527553" y="1002804"/>
                  </a:lnTo>
                  <a:lnTo>
                    <a:pt x="1512024" y="1002804"/>
                  </a:lnTo>
                  <a:lnTo>
                    <a:pt x="1510299" y="1001078"/>
                  </a:lnTo>
                  <a:lnTo>
                    <a:pt x="1494770" y="1001078"/>
                  </a:lnTo>
                  <a:lnTo>
                    <a:pt x="1493045" y="999353"/>
                  </a:lnTo>
                  <a:lnTo>
                    <a:pt x="1477516" y="999353"/>
                  </a:lnTo>
                  <a:lnTo>
                    <a:pt x="1475791" y="997628"/>
                  </a:lnTo>
                  <a:lnTo>
                    <a:pt x="1460262" y="997628"/>
                  </a:lnTo>
                  <a:lnTo>
                    <a:pt x="1458537" y="995902"/>
                  </a:lnTo>
                  <a:lnTo>
                    <a:pt x="1443008" y="995902"/>
                  </a:lnTo>
                  <a:lnTo>
                    <a:pt x="1441283" y="994177"/>
                  </a:lnTo>
                  <a:lnTo>
                    <a:pt x="1425754" y="994177"/>
                  </a:lnTo>
                  <a:lnTo>
                    <a:pt x="1424029" y="992451"/>
                  </a:lnTo>
                  <a:lnTo>
                    <a:pt x="1410226" y="992451"/>
                  </a:lnTo>
                  <a:lnTo>
                    <a:pt x="1408500" y="990726"/>
                  </a:lnTo>
                  <a:lnTo>
                    <a:pt x="1392971" y="990726"/>
                  </a:lnTo>
                  <a:lnTo>
                    <a:pt x="1391246" y="989001"/>
                  </a:lnTo>
                  <a:lnTo>
                    <a:pt x="1375717" y="989001"/>
                  </a:lnTo>
                  <a:lnTo>
                    <a:pt x="1373992" y="987275"/>
                  </a:lnTo>
                  <a:lnTo>
                    <a:pt x="1358463" y="987275"/>
                  </a:lnTo>
                  <a:lnTo>
                    <a:pt x="1356738" y="985550"/>
                  </a:lnTo>
                  <a:lnTo>
                    <a:pt x="1341209" y="985550"/>
                  </a:lnTo>
                  <a:lnTo>
                    <a:pt x="1339484" y="983824"/>
                  </a:lnTo>
                  <a:lnTo>
                    <a:pt x="1325681" y="983824"/>
                  </a:lnTo>
                  <a:lnTo>
                    <a:pt x="1323955" y="982099"/>
                  </a:lnTo>
                  <a:lnTo>
                    <a:pt x="1308427" y="982099"/>
                  </a:lnTo>
                  <a:lnTo>
                    <a:pt x="1306701" y="980374"/>
                  </a:lnTo>
                  <a:lnTo>
                    <a:pt x="1291173" y="980374"/>
                  </a:lnTo>
                  <a:lnTo>
                    <a:pt x="1289447" y="978648"/>
                  </a:lnTo>
                  <a:lnTo>
                    <a:pt x="1273919" y="978648"/>
                  </a:lnTo>
                  <a:lnTo>
                    <a:pt x="1272193" y="976923"/>
                  </a:lnTo>
                  <a:lnTo>
                    <a:pt x="1256665" y="976923"/>
                  </a:lnTo>
                  <a:lnTo>
                    <a:pt x="1254939" y="975197"/>
                  </a:lnTo>
                  <a:lnTo>
                    <a:pt x="1239411" y="975197"/>
                  </a:lnTo>
                  <a:lnTo>
                    <a:pt x="1237685" y="973472"/>
                  </a:lnTo>
                  <a:lnTo>
                    <a:pt x="1223882" y="973472"/>
                  </a:lnTo>
                  <a:lnTo>
                    <a:pt x="1222157" y="971747"/>
                  </a:lnTo>
                  <a:lnTo>
                    <a:pt x="1206628" y="971747"/>
                  </a:lnTo>
                  <a:lnTo>
                    <a:pt x="1204903" y="970021"/>
                  </a:lnTo>
                  <a:lnTo>
                    <a:pt x="1189374" y="970021"/>
                  </a:lnTo>
                  <a:lnTo>
                    <a:pt x="1187649" y="968296"/>
                  </a:lnTo>
                  <a:lnTo>
                    <a:pt x="1172120" y="968296"/>
                  </a:lnTo>
                  <a:lnTo>
                    <a:pt x="1170395" y="966570"/>
                  </a:lnTo>
                  <a:lnTo>
                    <a:pt x="1154866" y="966570"/>
                  </a:lnTo>
                  <a:lnTo>
                    <a:pt x="1153141" y="964845"/>
                  </a:lnTo>
                  <a:lnTo>
                    <a:pt x="1137612" y="964845"/>
                  </a:lnTo>
                  <a:lnTo>
                    <a:pt x="1135887" y="963120"/>
                  </a:lnTo>
                  <a:lnTo>
                    <a:pt x="1120358" y="963120"/>
                  </a:lnTo>
                  <a:lnTo>
                    <a:pt x="1118633" y="961394"/>
                  </a:lnTo>
                  <a:lnTo>
                    <a:pt x="1104829" y="961394"/>
                  </a:lnTo>
                  <a:lnTo>
                    <a:pt x="1103104" y="959669"/>
                  </a:lnTo>
                  <a:lnTo>
                    <a:pt x="1087575" y="959669"/>
                  </a:lnTo>
                  <a:lnTo>
                    <a:pt x="1085850" y="957943"/>
                  </a:lnTo>
                  <a:lnTo>
                    <a:pt x="1070321" y="957943"/>
                  </a:lnTo>
                  <a:lnTo>
                    <a:pt x="1068596" y="956218"/>
                  </a:lnTo>
                  <a:lnTo>
                    <a:pt x="1053067" y="956218"/>
                  </a:lnTo>
                  <a:lnTo>
                    <a:pt x="1051342" y="954493"/>
                  </a:lnTo>
                  <a:lnTo>
                    <a:pt x="1035813" y="954493"/>
                  </a:lnTo>
                  <a:lnTo>
                    <a:pt x="1034088" y="952767"/>
                  </a:lnTo>
                  <a:lnTo>
                    <a:pt x="1018559" y="952767"/>
                  </a:lnTo>
                  <a:lnTo>
                    <a:pt x="1016834" y="951042"/>
                  </a:lnTo>
                  <a:lnTo>
                    <a:pt x="1003031" y="951042"/>
                  </a:lnTo>
                  <a:lnTo>
                    <a:pt x="1001305" y="949316"/>
                  </a:lnTo>
                  <a:lnTo>
                    <a:pt x="985777" y="949316"/>
                  </a:lnTo>
                  <a:lnTo>
                    <a:pt x="984051" y="947591"/>
                  </a:lnTo>
                  <a:lnTo>
                    <a:pt x="968523" y="947591"/>
                  </a:lnTo>
                  <a:lnTo>
                    <a:pt x="966797" y="945866"/>
                  </a:lnTo>
                  <a:lnTo>
                    <a:pt x="951268" y="945866"/>
                  </a:lnTo>
                  <a:lnTo>
                    <a:pt x="949543" y="944140"/>
                  </a:lnTo>
                  <a:lnTo>
                    <a:pt x="934014" y="944140"/>
                  </a:lnTo>
                  <a:lnTo>
                    <a:pt x="932289" y="942415"/>
                  </a:lnTo>
                  <a:lnTo>
                    <a:pt x="925161" y="942415"/>
                  </a:lnTo>
                  <a:close/>
                  <a:moveTo>
                    <a:pt x="933788" y="914808"/>
                  </a:moveTo>
                  <a:lnTo>
                    <a:pt x="933788" y="922972"/>
                  </a:lnTo>
                  <a:lnTo>
                    <a:pt x="937465" y="919294"/>
                  </a:lnTo>
                  <a:lnTo>
                    <a:pt x="939191" y="919294"/>
                  </a:lnTo>
                  <a:lnTo>
                    <a:pt x="940916" y="917569"/>
                  </a:lnTo>
                  <a:lnTo>
                    <a:pt x="942070" y="917569"/>
                  </a:lnTo>
                  <a:lnTo>
                    <a:pt x="942070" y="914808"/>
                  </a:lnTo>
                  <a:lnTo>
                    <a:pt x="933788" y="914808"/>
                  </a:lnTo>
                  <a:close/>
                  <a:moveTo>
                    <a:pt x="744398" y="829169"/>
                  </a:moveTo>
                  <a:lnTo>
                    <a:pt x="746350" y="827217"/>
                  </a:lnTo>
                  <a:lnTo>
                    <a:pt x="744624" y="825492"/>
                  </a:lnTo>
                  <a:lnTo>
                    <a:pt x="742672" y="827444"/>
                  </a:lnTo>
                  <a:lnTo>
                    <a:pt x="744398" y="829169"/>
                  </a:lnTo>
                  <a:close/>
                  <a:moveTo>
                    <a:pt x="737496" y="823993"/>
                  </a:moveTo>
                  <a:lnTo>
                    <a:pt x="739448" y="822041"/>
                  </a:lnTo>
                  <a:lnTo>
                    <a:pt x="737723" y="820316"/>
                  </a:lnTo>
                  <a:lnTo>
                    <a:pt x="735771" y="822268"/>
                  </a:lnTo>
                  <a:lnTo>
                    <a:pt x="737496" y="823993"/>
                  </a:lnTo>
                  <a:close/>
                  <a:moveTo>
                    <a:pt x="730595" y="818817"/>
                  </a:moveTo>
                  <a:lnTo>
                    <a:pt x="732547" y="816865"/>
                  </a:lnTo>
                  <a:lnTo>
                    <a:pt x="729096" y="813414"/>
                  </a:lnTo>
                  <a:lnTo>
                    <a:pt x="727144" y="815366"/>
                  </a:lnTo>
                  <a:lnTo>
                    <a:pt x="730595" y="818817"/>
                  </a:lnTo>
                  <a:close/>
                  <a:moveTo>
                    <a:pt x="730595" y="811915"/>
                  </a:moveTo>
                  <a:lnTo>
                    <a:pt x="732547" y="809963"/>
                  </a:lnTo>
                  <a:lnTo>
                    <a:pt x="730821" y="808238"/>
                  </a:lnTo>
                  <a:lnTo>
                    <a:pt x="728869" y="810190"/>
                  </a:lnTo>
                  <a:lnTo>
                    <a:pt x="730595" y="811915"/>
                  </a:lnTo>
                  <a:close/>
                  <a:moveTo>
                    <a:pt x="721968" y="811915"/>
                  </a:moveTo>
                  <a:lnTo>
                    <a:pt x="723920" y="809963"/>
                  </a:lnTo>
                  <a:lnTo>
                    <a:pt x="722194" y="808238"/>
                  </a:lnTo>
                  <a:lnTo>
                    <a:pt x="720242" y="810190"/>
                  </a:lnTo>
                  <a:lnTo>
                    <a:pt x="721968" y="811915"/>
                  </a:lnTo>
                  <a:close/>
                  <a:moveTo>
                    <a:pt x="723693" y="806739"/>
                  </a:moveTo>
                  <a:lnTo>
                    <a:pt x="725645" y="804787"/>
                  </a:lnTo>
                  <a:lnTo>
                    <a:pt x="723920" y="803061"/>
                  </a:lnTo>
                  <a:lnTo>
                    <a:pt x="721968" y="805014"/>
                  </a:lnTo>
                  <a:lnTo>
                    <a:pt x="723693" y="806739"/>
                  </a:lnTo>
                  <a:close/>
                  <a:moveTo>
                    <a:pt x="715066" y="806739"/>
                  </a:moveTo>
                  <a:lnTo>
                    <a:pt x="717018" y="804787"/>
                  </a:lnTo>
                  <a:lnTo>
                    <a:pt x="715293" y="803061"/>
                  </a:lnTo>
                  <a:lnTo>
                    <a:pt x="713341" y="805014"/>
                  </a:lnTo>
                  <a:lnTo>
                    <a:pt x="715066" y="806739"/>
                  </a:lnTo>
                  <a:close/>
                  <a:moveTo>
                    <a:pt x="716791" y="801563"/>
                  </a:moveTo>
                  <a:lnTo>
                    <a:pt x="718743" y="799611"/>
                  </a:lnTo>
                  <a:lnTo>
                    <a:pt x="717018" y="797885"/>
                  </a:lnTo>
                  <a:lnTo>
                    <a:pt x="715066" y="799837"/>
                  </a:lnTo>
                  <a:lnTo>
                    <a:pt x="716791" y="801563"/>
                  </a:lnTo>
                  <a:close/>
                  <a:moveTo>
                    <a:pt x="708164" y="801563"/>
                  </a:moveTo>
                  <a:lnTo>
                    <a:pt x="710116" y="799611"/>
                  </a:lnTo>
                  <a:lnTo>
                    <a:pt x="706666" y="796160"/>
                  </a:lnTo>
                  <a:lnTo>
                    <a:pt x="704714" y="798112"/>
                  </a:lnTo>
                  <a:lnTo>
                    <a:pt x="708164" y="801563"/>
                  </a:lnTo>
                  <a:close/>
                  <a:moveTo>
                    <a:pt x="709890" y="796387"/>
                  </a:moveTo>
                  <a:lnTo>
                    <a:pt x="711842" y="794434"/>
                  </a:lnTo>
                  <a:lnTo>
                    <a:pt x="708391" y="790984"/>
                  </a:lnTo>
                  <a:lnTo>
                    <a:pt x="706439" y="792936"/>
                  </a:lnTo>
                  <a:lnTo>
                    <a:pt x="709890" y="796387"/>
                  </a:lnTo>
                  <a:close/>
                  <a:moveTo>
                    <a:pt x="701263" y="796387"/>
                  </a:moveTo>
                  <a:lnTo>
                    <a:pt x="703215" y="794434"/>
                  </a:lnTo>
                  <a:lnTo>
                    <a:pt x="699764" y="790984"/>
                  </a:lnTo>
                  <a:lnTo>
                    <a:pt x="697812" y="792936"/>
                  </a:lnTo>
                  <a:lnTo>
                    <a:pt x="701263" y="796387"/>
                  </a:lnTo>
                  <a:close/>
                  <a:moveTo>
                    <a:pt x="702988" y="791210"/>
                  </a:moveTo>
                  <a:lnTo>
                    <a:pt x="704940" y="789258"/>
                  </a:lnTo>
                  <a:lnTo>
                    <a:pt x="701489" y="785807"/>
                  </a:lnTo>
                  <a:lnTo>
                    <a:pt x="699537" y="787760"/>
                  </a:lnTo>
                  <a:lnTo>
                    <a:pt x="702988" y="791210"/>
                  </a:lnTo>
                  <a:close/>
                  <a:moveTo>
                    <a:pt x="694361" y="784309"/>
                  </a:moveTo>
                  <a:lnTo>
                    <a:pt x="696313" y="782357"/>
                  </a:lnTo>
                  <a:lnTo>
                    <a:pt x="692862" y="778906"/>
                  </a:lnTo>
                  <a:lnTo>
                    <a:pt x="690910" y="780858"/>
                  </a:lnTo>
                  <a:lnTo>
                    <a:pt x="694361" y="784309"/>
                  </a:lnTo>
                  <a:close/>
                  <a:moveTo>
                    <a:pt x="687460" y="779133"/>
                  </a:moveTo>
                  <a:lnTo>
                    <a:pt x="689412" y="777180"/>
                  </a:lnTo>
                  <a:lnTo>
                    <a:pt x="685961" y="773730"/>
                  </a:lnTo>
                  <a:lnTo>
                    <a:pt x="684009" y="775682"/>
                  </a:lnTo>
                  <a:lnTo>
                    <a:pt x="687460" y="779133"/>
                  </a:lnTo>
                  <a:close/>
                  <a:moveTo>
                    <a:pt x="680558" y="773956"/>
                  </a:moveTo>
                  <a:lnTo>
                    <a:pt x="682510" y="772004"/>
                  </a:lnTo>
                  <a:lnTo>
                    <a:pt x="679059" y="768553"/>
                  </a:lnTo>
                  <a:lnTo>
                    <a:pt x="677107" y="770506"/>
                  </a:lnTo>
                  <a:lnTo>
                    <a:pt x="680558" y="773956"/>
                  </a:lnTo>
                  <a:close/>
                  <a:moveTo>
                    <a:pt x="552129" y="682914"/>
                  </a:moveTo>
                  <a:lnTo>
                    <a:pt x="553282" y="682914"/>
                  </a:lnTo>
                  <a:lnTo>
                    <a:pt x="560184" y="689816"/>
                  </a:lnTo>
                  <a:lnTo>
                    <a:pt x="561909" y="689816"/>
                  </a:lnTo>
                  <a:lnTo>
                    <a:pt x="567086" y="694992"/>
                  </a:lnTo>
                  <a:lnTo>
                    <a:pt x="568811" y="694992"/>
                  </a:lnTo>
                  <a:lnTo>
                    <a:pt x="573987" y="700168"/>
                  </a:lnTo>
                  <a:lnTo>
                    <a:pt x="575713" y="700168"/>
                  </a:lnTo>
                  <a:lnTo>
                    <a:pt x="580889" y="705345"/>
                  </a:lnTo>
                  <a:lnTo>
                    <a:pt x="582614" y="705345"/>
                  </a:lnTo>
                  <a:lnTo>
                    <a:pt x="587790" y="710521"/>
                  </a:lnTo>
                  <a:lnTo>
                    <a:pt x="589516" y="710521"/>
                  </a:lnTo>
                  <a:lnTo>
                    <a:pt x="594692" y="715697"/>
                  </a:lnTo>
                  <a:lnTo>
                    <a:pt x="596417" y="715697"/>
                  </a:lnTo>
                  <a:lnTo>
                    <a:pt x="601594" y="720873"/>
                  </a:lnTo>
                  <a:lnTo>
                    <a:pt x="603319" y="720873"/>
                  </a:lnTo>
                  <a:lnTo>
                    <a:pt x="608495" y="726049"/>
                  </a:lnTo>
                  <a:lnTo>
                    <a:pt x="610221" y="726049"/>
                  </a:lnTo>
                  <a:lnTo>
                    <a:pt x="617122" y="732951"/>
                  </a:lnTo>
                  <a:lnTo>
                    <a:pt x="618848" y="732951"/>
                  </a:lnTo>
                  <a:lnTo>
                    <a:pt x="624024" y="738127"/>
                  </a:lnTo>
                  <a:lnTo>
                    <a:pt x="625749" y="738127"/>
                  </a:lnTo>
                  <a:lnTo>
                    <a:pt x="630926" y="743303"/>
                  </a:lnTo>
                  <a:lnTo>
                    <a:pt x="632651" y="743303"/>
                  </a:lnTo>
                  <a:lnTo>
                    <a:pt x="637827" y="748480"/>
                  </a:lnTo>
                  <a:lnTo>
                    <a:pt x="639553" y="748480"/>
                  </a:lnTo>
                  <a:lnTo>
                    <a:pt x="644729" y="753656"/>
                  </a:lnTo>
                  <a:lnTo>
                    <a:pt x="646454" y="753656"/>
                  </a:lnTo>
                  <a:lnTo>
                    <a:pt x="651630" y="758832"/>
                  </a:lnTo>
                  <a:lnTo>
                    <a:pt x="653356" y="758832"/>
                  </a:lnTo>
                  <a:lnTo>
                    <a:pt x="658532" y="764008"/>
                  </a:lnTo>
                  <a:lnTo>
                    <a:pt x="660257" y="764008"/>
                  </a:lnTo>
                  <a:lnTo>
                    <a:pt x="665434" y="769184"/>
                  </a:lnTo>
                  <a:lnTo>
                    <a:pt x="667159" y="769184"/>
                  </a:lnTo>
                  <a:lnTo>
                    <a:pt x="674061" y="776086"/>
                  </a:lnTo>
                  <a:lnTo>
                    <a:pt x="675786" y="776086"/>
                  </a:lnTo>
                  <a:lnTo>
                    <a:pt x="680962" y="781262"/>
                  </a:lnTo>
                  <a:lnTo>
                    <a:pt x="682688" y="781262"/>
                  </a:lnTo>
                  <a:lnTo>
                    <a:pt x="687864" y="786438"/>
                  </a:lnTo>
                  <a:lnTo>
                    <a:pt x="689589" y="786438"/>
                  </a:lnTo>
                  <a:lnTo>
                    <a:pt x="694361" y="791210"/>
                  </a:lnTo>
                  <a:lnTo>
                    <a:pt x="696313" y="789258"/>
                  </a:lnTo>
                  <a:lnTo>
                    <a:pt x="690733" y="783678"/>
                  </a:lnTo>
                  <a:lnTo>
                    <a:pt x="689007" y="783678"/>
                  </a:lnTo>
                  <a:lnTo>
                    <a:pt x="683831" y="778502"/>
                  </a:lnTo>
                  <a:lnTo>
                    <a:pt x="682106" y="778502"/>
                  </a:lnTo>
                  <a:lnTo>
                    <a:pt x="676929" y="773325"/>
                  </a:lnTo>
                  <a:lnTo>
                    <a:pt x="675204" y="773325"/>
                  </a:lnTo>
                  <a:lnTo>
                    <a:pt x="668302" y="766424"/>
                  </a:lnTo>
                  <a:lnTo>
                    <a:pt x="666577" y="766424"/>
                  </a:lnTo>
                  <a:lnTo>
                    <a:pt x="661401" y="761248"/>
                  </a:lnTo>
                  <a:lnTo>
                    <a:pt x="659675" y="761248"/>
                  </a:lnTo>
                  <a:lnTo>
                    <a:pt x="652774" y="754346"/>
                  </a:lnTo>
                  <a:lnTo>
                    <a:pt x="651048" y="754346"/>
                  </a:lnTo>
                  <a:lnTo>
                    <a:pt x="645872" y="749170"/>
                  </a:lnTo>
                  <a:lnTo>
                    <a:pt x="644147" y="749170"/>
                  </a:lnTo>
                  <a:lnTo>
                    <a:pt x="638971" y="743994"/>
                  </a:lnTo>
                  <a:lnTo>
                    <a:pt x="637245" y="743994"/>
                  </a:lnTo>
                  <a:lnTo>
                    <a:pt x="630344" y="737092"/>
                  </a:lnTo>
                  <a:lnTo>
                    <a:pt x="628618" y="737092"/>
                  </a:lnTo>
                  <a:lnTo>
                    <a:pt x="623442" y="731916"/>
                  </a:lnTo>
                  <a:lnTo>
                    <a:pt x="621717" y="731916"/>
                  </a:lnTo>
                  <a:lnTo>
                    <a:pt x="614815" y="725014"/>
                  </a:lnTo>
                  <a:lnTo>
                    <a:pt x="613090" y="725014"/>
                  </a:lnTo>
                  <a:lnTo>
                    <a:pt x="607913" y="719838"/>
                  </a:lnTo>
                  <a:lnTo>
                    <a:pt x="606188" y="719838"/>
                  </a:lnTo>
                  <a:lnTo>
                    <a:pt x="601012" y="714662"/>
                  </a:lnTo>
                  <a:lnTo>
                    <a:pt x="599286" y="714662"/>
                  </a:lnTo>
                  <a:lnTo>
                    <a:pt x="592385" y="707760"/>
                  </a:lnTo>
                  <a:lnTo>
                    <a:pt x="590659" y="707760"/>
                  </a:lnTo>
                  <a:lnTo>
                    <a:pt x="585483" y="702584"/>
                  </a:lnTo>
                  <a:lnTo>
                    <a:pt x="583758" y="702584"/>
                  </a:lnTo>
                  <a:lnTo>
                    <a:pt x="578582" y="697408"/>
                  </a:lnTo>
                  <a:lnTo>
                    <a:pt x="576856" y="697408"/>
                  </a:lnTo>
                  <a:lnTo>
                    <a:pt x="569955" y="690506"/>
                  </a:lnTo>
                  <a:lnTo>
                    <a:pt x="568229" y="690506"/>
                  </a:lnTo>
                  <a:lnTo>
                    <a:pt x="563053" y="685330"/>
                  </a:lnTo>
                  <a:lnTo>
                    <a:pt x="561328" y="685330"/>
                  </a:lnTo>
                  <a:lnTo>
                    <a:pt x="556151" y="680154"/>
                  </a:lnTo>
                  <a:lnTo>
                    <a:pt x="552129" y="682914"/>
                  </a:lnTo>
                  <a:close/>
                  <a:moveTo>
                    <a:pt x="557650" y="674751"/>
                  </a:moveTo>
                  <a:lnTo>
                    <a:pt x="557650" y="680380"/>
                  </a:lnTo>
                  <a:lnTo>
                    <a:pt x="560184" y="682914"/>
                  </a:lnTo>
                  <a:lnTo>
                    <a:pt x="561909" y="682914"/>
                  </a:lnTo>
                  <a:lnTo>
                    <a:pt x="567086" y="688090"/>
                  </a:lnTo>
                  <a:lnTo>
                    <a:pt x="568811" y="688090"/>
                  </a:lnTo>
                  <a:lnTo>
                    <a:pt x="573987" y="693267"/>
                  </a:lnTo>
                  <a:lnTo>
                    <a:pt x="575713" y="693267"/>
                  </a:lnTo>
                  <a:lnTo>
                    <a:pt x="580889" y="698443"/>
                  </a:lnTo>
                  <a:lnTo>
                    <a:pt x="582614" y="698443"/>
                  </a:lnTo>
                  <a:lnTo>
                    <a:pt x="589516" y="705345"/>
                  </a:lnTo>
                  <a:lnTo>
                    <a:pt x="591241" y="705345"/>
                  </a:lnTo>
                  <a:lnTo>
                    <a:pt x="596417" y="710521"/>
                  </a:lnTo>
                  <a:lnTo>
                    <a:pt x="598143" y="710521"/>
                  </a:lnTo>
                  <a:lnTo>
                    <a:pt x="603319" y="715697"/>
                  </a:lnTo>
                  <a:lnTo>
                    <a:pt x="605045" y="715697"/>
                  </a:lnTo>
                  <a:lnTo>
                    <a:pt x="610221" y="720873"/>
                  </a:lnTo>
                  <a:lnTo>
                    <a:pt x="611946" y="720873"/>
                  </a:lnTo>
                  <a:lnTo>
                    <a:pt x="617122" y="726049"/>
                  </a:lnTo>
                  <a:lnTo>
                    <a:pt x="618848" y="726049"/>
                  </a:lnTo>
                  <a:lnTo>
                    <a:pt x="624024" y="731226"/>
                  </a:lnTo>
                  <a:lnTo>
                    <a:pt x="625749" y="731226"/>
                  </a:lnTo>
                  <a:lnTo>
                    <a:pt x="630926" y="736402"/>
                  </a:lnTo>
                  <a:lnTo>
                    <a:pt x="632651" y="736402"/>
                  </a:lnTo>
                  <a:lnTo>
                    <a:pt x="637827" y="741578"/>
                  </a:lnTo>
                  <a:lnTo>
                    <a:pt x="639553" y="741578"/>
                  </a:lnTo>
                  <a:lnTo>
                    <a:pt x="646454" y="748480"/>
                  </a:lnTo>
                  <a:lnTo>
                    <a:pt x="648180" y="748480"/>
                  </a:lnTo>
                  <a:lnTo>
                    <a:pt x="653356" y="753656"/>
                  </a:lnTo>
                  <a:lnTo>
                    <a:pt x="655081" y="753656"/>
                  </a:lnTo>
                  <a:lnTo>
                    <a:pt x="660257" y="758832"/>
                  </a:lnTo>
                  <a:lnTo>
                    <a:pt x="661983" y="758832"/>
                  </a:lnTo>
                  <a:lnTo>
                    <a:pt x="667159" y="764008"/>
                  </a:lnTo>
                  <a:lnTo>
                    <a:pt x="668884" y="764008"/>
                  </a:lnTo>
                  <a:lnTo>
                    <a:pt x="673656" y="768780"/>
                  </a:lnTo>
                  <a:lnTo>
                    <a:pt x="675608" y="766828"/>
                  </a:lnTo>
                  <a:lnTo>
                    <a:pt x="670028" y="761248"/>
                  </a:lnTo>
                  <a:lnTo>
                    <a:pt x="668302" y="761248"/>
                  </a:lnTo>
                  <a:lnTo>
                    <a:pt x="663126" y="756071"/>
                  </a:lnTo>
                  <a:lnTo>
                    <a:pt x="661401" y="756071"/>
                  </a:lnTo>
                  <a:lnTo>
                    <a:pt x="654499" y="749170"/>
                  </a:lnTo>
                  <a:lnTo>
                    <a:pt x="652774" y="749170"/>
                  </a:lnTo>
                  <a:lnTo>
                    <a:pt x="647598" y="743994"/>
                  </a:lnTo>
                  <a:lnTo>
                    <a:pt x="645872" y="743994"/>
                  </a:lnTo>
                  <a:lnTo>
                    <a:pt x="640696" y="738817"/>
                  </a:lnTo>
                  <a:lnTo>
                    <a:pt x="638971" y="738817"/>
                  </a:lnTo>
                  <a:lnTo>
                    <a:pt x="632069" y="731916"/>
                  </a:lnTo>
                  <a:lnTo>
                    <a:pt x="630344" y="731916"/>
                  </a:lnTo>
                  <a:lnTo>
                    <a:pt x="625167" y="726739"/>
                  </a:lnTo>
                  <a:lnTo>
                    <a:pt x="623442" y="726739"/>
                  </a:lnTo>
                  <a:lnTo>
                    <a:pt x="618266" y="721563"/>
                  </a:lnTo>
                  <a:lnTo>
                    <a:pt x="616540" y="721563"/>
                  </a:lnTo>
                  <a:lnTo>
                    <a:pt x="609639" y="714662"/>
                  </a:lnTo>
                  <a:lnTo>
                    <a:pt x="607913" y="714662"/>
                  </a:lnTo>
                  <a:lnTo>
                    <a:pt x="602737" y="709485"/>
                  </a:lnTo>
                  <a:lnTo>
                    <a:pt x="601012" y="709485"/>
                  </a:lnTo>
                  <a:lnTo>
                    <a:pt x="594110" y="702584"/>
                  </a:lnTo>
                  <a:lnTo>
                    <a:pt x="592385" y="702584"/>
                  </a:lnTo>
                  <a:lnTo>
                    <a:pt x="587209" y="697408"/>
                  </a:lnTo>
                  <a:lnTo>
                    <a:pt x="585483" y="697408"/>
                  </a:lnTo>
                  <a:lnTo>
                    <a:pt x="580307" y="692231"/>
                  </a:lnTo>
                  <a:lnTo>
                    <a:pt x="578582" y="692231"/>
                  </a:lnTo>
                  <a:lnTo>
                    <a:pt x="571680" y="685330"/>
                  </a:lnTo>
                  <a:lnTo>
                    <a:pt x="569955" y="685330"/>
                  </a:lnTo>
                  <a:lnTo>
                    <a:pt x="564778" y="680154"/>
                  </a:lnTo>
                  <a:lnTo>
                    <a:pt x="563053" y="680154"/>
                  </a:lnTo>
                  <a:lnTo>
                    <a:pt x="557650" y="674751"/>
                  </a:lnTo>
                  <a:close/>
                  <a:moveTo>
                    <a:pt x="505888" y="635067"/>
                  </a:moveTo>
                  <a:lnTo>
                    <a:pt x="505888" y="640696"/>
                  </a:lnTo>
                  <a:lnTo>
                    <a:pt x="508767" y="643575"/>
                  </a:lnTo>
                  <a:lnTo>
                    <a:pt x="507613" y="644729"/>
                  </a:lnTo>
                  <a:lnTo>
                    <a:pt x="507613" y="647598"/>
                  </a:lnTo>
                  <a:lnTo>
                    <a:pt x="509339" y="649323"/>
                  </a:lnTo>
                  <a:lnTo>
                    <a:pt x="509339" y="651857"/>
                  </a:lnTo>
                  <a:lnTo>
                    <a:pt x="516467" y="651857"/>
                  </a:lnTo>
                  <a:lnTo>
                    <a:pt x="518192" y="650132"/>
                  </a:lnTo>
                  <a:lnTo>
                    <a:pt x="518774" y="650132"/>
                  </a:lnTo>
                  <a:lnTo>
                    <a:pt x="520500" y="651857"/>
                  </a:lnTo>
                  <a:lnTo>
                    <a:pt x="522225" y="651857"/>
                  </a:lnTo>
                  <a:lnTo>
                    <a:pt x="523951" y="653582"/>
                  </a:lnTo>
                  <a:lnTo>
                    <a:pt x="526248" y="653582"/>
                  </a:lnTo>
                  <a:lnTo>
                    <a:pt x="526248" y="650822"/>
                  </a:lnTo>
                  <a:lnTo>
                    <a:pt x="525094" y="650822"/>
                  </a:lnTo>
                  <a:lnTo>
                    <a:pt x="518192" y="643920"/>
                  </a:lnTo>
                  <a:lnTo>
                    <a:pt x="516467" y="643920"/>
                  </a:lnTo>
                  <a:lnTo>
                    <a:pt x="511291" y="638744"/>
                  </a:lnTo>
                  <a:lnTo>
                    <a:pt x="509565" y="638744"/>
                  </a:lnTo>
                  <a:lnTo>
                    <a:pt x="505888" y="635067"/>
                  </a:lnTo>
                  <a:close/>
                  <a:moveTo>
                    <a:pt x="510946" y="645301"/>
                  </a:moveTo>
                  <a:lnTo>
                    <a:pt x="511873" y="644955"/>
                  </a:lnTo>
                  <a:lnTo>
                    <a:pt x="515669" y="648751"/>
                  </a:lnTo>
                  <a:lnTo>
                    <a:pt x="514742" y="649096"/>
                  </a:lnTo>
                  <a:lnTo>
                    <a:pt x="510946" y="645301"/>
                  </a:lnTo>
                  <a:close/>
                  <a:moveTo>
                    <a:pt x="1367672" y="631842"/>
                  </a:moveTo>
                  <a:lnTo>
                    <a:pt x="1364222" y="635293"/>
                  </a:lnTo>
                  <a:lnTo>
                    <a:pt x="1362496" y="635293"/>
                  </a:lnTo>
                  <a:lnTo>
                    <a:pt x="1359045" y="638744"/>
                  </a:lnTo>
                  <a:lnTo>
                    <a:pt x="1357320" y="638744"/>
                  </a:lnTo>
                  <a:lnTo>
                    <a:pt x="1353869" y="642195"/>
                  </a:lnTo>
                  <a:lnTo>
                    <a:pt x="1352144" y="642195"/>
                  </a:lnTo>
                  <a:lnTo>
                    <a:pt x="1348693" y="645646"/>
                  </a:lnTo>
                  <a:lnTo>
                    <a:pt x="1346968" y="645646"/>
                  </a:lnTo>
                  <a:lnTo>
                    <a:pt x="1345242" y="647371"/>
                  </a:lnTo>
                  <a:lnTo>
                    <a:pt x="1343517" y="647371"/>
                  </a:lnTo>
                  <a:lnTo>
                    <a:pt x="1340066" y="650822"/>
                  </a:lnTo>
                  <a:lnTo>
                    <a:pt x="1338341" y="650822"/>
                  </a:lnTo>
                  <a:lnTo>
                    <a:pt x="1334890" y="654273"/>
                  </a:lnTo>
                  <a:lnTo>
                    <a:pt x="1333164" y="654273"/>
                  </a:lnTo>
                  <a:lnTo>
                    <a:pt x="1329714" y="657723"/>
                  </a:lnTo>
                  <a:lnTo>
                    <a:pt x="1327988" y="657723"/>
                  </a:lnTo>
                  <a:lnTo>
                    <a:pt x="1324537" y="661174"/>
                  </a:lnTo>
                  <a:lnTo>
                    <a:pt x="1322812" y="661174"/>
                  </a:lnTo>
                  <a:lnTo>
                    <a:pt x="1319361" y="664625"/>
                  </a:lnTo>
                  <a:lnTo>
                    <a:pt x="1317636" y="664625"/>
                  </a:lnTo>
                  <a:lnTo>
                    <a:pt x="1314185" y="668076"/>
                  </a:lnTo>
                  <a:lnTo>
                    <a:pt x="1312459" y="668076"/>
                  </a:lnTo>
                  <a:lnTo>
                    <a:pt x="1309009" y="671527"/>
                  </a:lnTo>
                  <a:lnTo>
                    <a:pt x="1307283" y="671527"/>
                  </a:lnTo>
                  <a:lnTo>
                    <a:pt x="1303832" y="674977"/>
                  </a:lnTo>
                  <a:lnTo>
                    <a:pt x="1302107" y="674977"/>
                  </a:lnTo>
                  <a:lnTo>
                    <a:pt x="1300382" y="676703"/>
                  </a:lnTo>
                  <a:lnTo>
                    <a:pt x="1298656" y="676703"/>
                  </a:lnTo>
                  <a:lnTo>
                    <a:pt x="1295205" y="680154"/>
                  </a:lnTo>
                  <a:lnTo>
                    <a:pt x="1293480" y="680154"/>
                  </a:lnTo>
                  <a:lnTo>
                    <a:pt x="1290029" y="683604"/>
                  </a:lnTo>
                  <a:lnTo>
                    <a:pt x="1288304" y="683604"/>
                  </a:lnTo>
                  <a:lnTo>
                    <a:pt x="1284853" y="687055"/>
                  </a:lnTo>
                  <a:lnTo>
                    <a:pt x="1283128" y="687055"/>
                  </a:lnTo>
                  <a:lnTo>
                    <a:pt x="1279677" y="690506"/>
                  </a:lnTo>
                  <a:lnTo>
                    <a:pt x="1277951" y="690506"/>
                  </a:lnTo>
                  <a:lnTo>
                    <a:pt x="1274501" y="693957"/>
                  </a:lnTo>
                  <a:lnTo>
                    <a:pt x="1272775" y="693957"/>
                  </a:lnTo>
                  <a:lnTo>
                    <a:pt x="1269324" y="697408"/>
                  </a:lnTo>
                  <a:lnTo>
                    <a:pt x="1267599" y="697408"/>
                  </a:lnTo>
                  <a:lnTo>
                    <a:pt x="1264148" y="700858"/>
                  </a:lnTo>
                  <a:lnTo>
                    <a:pt x="1262423" y="700858"/>
                  </a:lnTo>
                  <a:lnTo>
                    <a:pt x="1258972" y="704309"/>
                  </a:lnTo>
                  <a:lnTo>
                    <a:pt x="1257247" y="704309"/>
                  </a:lnTo>
                  <a:lnTo>
                    <a:pt x="1255521" y="706035"/>
                  </a:lnTo>
                  <a:lnTo>
                    <a:pt x="1253796" y="706035"/>
                  </a:lnTo>
                  <a:lnTo>
                    <a:pt x="1250345" y="709485"/>
                  </a:lnTo>
                  <a:lnTo>
                    <a:pt x="1248620" y="709485"/>
                  </a:lnTo>
                  <a:lnTo>
                    <a:pt x="1245169" y="712936"/>
                  </a:lnTo>
                  <a:lnTo>
                    <a:pt x="1243443" y="712936"/>
                  </a:lnTo>
                  <a:lnTo>
                    <a:pt x="1239993" y="716387"/>
                  </a:lnTo>
                  <a:lnTo>
                    <a:pt x="1238267" y="716387"/>
                  </a:lnTo>
                  <a:lnTo>
                    <a:pt x="1234816" y="719838"/>
                  </a:lnTo>
                  <a:lnTo>
                    <a:pt x="1233091" y="719838"/>
                  </a:lnTo>
                  <a:lnTo>
                    <a:pt x="1229640" y="723289"/>
                  </a:lnTo>
                  <a:lnTo>
                    <a:pt x="1227915" y="723289"/>
                  </a:lnTo>
                  <a:lnTo>
                    <a:pt x="1224464" y="726739"/>
                  </a:lnTo>
                  <a:lnTo>
                    <a:pt x="1222739" y="726739"/>
                  </a:lnTo>
                  <a:lnTo>
                    <a:pt x="1219288" y="730190"/>
                  </a:lnTo>
                  <a:lnTo>
                    <a:pt x="1217562" y="730190"/>
                  </a:lnTo>
                  <a:lnTo>
                    <a:pt x="1214112" y="733641"/>
                  </a:lnTo>
                  <a:lnTo>
                    <a:pt x="1212386" y="733641"/>
                  </a:lnTo>
                  <a:lnTo>
                    <a:pt x="1210661" y="735367"/>
                  </a:lnTo>
                  <a:lnTo>
                    <a:pt x="1208935" y="735367"/>
                  </a:lnTo>
                  <a:lnTo>
                    <a:pt x="1205485" y="738817"/>
                  </a:lnTo>
                  <a:lnTo>
                    <a:pt x="1203759" y="738817"/>
                  </a:lnTo>
                  <a:lnTo>
                    <a:pt x="1200308" y="742268"/>
                  </a:lnTo>
                  <a:lnTo>
                    <a:pt x="1198583" y="742268"/>
                  </a:lnTo>
                  <a:lnTo>
                    <a:pt x="1195132" y="745719"/>
                  </a:lnTo>
                  <a:lnTo>
                    <a:pt x="1193407" y="745719"/>
                  </a:lnTo>
                  <a:lnTo>
                    <a:pt x="1189956" y="749170"/>
                  </a:lnTo>
                  <a:lnTo>
                    <a:pt x="1188231" y="749170"/>
                  </a:lnTo>
                  <a:lnTo>
                    <a:pt x="1184780" y="752621"/>
                  </a:lnTo>
                  <a:lnTo>
                    <a:pt x="1183054" y="752621"/>
                  </a:lnTo>
                  <a:lnTo>
                    <a:pt x="1179604" y="756071"/>
                  </a:lnTo>
                  <a:lnTo>
                    <a:pt x="1177878" y="756071"/>
                  </a:lnTo>
                  <a:lnTo>
                    <a:pt x="1174427" y="759522"/>
                  </a:lnTo>
                  <a:lnTo>
                    <a:pt x="1172702" y="759522"/>
                  </a:lnTo>
                  <a:lnTo>
                    <a:pt x="1169251" y="762973"/>
                  </a:lnTo>
                  <a:lnTo>
                    <a:pt x="1167526" y="762973"/>
                  </a:lnTo>
                  <a:lnTo>
                    <a:pt x="1165800" y="764698"/>
                  </a:lnTo>
                  <a:lnTo>
                    <a:pt x="1164075" y="764698"/>
                  </a:lnTo>
                  <a:lnTo>
                    <a:pt x="1160624" y="768149"/>
                  </a:lnTo>
                  <a:lnTo>
                    <a:pt x="1158899" y="768149"/>
                  </a:lnTo>
                  <a:lnTo>
                    <a:pt x="1155448" y="771600"/>
                  </a:lnTo>
                  <a:lnTo>
                    <a:pt x="1153722" y="771600"/>
                  </a:lnTo>
                  <a:lnTo>
                    <a:pt x="1150272" y="775051"/>
                  </a:lnTo>
                  <a:lnTo>
                    <a:pt x="1148546" y="775051"/>
                  </a:lnTo>
                  <a:lnTo>
                    <a:pt x="1145095" y="778502"/>
                  </a:lnTo>
                  <a:lnTo>
                    <a:pt x="1143370" y="778502"/>
                  </a:lnTo>
                  <a:lnTo>
                    <a:pt x="1139919" y="781952"/>
                  </a:lnTo>
                  <a:lnTo>
                    <a:pt x="1138194" y="781952"/>
                  </a:lnTo>
                  <a:lnTo>
                    <a:pt x="1134743" y="785403"/>
                  </a:lnTo>
                  <a:lnTo>
                    <a:pt x="1133018" y="785403"/>
                  </a:lnTo>
                  <a:lnTo>
                    <a:pt x="1129567" y="788854"/>
                  </a:lnTo>
                  <a:lnTo>
                    <a:pt x="1127841" y="788854"/>
                  </a:lnTo>
                  <a:lnTo>
                    <a:pt x="1124391" y="792305"/>
                  </a:lnTo>
                  <a:lnTo>
                    <a:pt x="1122665" y="792305"/>
                  </a:lnTo>
                  <a:lnTo>
                    <a:pt x="1120940" y="794030"/>
                  </a:lnTo>
                  <a:lnTo>
                    <a:pt x="1119214" y="794030"/>
                  </a:lnTo>
                  <a:lnTo>
                    <a:pt x="1115764" y="797481"/>
                  </a:lnTo>
                  <a:lnTo>
                    <a:pt x="1114038" y="797481"/>
                  </a:lnTo>
                  <a:lnTo>
                    <a:pt x="1110587" y="800932"/>
                  </a:lnTo>
                  <a:lnTo>
                    <a:pt x="1108862" y="800932"/>
                  </a:lnTo>
                  <a:lnTo>
                    <a:pt x="1105411" y="804383"/>
                  </a:lnTo>
                  <a:lnTo>
                    <a:pt x="1103686" y="804383"/>
                  </a:lnTo>
                  <a:lnTo>
                    <a:pt x="1100235" y="807833"/>
                  </a:lnTo>
                  <a:lnTo>
                    <a:pt x="1098510" y="807833"/>
                  </a:lnTo>
                  <a:lnTo>
                    <a:pt x="1095059" y="811284"/>
                  </a:lnTo>
                  <a:lnTo>
                    <a:pt x="1093333" y="811284"/>
                  </a:lnTo>
                  <a:lnTo>
                    <a:pt x="1089883" y="814735"/>
                  </a:lnTo>
                  <a:lnTo>
                    <a:pt x="1088157" y="814735"/>
                  </a:lnTo>
                  <a:lnTo>
                    <a:pt x="1084706" y="818186"/>
                  </a:lnTo>
                  <a:lnTo>
                    <a:pt x="1082981" y="818186"/>
                  </a:lnTo>
                  <a:lnTo>
                    <a:pt x="1079530" y="821637"/>
                  </a:lnTo>
                  <a:lnTo>
                    <a:pt x="1077805" y="821637"/>
                  </a:lnTo>
                  <a:lnTo>
                    <a:pt x="1074354" y="825087"/>
                  </a:lnTo>
                  <a:lnTo>
                    <a:pt x="1072629" y="825087"/>
                  </a:lnTo>
                  <a:lnTo>
                    <a:pt x="1070903" y="826813"/>
                  </a:lnTo>
                  <a:lnTo>
                    <a:pt x="1069178" y="826813"/>
                  </a:lnTo>
                  <a:lnTo>
                    <a:pt x="1065727" y="830264"/>
                  </a:lnTo>
                  <a:lnTo>
                    <a:pt x="1064002" y="830264"/>
                  </a:lnTo>
                  <a:lnTo>
                    <a:pt x="1060551" y="833714"/>
                  </a:lnTo>
                  <a:lnTo>
                    <a:pt x="1058825" y="833714"/>
                  </a:lnTo>
                  <a:lnTo>
                    <a:pt x="1055375" y="837165"/>
                  </a:lnTo>
                  <a:lnTo>
                    <a:pt x="1053649" y="837165"/>
                  </a:lnTo>
                  <a:lnTo>
                    <a:pt x="1050198" y="840616"/>
                  </a:lnTo>
                  <a:lnTo>
                    <a:pt x="1048473" y="840616"/>
                  </a:lnTo>
                  <a:lnTo>
                    <a:pt x="1045022" y="844067"/>
                  </a:lnTo>
                  <a:lnTo>
                    <a:pt x="1043297" y="844067"/>
                  </a:lnTo>
                  <a:lnTo>
                    <a:pt x="1039846" y="847518"/>
                  </a:lnTo>
                  <a:lnTo>
                    <a:pt x="1038121" y="847518"/>
                  </a:lnTo>
                  <a:lnTo>
                    <a:pt x="1034670" y="850968"/>
                  </a:lnTo>
                  <a:lnTo>
                    <a:pt x="1032944" y="850968"/>
                  </a:lnTo>
                  <a:lnTo>
                    <a:pt x="1029493" y="854419"/>
                  </a:lnTo>
                  <a:lnTo>
                    <a:pt x="1027768" y="854419"/>
                  </a:lnTo>
                  <a:lnTo>
                    <a:pt x="1026043" y="856145"/>
                  </a:lnTo>
                  <a:lnTo>
                    <a:pt x="1024317" y="856145"/>
                  </a:lnTo>
                  <a:lnTo>
                    <a:pt x="1020866" y="859595"/>
                  </a:lnTo>
                  <a:lnTo>
                    <a:pt x="1019141" y="859595"/>
                  </a:lnTo>
                  <a:lnTo>
                    <a:pt x="1015690" y="863046"/>
                  </a:lnTo>
                  <a:lnTo>
                    <a:pt x="1013965" y="863046"/>
                  </a:lnTo>
                  <a:lnTo>
                    <a:pt x="1010514" y="866497"/>
                  </a:lnTo>
                  <a:lnTo>
                    <a:pt x="1008789" y="866497"/>
                  </a:lnTo>
                  <a:lnTo>
                    <a:pt x="1005338" y="869948"/>
                  </a:lnTo>
                  <a:lnTo>
                    <a:pt x="1003612" y="869948"/>
                  </a:lnTo>
                  <a:lnTo>
                    <a:pt x="1000162" y="873399"/>
                  </a:lnTo>
                  <a:lnTo>
                    <a:pt x="998436" y="873399"/>
                  </a:lnTo>
                  <a:lnTo>
                    <a:pt x="994985" y="876850"/>
                  </a:lnTo>
                  <a:lnTo>
                    <a:pt x="993260" y="876850"/>
                  </a:lnTo>
                  <a:lnTo>
                    <a:pt x="989809" y="880300"/>
                  </a:lnTo>
                  <a:lnTo>
                    <a:pt x="988084" y="880300"/>
                  </a:lnTo>
                  <a:lnTo>
                    <a:pt x="984633" y="883751"/>
                  </a:lnTo>
                  <a:lnTo>
                    <a:pt x="982908" y="883751"/>
                  </a:lnTo>
                  <a:lnTo>
                    <a:pt x="981182" y="885477"/>
                  </a:lnTo>
                  <a:lnTo>
                    <a:pt x="979457" y="885477"/>
                  </a:lnTo>
                  <a:lnTo>
                    <a:pt x="976006" y="888927"/>
                  </a:lnTo>
                  <a:lnTo>
                    <a:pt x="974281" y="888927"/>
                  </a:lnTo>
                  <a:lnTo>
                    <a:pt x="970830" y="892378"/>
                  </a:lnTo>
                  <a:lnTo>
                    <a:pt x="969104" y="892378"/>
                  </a:lnTo>
                  <a:lnTo>
                    <a:pt x="965654" y="895829"/>
                  </a:lnTo>
                  <a:lnTo>
                    <a:pt x="963928" y="895829"/>
                  </a:lnTo>
                  <a:lnTo>
                    <a:pt x="960477" y="899280"/>
                  </a:lnTo>
                  <a:lnTo>
                    <a:pt x="958752" y="899280"/>
                  </a:lnTo>
                  <a:lnTo>
                    <a:pt x="954266" y="903766"/>
                  </a:lnTo>
                  <a:lnTo>
                    <a:pt x="963346" y="903766"/>
                  </a:lnTo>
                  <a:lnTo>
                    <a:pt x="966797" y="900315"/>
                  </a:lnTo>
                  <a:lnTo>
                    <a:pt x="968523" y="900315"/>
                  </a:lnTo>
                  <a:lnTo>
                    <a:pt x="971973" y="896864"/>
                  </a:lnTo>
                  <a:lnTo>
                    <a:pt x="973699" y="896864"/>
                  </a:lnTo>
                  <a:lnTo>
                    <a:pt x="977150" y="893413"/>
                  </a:lnTo>
                  <a:lnTo>
                    <a:pt x="978875" y="893413"/>
                  </a:lnTo>
                  <a:lnTo>
                    <a:pt x="980600" y="891688"/>
                  </a:lnTo>
                  <a:lnTo>
                    <a:pt x="982326" y="891688"/>
                  </a:lnTo>
                  <a:lnTo>
                    <a:pt x="985777" y="888237"/>
                  </a:lnTo>
                  <a:lnTo>
                    <a:pt x="987502" y="888237"/>
                  </a:lnTo>
                  <a:lnTo>
                    <a:pt x="990953" y="884786"/>
                  </a:lnTo>
                  <a:lnTo>
                    <a:pt x="992678" y="884786"/>
                  </a:lnTo>
                  <a:lnTo>
                    <a:pt x="996129" y="881336"/>
                  </a:lnTo>
                  <a:lnTo>
                    <a:pt x="997854" y="881336"/>
                  </a:lnTo>
                  <a:lnTo>
                    <a:pt x="1001305" y="877885"/>
                  </a:lnTo>
                  <a:lnTo>
                    <a:pt x="1003031" y="877885"/>
                  </a:lnTo>
                  <a:lnTo>
                    <a:pt x="1006481" y="874434"/>
                  </a:lnTo>
                  <a:lnTo>
                    <a:pt x="1008207" y="874434"/>
                  </a:lnTo>
                  <a:lnTo>
                    <a:pt x="1011658" y="870983"/>
                  </a:lnTo>
                  <a:lnTo>
                    <a:pt x="1013383" y="870983"/>
                  </a:lnTo>
                  <a:lnTo>
                    <a:pt x="1016834" y="867532"/>
                  </a:lnTo>
                  <a:lnTo>
                    <a:pt x="1018559" y="867532"/>
                  </a:lnTo>
                  <a:lnTo>
                    <a:pt x="1022010" y="864082"/>
                  </a:lnTo>
                  <a:lnTo>
                    <a:pt x="1023735" y="864082"/>
                  </a:lnTo>
                  <a:lnTo>
                    <a:pt x="1027186" y="860631"/>
                  </a:lnTo>
                  <a:lnTo>
                    <a:pt x="1028912" y="860631"/>
                  </a:lnTo>
                  <a:lnTo>
                    <a:pt x="1030637" y="858905"/>
                  </a:lnTo>
                  <a:lnTo>
                    <a:pt x="1032362" y="858905"/>
                  </a:lnTo>
                  <a:lnTo>
                    <a:pt x="1035813" y="855455"/>
                  </a:lnTo>
                  <a:lnTo>
                    <a:pt x="1037539" y="855455"/>
                  </a:lnTo>
                  <a:lnTo>
                    <a:pt x="1040989" y="852004"/>
                  </a:lnTo>
                  <a:lnTo>
                    <a:pt x="1042715" y="852004"/>
                  </a:lnTo>
                  <a:lnTo>
                    <a:pt x="1046166" y="848553"/>
                  </a:lnTo>
                  <a:lnTo>
                    <a:pt x="1047891" y="848553"/>
                  </a:lnTo>
                  <a:lnTo>
                    <a:pt x="1051342" y="845102"/>
                  </a:lnTo>
                  <a:lnTo>
                    <a:pt x="1053067" y="845102"/>
                  </a:lnTo>
                  <a:lnTo>
                    <a:pt x="1056518" y="841651"/>
                  </a:lnTo>
                  <a:lnTo>
                    <a:pt x="1058243" y="841651"/>
                  </a:lnTo>
                  <a:lnTo>
                    <a:pt x="1061694" y="838200"/>
                  </a:lnTo>
                  <a:lnTo>
                    <a:pt x="1063420" y="838200"/>
                  </a:lnTo>
                  <a:lnTo>
                    <a:pt x="1066870" y="834750"/>
                  </a:lnTo>
                  <a:lnTo>
                    <a:pt x="1068596" y="834750"/>
                  </a:lnTo>
                  <a:lnTo>
                    <a:pt x="1072047" y="831299"/>
                  </a:lnTo>
                  <a:lnTo>
                    <a:pt x="1073772" y="831299"/>
                  </a:lnTo>
                  <a:lnTo>
                    <a:pt x="1075497" y="829573"/>
                  </a:lnTo>
                  <a:lnTo>
                    <a:pt x="1077223" y="829573"/>
                  </a:lnTo>
                  <a:lnTo>
                    <a:pt x="1080674" y="826123"/>
                  </a:lnTo>
                  <a:lnTo>
                    <a:pt x="1082399" y="826123"/>
                  </a:lnTo>
                  <a:lnTo>
                    <a:pt x="1085850" y="822672"/>
                  </a:lnTo>
                  <a:lnTo>
                    <a:pt x="1087575" y="822672"/>
                  </a:lnTo>
                  <a:lnTo>
                    <a:pt x="1091026" y="819221"/>
                  </a:lnTo>
                  <a:lnTo>
                    <a:pt x="1092751" y="819221"/>
                  </a:lnTo>
                  <a:lnTo>
                    <a:pt x="1096202" y="815770"/>
                  </a:lnTo>
                  <a:lnTo>
                    <a:pt x="1097928" y="815770"/>
                  </a:lnTo>
                  <a:lnTo>
                    <a:pt x="1101378" y="812319"/>
                  </a:lnTo>
                  <a:lnTo>
                    <a:pt x="1103104" y="812319"/>
                  </a:lnTo>
                  <a:lnTo>
                    <a:pt x="1106555" y="808869"/>
                  </a:lnTo>
                  <a:lnTo>
                    <a:pt x="1108280" y="808869"/>
                  </a:lnTo>
                  <a:lnTo>
                    <a:pt x="1111731" y="805418"/>
                  </a:lnTo>
                  <a:lnTo>
                    <a:pt x="1113456" y="805418"/>
                  </a:lnTo>
                  <a:lnTo>
                    <a:pt x="1116907" y="801967"/>
                  </a:lnTo>
                  <a:lnTo>
                    <a:pt x="1118633" y="801967"/>
                  </a:lnTo>
                  <a:lnTo>
                    <a:pt x="1120358" y="800242"/>
                  </a:lnTo>
                  <a:lnTo>
                    <a:pt x="1122083" y="800242"/>
                  </a:lnTo>
                  <a:lnTo>
                    <a:pt x="1125534" y="796791"/>
                  </a:lnTo>
                  <a:lnTo>
                    <a:pt x="1127260" y="796791"/>
                  </a:lnTo>
                  <a:lnTo>
                    <a:pt x="1130710" y="793340"/>
                  </a:lnTo>
                  <a:lnTo>
                    <a:pt x="1132436" y="793340"/>
                  </a:lnTo>
                  <a:lnTo>
                    <a:pt x="1135887" y="789889"/>
                  </a:lnTo>
                  <a:lnTo>
                    <a:pt x="1137612" y="789889"/>
                  </a:lnTo>
                  <a:lnTo>
                    <a:pt x="1141063" y="786438"/>
                  </a:lnTo>
                  <a:lnTo>
                    <a:pt x="1142788" y="786438"/>
                  </a:lnTo>
                  <a:lnTo>
                    <a:pt x="1146239" y="782988"/>
                  </a:lnTo>
                  <a:lnTo>
                    <a:pt x="1147964" y="782988"/>
                  </a:lnTo>
                  <a:lnTo>
                    <a:pt x="1151415" y="779537"/>
                  </a:lnTo>
                  <a:lnTo>
                    <a:pt x="1153141" y="779537"/>
                  </a:lnTo>
                  <a:lnTo>
                    <a:pt x="1156591" y="776086"/>
                  </a:lnTo>
                  <a:lnTo>
                    <a:pt x="1158317" y="776086"/>
                  </a:lnTo>
                  <a:lnTo>
                    <a:pt x="1161768" y="772635"/>
                  </a:lnTo>
                  <a:lnTo>
                    <a:pt x="1163493" y="772635"/>
                  </a:lnTo>
                  <a:lnTo>
                    <a:pt x="1165218" y="770910"/>
                  </a:lnTo>
                  <a:lnTo>
                    <a:pt x="1166944" y="770910"/>
                  </a:lnTo>
                  <a:lnTo>
                    <a:pt x="1170395" y="767459"/>
                  </a:lnTo>
                  <a:lnTo>
                    <a:pt x="1172120" y="767459"/>
                  </a:lnTo>
                  <a:lnTo>
                    <a:pt x="1175571" y="764008"/>
                  </a:lnTo>
                  <a:lnTo>
                    <a:pt x="1177296" y="764008"/>
                  </a:lnTo>
                  <a:lnTo>
                    <a:pt x="1180747" y="760557"/>
                  </a:lnTo>
                  <a:lnTo>
                    <a:pt x="1182472" y="760557"/>
                  </a:lnTo>
                  <a:lnTo>
                    <a:pt x="1185923" y="757107"/>
                  </a:lnTo>
                  <a:lnTo>
                    <a:pt x="1187649" y="757107"/>
                  </a:lnTo>
                  <a:lnTo>
                    <a:pt x="1191099" y="753656"/>
                  </a:lnTo>
                  <a:lnTo>
                    <a:pt x="1192825" y="753656"/>
                  </a:lnTo>
                  <a:lnTo>
                    <a:pt x="1196276" y="750205"/>
                  </a:lnTo>
                  <a:lnTo>
                    <a:pt x="1198001" y="750205"/>
                  </a:lnTo>
                  <a:lnTo>
                    <a:pt x="1201452" y="746754"/>
                  </a:lnTo>
                  <a:lnTo>
                    <a:pt x="1203177" y="746754"/>
                  </a:lnTo>
                  <a:lnTo>
                    <a:pt x="1206628" y="743303"/>
                  </a:lnTo>
                  <a:lnTo>
                    <a:pt x="1208353" y="743303"/>
                  </a:lnTo>
                  <a:lnTo>
                    <a:pt x="1210079" y="741578"/>
                  </a:lnTo>
                  <a:lnTo>
                    <a:pt x="1211804" y="741578"/>
                  </a:lnTo>
                  <a:lnTo>
                    <a:pt x="1215255" y="738127"/>
                  </a:lnTo>
                  <a:lnTo>
                    <a:pt x="1216980" y="738127"/>
                  </a:lnTo>
                  <a:lnTo>
                    <a:pt x="1220431" y="734676"/>
                  </a:lnTo>
                  <a:lnTo>
                    <a:pt x="1222157" y="734676"/>
                  </a:lnTo>
                  <a:lnTo>
                    <a:pt x="1225607" y="731226"/>
                  </a:lnTo>
                  <a:lnTo>
                    <a:pt x="1227333" y="731226"/>
                  </a:lnTo>
                  <a:lnTo>
                    <a:pt x="1230784" y="727775"/>
                  </a:lnTo>
                  <a:lnTo>
                    <a:pt x="1232509" y="727775"/>
                  </a:lnTo>
                  <a:lnTo>
                    <a:pt x="1235960" y="724324"/>
                  </a:lnTo>
                  <a:lnTo>
                    <a:pt x="1237685" y="724324"/>
                  </a:lnTo>
                  <a:lnTo>
                    <a:pt x="1241136" y="720873"/>
                  </a:lnTo>
                  <a:lnTo>
                    <a:pt x="1242861" y="720873"/>
                  </a:lnTo>
                  <a:lnTo>
                    <a:pt x="1246312" y="717422"/>
                  </a:lnTo>
                  <a:lnTo>
                    <a:pt x="1248038" y="717422"/>
                  </a:lnTo>
                  <a:lnTo>
                    <a:pt x="1251489" y="713972"/>
                  </a:lnTo>
                  <a:lnTo>
                    <a:pt x="1253214" y="713972"/>
                  </a:lnTo>
                  <a:lnTo>
                    <a:pt x="1254939" y="712246"/>
                  </a:lnTo>
                  <a:lnTo>
                    <a:pt x="1256665" y="712246"/>
                  </a:lnTo>
                  <a:lnTo>
                    <a:pt x="1260116" y="708795"/>
                  </a:lnTo>
                  <a:lnTo>
                    <a:pt x="1261841" y="708795"/>
                  </a:lnTo>
                  <a:lnTo>
                    <a:pt x="1265292" y="705345"/>
                  </a:lnTo>
                  <a:lnTo>
                    <a:pt x="1267017" y="705345"/>
                  </a:lnTo>
                  <a:lnTo>
                    <a:pt x="1270468" y="701894"/>
                  </a:lnTo>
                  <a:lnTo>
                    <a:pt x="1272193" y="701894"/>
                  </a:lnTo>
                  <a:lnTo>
                    <a:pt x="1275644" y="698443"/>
                  </a:lnTo>
                  <a:lnTo>
                    <a:pt x="1277370" y="698443"/>
                  </a:lnTo>
                  <a:lnTo>
                    <a:pt x="1280820" y="694992"/>
                  </a:lnTo>
                  <a:lnTo>
                    <a:pt x="1282546" y="694992"/>
                  </a:lnTo>
                  <a:lnTo>
                    <a:pt x="1285997" y="691541"/>
                  </a:lnTo>
                  <a:lnTo>
                    <a:pt x="1287722" y="691541"/>
                  </a:lnTo>
                  <a:lnTo>
                    <a:pt x="1291173" y="688090"/>
                  </a:lnTo>
                  <a:lnTo>
                    <a:pt x="1292898" y="688090"/>
                  </a:lnTo>
                  <a:lnTo>
                    <a:pt x="1296349" y="684640"/>
                  </a:lnTo>
                  <a:lnTo>
                    <a:pt x="1298074" y="684640"/>
                  </a:lnTo>
                  <a:lnTo>
                    <a:pt x="1299800" y="682914"/>
                  </a:lnTo>
                  <a:lnTo>
                    <a:pt x="1301525" y="682914"/>
                  </a:lnTo>
                  <a:lnTo>
                    <a:pt x="1304976" y="679463"/>
                  </a:lnTo>
                  <a:lnTo>
                    <a:pt x="1306701" y="679463"/>
                  </a:lnTo>
                  <a:lnTo>
                    <a:pt x="1310152" y="676013"/>
                  </a:lnTo>
                  <a:lnTo>
                    <a:pt x="1311878" y="676013"/>
                  </a:lnTo>
                  <a:lnTo>
                    <a:pt x="1315328" y="672562"/>
                  </a:lnTo>
                  <a:lnTo>
                    <a:pt x="1317054" y="672562"/>
                  </a:lnTo>
                  <a:lnTo>
                    <a:pt x="1320505" y="669111"/>
                  </a:lnTo>
                  <a:lnTo>
                    <a:pt x="1322230" y="669111"/>
                  </a:lnTo>
                  <a:lnTo>
                    <a:pt x="1325681" y="665660"/>
                  </a:lnTo>
                  <a:lnTo>
                    <a:pt x="1327406" y="665660"/>
                  </a:lnTo>
                  <a:lnTo>
                    <a:pt x="1330857" y="662209"/>
                  </a:lnTo>
                  <a:lnTo>
                    <a:pt x="1332582" y="662209"/>
                  </a:lnTo>
                  <a:lnTo>
                    <a:pt x="1336033" y="658759"/>
                  </a:lnTo>
                  <a:lnTo>
                    <a:pt x="1337759" y="658759"/>
                  </a:lnTo>
                  <a:lnTo>
                    <a:pt x="1341209" y="655308"/>
                  </a:lnTo>
                  <a:lnTo>
                    <a:pt x="1342935" y="655308"/>
                  </a:lnTo>
                  <a:lnTo>
                    <a:pt x="1344660" y="653582"/>
                  </a:lnTo>
                  <a:lnTo>
                    <a:pt x="1346386" y="653582"/>
                  </a:lnTo>
                  <a:lnTo>
                    <a:pt x="1349836" y="650132"/>
                  </a:lnTo>
                  <a:lnTo>
                    <a:pt x="1351562" y="650132"/>
                  </a:lnTo>
                  <a:lnTo>
                    <a:pt x="1355013" y="646681"/>
                  </a:lnTo>
                  <a:lnTo>
                    <a:pt x="1356738" y="646681"/>
                  </a:lnTo>
                  <a:lnTo>
                    <a:pt x="1360189" y="643230"/>
                  </a:lnTo>
                  <a:lnTo>
                    <a:pt x="1361914" y="643230"/>
                  </a:lnTo>
                  <a:lnTo>
                    <a:pt x="1365365" y="639779"/>
                  </a:lnTo>
                  <a:lnTo>
                    <a:pt x="1367090" y="639779"/>
                  </a:lnTo>
                  <a:lnTo>
                    <a:pt x="1370541" y="636328"/>
                  </a:lnTo>
                  <a:lnTo>
                    <a:pt x="1373075" y="636328"/>
                  </a:lnTo>
                  <a:lnTo>
                    <a:pt x="1373075" y="631842"/>
                  </a:lnTo>
                  <a:lnTo>
                    <a:pt x="1367672" y="631842"/>
                  </a:lnTo>
                  <a:close/>
                  <a:moveTo>
                    <a:pt x="1380667" y="628046"/>
                  </a:moveTo>
                  <a:lnTo>
                    <a:pt x="1383428" y="628046"/>
                  </a:lnTo>
                  <a:lnTo>
                    <a:pt x="1383428" y="624596"/>
                  </a:lnTo>
                  <a:lnTo>
                    <a:pt x="1380667" y="624596"/>
                  </a:lnTo>
                  <a:lnTo>
                    <a:pt x="1380667" y="628046"/>
                  </a:lnTo>
                  <a:close/>
                  <a:moveTo>
                    <a:pt x="1422885" y="595609"/>
                  </a:moveTo>
                  <a:lnTo>
                    <a:pt x="1419434" y="599060"/>
                  </a:lnTo>
                  <a:lnTo>
                    <a:pt x="1417709" y="599060"/>
                  </a:lnTo>
                  <a:lnTo>
                    <a:pt x="1414258" y="602511"/>
                  </a:lnTo>
                  <a:lnTo>
                    <a:pt x="1412533" y="602511"/>
                  </a:lnTo>
                  <a:lnTo>
                    <a:pt x="1409999" y="605045"/>
                  </a:lnTo>
                  <a:lnTo>
                    <a:pt x="1409999" y="608722"/>
                  </a:lnTo>
                  <a:lnTo>
                    <a:pt x="1413676" y="608722"/>
                  </a:lnTo>
                  <a:lnTo>
                    <a:pt x="1415402" y="606997"/>
                  </a:lnTo>
                  <a:lnTo>
                    <a:pt x="1417127" y="606997"/>
                  </a:lnTo>
                  <a:lnTo>
                    <a:pt x="1420578" y="603546"/>
                  </a:lnTo>
                  <a:lnTo>
                    <a:pt x="1422303" y="603546"/>
                  </a:lnTo>
                  <a:lnTo>
                    <a:pt x="1425754" y="600095"/>
                  </a:lnTo>
                  <a:lnTo>
                    <a:pt x="1428288" y="600095"/>
                  </a:lnTo>
                  <a:lnTo>
                    <a:pt x="1428288" y="595609"/>
                  </a:lnTo>
                  <a:lnTo>
                    <a:pt x="1422885" y="595609"/>
                  </a:lnTo>
                  <a:close/>
                  <a:moveTo>
                    <a:pt x="402768" y="556556"/>
                  </a:moveTo>
                  <a:lnTo>
                    <a:pt x="404720" y="554604"/>
                  </a:lnTo>
                  <a:lnTo>
                    <a:pt x="402995" y="552878"/>
                  </a:lnTo>
                  <a:lnTo>
                    <a:pt x="401043" y="554830"/>
                  </a:lnTo>
                  <a:lnTo>
                    <a:pt x="402768" y="556556"/>
                  </a:lnTo>
                  <a:close/>
                  <a:moveTo>
                    <a:pt x="394141" y="549654"/>
                  </a:moveTo>
                  <a:lnTo>
                    <a:pt x="396093" y="547702"/>
                  </a:lnTo>
                  <a:lnTo>
                    <a:pt x="394368" y="545977"/>
                  </a:lnTo>
                  <a:lnTo>
                    <a:pt x="392416" y="547929"/>
                  </a:lnTo>
                  <a:lnTo>
                    <a:pt x="394141" y="549654"/>
                  </a:lnTo>
                  <a:close/>
                  <a:moveTo>
                    <a:pt x="387240" y="544478"/>
                  </a:moveTo>
                  <a:lnTo>
                    <a:pt x="389192" y="542526"/>
                  </a:lnTo>
                  <a:lnTo>
                    <a:pt x="385741" y="539075"/>
                  </a:lnTo>
                  <a:lnTo>
                    <a:pt x="383789" y="541027"/>
                  </a:lnTo>
                  <a:lnTo>
                    <a:pt x="387240" y="544478"/>
                  </a:lnTo>
                  <a:close/>
                  <a:moveTo>
                    <a:pt x="362335" y="537980"/>
                  </a:moveTo>
                  <a:lnTo>
                    <a:pt x="363488" y="537980"/>
                  </a:lnTo>
                  <a:lnTo>
                    <a:pt x="372115" y="546607"/>
                  </a:lnTo>
                  <a:lnTo>
                    <a:pt x="373841" y="546607"/>
                  </a:lnTo>
                  <a:lnTo>
                    <a:pt x="380742" y="553509"/>
                  </a:lnTo>
                  <a:lnTo>
                    <a:pt x="382468" y="553509"/>
                  </a:lnTo>
                  <a:lnTo>
                    <a:pt x="389369" y="560411"/>
                  </a:lnTo>
                  <a:lnTo>
                    <a:pt x="391095" y="560411"/>
                  </a:lnTo>
                  <a:lnTo>
                    <a:pt x="397996" y="567312"/>
                  </a:lnTo>
                  <a:lnTo>
                    <a:pt x="399722" y="567312"/>
                  </a:lnTo>
                  <a:lnTo>
                    <a:pt x="406623" y="574214"/>
                  </a:lnTo>
                  <a:lnTo>
                    <a:pt x="408349" y="574214"/>
                  </a:lnTo>
                  <a:lnTo>
                    <a:pt x="415250" y="581116"/>
                  </a:lnTo>
                  <a:lnTo>
                    <a:pt x="416976" y="581116"/>
                  </a:lnTo>
                  <a:lnTo>
                    <a:pt x="425603" y="589743"/>
                  </a:lnTo>
                  <a:lnTo>
                    <a:pt x="427328" y="589743"/>
                  </a:lnTo>
                  <a:lnTo>
                    <a:pt x="434230" y="596644"/>
                  </a:lnTo>
                  <a:lnTo>
                    <a:pt x="435955" y="596644"/>
                  </a:lnTo>
                  <a:lnTo>
                    <a:pt x="442857" y="603546"/>
                  </a:lnTo>
                  <a:lnTo>
                    <a:pt x="444582" y="603546"/>
                  </a:lnTo>
                  <a:lnTo>
                    <a:pt x="451484" y="610447"/>
                  </a:lnTo>
                  <a:lnTo>
                    <a:pt x="453209" y="610447"/>
                  </a:lnTo>
                  <a:lnTo>
                    <a:pt x="460111" y="617349"/>
                  </a:lnTo>
                  <a:lnTo>
                    <a:pt x="461836" y="617349"/>
                  </a:lnTo>
                  <a:lnTo>
                    <a:pt x="468738" y="624251"/>
                  </a:lnTo>
                  <a:lnTo>
                    <a:pt x="470463" y="624251"/>
                  </a:lnTo>
                  <a:lnTo>
                    <a:pt x="477365" y="631152"/>
                  </a:lnTo>
                  <a:lnTo>
                    <a:pt x="479090" y="631152"/>
                  </a:lnTo>
                  <a:lnTo>
                    <a:pt x="482768" y="634830"/>
                  </a:lnTo>
                  <a:lnTo>
                    <a:pt x="482768" y="630344"/>
                  </a:lnTo>
                  <a:lnTo>
                    <a:pt x="484493" y="628618"/>
                  </a:lnTo>
                  <a:lnTo>
                    <a:pt x="484493" y="625749"/>
                  </a:lnTo>
                  <a:lnTo>
                    <a:pt x="478508" y="619765"/>
                  </a:lnTo>
                  <a:lnTo>
                    <a:pt x="476783" y="619765"/>
                  </a:lnTo>
                  <a:lnTo>
                    <a:pt x="471607" y="614588"/>
                  </a:lnTo>
                  <a:lnTo>
                    <a:pt x="469881" y="614588"/>
                  </a:lnTo>
                  <a:lnTo>
                    <a:pt x="464705" y="609412"/>
                  </a:lnTo>
                  <a:lnTo>
                    <a:pt x="462980" y="609412"/>
                  </a:lnTo>
                  <a:lnTo>
                    <a:pt x="456078" y="602511"/>
                  </a:lnTo>
                  <a:lnTo>
                    <a:pt x="454353" y="602511"/>
                  </a:lnTo>
                  <a:lnTo>
                    <a:pt x="449176" y="597334"/>
                  </a:lnTo>
                  <a:lnTo>
                    <a:pt x="447451" y="597334"/>
                  </a:lnTo>
                  <a:lnTo>
                    <a:pt x="440549" y="590433"/>
                  </a:lnTo>
                  <a:lnTo>
                    <a:pt x="438824" y="590433"/>
                  </a:lnTo>
                  <a:lnTo>
                    <a:pt x="433648" y="585257"/>
                  </a:lnTo>
                  <a:lnTo>
                    <a:pt x="431922" y="585257"/>
                  </a:lnTo>
                  <a:lnTo>
                    <a:pt x="426746" y="580080"/>
                  </a:lnTo>
                  <a:lnTo>
                    <a:pt x="425021" y="580080"/>
                  </a:lnTo>
                  <a:lnTo>
                    <a:pt x="418119" y="573179"/>
                  </a:lnTo>
                  <a:lnTo>
                    <a:pt x="416394" y="573179"/>
                  </a:lnTo>
                  <a:lnTo>
                    <a:pt x="411218" y="568002"/>
                  </a:lnTo>
                  <a:lnTo>
                    <a:pt x="409492" y="568002"/>
                  </a:lnTo>
                  <a:lnTo>
                    <a:pt x="402591" y="561101"/>
                  </a:lnTo>
                  <a:lnTo>
                    <a:pt x="400865" y="561101"/>
                  </a:lnTo>
                  <a:lnTo>
                    <a:pt x="395689" y="555925"/>
                  </a:lnTo>
                  <a:lnTo>
                    <a:pt x="393963" y="555925"/>
                  </a:lnTo>
                  <a:lnTo>
                    <a:pt x="388787" y="550748"/>
                  </a:lnTo>
                  <a:lnTo>
                    <a:pt x="387062" y="550748"/>
                  </a:lnTo>
                  <a:lnTo>
                    <a:pt x="380160" y="543847"/>
                  </a:lnTo>
                  <a:lnTo>
                    <a:pt x="378435" y="543847"/>
                  </a:lnTo>
                  <a:lnTo>
                    <a:pt x="373259" y="538671"/>
                  </a:lnTo>
                  <a:lnTo>
                    <a:pt x="371533" y="538671"/>
                  </a:lnTo>
                  <a:lnTo>
                    <a:pt x="368082" y="535220"/>
                  </a:lnTo>
                  <a:lnTo>
                    <a:pt x="362335" y="537980"/>
                  </a:lnTo>
                  <a:close/>
                  <a:moveTo>
                    <a:pt x="380338" y="539302"/>
                  </a:moveTo>
                  <a:lnTo>
                    <a:pt x="382290" y="537350"/>
                  </a:lnTo>
                  <a:lnTo>
                    <a:pt x="377114" y="532173"/>
                  </a:lnTo>
                  <a:lnTo>
                    <a:pt x="375162" y="534125"/>
                  </a:lnTo>
                  <a:lnTo>
                    <a:pt x="380338" y="539302"/>
                  </a:lnTo>
                  <a:close/>
                  <a:moveTo>
                    <a:pt x="343700" y="522797"/>
                  </a:moveTo>
                  <a:lnTo>
                    <a:pt x="346461" y="522797"/>
                  </a:lnTo>
                  <a:lnTo>
                    <a:pt x="346461" y="519346"/>
                  </a:lnTo>
                  <a:lnTo>
                    <a:pt x="343700" y="519346"/>
                  </a:lnTo>
                  <a:lnTo>
                    <a:pt x="343700" y="522797"/>
                  </a:lnTo>
                  <a:close/>
                  <a:moveTo>
                    <a:pt x="619074" y="507387"/>
                  </a:moveTo>
                  <a:lnTo>
                    <a:pt x="614588" y="511873"/>
                  </a:lnTo>
                  <a:lnTo>
                    <a:pt x="614588" y="514742"/>
                  </a:lnTo>
                  <a:lnTo>
                    <a:pt x="618039" y="518192"/>
                  </a:lnTo>
                  <a:lnTo>
                    <a:pt x="618039" y="519918"/>
                  </a:lnTo>
                  <a:lnTo>
                    <a:pt x="621490" y="523369"/>
                  </a:lnTo>
                  <a:lnTo>
                    <a:pt x="621490" y="525094"/>
                  </a:lnTo>
                  <a:lnTo>
                    <a:pt x="624941" y="528545"/>
                  </a:lnTo>
                  <a:lnTo>
                    <a:pt x="624941" y="530270"/>
                  </a:lnTo>
                  <a:lnTo>
                    <a:pt x="628392" y="533721"/>
                  </a:lnTo>
                  <a:lnTo>
                    <a:pt x="628392" y="535446"/>
                  </a:lnTo>
                  <a:lnTo>
                    <a:pt x="631842" y="538897"/>
                  </a:lnTo>
                  <a:lnTo>
                    <a:pt x="631842" y="540623"/>
                  </a:lnTo>
                  <a:lnTo>
                    <a:pt x="635293" y="544074"/>
                  </a:lnTo>
                  <a:lnTo>
                    <a:pt x="635293" y="545799"/>
                  </a:lnTo>
                  <a:lnTo>
                    <a:pt x="638744" y="549250"/>
                  </a:lnTo>
                  <a:lnTo>
                    <a:pt x="638744" y="550975"/>
                  </a:lnTo>
                  <a:lnTo>
                    <a:pt x="640469" y="552701"/>
                  </a:lnTo>
                  <a:lnTo>
                    <a:pt x="640469" y="554426"/>
                  </a:lnTo>
                  <a:lnTo>
                    <a:pt x="643920" y="557877"/>
                  </a:lnTo>
                  <a:lnTo>
                    <a:pt x="643920" y="559602"/>
                  </a:lnTo>
                  <a:lnTo>
                    <a:pt x="647371" y="563053"/>
                  </a:lnTo>
                  <a:lnTo>
                    <a:pt x="647371" y="564778"/>
                  </a:lnTo>
                  <a:lnTo>
                    <a:pt x="650822" y="568229"/>
                  </a:lnTo>
                  <a:lnTo>
                    <a:pt x="650822" y="569955"/>
                  </a:lnTo>
                  <a:lnTo>
                    <a:pt x="654273" y="573405"/>
                  </a:lnTo>
                  <a:lnTo>
                    <a:pt x="654273" y="575131"/>
                  </a:lnTo>
                  <a:lnTo>
                    <a:pt x="657723" y="578582"/>
                  </a:lnTo>
                  <a:lnTo>
                    <a:pt x="657723" y="580307"/>
                  </a:lnTo>
                  <a:lnTo>
                    <a:pt x="661174" y="583758"/>
                  </a:lnTo>
                  <a:lnTo>
                    <a:pt x="661174" y="585483"/>
                  </a:lnTo>
                  <a:lnTo>
                    <a:pt x="664625" y="588934"/>
                  </a:lnTo>
                  <a:lnTo>
                    <a:pt x="664625" y="590659"/>
                  </a:lnTo>
                  <a:lnTo>
                    <a:pt x="668076" y="594110"/>
                  </a:lnTo>
                  <a:lnTo>
                    <a:pt x="668076" y="595836"/>
                  </a:lnTo>
                  <a:lnTo>
                    <a:pt x="671527" y="599286"/>
                  </a:lnTo>
                  <a:lnTo>
                    <a:pt x="671527" y="601012"/>
                  </a:lnTo>
                  <a:lnTo>
                    <a:pt x="674977" y="604463"/>
                  </a:lnTo>
                  <a:lnTo>
                    <a:pt x="674977" y="606188"/>
                  </a:lnTo>
                  <a:lnTo>
                    <a:pt x="676703" y="607913"/>
                  </a:lnTo>
                  <a:lnTo>
                    <a:pt x="676703" y="609639"/>
                  </a:lnTo>
                  <a:lnTo>
                    <a:pt x="680154" y="613090"/>
                  </a:lnTo>
                  <a:lnTo>
                    <a:pt x="680154" y="614815"/>
                  </a:lnTo>
                  <a:lnTo>
                    <a:pt x="683604" y="618266"/>
                  </a:lnTo>
                  <a:lnTo>
                    <a:pt x="683604" y="619991"/>
                  </a:lnTo>
                  <a:lnTo>
                    <a:pt x="687055" y="623442"/>
                  </a:lnTo>
                  <a:lnTo>
                    <a:pt x="687055" y="625167"/>
                  </a:lnTo>
                  <a:lnTo>
                    <a:pt x="690506" y="628618"/>
                  </a:lnTo>
                  <a:lnTo>
                    <a:pt x="690506" y="630344"/>
                  </a:lnTo>
                  <a:lnTo>
                    <a:pt x="693957" y="633794"/>
                  </a:lnTo>
                  <a:lnTo>
                    <a:pt x="693957" y="635520"/>
                  </a:lnTo>
                  <a:lnTo>
                    <a:pt x="697408" y="638971"/>
                  </a:lnTo>
                  <a:lnTo>
                    <a:pt x="697408" y="640696"/>
                  </a:lnTo>
                  <a:lnTo>
                    <a:pt x="700858" y="644147"/>
                  </a:lnTo>
                  <a:lnTo>
                    <a:pt x="700858" y="645872"/>
                  </a:lnTo>
                  <a:lnTo>
                    <a:pt x="704309" y="649323"/>
                  </a:lnTo>
                  <a:lnTo>
                    <a:pt x="704309" y="651048"/>
                  </a:lnTo>
                  <a:lnTo>
                    <a:pt x="707760" y="654499"/>
                  </a:lnTo>
                  <a:lnTo>
                    <a:pt x="707760" y="656225"/>
                  </a:lnTo>
                  <a:lnTo>
                    <a:pt x="709485" y="657950"/>
                  </a:lnTo>
                  <a:lnTo>
                    <a:pt x="709485" y="659675"/>
                  </a:lnTo>
                  <a:lnTo>
                    <a:pt x="712936" y="663126"/>
                  </a:lnTo>
                  <a:lnTo>
                    <a:pt x="712936" y="664852"/>
                  </a:lnTo>
                  <a:lnTo>
                    <a:pt x="716387" y="668302"/>
                  </a:lnTo>
                  <a:lnTo>
                    <a:pt x="716387" y="670028"/>
                  </a:lnTo>
                  <a:lnTo>
                    <a:pt x="719838" y="673479"/>
                  </a:lnTo>
                  <a:lnTo>
                    <a:pt x="719838" y="675204"/>
                  </a:lnTo>
                  <a:lnTo>
                    <a:pt x="723289" y="678655"/>
                  </a:lnTo>
                  <a:lnTo>
                    <a:pt x="723289" y="680380"/>
                  </a:lnTo>
                  <a:lnTo>
                    <a:pt x="726739" y="683831"/>
                  </a:lnTo>
                  <a:lnTo>
                    <a:pt x="726739" y="685557"/>
                  </a:lnTo>
                  <a:lnTo>
                    <a:pt x="730190" y="689007"/>
                  </a:lnTo>
                  <a:lnTo>
                    <a:pt x="730190" y="690733"/>
                  </a:lnTo>
                  <a:lnTo>
                    <a:pt x="733641" y="694184"/>
                  </a:lnTo>
                  <a:lnTo>
                    <a:pt x="733641" y="695909"/>
                  </a:lnTo>
                  <a:lnTo>
                    <a:pt x="737092" y="699360"/>
                  </a:lnTo>
                  <a:lnTo>
                    <a:pt x="737092" y="701085"/>
                  </a:lnTo>
                  <a:lnTo>
                    <a:pt x="740543" y="704536"/>
                  </a:lnTo>
                  <a:lnTo>
                    <a:pt x="740543" y="706261"/>
                  </a:lnTo>
                  <a:lnTo>
                    <a:pt x="743994" y="709712"/>
                  </a:lnTo>
                  <a:lnTo>
                    <a:pt x="743994" y="711438"/>
                  </a:lnTo>
                  <a:lnTo>
                    <a:pt x="745719" y="713163"/>
                  </a:lnTo>
                  <a:lnTo>
                    <a:pt x="745719" y="714888"/>
                  </a:lnTo>
                  <a:lnTo>
                    <a:pt x="749170" y="718339"/>
                  </a:lnTo>
                  <a:lnTo>
                    <a:pt x="749170" y="720065"/>
                  </a:lnTo>
                  <a:lnTo>
                    <a:pt x="752621" y="723515"/>
                  </a:lnTo>
                  <a:lnTo>
                    <a:pt x="752621" y="725241"/>
                  </a:lnTo>
                  <a:lnTo>
                    <a:pt x="756071" y="728692"/>
                  </a:lnTo>
                  <a:lnTo>
                    <a:pt x="756071" y="730417"/>
                  </a:lnTo>
                  <a:lnTo>
                    <a:pt x="759522" y="733868"/>
                  </a:lnTo>
                  <a:lnTo>
                    <a:pt x="759522" y="735593"/>
                  </a:lnTo>
                  <a:lnTo>
                    <a:pt x="762973" y="739044"/>
                  </a:lnTo>
                  <a:lnTo>
                    <a:pt x="762973" y="740769"/>
                  </a:lnTo>
                  <a:lnTo>
                    <a:pt x="766424" y="744220"/>
                  </a:lnTo>
                  <a:lnTo>
                    <a:pt x="766424" y="745946"/>
                  </a:lnTo>
                  <a:lnTo>
                    <a:pt x="769875" y="749396"/>
                  </a:lnTo>
                  <a:lnTo>
                    <a:pt x="769875" y="751122"/>
                  </a:lnTo>
                  <a:lnTo>
                    <a:pt x="773325" y="754573"/>
                  </a:lnTo>
                  <a:lnTo>
                    <a:pt x="773325" y="756298"/>
                  </a:lnTo>
                  <a:lnTo>
                    <a:pt x="776776" y="759749"/>
                  </a:lnTo>
                  <a:lnTo>
                    <a:pt x="776776" y="761474"/>
                  </a:lnTo>
                  <a:lnTo>
                    <a:pt x="780227" y="764925"/>
                  </a:lnTo>
                  <a:lnTo>
                    <a:pt x="780227" y="766650"/>
                  </a:lnTo>
                  <a:lnTo>
                    <a:pt x="781952" y="768376"/>
                  </a:lnTo>
                  <a:lnTo>
                    <a:pt x="781952" y="770101"/>
                  </a:lnTo>
                  <a:lnTo>
                    <a:pt x="785403" y="773552"/>
                  </a:lnTo>
                  <a:lnTo>
                    <a:pt x="785403" y="775277"/>
                  </a:lnTo>
                  <a:lnTo>
                    <a:pt x="788854" y="778728"/>
                  </a:lnTo>
                  <a:lnTo>
                    <a:pt x="788854" y="780454"/>
                  </a:lnTo>
                  <a:lnTo>
                    <a:pt x="792305" y="783904"/>
                  </a:lnTo>
                  <a:lnTo>
                    <a:pt x="792305" y="785630"/>
                  </a:lnTo>
                  <a:lnTo>
                    <a:pt x="795756" y="789081"/>
                  </a:lnTo>
                  <a:lnTo>
                    <a:pt x="795756" y="790806"/>
                  </a:lnTo>
                  <a:lnTo>
                    <a:pt x="799206" y="794257"/>
                  </a:lnTo>
                  <a:lnTo>
                    <a:pt x="799206" y="795982"/>
                  </a:lnTo>
                  <a:lnTo>
                    <a:pt x="802657" y="799433"/>
                  </a:lnTo>
                  <a:lnTo>
                    <a:pt x="802657" y="801158"/>
                  </a:lnTo>
                  <a:lnTo>
                    <a:pt x="806108" y="804609"/>
                  </a:lnTo>
                  <a:lnTo>
                    <a:pt x="806108" y="806335"/>
                  </a:lnTo>
                  <a:lnTo>
                    <a:pt x="809559" y="809785"/>
                  </a:lnTo>
                  <a:lnTo>
                    <a:pt x="809559" y="811511"/>
                  </a:lnTo>
                  <a:lnTo>
                    <a:pt x="813010" y="814962"/>
                  </a:lnTo>
                  <a:lnTo>
                    <a:pt x="813010" y="816687"/>
                  </a:lnTo>
                  <a:lnTo>
                    <a:pt x="816460" y="820138"/>
                  </a:lnTo>
                  <a:lnTo>
                    <a:pt x="816460" y="821863"/>
                  </a:lnTo>
                  <a:lnTo>
                    <a:pt x="818186" y="823589"/>
                  </a:lnTo>
                  <a:lnTo>
                    <a:pt x="818186" y="825314"/>
                  </a:lnTo>
                  <a:lnTo>
                    <a:pt x="821637" y="828765"/>
                  </a:lnTo>
                  <a:lnTo>
                    <a:pt x="821637" y="830490"/>
                  </a:lnTo>
                  <a:lnTo>
                    <a:pt x="825087" y="833941"/>
                  </a:lnTo>
                  <a:lnTo>
                    <a:pt x="825087" y="835667"/>
                  </a:lnTo>
                  <a:lnTo>
                    <a:pt x="828538" y="839117"/>
                  </a:lnTo>
                  <a:lnTo>
                    <a:pt x="828538" y="840843"/>
                  </a:lnTo>
                  <a:lnTo>
                    <a:pt x="831989" y="844294"/>
                  </a:lnTo>
                  <a:lnTo>
                    <a:pt x="831989" y="846019"/>
                  </a:lnTo>
                  <a:lnTo>
                    <a:pt x="835440" y="849470"/>
                  </a:lnTo>
                  <a:lnTo>
                    <a:pt x="835440" y="851195"/>
                  </a:lnTo>
                  <a:lnTo>
                    <a:pt x="838891" y="854646"/>
                  </a:lnTo>
                  <a:lnTo>
                    <a:pt x="838891" y="856371"/>
                  </a:lnTo>
                  <a:lnTo>
                    <a:pt x="842341" y="859822"/>
                  </a:lnTo>
                  <a:lnTo>
                    <a:pt x="842341" y="861548"/>
                  </a:lnTo>
                  <a:lnTo>
                    <a:pt x="845792" y="864998"/>
                  </a:lnTo>
                  <a:lnTo>
                    <a:pt x="845792" y="866724"/>
                  </a:lnTo>
                  <a:lnTo>
                    <a:pt x="849243" y="870175"/>
                  </a:lnTo>
                  <a:lnTo>
                    <a:pt x="849243" y="871900"/>
                  </a:lnTo>
                  <a:lnTo>
                    <a:pt x="850968" y="873625"/>
                  </a:lnTo>
                  <a:lnTo>
                    <a:pt x="850968" y="875351"/>
                  </a:lnTo>
                  <a:lnTo>
                    <a:pt x="854419" y="878802"/>
                  </a:lnTo>
                  <a:lnTo>
                    <a:pt x="854419" y="880527"/>
                  </a:lnTo>
                  <a:lnTo>
                    <a:pt x="857870" y="883978"/>
                  </a:lnTo>
                  <a:lnTo>
                    <a:pt x="857870" y="885703"/>
                  </a:lnTo>
                  <a:lnTo>
                    <a:pt x="861321" y="889154"/>
                  </a:lnTo>
                  <a:lnTo>
                    <a:pt x="861321" y="890879"/>
                  </a:lnTo>
                  <a:lnTo>
                    <a:pt x="864772" y="894330"/>
                  </a:lnTo>
                  <a:lnTo>
                    <a:pt x="864772" y="896056"/>
                  </a:lnTo>
                  <a:lnTo>
                    <a:pt x="868222" y="899506"/>
                  </a:lnTo>
                  <a:lnTo>
                    <a:pt x="868222" y="901232"/>
                  </a:lnTo>
                  <a:lnTo>
                    <a:pt x="871673" y="904683"/>
                  </a:lnTo>
                  <a:lnTo>
                    <a:pt x="871673" y="906408"/>
                  </a:lnTo>
                  <a:lnTo>
                    <a:pt x="875124" y="909859"/>
                  </a:lnTo>
                  <a:lnTo>
                    <a:pt x="875124" y="911584"/>
                  </a:lnTo>
                  <a:lnTo>
                    <a:pt x="878575" y="915035"/>
                  </a:lnTo>
                  <a:lnTo>
                    <a:pt x="878575" y="916760"/>
                  </a:lnTo>
                  <a:lnTo>
                    <a:pt x="883061" y="921246"/>
                  </a:lnTo>
                  <a:lnTo>
                    <a:pt x="883061" y="915617"/>
                  </a:lnTo>
                  <a:lnTo>
                    <a:pt x="881336" y="913892"/>
                  </a:lnTo>
                  <a:lnTo>
                    <a:pt x="881336" y="910441"/>
                  </a:lnTo>
                  <a:lnTo>
                    <a:pt x="879610" y="908715"/>
                  </a:lnTo>
                  <a:lnTo>
                    <a:pt x="879610" y="906990"/>
                  </a:lnTo>
                  <a:lnTo>
                    <a:pt x="876159" y="903539"/>
                  </a:lnTo>
                  <a:lnTo>
                    <a:pt x="876159" y="901814"/>
                  </a:lnTo>
                  <a:lnTo>
                    <a:pt x="872709" y="898363"/>
                  </a:lnTo>
                  <a:lnTo>
                    <a:pt x="872709" y="896638"/>
                  </a:lnTo>
                  <a:lnTo>
                    <a:pt x="869258" y="893187"/>
                  </a:lnTo>
                  <a:lnTo>
                    <a:pt x="869258" y="891461"/>
                  </a:lnTo>
                  <a:lnTo>
                    <a:pt x="865807" y="888010"/>
                  </a:lnTo>
                  <a:lnTo>
                    <a:pt x="865807" y="886285"/>
                  </a:lnTo>
                  <a:lnTo>
                    <a:pt x="862356" y="882834"/>
                  </a:lnTo>
                  <a:lnTo>
                    <a:pt x="862356" y="881109"/>
                  </a:lnTo>
                  <a:lnTo>
                    <a:pt x="858905" y="877658"/>
                  </a:lnTo>
                  <a:lnTo>
                    <a:pt x="858905" y="875933"/>
                  </a:lnTo>
                  <a:lnTo>
                    <a:pt x="857180" y="874207"/>
                  </a:lnTo>
                  <a:lnTo>
                    <a:pt x="857180" y="872482"/>
                  </a:lnTo>
                  <a:lnTo>
                    <a:pt x="853729" y="869031"/>
                  </a:lnTo>
                  <a:lnTo>
                    <a:pt x="853729" y="867306"/>
                  </a:lnTo>
                  <a:lnTo>
                    <a:pt x="850278" y="863855"/>
                  </a:lnTo>
                  <a:lnTo>
                    <a:pt x="850278" y="862129"/>
                  </a:lnTo>
                  <a:lnTo>
                    <a:pt x="846828" y="858679"/>
                  </a:lnTo>
                  <a:lnTo>
                    <a:pt x="846828" y="856953"/>
                  </a:lnTo>
                  <a:lnTo>
                    <a:pt x="843377" y="853502"/>
                  </a:lnTo>
                  <a:lnTo>
                    <a:pt x="843377" y="851777"/>
                  </a:lnTo>
                  <a:lnTo>
                    <a:pt x="839926" y="848326"/>
                  </a:lnTo>
                  <a:lnTo>
                    <a:pt x="839926" y="846601"/>
                  </a:lnTo>
                  <a:lnTo>
                    <a:pt x="836475" y="843150"/>
                  </a:lnTo>
                  <a:lnTo>
                    <a:pt x="836475" y="841425"/>
                  </a:lnTo>
                  <a:lnTo>
                    <a:pt x="833024" y="837974"/>
                  </a:lnTo>
                  <a:lnTo>
                    <a:pt x="833024" y="836248"/>
                  </a:lnTo>
                  <a:lnTo>
                    <a:pt x="829573" y="832798"/>
                  </a:lnTo>
                  <a:lnTo>
                    <a:pt x="829573" y="831072"/>
                  </a:lnTo>
                  <a:lnTo>
                    <a:pt x="826123" y="827621"/>
                  </a:lnTo>
                  <a:lnTo>
                    <a:pt x="826123" y="825896"/>
                  </a:lnTo>
                  <a:lnTo>
                    <a:pt x="822672" y="822445"/>
                  </a:lnTo>
                  <a:lnTo>
                    <a:pt x="822672" y="820720"/>
                  </a:lnTo>
                  <a:lnTo>
                    <a:pt x="820946" y="818994"/>
                  </a:lnTo>
                  <a:lnTo>
                    <a:pt x="820946" y="817269"/>
                  </a:lnTo>
                  <a:lnTo>
                    <a:pt x="817496" y="813818"/>
                  </a:lnTo>
                  <a:lnTo>
                    <a:pt x="817496" y="812093"/>
                  </a:lnTo>
                  <a:lnTo>
                    <a:pt x="814045" y="808642"/>
                  </a:lnTo>
                  <a:lnTo>
                    <a:pt x="814045" y="806917"/>
                  </a:lnTo>
                  <a:lnTo>
                    <a:pt x="810594" y="803466"/>
                  </a:lnTo>
                  <a:lnTo>
                    <a:pt x="810594" y="801740"/>
                  </a:lnTo>
                  <a:lnTo>
                    <a:pt x="807143" y="798290"/>
                  </a:lnTo>
                  <a:lnTo>
                    <a:pt x="807143" y="796564"/>
                  </a:lnTo>
                  <a:lnTo>
                    <a:pt x="803692" y="793113"/>
                  </a:lnTo>
                  <a:lnTo>
                    <a:pt x="803692" y="791388"/>
                  </a:lnTo>
                  <a:lnTo>
                    <a:pt x="800242" y="787937"/>
                  </a:lnTo>
                  <a:lnTo>
                    <a:pt x="800242" y="786212"/>
                  </a:lnTo>
                  <a:lnTo>
                    <a:pt x="796791" y="782761"/>
                  </a:lnTo>
                  <a:lnTo>
                    <a:pt x="796791" y="781036"/>
                  </a:lnTo>
                  <a:lnTo>
                    <a:pt x="793340" y="777585"/>
                  </a:lnTo>
                  <a:lnTo>
                    <a:pt x="793340" y="775859"/>
                  </a:lnTo>
                  <a:lnTo>
                    <a:pt x="789889" y="772409"/>
                  </a:lnTo>
                  <a:lnTo>
                    <a:pt x="789889" y="770683"/>
                  </a:lnTo>
                  <a:lnTo>
                    <a:pt x="786438" y="767232"/>
                  </a:lnTo>
                  <a:lnTo>
                    <a:pt x="786438" y="765507"/>
                  </a:lnTo>
                  <a:lnTo>
                    <a:pt x="784713" y="763782"/>
                  </a:lnTo>
                  <a:lnTo>
                    <a:pt x="784713" y="762056"/>
                  </a:lnTo>
                  <a:lnTo>
                    <a:pt x="781262" y="758605"/>
                  </a:lnTo>
                  <a:lnTo>
                    <a:pt x="781262" y="756880"/>
                  </a:lnTo>
                  <a:lnTo>
                    <a:pt x="777811" y="753429"/>
                  </a:lnTo>
                  <a:lnTo>
                    <a:pt x="777811" y="751704"/>
                  </a:lnTo>
                  <a:lnTo>
                    <a:pt x="774361" y="748253"/>
                  </a:lnTo>
                  <a:lnTo>
                    <a:pt x="774361" y="746527"/>
                  </a:lnTo>
                  <a:lnTo>
                    <a:pt x="770910" y="743077"/>
                  </a:lnTo>
                  <a:lnTo>
                    <a:pt x="770910" y="741351"/>
                  </a:lnTo>
                  <a:lnTo>
                    <a:pt x="767459" y="737900"/>
                  </a:lnTo>
                  <a:lnTo>
                    <a:pt x="767459" y="736175"/>
                  </a:lnTo>
                  <a:lnTo>
                    <a:pt x="764008" y="732724"/>
                  </a:lnTo>
                  <a:lnTo>
                    <a:pt x="764008" y="730999"/>
                  </a:lnTo>
                  <a:lnTo>
                    <a:pt x="760557" y="727548"/>
                  </a:lnTo>
                  <a:lnTo>
                    <a:pt x="760557" y="725823"/>
                  </a:lnTo>
                  <a:lnTo>
                    <a:pt x="757107" y="722372"/>
                  </a:lnTo>
                  <a:lnTo>
                    <a:pt x="757107" y="720646"/>
                  </a:lnTo>
                  <a:lnTo>
                    <a:pt x="753656" y="717196"/>
                  </a:lnTo>
                  <a:lnTo>
                    <a:pt x="753656" y="715470"/>
                  </a:lnTo>
                  <a:lnTo>
                    <a:pt x="751930" y="713745"/>
                  </a:lnTo>
                  <a:lnTo>
                    <a:pt x="751930" y="712019"/>
                  </a:lnTo>
                  <a:lnTo>
                    <a:pt x="748480" y="708569"/>
                  </a:lnTo>
                  <a:lnTo>
                    <a:pt x="748480" y="706843"/>
                  </a:lnTo>
                  <a:lnTo>
                    <a:pt x="745029" y="703392"/>
                  </a:lnTo>
                  <a:lnTo>
                    <a:pt x="745029" y="701667"/>
                  </a:lnTo>
                  <a:lnTo>
                    <a:pt x="741578" y="698216"/>
                  </a:lnTo>
                  <a:lnTo>
                    <a:pt x="741578" y="696491"/>
                  </a:lnTo>
                  <a:lnTo>
                    <a:pt x="738127" y="693040"/>
                  </a:lnTo>
                  <a:lnTo>
                    <a:pt x="738127" y="691315"/>
                  </a:lnTo>
                  <a:lnTo>
                    <a:pt x="734676" y="687864"/>
                  </a:lnTo>
                  <a:lnTo>
                    <a:pt x="734676" y="686138"/>
                  </a:lnTo>
                  <a:lnTo>
                    <a:pt x="731226" y="682688"/>
                  </a:lnTo>
                  <a:lnTo>
                    <a:pt x="731226" y="680962"/>
                  </a:lnTo>
                  <a:lnTo>
                    <a:pt x="727775" y="677511"/>
                  </a:lnTo>
                  <a:lnTo>
                    <a:pt x="727775" y="675786"/>
                  </a:lnTo>
                  <a:lnTo>
                    <a:pt x="724324" y="672335"/>
                  </a:lnTo>
                  <a:lnTo>
                    <a:pt x="724324" y="670610"/>
                  </a:lnTo>
                  <a:lnTo>
                    <a:pt x="720873" y="667159"/>
                  </a:lnTo>
                  <a:lnTo>
                    <a:pt x="720873" y="665434"/>
                  </a:lnTo>
                  <a:lnTo>
                    <a:pt x="717422" y="661983"/>
                  </a:lnTo>
                  <a:lnTo>
                    <a:pt x="717422" y="660257"/>
                  </a:lnTo>
                  <a:lnTo>
                    <a:pt x="715697" y="658532"/>
                  </a:lnTo>
                  <a:lnTo>
                    <a:pt x="715697" y="656807"/>
                  </a:lnTo>
                  <a:lnTo>
                    <a:pt x="712246" y="653356"/>
                  </a:lnTo>
                  <a:lnTo>
                    <a:pt x="712246" y="651630"/>
                  </a:lnTo>
                  <a:lnTo>
                    <a:pt x="708795" y="648180"/>
                  </a:lnTo>
                  <a:lnTo>
                    <a:pt x="708795" y="646454"/>
                  </a:lnTo>
                  <a:lnTo>
                    <a:pt x="705345" y="643003"/>
                  </a:lnTo>
                  <a:lnTo>
                    <a:pt x="705345" y="641278"/>
                  </a:lnTo>
                  <a:lnTo>
                    <a:pt x="701894" y="637827"/>
                  </a:lnTo>
                  <a:lnTo>
                    <a:pt x="701894" y="636102"/>
                  </a:lnTo>
                  <a:lnTo>
                    <a:pt x="698443" y="632651"/>
                  </a:lnTo>
                  <a:lnTo>
                    <a:pt x="698443" y="630926"/>
                  </a:lnTo>
                  <a:lnTo>
                    <a:pt x="694992" y="627475"/>
                  </a:lnTo>
                  <a:lnTo>
                    <a:pt x="694992" y="625749"/>
                  </a:lnTo>
                  <a:lnTo>
                    <a:pt x="691541" y="622299"/>
                  </a:lnTo>
                  <a:lnTo>
                    <a:pt x="691541" y="620573"/>
                  </a:lnTo>
                  <a:lnTo>
                    <a:pt x="688090" y="617122"/>
                  </a:lnTo>
                  <a:lnTo>
                    <a:pt x="688090" y="615397"/>
                  </a:lnTo>
                  <a:lnTo>
                    <a:pt x="684640" y="611946"/>
                  </a:lnTo>
                  <a:lnTo>
                    <a:pt x="684640" y="610221"/>
                  </a:lnTo>
                  <a:lnTo>
                    <a:pt x="681189" y="606770"/>
                  </a:lnTo>
                  <a:lnTo>
                    <a:pt x="681189" y="605045"/>
                  </a:lnTo>
                  <a:lnTo>
                    <a:pt x="679463" y="603319"/>
                  </a:lnTo>
                  <a:lnTo>
                    <a:pt x="679463" y="601594"/>
                  </a:lnTo>
                  <a:lnTo>
                    <a:pt x="676013" y="598143"/>
                  </a:lnTo>
                  <a:lnTo>
                    <a:pt x="676013" y="596417"/>
                  </a:lnTo>
                  <a:lnTo>
                    <a:pt x="672562" y="592967"/>
                  </a:lnTo>
                  <a:lnTo>
                    <a:pt x="672562" y="591241"/>
                  </a:lnTo>
                  <a:lnTo>
                    <a:pt x="669111" y="587790"/>
                  </a:lnTo>
                  <a:lnTo>
                    <a:pt x="669111" y="586065"/>
                  </a:lnTo>
                  <a:lnTo>
                    <a:pt x="665660" y="582614"/>
                  </a:lnTo>
                  <a:lnTo>
                    <a:pt x="665660" y="580889"/>
                  </a:lnTo>
                  <a:lnTo>
                    <a:pt x="662209" y="577438"/>
                  </a:lnTo>
                  <a:lnTo>
                    <a:pt x="662209" y="575713"/>
                  </a:lnTo>
                  <a:lnTo>
                    <a:pt x="658759" y="572262"/>
                  </a:lnTo>
                  <a:lnTo>
                    <a:pt x="658759" y="570536"/>
                  </a:lnTo>
                  <a:lnTo>
                    <a:pt x="655308" y="567086"/>
                  </a:lnTo>
                  <a:lnTo>
                    <a:pt x="655308" y="565360"/>
                  </a:lnTo>
                  <a:lnTo>
                    <a:pt x="651857" y="561909"/>
                  </a:lnTo>
                  <a:lnTo>
                    <a:pt x="651857" y="560184"/>
                  </a:lnTo>
                  <a:lnTo>
                    <a:pt x="648406" y="556733"/>
                  </a:lnTo>
                  <a:lnTo>
                    <a:pt x="648406" y="555008"/>
                  </a:lnTo>
                  <a:lnTo>
                    <a:pt x="646681" y="553282"/>
                  </a:lnTo>
                  <a:lnTo>
                    <a:pt x="646681" y="551557"/>
                  </a:lnTo>
                  <a:lnTo>
                    <a:pt x="643230" y="548106"/>
                  </a:lnTo>
                  <a:lnTo>
                    <a:pt x="643230" y="546381"/>
                  </a:lnTo>
                  <a:lnTo>
                    <a:pt x="639779" y="542930"/>
                  </a:lnTo>
                  <a:lnTo>
                    <a:pt x="639779" y="541205"/>
                  </a:lnTo>
                  <a:lnTo>
                    <a:pt x="636328" y="537754"/>
                  </a:lnTo>
                  <a:lnTo>
                    <a:pt x="636328" y="536028"/>
                  </a:lnTo>
                  <a:lnTo>
                    <a:pt x="632878" y="532578"/>
                  </a:lnTo>
                  <a:lnTo>
                    <a:pt x="632878" y="530852"/>
                  </a:lnTo>
                  <a:lnTo>
                    <a:pt x="629427" y="527401"/>
                  </a:lnTo>
                  <a:lnTo>
                    <a:pt x="629427" y="525676"/>
                  </a:lnTo>
                  <a:lnTo>
                    <a:pt x="625976" y="522225"/>
                  </a:lnTo>
                  <a:lnTo>
                    <a:pt x="625976" y="520500"/>
                  </a:lnTo>
                  <a:lnTo>
                    <a:pt x="622525" y="517049"/>
                  </a:lnTo>
                  <a:lnTo>
                    <a:pt x="622525" y="515324"/>
                  </a:lnTo>
                  <a:lnTo>
                    <a:pt x="619074" y="511873"/>
                  </a:lnTo>
                  <a:lnTo>
                    <a:pt x="619074" y="507387"/>
                  </a:lnTo>
                  <a:close/>
                  <a:moveTo>
                    <a:pt x="605616" y="501865"/>
                  </a:moveTo>
                  <a:lnTo>
                    <a:pt x="600785" y="506697"/>
                  </a:lnTo>
                  <a:lnTo>
                    <a:pt x="600785" y="508422"/>
                  </a:lnTo>
                  <a:lnTo>
                    <a:pt x="583531" y="525676"/>
                  </a:lnTo>
                  <a:lnTo>
                    <a:pt x="583531" y="527401"/>
                  </a:lnTo>
                  <a:lnTo>
                    <a:pt x="566277" y="544655"/>
                  </a:lnTo>
                  <a:lnTo>
                    <a:pt x="566277" y="546381"/>
                  </a:lnTo>
                  <a:lnTo>
                    <a:pt x="549023" y="563635"/>
                  </a:lnTo>
                  <a:lnTo>
                    <a:pt x="549023" y="565360"/>
                  </a:lnTo>
                  <a:lnTo>
                    <a:pt x="530044" y="584340"/>
                  </a:lnTo>
                  <a:lnTo>
                    <a:pt x="530044" y="586065"/>
                  </a:lnTo>
                  <a:lnTo>
                    <a:pt x="512790" y="603319"/>
                  </a:lnTo>
                  <a:lnTo>
                    <a:pt x="512790" y="605045"/>
                  </a:lnTo>
                  <a:lnTo>
                    <a:pt x="500712" y="617122"/>
                  </a:lnTo>
                  <a:lnTo>
                    <a:pt x="500712" y="626893"/>
                  </a:lnTo>
                  <a:lnTo>
                    <a:pt x="505543" y="631724"/>
                  </a:lnTo>
                  <a:lnTo>
                    <a:pt x="517276" y="619991"/>
                  </a:lnTo>
                  <a:lnTo>
                    <a:pt x="517276" y="618266"/>
                  </a:lnTo>
                  <a:lnTo>
                    <a:pt x="534530" y="601012"/>
                  </a:lnTo>
                  <a:lnTo>
                    <a:pt x="534530" y="599286"/>
                  </a:lnTo>
                  <a:lnTo>
                    <a:pt x="551784" y="582032"/>
                  </a:lnTo>
                  <a:lnTo>
                    <a:pt x="551784" y="580307"/>
                  </a:lnTo>
                  <a:lnTo>
                    <a:pt x="569038" y="563053"/>
                  </a:lnTo>
                  <a:lnTo>
                    <a:pt x="569038" y="561328"/>
                  </a:lnTo>
                  <a:lnTo>
                    <a:pt x="586292" y="544074"/>
                  </a:lnTo>
                  <a:lnTo>
                    <a:pt x="586292" y="542348"/>
                  </a:lnTo>
                  <a:lnTo>
                    <a:pt x="605271" y="523369"/>
                  </a:lnTo>
                  <a:lnTo>
                    <a:pt x="605271" y="521643"/>
                  </a:lnTo>
                  <a:lnTo>
                    <a:pt x="614470" y="512445"/>
                  </a:lnTo>
                  <a:lnTo>
                    <a:pt x="610447" y="508422"/>
                  </a:lnTo>
                  <a:lnTo>
                    <a:pt x="610447" y="506697"/>
                  </a:lnTo>
                  <a:lnTo>
                    <a:pt x="605616" y="501865"/>
                  </a:lnTo>
                  <a:close/>
                  <a:moveTo>
                    <a:pt x="317592" y="500712"/>
                  </a:moveTo>
                  <a:lnTo>
                    <a:pt x="323804" y="506923"/>
                  </a:lnTo>
                  <a:lnTo>
                    <a:pt x="331159" y="506923"/>
                  </a:lnTo>
                  <a:lnTo>
                    <a:pt x="326673" y="502437"/>
                  </a:lnTo>
                  <a:lnTo>
                    <a:pt x="324947" y="502437"/>
                  </a:lnTo>
                  <a:lnTo>
                    <a:pt x="323222" y="500712"/>
                  </a:lnTo>
                  <a:lnTo>
                    <a:pt x="317592" y="500712"/>
                  </a:lnTo>
                  <a:close/>
                  <a:moveTo>
                    <a:pt x="481732" y="473105"/>
                  </a:moveTo>
                  <a:lnTo>
                    <a:pt x="481732" y="516467"/>
                  </a:lnTo>
                  <a:lnTo>
                    <a:pt x="483458" y="518192"/>
                  </a:lnTo>
                  <a:lnTo>
                    <a:pt x="483458" y="561328"/>
                  </a:lnTo>
                  <a:lnTo>
                    <a:pt x="485183" y="563053"/>
                  </a:lnTo>
                  <a:lnTo>
                    <a:pt x="485183" y="607913"/>
                  </a:lnTo>
                  <a:lnTo>
                    <a:pt x="486909" y="609639"/>
                  </a:lnTo>
                  <a:lnTo>
                    <a:pt x="486909" y="619991"/>
                  </a:lnTo>
                  <a:lnTo>
                    <a:pt x="491168" y="624251"/>
                  </a:lnTo>
                  <a:lnTo>
                    <a:pt x="494037" y="624251"/>
                  </a:lnTo>
                  <a:lnTo>
                    <a:pt x="500022" y="618266"/>
                  </a:lnTo>
                  <a:lnTo>
                    <a:pt x="500022" y="608495"/>
                  </a:lnTo>
                  <a:lnTo>
                    <a:pt x="498296" y="606770"/>
                  </a:lnTo>
                  <a:lnTo>
                    <a:pt x="498296" y="561909"/>
                  </a:lnTo>
                  <a:lnTo>
                    <a:pt x="496571" y="560184"/>
                  </a:lnTo>
                  <a:lnTo>
                    <a:pt x="496571" y="515324"/>
                  </a:lnTo>
                  <a:lnTo>
                    <a:pt x="494845" y="513598"/>
                  </a:lnTo>
                  <a:lnTo>
                    <a:pt x="494845" y="473105"/>
                  </a:lnTo>
                  <a:lnTo>
                    <a:pt x="481732" y="473105"/>
                  </a:lnTo>
                  <a:close/>
                  <a:moveTo>
                    <a:pt x="472189" y="461028"/>
                  </a:moveTo>
                  <a:lnTo>
                    <a:pt x="470463" y="462753"/>
                  </a:lnTo>
                  <a:lnTo>
                    <a:pt x="460111" y="462753"/>
                  </a:lnTo>
                  <a:lnTo>
                    <a:pt x="458385" y="464478"/>
                  </a:lnTo>
                  <a:lnTo>
                    <a:pt x="446307" y="464478"/>
                  </a:lnTo>
                  <a:lnTo>
                    <a:pt x="444582" y="466204"/>
                  </a:lnTo>
                  <a:lnTo>
                    <a:pt x="434230" y="466204"/>
                  </a:lnTo>
                  <a:lnTo>
                    <a:pt x="432504" y="467929"/>
                  </a:lnTo>
                  <a:lnTo>
                    <a:pt x="422152" y="467929"/>
                  </a:lnTo>
                  <a:lnTo>
                    <a:pt x="420426" y="469655"/>
                  </a:lnTo>
                  <a:lnTo>
                    <a:pt x="410074" y="469655"/>
                  </a:lnTo>
                  <a:lnTo>
                    <a:pt x="408349" y="471380"/>
                  </a:lnTo>
                  <a:lnTo>
                    <a:pt x="396271" y="471380"/>
                  </a:lnTo>
                  <a:lnTo>
                    <a:pt x="394545" y="473105"/>
                  </a:lnTo>
                  <a:lnTo>
                    <a:pt x="384193" y="473105"/>
                  </a:lnTo>
                  <a:lnTo>
                    <a:pt x="382468" y="474831"/>
                  </a:lnTo>
                  <a:lnTo>
                    <a:pt x="372115" y="474831"/>
                  </a:lnTo>
                  <a:lnTo>
                    <a:pt x="370390" y="476556"/>
                  </a:lnTo>
                  <a:lnTo>
                    <a:pt x="358312" y="476556"/>
                  </a:lnTo>
                  <a:lnTo>
                    <a:pt x="356587" y="478282"/>
                  </a:lnTo>
                  <a:lnTo>
                    <a:pt x="346234" y="478282"/>
                  </a:lnTo>
                  <a:lnTo>
                    <a:pt x="344509" y="480007"/>
                  </a:lnTo>
                  <a:lnTo>
                    <a:pt x="334156" y="480007"/>
                  </a:lnTo>
                  <a:lnTo>
                    <a:pt x="332431" y="481732"/>
                  </a:lnTo>
                  <a:lnTo>
                    <a:pt x="330706" y="481732"/>
                  </a:lnTo>
                  <a:lnTo>
                    <a:pt x="324721" y="487717"/>
                  </a:lnTo>
                  <a:lnTo>
                    <a:pt x="324721" y="490586"/>
                  </a:lnTo>
                  <a:lnTo>
                    <a:pt x="328172" y="494037"/>
                  </a:lnTo>
                  <a:lnTo>
                    <a:pt x="328172" y="494619"/>
                  </a:lnTo>
                  <a:lnTo>
                    <a:pt x="324494" y="498296"/>
                  </a:lnTo>
                  <a:lnTo>
                    <a:pt x="328980" y="498296"/>
                  </a:lnTo>
                  <a:lnTo>
                    <a:pt x="334156" y="503472"/>
                  </a:lnTo>
                  <a:lnTo>
                    <a:pt x="339786" y="503472"/>
                  </a:lnTo>
                  <a:lnTo>
                    <a:pt x="331504" y="495190"/>
                  </a:lnTo>
                  <a:lnTo>
                    <a:pt x="331849" y="494845"/>
                  </a:lnTo>
                  <a:lnTo>
                    <a:pt x="333574" y="494845"/>
                  </a:lnTo>
                  <a:lnTo>
                    <a:pt x="335300" y="493120"/>
                  </a:lnTo>
                  <a:lnTo>
                    <a:pt x="345652" y="493120"/>
                  </a:lnTo>
                  <a:lnTo>
                    <a:pt x="347378" y="491395"/>
                  </a:lnTo>
                  <a:lnTo>
                    <a:pt x="359455" y="491395"/>
                  </a:lnTo>
                  <a:lnTo>
                    <a:pt x="361181" y="489669"/>
                  </a:lnTo>
                  <a:lnTo>
                    <a:pt x="371533" y="489669"/>
                  </a:lnTo>
                  <a:lnTo>
                    <a:pt x="373259" y="487944"/>
                  </a:lnTo>
                  <a:lnTo>
                    <a:pt x="383611" y="487944"/>
                  </a:lnTo>
                  <a:lnTo>
                    <a:pt x="385336" y="486218"/>
                  </a:lnTo>
                  <a:lnTo>
                    <a:pt x="397414" y="486218"/>
                  </a:lnTo>
                  <a:lnTo>
                    <a:pt x="399140" y="484493"/>
                  </a:lnTo>
                  <a:lnTo>
                    <a:pt x="409492" y="484493"/>
                  </a:lnTo>
                  <a:lnTo>
                    <a:pt x="411218" y="482768"/>
                  </a:lnTo>
                  <a:lnTo>
                    <a:pt x="421570" y="482768"/>
                  </a:lnTo>
                  <a:lnTo>
                    <a:pt x="423295" y="481042"/>
                  </a:lnTo>
                  <a:lnTo>
                    <a:pt x="433648" y="481042"/>
                  </a:lnTo>
                  <a:lnTo>
                    <a:pt x="435373" y="479317"/>
                  </a:lnTo>
                  <a:lnTo>
                    <a:pt x="447451" y="479317"/>
                  </a:lnTo>
                  <a:lnTo>
                    <a:pt x="449176" y="477591"/>
                  </a:lnTo>
                  <a:lnTo>
                    <a:pt x="459529" y="477591"/>
                  </a:lnTo>
                  <a:lnTo>
                    <a:pt x="461254" y="475866"/>
                  </a:lnTo>
                  <a:lnTo>
                    <a:pt x="471607" y="475866"/>
                  </a:lnTo>
                  <a:lnTo>
                    <a:pt x="473332" y="474141"/>
                  </a:lnTo>
                  <a:lnTo>
                    <a:pt x="481042" y="474141"/>
                  </a:lnTo>
                  <a:lnTo>
                    <a:pt x="481042" y="461028"/>
                  </a:lnTo>
                  <a:lnTo>
                    <a:pt x="472189" y="461028"/>
                  </a:lnTo>
                  <a:close/>
                  <a:moveTo>
                    <a:pt x="581806" y="459302"/>
                  </a:moveTo>
                  <a:lnTo>
                    <a:pt x="581806" y="464705"/>
                  </a:lnTo>
                  <a:lnTo>
                    <a:pt x="585257" y="468156"/>
                  </a:lnTo>
                  <a:lnTo>
                    <a:pt x="585257" y="469881"/>
                  </a:lnTo>
                  <a:lnTo>
                    <a:pt x="588707" y="473332"/>
                  </a:lnTo>
                  <a:lnTo>
                    <a:pt x="588707" y="475057"/>
                  </a:lnTo>
                  <a:lnTo>
                    <a:pt x="592158" y="478508"/>
                  </a:lnTo>
                  <a:lnTo>
                    <a:pt x="592158" y="480234"/>
                  </a:lnTo>
                  <a:lnTo>
                    <a:pt x="595609" y="483684"/>
                  </a:lnTo>
                  <a:lnTo>
                    <a:pt x="595609" y="485410"/>
                  </a:lnTo>
                  <a:lnTo>
                    <a:pt x="599060" y="488861"/>
                  </a:lnTo>
                  <a:lnTo>
                    <a:pt x="599060" y="490586"/>
                  </a:lnTo>
                  <a:lnTo>
                    <a:pt x="602511" y="494037"/>
                  </a:lnTo>
                  <a:lnTo>
                    <a:pt x="602511" y="495762"/>
                  </a:lnTo>
                  <a:lnTo>
                    <a:pt x="604236" y="497488"/>
                  </a:lnTo>
                  <a:lnTo>
                    <a:pt x="604236" y="500022"/>
                  </a:lnTo>
                  <a:lnTo>
                    <a:pt x="607913" y="500022"/>
                  </a:lnTo>
                  <a:lnTo>
                    <a:pt x="611019" y="496916"/>
                  </a:lnTo>
                  <a:lnTo>
                    <a:pt x="606997" y="492893"/>
                  </a:lnTo>
                  <a:lnTo>
                    <a:pt x="606997" y="491168"/>
                  </a:lnTo>
                  <a:lnTo>
                    <a:pt x="603546" y="487717"/>
                  </a:lnTo>
                  <a:lnTo>
                    <a:pt x="603546" y="485992"/>
                  </a:lnTo>
                  <a:lnTo>
                    <a:pt x="600095" y="482541"/>
                  </a:lnTo>
                  <a:lnTo>
                    <a:pt x="600095" y="480816"/>
                  </a:lnTo>
                  <a:lnTo>
                    <a:pt x="596644" y="477365"/>
                  </a:lnTo>
                  <a:lnTo>
                    <a:pt x="596644" y="475639"/>
                  </a:lnTo>
                  <a:lnTo>
                    <a:pt x="593193" y="472189"/>
                  </a:lnTo>
                  <a:lnTo>
                    <a:pt x="593193" y="470463"/>
                  </a:lnTo>
                  <a:lnTo>
                    <a:pt x="589743" y="467012"/>
                  </a:lnTo>
                  <a:lnTo>
                    <a:pt x="589743" y="465287"/>
                  </a:lnTo>
                  <a:lnTo>
                    <a:pt x="586292" y="461836"/>
                  </a:lnTo>
                  <a:lnTo>
                    <a:pt x="586292" y="459302"/>
                  </a:lnTo>
                  <a:lnTo>
                    <a:pt x="581806" y="459302"/>
                  </a:lnTo>
                  <a:close/>
                  <a:moveTo>
                    <a:pt x="676358" y="450103"/>
                  </a:moveTo>
                  <a:lnTo>
                    <a:pt x="672680" y="453781"/>
                  </a:lnTo>
                  <a:lnTo>
                    <a:pt x="674977" y="456078"/>
                  </a:lnTo>
                  <a:lnTo>
                    <a:pt x="674977" y="459529"/>
                  </a:lnTo>
                  <a:lnTo>
                    <a:pt x="676703" y="461254"/>
                  </a:lnTo>
                  <a:lnTo>
                    <a:pt x="676703" y="462980"/>
                  </a:lnTo>
                  <a:lnTo>
                    <a:pt x="678428" y="464705"/>
                  </a:lnTo>
                  <a:lnTo>
                    <a:pt x="678428" y="466430"/>
                  </a:lnTo>
                  <a:lnTo>
                    <a:pt x="680154" y="468156"/>
                  </a:lnTo>
                  <a:lnTo>
                    <a:pt x="680154" y="469881"/>
                  </a:lnTo>
                  <a:lnTo>
                    <a:pt x="681879" y="471607"/>
                  </a:lnTo>
                  <a:lnTo>
                    <a:pt x="681879" y="473332"/>
                  </a:lnTo>
                  <a:lnTo>
                    <a:pt x="683604" y="475057"/>
                  </a:lnTo>
                  <a:lnTo>
                    <a:pt x="683604" y="478508"/>
                  </a:lnTo>
                  <a:lnTo>
                    <a:pt x="685330" y="480234"/>
                  </a:lnTo>
                  <a:lnTo>
                    <a:pt x="685330" y="481959"/>
                  </a:lnTo>
                  <a:lnTo>
                    <a:pt x="687055" y="483684"/>
                  </a:lnTo>
                  <a:lnTo>
                    <a:pt x="687055" y="485410"/>
                  </a:lnTo>
                  <a:lnTo>
                    <a:pt x="688781" y="487135"/>
                  </a:lnTo>
                  <a:lnTo>
                    <a:pt x="688781" y="488861"/>
                  </a:lnTo>
                  <a:lnTo>
                    <a:pt x="690506" y="490586"/>
                  </a:lnTo>
                  <a:lnTo>
                    <a:pt x="690506" y="492311"/>
                  </a:lnTo>
                  <a:lnTo>
                    <a:pt x="692231" y="494037"/>
                  </a:lnTo>
                  <a:lnTo>
                    <a:pt x="692231" y="497488"/>
                  </a:lnTo>
                  <a:lnTo>
                    <a:pt x="693957" y="499213"/>
                  </a:lnTo>
                  <a:lnTo>
                    <a:pt x="693957" y="500938"/>
                  </a:lnTo>
                  <a:lnTo>
                    <a:pt x="695682" y="502664"/>
                  </a:lnTo>
                  <a:lnTo>
                    <a:pt x="695682" y="504389"/>
                  </a:lnTo>
                  <a:lnTo>
                    <a:pt x="697408" y="506115"/>
                  </a:lnTo>
                  <a:lnTo>
                    <a:pt x="697408" y="507840"/>
                  </a:lnTo>
                  <a:lnTo>
                    <a:pt x="699133" y="509565"/>
                  </a:lnTo>
                  <a:lnTo>
                    <a:pt x="699133" y="511291"/>
                  </a:lnTo>
                  <a:lnTo>
                    <a:pt x="700858" y="513016"/>
                  </a:lnTo>
                  <a:lnTo>
                    <a:pt x="700858" y="516467"/>
                  </a:lnTo>
                  <a:lnTo>
                    <a:pt x="702584" y="518192"/>
                  </a:lnTo>
                  <a:lnTo>
                    <a:pt x="702584" y="519918"/>
                  </a:lnTo>
                  <a:lnTo>
                    <a:pt x="704309" y="521643"/>
                  </a:lnTo>
                  <a:lnTo>
                    <a:pt x="704309" y="523369"/>
                  </a:lnTo>
                  <a:lnTo>
                    <a:pt x="706035" y="525094"/>
                  </a:lnTo>
                  <a:lnTo>
                    <a:pt x="706035" y="526819"/>
                  </a:lnTo>
                  <a:lnTo>
                    <a:pt x="707760" y="528545"/>
                  </a:lnTo>
                  <a:lnTo>
                    <a:pt x="707760" y="530270"/>
                  </a:lnTo>
                  <a:lnTo>
                    <a:pt x="709485" y="531996"/>
                  </a:lnTo>
                  <a:lnTo>
                    <a:pt x="709485" y="533721"/>
                  </a:lnTo>
                  <a:lnTo>
                    <a:pt x="711211" y="535446"/>
                  </a:lnTo>
                  <a:lnTo>
                    <a:pt x="711211" y="538897"/>
                  </a:lnTo>
                  <a:lnTo>
                    <a:pt x="712936" y="540623"/>
                  </a:lnTo>
                  <a:lnTo>
                    <a:pt x="712936" y="542348"/>
                  </a:lnTo>
                  <a:lnTo>
                    <a:pt x="714662" y="544074"/>
                  </a:lnTo>
                  <a:lnTo>
                    <a:pt x="714662" y="545799"/>
                  </a:lnTo>
                  <a:lnTo>
                    <a:pt x="716387" y="547524"/>
                  </a:lnTo>
                  <a:lnTo>
                    <a:pt x="716387" y="549250"/>
                  </a:lnTo>
                  <a:lnTo>
                    <a:pt x="718112" y="550975"/>
                  </a:lnTo>
                  <a:lnTo>
                    <a:pt x="718112" y="552701"/>
                  </a:lnTo>
                  <a:lnTo>
                    <a:pt x="719838" y="554426"/>
                  </a:lnTo>
                  <a:lnTo>
                    <a:pt x="719838" y="557877"/>
                  </a:lnTo>
                  <a:lnTo>
                    <a:pt x="721563" y="559602"/>
                  </a:lnTo>
                  <a:lnTo>
                    <a:pt x="721563" y="561328"/>
                  </a:lnTo>
                  <a:lnTo>
                    <a:pt x="723289" y="563053"/>
                  </a:lnTo>
                  <a:lnTo>
                    <a:pt x="723289" y="564778"/>
                  </a:lnTo>
                  <a:lnTo>
                    <a:pt x="725014" y="566504"/>
                  </a:lnTo>
                  <a:lnTo>
                    <a:pt x="725014" y="568229"/>
                  </a:lnTo>
                  <a:lnTo>
                    <a:pt x="726739" y="569955"/>
                  </a:lnTo>
                  <a:lnTo>
                    <a:pt x="726739" y="571680"/>
                  </a:lnTo>
                  <a:lnTo>
                    <a:pt x="728465" y="573405"/>
                  </a:lnTo>
                  <a:lnTo>
                    <a:pt x="728465" y="576856"/>
                  </a:lnTo>
                  <a:lnTo>
                    <a:pt x="730190" y="578582"/>
                  </a:lnTo>
                  <a:lnTo>
                    <a:pt x="730190" y="580307"/>
                  </a:lnTo>
                  <a:lnTo>
                    <a:pt x="731916" y="582032"/>
                  </a:lnTo>
                  <a:lnTo>
                    <a:pt x="731916" y="583758"/>
                  </a:lnTo>
                  <a:lnTo>
                    <a:pt x="733641" y="585483"/>
                  </a:lnTo>
                  <a:lnTo>
                    <a:pt x="733641" y="587209"/>
                  </a:lnTo>
                  <a:lnTo>
                    <a:pt x="735367" y="588934"/>
                  </a:lnTo>
                  <a:lnTo>
                    <a:pt x="735367" y="590659"/>
                  </a:lnTo>
                  <a:lnTo>
                    <a:pt x="737092" y="592385"/>
                  </a:lnTo>
                  <a:lnTo>
                    <a:pt x="737092" y="595836"/>
                  </a:lnTo>
                  <a:lnTo>
                    <a:pt x="738817" y="597561"/>
                  </a:lnTo>
                  <a:lnTo>
                    <a:pt x="738817" y="599286"/>
                  </a:lnTo>
                  <a:lnTo>
                    <a:pt x="740543" y="601012"/>
                  </a:lnTo>
                  <a:lnTo>
                    <a:pt x="740543" y="602737"/>
                  </a:lnTo>
                  <a:lnTo>
                    <a:pt x="742268" y="604463"/>
                  </a:lnTo>
                  <a:lnTo>
                    <a:pt x="742268" y="606188"/>
                  </a:lnTo>
                  <a:lnTo>
                    <a:pt x="743994" y="607913"/>
                  </a:lnTo>
                  <a:lnTo>
                    <a:pt x="743994" y="609639"/>
                  </a:lnTo>
                  <a:lnTo>
                    <a:pt x="745719" y="611364"/>
                  </a:lnTo>
                  <a:lnTo>
                    <a:pt x="745719" y="614815"/>
                  </a:lnTo>
                  <a:lnTo>
                    <a:pt x="747444" y="616540"/>
                  </a:lnTo>
                  <a:lnTo>
                    <a:pt x="747444" y="618266"/>
                  </a:lnTo>
                  <a:lnTo>
                    <a:pt x="749170" y="619991"/>
                  </a:lnTo>
                  <a:lnTo>
                    <a:pt x="749170" y="621717"/>
                  </a:lnTo>
                  <a:lnTo>
                    <a:pt x="750895" y="623442"/>
                  </a:lnTo>
                  <a:lnTo>
                    <a:pt x="750895" y="625167"/>
                  </a:lnTo>
                  <a:lnTo>
                    <a:pt x="752621" y="626893"/>
                  </a:lnTo>
                  <a:lnTo>
                    <a:pt x="752621" y="628618"/>
                  </a:lnTo>
                  <a:lnTo>
                    <a:pt x="754346" y="630344"/>
                  </a:lnTo>
                  <a:lnTo>
                    <a:pt x="754346" y="632069"/>
                  </a:lnTo>
                  <a:lnTo>
                    <a:pt x="756071" y="633794"/>
                  </a:lnTo>
                  <a:lnTo>
                    <a:pt x="756071" y="637245"/>
                  </a:lnTo>
                  <a:lnTo>
                    <a:pt x="757797" y="638971"/>
                  </a:lnTo>
                  <a:lnTo>
                    <a:pt x="757797" y="640696"/>
                  </a:lnTo>
                  <a:lnTo>
                    <a:pt x="759522" y="642421"/>
                  </a:lnTo>
                  <a:lnTo>
                    <a:pt x="759522" y="644147"/>
                  </a:lnTo>
                  <a:lnTo>
                    <a:pt x="761248" y="645872"/>
                  </a:lnTo>
                  <a:lnTo>
                    <a:pt x="761248" y="647598"/>
                  </a:lnTo>
                  <a:lnTo>
                    <a:pt x="762973" y="649323"/>
                  </a:lnTo>
                  <a:lnTo>
                    <a:pt x="762973" y="651048"/>
                  </a:lnTo>
                  <a:lnTo>
                    <a:pt x="764698" y="652774"/>
                  </a:lnTo>
                  <a:lnTo>
                    <a:pt x="764698" y="656225"/>
                  </a:lnTo>
                  <a:lnTo>
                    <a:pt x="766424" y="657950"/>
                  </a:lnTo>
                  <a:lnTo>
                    <a:pt x="766424" y="659675"/>
                  </a:lnTo>
                  <a:lnTo>
                    <a:pt x="768149" y="661401"/>
                  </a:lnTo>
                  <a:lnTo>
                    <a:pt x="768149" y="663126"/>
                  </a:lnTo>
                  <a:lnTo>
                    <a:pt x="769875" y="664852"/>
                  </a:lnTo>
                  <a:lnTo>
                    <a:pt x="769875" y="666577"/>
                  </a:lnTo>
                  <a:lnTo>
                    <a:pt x="771600" y="668302"/>
                  </a:lnTo>
                  <a:lnTo>
                    <a:pt x="771600" y="670028"/>
                  </a:lnTo>
                  <a:lnTo>
                    <a:pt x="773325" y="671753"/>
                  </a:lnTo>
                  <a:lnTo>
                    <a:pt x="773325" y="675204"/>
                  </a:lnTo>
                  <a:lnTo>
                    <a:pt x="775051" y="676929"/>
                  </a:lnTo>
                  <a:lnTo>
                    <a:pt x="775051" y="678655"/>
                  </a:lnTo>
                  <a:lnTo>
                    <a:pt x="776776" y="680380"/>
                  </a:lnTo>
                  <a:lnTo>
                    <a:pt x="776776" y="682106"/>
                  </a:lnTo>
                  <a:lnTo>
                    <a:pt x="778502" y="683831"/>
                  </a:lnTo>
                  <a:lnTo>
                    <a:pt x="778502" y="685557"/>
                  </a:lnTo>
                  <a:lnTo>
                    <a:pt x="780227" y="687282"/>
                  </a:lnTo>
                  <a:lnTo>
                    <a:pt x="780227" y="689007"/>
                  </a:lnTo>
                  <a:lnTo>
                    <a:pt x="781952" y="690733"/>
                  </a:lnTo>
                  <a:lnTo>
                    <a:pt x="781952" y="694184"/>
                  </a:lnTo>
                  <a:lnTo>
                    <a:pt x="783678" y="695909"/>
                  </a:lnTo>
                  <a:lnTo>
                    <a:pt x="783678" y="697634"/>
                  </a:lnTo>
                  <a:lnTo>
                    <a:pt x="785403" y="699360"/>
                  </a:lnTo>
                  <a:lnTo>
                    <a:pt x="785403" y="701085"/>
                  </a:lnTo>
                  <a:lnTo>
                    <a:pt x="787129" y="702811"/>
                  </a:lnTo>
                  <a:lnTo>
                    <a:pt x="787129" y="704536"/>
                  </a:lnTo>
                  <a:lnTo>
                    <a:pt x="788854" y="706261"/>
                  </a:lnTo>
                  <a:lnTo>
                    <a:pt x="788854" y="707987"/>
                  </a:lnTo>
                  <a:lnTo>
                    <a:pt x="790579" y="709712"/>
                  </a:lnTo>
                  <a:lnTo>
                    <a:pt x="790579" y="711438"/>
                  </a:lnTo>
                  <a:lnTo>
                    <a:pt x="792305" y="713163"/>
                  </a:lnTo>
                  <a:lnTo>
                    <a:pt x="792305" y="716614"/>
                  </a:lnTo>
                  <a:lnTo>
                    <a:pt x="794030" y="718339"/>
                  </a:lnTo>
                  <a:lnTo>
                    <a:pt x="794030" y="720065"/>
                  </a:lnTo>
                  <a:lnTo>
                    <a:pt x="795756" y="721790"/>
                  </a:lnTo>
                  <a:lnTo>
                    <a:pt x="795756" y="723515"/>
                  </a:lnTo>
                  <a:lnTo>
                    <a:pt x="797481" y="725241"/>
                  </a:lnTo>
                  <a:lnTo>
                    <a:pt x="797481" y="726966"/>
                  </a:lnTo>
                  <a:lnTo>
                    <a:pt x="799206" y="728692"/>
                  </a:lnTo>
                  <a:lnTo>
                    <a:pt x="799206" y="730417"/>
                  </a:lnTo>
                  <a:lnTo>
                    <a:pt x="800932" y="732142"/>
                  </a:lnTo>
                  <a:lnTo>
                    <a:pt x="800932" y="735593"/>
                  </a:lnTo>
                  <a:lnTo>
                    <a:pt x="802657" y="737319"/>
                  </a:lnTo>
                  <a:lnTo>
                    <a:pt x="802657" y="739044"/>
                  </a:lnTo>
                  <a:lnTo>
                    <a:pt x="804383" y="740769"/>
                  </a:lnTo>
                  <a:lnTo>
                    <a:pt x="804383" y="742495"/>
                  </a:lnTo>
                  <a:lnTo>
                    <a:pt x="806108" y="744220"/>
                  </a:lnTo>
                  <a:lnTo>
                    <a:pt x="806108" y="745946"/>
                  </a:lnTo>
                  <a:lnTo>
                    <a:pt x="807833" y="747671"/>
                  </a:lnTo>
                  <a:lnTo>
                    <a:pt x="807833" y="749396"/>
                  </a:lnTo>
                  <a:lnTo>
                    <a:pt x="809559" y="751122"/>
                  </a:lnTo>
                  <a:lnTo>
                    <a:pt x="809559" y="754573"/>
                  </a:lnTo>
                  <a:lnTo>
                    <a:pt x="811284" y="756298"/>
                  </a:lnTo>
                  <a:lnTo>
                    <a:pt x="811284" y="758023"/>
                  </a:lnTo>
                  <a:lnTo>
                    <a:pt x="813010" y="759749"/>
                  </a:lnTo>
                  <a:lnTo>
                    <a:pt x="813010" y="761474"/>
                  </a:lnTo>
                  <a:lnTo>
                    <a:pt x="814735" y="763200"/>
                  </a:lnTo>
                  <a:lnTo>
                    <a:pt x="814735" y="764925"/>
                  </a:lnTo>
                  <a:lnTo>
                    <a:pt x="816460" y="766650"/>
                  </a:lnTo>
                  <a:lnTo>
                    <a:pt x="816460" y="768376"/>
                  </a:lnTo>
                  <a:lnTo>
                    <a:pt x="818186" y="770101"/>
                  </a:lnTo>
                  <a:lnTo>
                    <a:pt x="818186" y="773552"/>
                  </a:lnTo>
                  <a:lnTo>
                    <a:pt x="819911" y="775277"/>
                  </a:lnTo>
                  <a:lnTo>
                    <a:pt x="819911" y="777003"/>
                  </a:lnTo>
                  <a:lnTo>
                    <a:pt x="821637" y="778728"/>
                  </a:lnTo>
                  <a:lnTo>
                    <a:pt x="821637" y="780454"/>
                  </a:lnTo>
                  <a:lnTo>
                    <a:pt x="823362" y="782179"/>
                  </a:lnTo>
                  <a:lnTo>
                    <a:pt x="823362" y="783904"/>
                  </a:lnTo>
                  <a:lnTo>
                    <a:pt x="825087" y="785630"/>
                  </a:lnTo>
                  <a:lnTo>
                    <a:pt x="825087" y="787355"/>
                  </a:lnTo>
                  <a:lnTo>
                    <a:pt x="826813" y="789081"/>
                  </a:lnTo>
                  <a:lnTo>
                    <a:pt x="826813" y="792531"/>
                  </a:lnTo>
                  <a:lnTo>
                    <a:pt x="828538" y="794257"/>
                  </a:lnTo>
                  <a:lnTo>
                    <a:pt x="828538" y="795982"/>
                  </a:lnTo>
                  <a:lnTo>
                    <a:pt x="830264" y="797708"/>
                  </a:lnTo>
                  <a:lnTo>
                    <a:pt x="830264" y="799433"/>
                  </a:lnTo>
                  <a:lnTo>
                    <a:pt x="831989" y="801158"/>
                  </a:lnTo>
                  <a:lnTo>
                    <a:pt x="831989" y="802884"/>
                  </a:lnTo>
                  <a:lnTo>
                    <a:pt x="833714" y="804609"/>
                  </a:lnTo>
                  <a:lnTo>
                    <a:pt x="833714" y="806335"/>
                  </a:lnTo>
                  <a:lnTo>
                    <a:pt x="835440" y="808060"/>
                  </a:lnTo>
                  <a:lnTo>
                    <a:pt x="835440" y="809785"/>
                  </a:lnTo>
                  <a:lnTo>
                    <a:pt x="837165" y="811511"/>
                  </a:lnTo>
                  <a:lnTo>
                    <a:pt x="837165" y="814962"/>
                  </a:lnTo>
                  <a:lnTo>
                    <a:pt x="838891" y="816687"/>
                  </a:lnTo>
                  <a:lnTo>
                    <a:pt x="838891" y="818412"/>
                  </a:lnTo>
                  <a:lnTo>
                    <a:pt x="840616" y="820138"/>
                  </a:lnTo>
                  <a:lnTo>
                    <a:pt x="840616" y="821863"/>
                  </a:lnTo>
                  <a:lnTo>
                    <a:pt x="842341" y="823589"/>
                  </a:lnTo>
                  <a:lnTo>
                    <a:pt x="842341" y="825314"/>
                  </a:lnTo>
                  <a:lnTo>
                    <a:pt x="844067" y="827040"/>
                  </a:lnTo>
                  <a:lnTo>
                    <a:pt x="844067" y="828765"/>
                  </a:lnTo>
                  <a:lnTo>
                    <a:pt x="845792" y="830490"/>
                  </a:lnTo>
                  <a:lnTo>
                    <a:pt x="845792" y="833941"/>
                  </a:lnTo>
                  <a:lnTo>
                    <a:pt x="847518" y="835667"/>
                  </a:lnTo>
                  <a:lnTo>
                    <a:pt x="847518" y="837392"/>
                  </a:lnTo>
                  <a:lnTo>
                    <a:pt x="849243" y="839117"/>
                  </a:lnTo>
                  <a:lnTo>
                    <a:pt x="849243" y="840843"/>
                  </a:lnTo>
                  <a:lnTo>
                    <a:pt x="850968" y="842568"/>
                  </a:lnTo>
                  <a:lnTo>
                    <a:pt x="850968" y="844294"/>
                  </a:lnTo>
                  <a:lnTo>
                    <a:pt x="852694" y="846019"/>
                  </a:lnTo>
                  <a:lnTo>
                    <a:pt x="852694" y="847744"/>
                  </a:lnTo>
                  <a:lnTo>
                    <a:pt x="854419" y="849470"/>
                  </a:lnTo>
                  <a:lnTo>
                    <a:pt x="854419" y="852921"/>
                  </a:lnTo>
                  <a:lnTo>
                    <a:pt x="856145" y="854646"/>
                  </a:lnTo>
                  <a:lnTo>
                    <a:pt x="856145" y="856371"/>
                  </a:lnTo>
                  <a:lnTo>
                    <a:pt x="857870" y="858097"/>
                  </a:lnTo>
                  <a:lnTo>
                    <a:pt x="857870" y="859822"/>
                  </a:lnTo>
                  <a:lnTo>
                    <a:pt x="859595" y="861548"/>
                  </a:lnTo>
                  <a:lnTo>
                    <a:pt x="859595" y="863273"/>
                  </a:lnTo>
                  <a:lnTo>
                    <a:pt x="861321" y="864998"/>
                  </a:lnTo>
                  <a:lnTo>
                    <a:pt x="861321" y="866724"/>
                  </a:lnTo>
                  <a:lnTo>
                    <a:pt x="863046" y="868449"/>
                  </a:lnTo>
                  <a:lnTo>
                    <a:pt x="863046" y="871900"/>
                  </a:lnTo>
                  <a:lnTo>
                    <a:pt x="864772" y="873625"/>
                  </a:lnTo>
                  <a:lnTo>
                    <a:pt x="864772" y="875351"/>
                  </a:lnTo>
                  <a:lnTo>
                    <a:pt x="866497" y="877076"/>
                  </a:lnTo>
                  <a:lnTo>
                    <a:pt x="866497" y="878802"/>
                  </a:lnTo>
                  <a:lnTo>
                    <a:pt x="868222" y="880527"/>
                  </a:lnTo>
                  <a:lnTo>
                    <a:pt x="868222" y="882252"/>
                  </a:lnTo>
                  <a:lnTo>
                    <a:pt x="869948" y="883978"/>
                  </a:lnTo>
                  <a:lnTo>
                    <a:pt x="869948" y="885703"/>
                  </a:lnTo>
                  <a:lnTo>
                    <a:pt x="871673" y="887429"/>
                  </a:lnTo>
                  <a:lnTo>
                    <a:pt x="871673" y="890879"/>
                  </a:lnTo>
                  <a:lnTo>
                    <a:pt x="873399" y="892605"/>
                  </a:lnTo>
                  <a:lnTo>
                    <a:pt x="873399" y="894330"/>
                  </a:lnTo>
                  <a:lnTo>
                    <a:pt x="875124" y="896056"/>
                  </a:lnTo>
                  <a:lnTo>
                    <a:pt x="875124" y="897781"/>
                  </a:lnTo>
                  <a:lnTo>
                    <a:pt x="876850" y="899506"/>
                  </a:lnTo>
                  <a:lnTo>
                    <a:pt x="876850" y="901232"/>
                  </a:lnTo>
                  <a:lnTo>
                    <a:pt x="878575" y="902957"/>
                  </a:lnTo>
                  <a:lnTo>
                    <a:pt x="878575" y="904683"/>
                  </a:lnTo>
                  <a:lnTo>
                    <a:pt x="880300" y="906408"/>
                  </a:lnTo>
                  <a:lnTo>
                    <a:pt x="880300" y="910894"/>
                  </a:lnTo>
                  <a:lnTo>
                    <a:pt x="884786" y="906408"/>
                  </a:lnTo>
                  <a:lnTo>
                    <a:pt x="884786" y="903539"/>
                  </a:lnTo>
                  <a:lnTo>
                    <a:pt x="883061" y="901814"/>
                  </a:lnTo>
                  <a:lnTo>
                    <a:pt x="883061" y="900088"/>
                  </a:lnTo>
                  <a:lnTo>
                    <a:pt x="881336" y="898363"/>
                  </a:lnTo>
                  <a:lnTo>
                    <a:pt x="881336" y="896638"/>
                  </a:lnTo>
                  <a:lnTo>
                    <a:pt x="879610" y="894912"/>
                  </a:lnTo>
                  <a:lnTo>
                    <a:pt x="879610" y="893187"/>
                  </a:lnTo>
                  <a:lnTo>
                    <a:pt x="877885" y="891461"/>
                  </a:lnTo>
                  <a:lnTo>
                    <a:pt x="877885" y="888010"/>
                  </a:lnTo>
                  <a:lnTo>
                    <a:pt x="876159" y="886285"/>
                  </a:lnTo>
                  <a:lnTo>
                    <a:pt x="876159" y="884560"/>
                  </a:lnTo>
                  <a:lnTo>
                    <a:pt x="874434" y="882834"/>
                  </a:lnTo>
                  <a:lnTo>
                    <a:pt x="874434" y="881109"/>
                  </a:lnTo>
                  <a:lnTo>
                    <a:pt x="872709" y="879383"/>
                  </a:lnTo>
                  <a:lnTo>
                    <a:pt x="872709" y="877658"/>
                  </a:lnTo>
                  <a:lnTo>
                    <a:pt x="870983" y="875933"/>
                  </a:lnTo>
                  <a:lnTo>
                    <a:pt x="870983" y="874207"/>
                  </a:lnTo>
                  <a:lnTo>
                    <a:pt x="869258" y="872482"/>
                  </a:lnTo>
                  <a:lnTo>
                    <a:pt x="869258" y="869031"/>
                  </a:lnTo>
                  <a:lnTo>
                    <a:pt x="867532" y="867306"/>
                  </a:lnTo>
                  <a:lnTo>
                    <a:pt x="867532" y="865580"/>
                  </a:lnTo>
                  <a:lnTo>
                    <a:pt x="865807" y="863855"/>
                  </a:lnTo>
                  <a:lnTo>
                    <a:pt x="865807" y="862129"/>
                  </a:lnTo>
                  <a:lnTo>
                    <a:pt x="864082" y="860404"/>
                  </a:lnTo>
                  <a:lnTo>
                    <a:pt x="864082" y="858679"/>
                  </a:lnTo>
                  <a:lnTo>
                    <a:pt x="862356" y="856953"/>
                  </a:lnTo>
                  <a:lnTo>
                    <a:pt x="862356" y="855228"/>
                  </a:lnTo>
                  <a:lnTo>
                    <a:pt x="860631" y="853502"/>
                  </a:lnTo>
                  <a:lnTo>
                    <a:pt x="860631" y="850052"/>
                  </a:lnTo>
                  <a:lnTo>
                    <a:pt x="858905" y="848326"/>
                  </a:lnTo>
                  <a:lnTo>
                    <a:pt x="858905" y="846601"/>
                  </a:lnTo>
                  <a:lnTo>
                    <a:pt x="857180" y="844875"/>
                  </a:lnTo>
                  <a:lnTo>
                    <a:pt x="857180" y="843150"/>
                  </a:lnTo>
                  <a:lnTo>
                    <a:pt x="855455" y="841425"/>
                  </a:lnTo>
                  <a:lnTo>
                    <a:pt x="855455" y="839699"/>
                  </a:lnTo>
                  <a:lnTo>
                    <a:pt x="853729" y="837974"/>
                  </a:lnTo>
                  <a:lnTo>
                    <a:pt x="853729" y="836248"/>
                  </a:lnTo>
                  <a:lnTo>
                    <a:pt x="852004" y="834523"/>
                  </a:lnTo>
                  <a:lnTo>
                    <a:pt x="852004" y="832798"/>
                  </a:lnTo>
                  <a:lnTo>
                    <a:pt x="850278" y="831072"/>
                  </a:lnTo>
                  <a:lnTo>
                    <a:pt x="850278" y="827621"/>
                  </a:lnTo>
                  <a:lnTo>
                    <a:pt x="848553" y="825896"/>
                  </a:lnTo>
                  <a:lnTo>
                    <a:pt x="848553" y="824171"/>
                  </a:lnTo>
                  <a:lnTo>
                    <a:pt x="846828" y="822445"/>
                  </a:lnTo>
                  <a:lnTo>
                    <a:pt x="846828" y="820720"/>
                  </a:lnTo>
                  <a:lnTo>
                    <a:pt x="845102" y="818994"/>
                  </a:lnTo>
                  <a:lnTo>
                    <a:pt x="845102" y="817269"/>
                  </a:lnTo>
                  <a:lnTo>
                    <a:pt x="843377" y="815544"/>
                  </a:lnTo>
                  <a:lnTo>
                    <a:pt x="843377" y="813818"/>
                  </a:lnTo>
                  <a:lnTo>
                    <a:pt x="841651" y="812093"/>
                  </a:lnTo>
                  <a:lnTo>
                    <a:pt x="841651" y="808642"/>
                  </a:lnTo>
                  <a:lnTo>
                    <a:pt x="839926" y="806917"/>
                  </a:lnTo>
                  <a:lnTo>
                    <a:pt x="839926" y="805191"/>
                  </a:lnTo>
                  <a:lnTo>
                    <a:pt x="838200" y="803466"/>
                  </a:lnTo>
                  <a:lnTo>
                    <a:pt x="838200" y="801740"/>
                  </a:lnTo>
                  <a:lnTo>
                    <a:pt x="836475" y="800015"/>
                  </a:lnTo>
                  <a:lnTo>
                    <a:pt x="836475" y="798290"/>
                  </a:lnTo>
                  <a:lnTo>
                    <a:pt x="834750" y="796564"/>
                  </a:lnTo>
                  <a:lnTo>
                    <a:pt x="834750" y="794839"/>
                  </a:lnTo>
                  <a:lnTo>
                    <a:pt x="833024" y="793113"/>
                  </a:lnTo>
                  <a:lnTo>
                    <a:pt x="833024" y="789663"/>
                  </a:lnTo>
                  <a:lnTo>
                    <a:pt x="831299" y="787937"/>
                  </a:lnTo>
                  <a:lnTo>
                    <a:pt x="831299" y="786212"/>
                  </a:lnTo>
                  <a:lnTo>
                    <a:pt x="829573" y="784486"/>
                  </a:lnTo>
                  <a:lnTo>
                    <a:pt x="829573" y="782761"/>
                  </a:lnTo>
                  <a:lnTo>
                    <a:pt x="827848" y="781036"/>
                  </a:lnTo>
                  <a:lnTo>
                    <a:pt x="827848" y="779310"/>
                  </a:lnTo>
                  <a:lnTo>
                    <a:pt x="826123" y="777585"/>
                  </a:lnTo>
                  <a:lnTo>
                    <a:pt x="826123" y="775859"/>
                  </a:lnTo>
                  <a:lnTo>
                    <a:pt x="824397" y="774134"/>
                  </a:lnTo>
                  <a:lnTo>
                    <a:pt x="824397" y="770683"/>
                  </a:lnTo>
                  <a:lnTo>
                    <a:pt x="822672" y="768958"/>
                  </a:lnTo>
                  <a:lnTo>
                    <a:pt x="822672" y="767232"/>
                  </a:lnTo>
                  <a:lnTo>
                    <a:pt x="820946" y="765507"/>
                  </a:lnTo>
                  <a:lnTo>
                    <a:pt x="820946" y="763782"/>
                  </a:lnTo>
                  <a:lnTo>
                    <a:pt x="819221" y="762056"/>
                  </a:lnTo>
                  <a:lnTo>
                    <a:pt x="819221" y="760331"/>
                  </a:lnTo>
                  <a:lnTo>
                    <a:pt x="817496" y="758605"/>
                  </a:lnTo>
                  <a:lnTo>
                    <a:pt x="817496" y="756880"/>
                  </a:lnTo>
                  <a:lnTo>
                    <a:pt x="815770" y="755155"/>
                  </a:lnTo>
                  <a:lnTo>
                    <a:pt x="815770" y="753429"/>
                  </a:lnTo>
                  <a:lnTo>
                    <a:pt x="814045" y="751704"/>
                  </a:lnTo>
                  <a:lnTo>
                    <a:pt x="814045" y="748253"/>
                  </a:lnTo>
                  <a:lnTo>
                    <a:pt x="812319" y="746527"/>
                  </a:lnTo>
                  <a:lnTo>
                    <a:pt x="812319" y="744802"/>
                  </a:lnTo>
                  <a:lnTo>
                    <a:pt x="810594" y="743077"/>
                  </a:lnTo>
                  <a:lnTo>
                    <a:pt x="810594" y="741351"/>
                  </a:lnTo>
                  <a:lnTo>
                    <a:pt x="808869" y="739626"/>
                  </a:lnTo>
                  <a:lnTo>
                    <a:pt x="808869" y="737900"/>
                  </a:lnTo>
                  <a:lnTo>
                    <a:pt x="807143" y="736175"/>
                  </a:lnTo>
                  <a:lnTo>
                    <a:pt x="807143" y="734450"/>
                  </a:lnTo>
                  <a:lnTo>
                    <a:pt x="805418" y="732724"/>
                  </a:lnTo>
                  <a:lnTo>
                    <a:pt x="805418" y="729273"/>
                  </a:lnTo>
                  <a:lnTo>
                    <a:pt x="803692" y="727548"/>
                  </a:lnTo>
                  <a:lnTo>
                    <a:pt x="803692" y="725823"/>
                  </a:lnTo>
                  <a:lnTo>
                    <a:pt x="801967" y="724097"/>
                  </a:lnTo>
                  <a:lnTo>
                    <a:pt x="801967" y="722372"/>
                  </a:lnTo>
                  <a:lnTo>
                    <a:pt x="800242" y="720646"/>
                  </a:lnTo>
                  <a:lnTo>
                    <a:pt x="800242" y="718921"/>
                  </a:lnTo>
                  <a:lnTo>
                    <a:pt x="798516" y="717196"/>
                  </a:lnTo>
                  <a:lnTo>
                    <a:pt x="798516" y="715470"/>
                  </a:lnTo>
                  <a:lnTo>
                    <a:pt x="796791" y="713745"/>
                  </a:lnTo>
                  <a:lnTo>
                    <a:pt x="796791" y="710294"/>
                  </a:lnTo>
                  <a:lnTo>
                    <a:pt x="795065" y="708569"/>
                  </a:lnTo>
                  <a:lnTo>
                    <a:pt x="795065" y="706843"/>
                  </a:lnTo>
                  <a:lnTo>
                    <a:pt x="793340" y="705118"/>
                  </a:lnTo>
                  <a:lnTo>
                    <a:pt x="793340" y="703392"/>
                  </a:lnTo>
                  <a:lnTo>
                    <a:pt x="791615" y="701667"/>
                  </a:lnTo>
                  <a:lnTo>
                    <a:pt x="791615" y="699942"/>
                  </a:lnTo>
                  <a:lnTo>
                    <a:pt x="789889" y="698216"/>
                  </a:lnTo>
                  <a:lnTo>
                    <a:pt x="789889" y="696491"/>
                  </a:lnTo>
                  <a:lnTo>
                    <a:pt x="788164" y="694765"/>
                  </a:lnTo>
                  <a:lnTo>
                    <a:pt x="788164" y="691315"/>
                  </a:lnTo>
                  <a:lnTo>
                    <a:pt x="786438" y="689589"/>
                  </a:lnTo>
                  <a:lnTo>
                    <a:pt x="786438" y="687864"/>
                  </a:lnTo>
                  <a:lnTo>
                    <a:pt x="784713" y="686138"/>
                  </a:lnTo>
                  <a:lnTo>
                    <a:pt x="784713" y="684413"/>
                  </a:lnTo>
                  <a:lnTo>
                    <a:pt x="782988" y="682688"/>
                  </a:lnTo>
                  <a:lnTo>
                    <a:pt x="782988" y="680962"/>
                  </a:lnTo>
                  <a:lnTo>
                    <a:pt x="781262" y="679237"/>
                  </a:lnTo>
                  <a:lnTo>
                    <a:pt x="781262" y="677511"/>
                  </a:lnTo>
                  <a:lnTo>
                    <a:pt x="779537" y="675786"/>
                  </a:lnTo>
                  <a:lnTo>
                    <a:pt x="779537" y="672335"/>
                  </a:lnTo>
                  <a:lnTo>
                    <a:pt x="777811" y="670610"/>
                  </a:lnTo>
                  <a:lnTo>
                    <a:pt x="777811" y="668884"/>
                  </a:lnTo>
                  <a:lnTo>
                    <a:pt x="776086" y="667159"/>
                  </a:lnTo>
                  <a:lnTo>
                    <a:pt x="776086" y="665434"/>
                  </a:lnTo>
                  <a:lnTo>
                    <a:pt x="774361" y="663708"/>
                  </a:lnTo>
                  <a:lnTo>
                    <a:pt x="774361" y="661983"/>
                  </a:lnTo>
                  <a:lnTo>
                    <a:pt x="772635" y="660257"/>
                  </a:lnTo>
                  <a:lnTo>
                    <a:pt x="772635" y="658532"/>
                  </a:lnTo>
                  <a:lnTo>
                    <a:pt x="770910" y="656807"/>
                  </a:lnTo>
                  <a:lnTo>
                    <a:pt x="770910" y="655081"/>
                  </a:lnTo>
                  <a:lnTo>
                    <a:pt x="769184" y="653356"/>
                  </a:lnTo>
                  <a:lnTo>
                    <a:pt x="769184" y="649905"/>
                  </a:lnTo>
                  <a:lnTo>
                    <a:pt x="767459" y="648180"/>
                  </a:lnTo>
                  <a:lnTo>
                    <a:pt x="767459" y="646454"/>
                  </a:lnTo>
                  <a:lnTo>
                    <a:pt x="765734" y="644729"/>
                  </a:lnTo>
                  <a:lnTo>
                    <a:pt x="765734" y="643003"/>
                  </a:lnTo>
                  <a:lnTo>
                    <a:pt x="764008" y="641278"/>
                  </a:lnTo>
                  <a:lnTo>
                    <a:pt x="764008" y="639553"/>
                  </a:lnTo>
                  <a:lnTo>
                    <a:pt x="762283" y="637827"/>
                  </a:lnTo>
                  <a:lnTo>
                    <a:pt x="762283" y="636102"/>
                  </a:lnTo>
                  <a:lnTo>
                    <a:pt x="760557" y="634376"/>
                  </a:lnTo>
                  <a:lnTo>
                    <a:pt x="760557" y="630926"/>
                  </a:lnTo>
                  <a:lnTo>
                    <a:pt x="758832" y="629200"/>
                  </a:lnTo>
                  <a:lnTo>
                    <a:pt x="758832" y="627475"/>
                  </a:lnTo>
                  <a:lnTo>
                    <a:pt x="757107" y="625749"/>
                  </a:lnTo>
                  <a:lnTo>
                    <a:pt x="757107" y="624024"/>
                  </a:lnTo>
                  <a:lnTo>
                    <a:pt x="755381" y="622299"/>
                  </a:lnTo>
                  <a:lnTo>
                    <a:pt x="755381" y="620573"/>
                  </a:lnTo>
                  <a:lnTo>
                    <a:pt x="753656" y="618848"/>
                  </a:lnTo>
                  <a:lnTo>
                    <a:pt x="753656" y="617122"/>
                  </a:lnTo>
                  <a:lnTo>
                    <a:pt x="751930" y="615397"/>
                  </a:lnTo>
                  <a:lnTo>
                    <a:pt x="751930" y="611946"/>
                  </a:lnTo>
                  <a:lnTo>
                    <a:pt x="750205" y="610221"/>
                  </a:lnTo>
                  <a:lnTo>
                    <a:pt x="750205" y="608495"/>
                  </a:lnTo>
                  <a:lnTo>
                    <a:pt x="748480" y="606770"/>
                  </a:lnTo>
                  <a:lnTo>
                    <a:pt x="748480" y="605045"/>
                  </a:lnTo>
                  <a:lnTo>
                    <a:pt x="746754" y="603319"/>
                  </a:lnTo>
                  <a:lnTo>
                    <a:pt x="746754" y="601594"/>
                  </a:lnTo>
                  <a:lnTo>
                    <a:pt x="745029" y="599868"/>
                  </a:lnTo>
                  <a:lnTo>
                    <a:pt x="745029" y="598143"/>
                  </a:lnTo>
                  <a:lnTo>
                    <a:pt x="743303" y="596417"/>
                  </a:lnTo>
                  <a:lnTo>
                    <a:pt x="743303" y="592967"/>
                  </a:lnTo>
                  <a:lnTo>
                    <a:pt x="741578" y="591241"/>
                  </a:lnTo>
                  <a:lnTo>
                    <a:pt x="741578" y="589516"/>
                  </a:lnTo>
                  <a:lnTo>
                    <a:pt x="739853" y="587790"/>
                  </a:lnTo>
                  <a:lnTo>
                    <a:pt x="739853" y="586065"/>
                  </a:lnTo>
                  <a:lnTo>
                    <a:pt x="738127" y="584340"/>
                  </a:lnTo>
                  <a:lnTo>
                    <a:pt x="738127" y="582614"/>
                  </a:lnTo>
                  <a:lnTo>
                    <a:pt x="736402" y="580889"/>
                  </a:lnTo>
                  <a:lnTo>
                    <a:pt x="736402" y="579163"/>
                  </a:lnTo>
                  <a:lnTo>
                    <a:pt x="734676" y="577438"/>
                  </a:lnTo>
                  <a:lnTo>
                    <a:pt x="734676" y="573987"/>
                  </a:lnTo>
                  <a:lnTo>
                    <a:pt x="732951" y="572262"/>
                  </a:lnTo>
                  <a:lnTo>
                    <a:pt x="732951" y="570536"/>
                  </a:lnTo>
                  <a:lnTo>
                    <a:pt x="731226" y="568811"/>
                  </a:lnTo>
                  <a:lnTo>
                    <a:pt x="731226" y="567086"/>
                  </a:lnTo>
                  <a:lnTo>
                    <a:pt x="729500" y="565360"/>
                  </a:lnTo>
                  <a:lnTo>
                    <a:pt x="729500" y="563635"/>
                  </a:lnTo>
                  <a:lnTo>
                    <a:pt x="727775" y="561909"/>
                  </a:lnTo>
                  <a:lnTo>
                    <a:pt x="727775" y="560184"/>
                  </a:lnTo>
                  <a:lnTo>
                    <a:pt x="726049" y="558459"/>
                  </a:lnTo>
                  <a:lnTo>
                    <a:pt x="726049" y="556733"/>
                  </a:lnTo>
                  <a:lnTo>
                    <a:pt x="724324" y="555008"/>
                  </a:lnTo>
                  <a:lnTo>
                    <a:pt x="724324" y="551557"/>
                  </a:lnTo>
                  <a:lnTo>
                    <a:pt x="722599" y="549832"/>
                  </a:lnTo>
                  <a:lnTo>
                    <a:pt x="722599" y="548106"/>
                  </a:lnTo>
                  <a:lnTo>
                    <a:pt x="720873" y="546381"/>
                  </a:lnTo>
                  <a:lnTo>
                    <a:pt x="720873" y="544655"/>
                  </a:lnTo>
                  <a:lnTo>
                    <a:pt x="719148" y="542930"/>
                  </a:lnTo>
                  <a:lnTo>
                    <a:pt x="719148" y="541205"/>
                  </a:lnTo>
                  <a:lnTo>
                    <a:pt x="717422" y="539479"/>
                  </a:lnTo>
                  <a:lnTo>
                    <a:pt x="717422" y="537754"/>
                  </a:lnTo>
                  <a:lnTo>
                    <a:pt x="715697" y="536028"/>
                  </a:lnTo>
                  <a:lnTo>
                    <a:pt x="715697" y="532578"/>
                  </a:lnTo>
                  <a:lnTo>
                    <a:pt x="713972" y="530852"/>
                  </a:lnTo>
                  <a:lnTo>
                    <a:pt x="713972" y="529127"/>
                  </a:lnTo>
                  <a:lnTo>
                    <a:pt x="712246" y="527401"/>
                  </a:lnTo>
                  <a:lnTo>
                    <a:pt x="712246" y="525676"/>
                  </a:lnTo>
                  <a:lnTo>
                    <a:pt x="710521" y="523951"/>
                  </a:lnTo>
                  <a:lnTo>
                    <a:pt x="710521" y="522225"/>
                  </a:lnTo>
                  <a:lnTo>
                    <a:pt x="708795" y="520500"/>
                  </a:lnTo>
                  <a:lnTo>
                    <a:pt x="708795" y="518774"/>
                  </a:lnTo>
                  <a:lnTo>
                    <a:pt x="707070" y="517049"/>
                  </a:lnTo>
                  <a:lnTo>
                    <a:pt x="707070" y="513598"/>
                  </a:lnTo>
                  <a:lnTo>
                    <a:pt x="705345" y="511873"/>
                  </a:lnTo>
                  <a:lnTo>
                    <a:pt x="705345" y="510147"/>
                  </a:lnTo>
                  <a:lnTo>
                    <a:pt x="703619" y="508422"/>
                  </a:lnTo>
                  <a:lnTo>
                    <a:pt x="703619" y="506697"/>
                  </a:lnTo>
                  <a:lnTo>
                    <a:pt x="701894" y="504971"/>
                  </a:lnTo>
                  <a:lnTo>
                    <a:pt x="701894" y="503246"/>
                  </a:lnTo>
                  <a:lnTo>
                    <a:pt x="700168" y="501520"/>
                  </a:lnTo>
                  <a:lnTo>
                    <a:pt x="700168" y="499795"/>
                  </a:lnTo>
                  <a:lnTo>
                    <a:pt x="698443" y="498070"/>
                  </a:lnTo>
                  <a:lnTo>
                    <a:pt x="698443" y="494619"/>
                  </a:lnTo>
                  <a:lnTo>
                    <a:pt x="696717" y="492893"/>
                  </a:lnTo>
                  <a:lnTo>
                    <a:pt x="696717" y="491168"/>
                  </a:lnTo>
                  <a:lnTo>
                    <a:pt x="694992" y="489443"/>
                  </a:lnTo>
                  <a:lnTo>
                    <a:pt x="694992" y="487717"/>
                  </a:lnTo>
                  <a:lnTo>
                    <a:pt x="693267" y="485992"/>
                  </a:lnTo>
                  <a:lnTo>
                    <a:pt x="693267" y="484266"/>
                  </a:lnTo>
                  <a:lnTo>
                    <a:pt x="691541" y="482541"/>
                  </a:lnTo>
                  <a:lnTo>
                    <a:pt x="691541" y="480816"/>
                  </a:lnTo>
                  <a:lnTo>
                    <a:pt x="689816" y="479090"/>
                  </a:lnTo>
                  <a:lnTo>
                    <a:pt x="689816" y="477365"/>
                  </a:lnTo>
                  <a:lnTo>
                    <a:pt x="688090" y="475639"/>
                  </a:lnTo>
                  <a:lnTo>
                    <a:pt x="688090" y="472189"/>
                  </a:lnTo>
                  <a:lnTo>
                    <a:pt x="686365" y="470463"/>
                  </a:lnTo>
                  <a:lnTo>
                    <a:pt x="686365" y="468738"/>
                  </a:lnTo>
                  <a:lnTo>
                    <a:pt x="684640" y="467012"/>
                  </a:lnTo>
                  <a:lnTo>
                    <a:pt x="684640" y="465287"/>
                  </a:lnTo>
                  <a:lnTo>
                    <a:pt x="682914" y="463562"/>
                  </a:lnTo>
                  <a:lnTo>
                    <a:pt x="682914" y="461836"/>
                  </a:lnTo>
                  <a:lnTo>
                    <a:pt x="681189" y="460111"/>
                  </a:lnTo>
                  <a:lnTo>
                    <a:pt x="681189" y="458385"/>
                  </a:lnTo>
                  <a:lnTo>
                    <a:pt x="679463" y="456660"/>
                  </a:lnTo>
                  <a:lnTo>
                    <a:pt x="679463" y="453209"/>
                  </a:lnTo>
                  <a:lnTo>
                    <a:pt x="676358" y="450103"/>
                  </a:lnTo>
                  <a:close/>
                  <a:moveTo>
                    <a:pt x="656807" y="448950"/>
                  </a:moveTo>
                  <a:lnTo>
                    <a:pt x="655081" y="450675"/>
                  </a:lnTo>
                  <a:lnTo>
                    <a:pt x="653356" y="450675"/>
                  </a:lnTo>
                  <a:lnTo>
                    <a:pt x="637019" y="467012"/>
                  </a:lnTo>
                  <a:lnTo>
                    <a:pt x="637019" y="468738"/>
                  </a:lnTo>
                  <a:lnTo>
                    <a:pt x="618039" y="487717"/>
                  </a:lnTo>
                  <a:lnTo>
                    <a:pt x="618039" y="489443"/>
                  </a:lnTo>
                  <a:lnTo>
                    <a:pt x="611138" y="496344"/>
                  </a:lnTo>
                  <a:lnTo>
                    <a:pt x="611138" y="499213"/>
                  </a:lnTo>
                  <a:lnTo>
                    <a:pt x="612863" y="500938"/>
                  </a:lnTo>
                  <a:lnTo>
                    <a:pt x="612863" y="502664"/>
                  </a:lnTo>
                  <a:lnTo>
                    <a:pt x="616314" y="506115"/>
                  </a:lnTo>
                  <a:lnTo>
                    <a:pt x="616314" y="510601"/>
                  </a:lnTo>
                  <a:lnTo>
                    <a:pt x="622525" y="504389"/>
                  </a:lnTo>
                  <a:lnTo>
                    <a:pt x="622525" y="502664"/>
                  </a:lnTo>
                  <a:lnTo>
                    <a:pt x="639779" y="485410"/>
                  </a:lnTo>
                  <a:lnTo>
                    <a:pt x="639779" y="483684"/>
                  </a:lnTo>
                  <a:lnTo>
                    <a:pt x="657033" y="466430"/>
                  </a:lnTo>
                  <a:lnTo>
                    <a:pt x="657033" y="464705"/>
                  </a:lnTo>
                  <a:lnTo>
                    <a:pt x="667957" y="453781"/>
                  </a:lnTo>
                  <a:lnTo>
                    <a:pt x="663126" y="448950"/>
                  </a:lnTo>
                  <a:lnTo>
                    <a:pt x="656807" y="448950"/>
                  </a:lnTo>
                  <a:close/>
                  <a:moveTo>
                    <a:pt x="648180" y="436872"/>
                  </a:moveTo>
                  <a:lnTo>
                    <a:pt x="644729" y="440323"/>
                  </a:lnTo>
                  <a:lnTo>
                    <a:pt x="622299" y="440323"/>
                  </a:lnTo>
                  <a:lnTo>
                    <a:pt x="620573" y="442048"/>
                  </a:lnTo>
                  <a:lnTo>
                    <a:pt x="610221" y="442048"/>
                  </a:lnTo>
                  <a:lnTo>
                    <a:pt x="608495" y="443774"/>
                  </a:lnTo>
                  <a:lnTo>
                    <a:pt x="598143" y="443774"/>
                  </a:lnTo>
                  <a:lnTo>
                    <a:pt x="596417" y="445499"/>
                  </a:lnTo>
                  <a:lnTo>
                    <a:pt x="584340" y="445499"/>
                  </a:lnTo>
                  <a:lnTo>
                    <a:pt x="582614" y="447224"/>
                  </a:lnTo>
                  <a:lnTo>
                    <a:pt x="576403" y="447224"/>
                  </a:lnTo>
                  <a:lnTo>
                    <a:pt x="580080" y="450902"/>
                  </a:lnTo>
                  <a:lnTo>
                    <a:pt x="580080" y="452627"/>
                  </a:lnTo>
                  <a:lnTo>
                    <a:pt x="583531" y="456078"/>
                  </a:lnTo>
                  <a:lnTo>
                    <a:pt x="583531" y="458612"/>
                  </a:lnTo>
                  <a:lnTo>
                    <a:pt x="597561" y="458612"/>
                  </a:lnTo>
                  <a:lnTo>
                    <a:pt x="599286" y="456887"/>
                  </a:lnTo>
                  <a:lnTo>
                    <a:pt x="609639" y="456887"/>
                  </a:lnTo>
                  <a:lnTo>
                    <a:pt x="611364" y="455161"/>
                  </a:lnTo>
                  <a:lnTo>
                    <a:pt x="621717" y="455161"/>
                  </a:lnTo>
                  <a:lnTo>
                    <a:pt x="623442" y="453436"/>
                  </a:lnTo>
                  <a:lnTo>
                    <a:pt x="635520" y="453436"/>
                  </a:lnTo>
                  <a:lnTo>
                    <a:pt x="637245" y="451710"/>
                  </a:lnTo>
                  <a:lnTo>
                    <a:pt x="647598" y="451710"/>
                  </a:lnTo>
                  <a:lnTo>
                    <a:pt x="649323" y="449985"/>
                  </a:lnTo>
                  <a:lnTo>
                    <a:pt x="652774" y="449985"/>
                  </a:lnTo>
                  <a:lnTo>
                    <a:pt x="658759" y="444000"/>
                  </a:lnTo>
                  <a:lnTo>
                    <a:pt x="658759" y="441131"/>
                  </a:lnTo>
                  <a:lnTo>
                    <a:pt x="656225" y="438597"/>
                  </a:lnTo>
                  <a:lnTo>
                    <a:pt x="654499" y="438597"/>
                  </a:lnTo>
                  <a:lnTo>
                    <a:pt x="652774" y="436872"/>
                  </a:lnTo>
                  <a:lnTo>
                    <a:pt x="648180" y="436872"/>
                  </a:lnTo>
                  <a:close/>
                  <a:moveTo>
                    <a:pt x="557423" y="428245"/>
                  </a:moveTo>
                  <a:lnTo>
                    <a:pt x="562826" y="433648"/>
                  </a:lnTo>
                  <a:lnTo>
                    <a:pt x="562826" y="435373"/>
                  </a:lnTo>
                  <a:lnTo>
                    <a:pt x="566277" y="438824"/>
                  </a:lnTo>
                  <a:lnTo>
                    <a:pt x="566277" y="440549"/>
                  </a:lnTo>
                  <a:lnTo>
                    <a:pt x="568002" y="442275"/>
                  </a:lnTo>
                  <a:lnTo>
                    <a:pt x="568002" y="444000"/>
                  </a:lnTo>
                  <a:lnTo>
                    <a:pt x="572262" y="448260"/>
                  </a:lnTo>
                  <a:lnTo>
                    <a:pt x="579617" y="448260"/>
                  </a:lnTo>
                  <a:lnTo>
                    <a:pt x="574214" y="442857"/>
                  </a:lnTo>
                  <a:lnTo>
                    <a:pt x="574214" y="441131"/>
                  </a:lnTo>
                  <a:lnTo>
                    <a:pt x="570763" y="437680"/>
                  </a:lnTo>
                  <a:lnTo>
                    <a:pt x="570763" y="435955"/>
                  </a:lnTo>
                  <a:lnTo>
                    <a:pt x="567312" y="432504"/>
                  </a:lnTo>
                  <a:lnTo>
                    <a:pt x="567312" y="429970"/>
                  </a:lnTo>
                  <a:lnTo>
                    <a:pt x="564778" y="429970"/>
                  </a:lnTo>
                  <a:lnTo>
                    <a:pt x="563053" y="428245"/>
                  </a:lnTo>
                  <a:lnTo>
                    <a:pt x="557423" y="428245"/>
                  </a:lnTo>
                  <a:close/>
                  <a:moveTo>
                    <a:pt x="657723" y="422842"/>
                  </a:moveTo>
                  <a:lnTo>
                    <a:pt x="657723" y="427328"/>
                  </a:lnTo>
                  <a:lnTo>
                    <a:pt x="655081" y="429970"/>
                  </a:lnTo>
                  <a:lnTo>
                    <a:pt x="649096" y="429970"/>
                  </a:lnTo>
                  <a:lnTo>
                    <a:pt x="649096" y="433648"/>
                  </a:lnTo>
                  <a:lnTo>
                    <a:pt x="651630" y="436182"/>
                  </a:lnTo>
                  <a:lnTo>
                    <a:pt x="658759" y="436182"/>
                  </a:lnTo>
                  <a:lnTo>
                    <a:pt x="658759" y="433648"/>
                  </a:lnTo>
                  <a:lnTo>
                    <a:pt x="661401" y="431006"/>
                  </a:lnTo>
                  <a:lnTo>
                    <a:pt x="665887" y="431006"/>
                  </a:lnTo>
                  <a:lnTo>
                    <a:pt x="657723" y="422842"/>
                  </a:lnTo>
                  <a:close/>
                  <a:moveTo>
                    <a:pt x="635293" y="412716"/>
                  </a:moveTo>
                  <a:lnTo>
                    <a:pt x="635293" y="418119"/>
                  </a:lnTo>
                  <a:lnTo>
                    <a:pt x="639779" y="422605"/>
                  </a:lnTo>
                  <a:lnTo>
                    <a:pt x="639779" y="412716"/>
                  </a:lnTo>
                  <a:lnTo>
                    <a:pt x="635293" y="412716"/>
                  </a:lnTo>
                  <a:close/>
                  <a:moveTo>
                    <a:pt x="486909" y="353707"/>
                  </a:moveTo>
                  <a:lnTo>
                    <a:pt x="486909" y="354861"/>
                  </a:lnTo>
                  <a:lnTo>
                    <a:pt x="482541" y="359229"/>
                  </a:lnTo>
                  <a:lnTo>
                    <a:pt x="476556" y="359229"/>
                  </a:lnTo>
                  <a:lnTo>
                    <a:pt x="476556" y="376709"/>
                  </a:lnTo>
                  <a:lnTo>
                    <a:pt x="478282" y="378435"/>
                  </a:lnTo>
                  <a:lnTo>
                    <a:pt x="478282" y="423295"/>
                  </a:lnTo>
                  <a:lnTo>
                    <a:pt x="480007" y="425021"/>
                  </a:lnTo>
                  <a:lnTo>
                    <a:pt x="480007" y="460337"/>
                  </a:lnTo>
                  <a:lnTo>
                    <a:pt x="487135" y="460337"/>
                  </a:lnTo>
                  <a:lnTo>
                    <a:pt x="488861" y="458612"/>
                  </a:lnTo>
                  <a:lnTo>
                    <a:pt x="491168" y="458612"/>
                  </a:lnTo>
                  <a:lnTo>
                    <a:pt x="493810" y="461254"/>
                  </a:lnTo>
                  <a:lnTo>
                    <a:pt x="493810" y="472415"/>
                  </a:lnTo>
                  <a:lnTo>
                    <a:pt x="497488" y="472415"/>
                  </a:lnTo>
                  <a:lnTo>
                    <a:pt x="499213" y="470690"/>
                  </a:lnTo>
                  <a:lnTo>
                    <a:pt x="509565" y="470690"/>
                  </a:lnTo>
                  <a:lnTo>
                    <a:pt x="511291" y="468964"/>
                  </a:lnTo>
                  <a:lnTo>
                    <a:pt x="521643" y="468964"/>
                  </a:lnTo>
                  <a:lnTo>
                    <a:pt x="523369" y="467239"/>
                  </a:lnTo>
                  <a:lnTo>
                    <a:pt x="535446" y="467239"/>
                  </a:lnTo>
                  <a:lnTo>
                    <a:pt x="537172" y="465514"/>
                  </a:lnTo>
                  <a:lnTo>
                    <a:pt x="547524" y="465514"/>
                  </a:lnTo>
                  <a:lnTo>
                    <a:pt x="549250" y="463788"/>
                  </a:lnTo>
                  <a:lnTo>
                    <a:pt x="559602" y="463788"/>
                  </a:lnTo>
                  <a:lnTo>
                    <a:pt x="561328" y="462063"/>
                  </a:lnTo>
                  <a:lnTo>
                    <a:pt x="571680" y="462063"/>
                  </a:lnTo>
                  <a:lnTo>
                    <a:pt x="573405" y="460337"/>
                  </a:lnTo>
                  <a:lnTo>
                    <a:pt x="577665" y="460337"/>
                  </a:lnTo>
                  <a:lnTo>
                    <a:pt x="577665" y="456660"/>
                  </a:lnTo>
                  <a:lnTo>
                    <a:pt x="574214" y="453209"/>
                  </a:lnTo>
                  <a:lnTo>
                    <a:pt x="574214" y="451484"/>
                  </a:lnTo>
                  <a:lnTo>
                    <a:pt x="571680" y="448950"/>
                  </a:lnTo>
                  <a:lnTo>
                    <a:pt x="560184" y="448950"/>
                  </a:lnTo>
                  <a:lnTo>
                    <a:pt x="558459" y="450675"/>
                  </a:lnTo>
                  <a:lnTo>
                    <a:pt x="548106" y="450675"/>
                  </a:lnTo>
                  <a:lnTo>
                    <a:pt x="546381" y="452401"/>
                  </a:lnTo>
                  <a:lnTo>
                    <a:pt x="534303" y="452401"/>
                  </a:lnTo>
                  <a:lnTo>
                    <a:pt x="532578" y="454126"/>
                  </a:lnTo>
                  <a:lnTo>
                    <a:pt x="522225" y="454126"/>
                  </a:lnTo>
                  <a:lnTo>
                    <a:pt x="520500" y="455851"/>
                  </a:lnTo>
                  <a:lnTo>
                    <a:pt x="510147" y="455851"/>
                  </a:lnTo>
                  <a:lnTo>
                    <a:pt x="508422" y="457577"/>
                  </a:lnTo>
                  <a:lnTo>
                    <a:pt x="496344" y="457577"/>
                  </a:lnTo>
                  <a:lnTo>
                    <a:pt x="495190" y="458730"/>
                  </a:lnTo>
                  <a:lnTo>
                    <a:pt x="493120" y="456660"/>
                  </a:lnTo>
                  <a:lnTo>
                    <a:pt x="493120" y="431696"/>
                  </a:lnTo>
                  <a:lnTo>
                    <a:pt x="488861" y="431696"/>
                  </a:lnTo>
                  <a:lnTo>
                    <a:pt x="482768" y="425603"/>
                  </a:lnTo>
                  <a:lnTo>
                    <a:pt x="482768" y="423877"/>
                  </a:lnTo>
                  <a:lnTo>
                    <a:pt x="481042" y="422152"/>
                  </a:lnTo>
                  <a:lnTo>
                    <a:pt x="481042" y="411218"/>
                  </a:lnTo>
                  <a:lnTo>
                    <a:pt x="482768" y="409492"/>
                  </a:lnTo>
                  <a:lnTo>
                    <a:pt x="482768" y="407767"/>
                  </a:lnTo>
                  <a:lnTo>
                    <a:pt x="487135" y="403399"/>
                  </a:lnTo>
                  <a:lnTo>
                    <a:pt x="488861" y="403399"/>
                  </a:lnTo>
                  <a:lnTo>
                    <a:pt x="491395" y="400865"/>
                  </a:lnTo>
                  <a:lnTo>
                    <a:pt x="491395" y="375566"/>
                  </a:lnTo>
                  <a:lnTo>
                    <a:pt x="489669" y="373841"/>
                  </a:lnTo>
                  <a:lnTo>
                    <a:pt x="486909" y="353707"/>
                  </a:lnTo>
                  <a:close/>
                  <a:moveTo>
                    <a:pt x="531542" y="348876"/>
                  </a:moveTo>
                  <a:lnTo>
                    <a:pt x="537754" y="355088"/>
                  </a:lnTo>
                  <a:lnTo>
                    <a:pt x="539479" y="355088"/>
                  </a:lnTo>
                  <a:lnTo>
                    <a:pt x="542930" y="358539"/>
                  </a:lnTo>
                  <a:lnTo>
                    <a:pt x="544655" y="358539"/>
                  </a:lnTo>
                  <a:lnTo>
                    <a:pt x="549832" y="363715"/>
                  </a:lnTo>
                  <a:lnTo>
                    <a:pt x="551557" y="363715"/>
                  </a:lnTo>
                  <a:lnTo>
                    <a:pt x="555008" y="367166"/>
                  </a:lnTo>
                  <a:lnTo>
                    <a:pt x="556733" y="367166"/>
                  </a:lnTo>
                  <a:lnTo>
                    <a:pt x="561909" y="372342"/>
                  </a:lnTo>
                  <a:lnTo>
                    <a:pt x="563635" y="372342"/>
                  </a:lnTo>
                  <a:lnTo>
                    <a:pt x="567086" y="375793"/>
                  </a:lnTo>
                  <a:lnTo>
                    <a:pt x="568811" y="375793"/>
                  </a:lnTo>
                  <a:lnTo>
                    <a:pt x="573987" y="380969"/>
                  </a:lnTo>
                  <a:lnTo>
                    <a:pt x="575713" y="380969"/>
                  </a:lnTo>
                  <a:lnTo>
                    <a:pt x="579163" y="384420"/>
                  </a:lnTo>
                  <a:lnTo>
                    <a:pt x="580889" y="384420"/>
                  </a:lnTo>
                  <a:lnTo>
                    <a:pt x="586065" y="389596"/>
                  </a:lnTo>
                  <a:lnTo>
                    <a:pt x="587790" y="389596"/>
                  </a:lnTo>
                  <a:lnTo>
                    <a:pt x="592967" y="394772"/>
                  </a:lnTo>
                  <a:lnTo>
                    <a:pt x="594692" y="394772"/>
                  </a:lnTo>
                  <a:lnTo>
                    <a:pt x="598143" y="398223"/>
                  </a:lnTo>
                  <a:lnTo>
                    <a:pt x="599868" y="398223"/>
                  </a:lnTo>
                  <a:lnTo>
                    <a:pt x="603319" y="401674"/>
                  </a:lnTo>
                  <a:lnTo>
                    <a:pt x="611946" y="401674"/>
                  </a:lnTo>
                  <a:lnTo>
                    <a:pt x="613672" y="403399"/>
                  </a:lnTo>
                  <a:lnTo>
                    <a:pt x="615397" y="403399"/>
                  </a:lnTo>
                  <a:lnTo>
                    <a:pt x="616718" y="404720"/>
                  </a:lnTo>
                  <a:lnTo>
                    <a:pt x="618670" y="402768"/>
                  </a:lnTo>
                  <a:lnTo>
                    <a:pt x="617349" y="401447"/>
                  </a:lnTo>
                  <a:lnTo>
                    <a:pt x="617349" y="399140"/>
                  </a:lnTo>
                  <a:lnTo>
                    <a:pt x="619646" y="396843"/>
                  </a:lnTo>
                  <a:lnTo>
                    <a:pt x="616540" y="393737"/>
                  </a:lnTo>
                  <a:lnTo>
                    <a:pt x="614815" y="393737"/>
                  </a:lnTo>
                  <a:lnTo>
                    <a:pt x="611364" y="390286"/>
                  </a:lnTo>
                  <a:lnTo>
                    <a:pt x="609639" y="390286"/>
                  </a:lnTo>
                  <a:lnTo>
                    <a:pt x="604463" y="385110"/>
                  </a:lnTo>
                  <a:lnTo>
                    <a:pt x="602737" y="385110"/>
                  </a:lnTo>
                  <a:lnTo>
                    <a:pt x="599286" y="381659"/>
                  </a:lnTo>
                  <a:lnTo>
                    <a:pt x="597561" y="381659"/>
                  </a:lnTo>
                  <a:lnTo>
                    <a:pt x="592385" y="376483"/>
                  </a:lnTo>
                  <a:lnTo>
                    <a:pt x="590659" y="376483"/>
                  </a:lnTo>
                  <a:lnTo>
                    <a:pt x="587209" y="373032"/>
                  </a:lnTo>
                  <a:lnTo>
                    <a:pt x="585483" y="373032"/>
                  </a:lnTo>
                  <a:lnTo>
                    <a:pt x="580307" y="367856"/>
                  </a:lnTo>
                  <a:lnTo>
                    <a:pt x="578582" y="367856"/>
                  </a:lnTo>
                  <a:lnTo>
                    <a:pt x="573405" y="362680"/>
                  </a:lnTo>
                  <a:lnTo>
                    <a:pt x="571680" y="362680"/>
                  </a:lnTo>
                  <a:lnTo>
                    <a:pt x="568229" y="359229"/>
                  </a:lnTo>
                  <a:lnTo>
                    <a:pt x="566504" y="359229"/>
                  </a:lnTo>
                  <a:lnTo>
                    <a:pt x="561328" y="354053"/>
                  </a:lnTo>
                  <a:lnTo>
                    <a:pt x="559602" y="354053"/>
                  </a:lnTo>
                  <a:lnTo>
                    <a:pt x="556151" y="350602"/>
                  </a:lnTo>
                  <a:lnTo>
                    <a:pt x="545799" y="350602"/>
                  </a:lnTo>
                  <a:lnTo>
                    <a:pt x="544074" y="348876"/>
                  </a:lnTo>
                  <a:lnTo>
                    <a:pt x="531542" y="348876"/>
                  </a:lnTo>
                  <a:close/>
                  <a:moveTo>
                    <a:pt x="507613" y="345199"/>
                  </a:moveTo>
                  <a:lnTo>
                    <a:pt x="507613" y="350828"/>
                  </a:lnTo>
                  <a:lnTo>
                    <a:pt x="509339" y="352554"/>
                  </a:lnTo>
                  <a:lnTo>
                    <a:pt x="509339" y="354279"/>
                  </a:lnTo>
                  <a:lnTo>
                    <a:pt x="512790" y="357730"/>
                  </a:lnTo>
                  <a:lnTo>
                    <a:pt x="512790" y="359455"/>
                  </a:lnTo>
                  <a:lnTo>
                    <a:pt x="516240" y="362906"/>
                  </a:lnTo>
                  <a:lnTo>
                    <a:pt x="516240" y="364632"/>
                  </a:lnTo>
                  <a:lnTo>
                    <a:pt x="519691" y="368082"/>
                  </a:lnTo>
                  <a:lnTo>
                    <a:pt x="519691" y="369808"/>
                  </a:lnTo>
                  <a:lnTo>
                    <a:pt x="523142" y="373259"/>
                  </a:lnTo>
                  <a:lnTo>
                    <a:pt x="523142" y="374984"/>
                  </a:lnTo>
                  <a:lnTo>
                    <a:pt x="526593" y="378435"/>
                  </a:lnTo>
                  <a:lnTo>
                    <a:pt x="526593" y="380160"/>
                  </a:lnTo>
                  <a:lnTo>
                    <a:pt x="530044" y="383611"/>
                  </a:lnTo>
                  <a:lnTo>
                    <a:pt x="530044" y="385336"/>
                  </a:lnTo>
                  <a:lnTo>
                    <a:pt x="533494" y="388787"/>
                  </a:lnTo>
                  <a:lnTo>
                    <a:pt x="533494" y="390513"/>
                  </a:lnTo>
                  <a:lnTo>
                    <a:pt x="535220" y="392238"/>
                  </a:lnTo>
                  <a:lnTo>
                    <a:pt x="535220" y="393963"/>
                  </a:lnTo>
                  <a:lnTo>
                    <a:pt x="537754" y="396497"/>
                  </a:lnTo>
                  <a:lnTo>
                    <a:pt x="539479" y="396497"/>
                  </a:lnTo>
                  <a:lnTo>
                    <a:pt x="540396" y="397414"/>
                  </a:lnTo>
                  <a:lnTo>
                    <a:pt x="540396" y="399140"/>
                  </a:lnTo>
                  <a:lnTo>
                    <a:pt x="542121" y="400865"/>
                  </a:lnTo>
                  <a:lnTo>
                    <a:pt x="542121" y="404316"/>
                  </a:lnTo>
                  <a:lnTo>
                    <a:pt x="545227" y="407422"/>
                  </a:lnTo>
                  <a:lnTo>
                    <a:pt x="548905" y="403744"/>
                  </a:lnTo>
                  <a:lnTo>
                    <a:pt x="546607" y="401447"/>
                  </a:lnTo>
                  <a:lnTo>
                    <a:pt x="546607" y="399722"/>
                  </a:lnTo>
                  <a:lnTo>
                    <a:pt x="543157" y="396271"/>
                  </a:lnTo>
                  <a:lnTo>
                    <a:pt x="543157" y="394545"/>
                  </a:lnTo>
                  <a:lnTo>
                    <a:pt x="539706" y="391095"/>
                  </a:lnTo>
                  <a:lnTo>
                    <a:pt x="539706" y="389369"/>
                  </a:lnTo>
                  <a:lnTo>
                    <a:pt x="537980" y="387644"/>
                  </a:lnTo>
                  <a:lnTo>
                    <a:pt x="537980" y="385918"/>
                  </a:lnTo>
                  <a:lnTo>
                    <a:pt x="534530" y="382468"/>
                  </a:lnTo>
                  <a:lnTo>
                    <a:pt x="534530" y="380742"/>
                  </a:lnTo>
                  <a:lnTo>
                    <a:pt x="531079" y="377291"/>
                  </a:lnTo>
                  <a:lnTo>
                    <a:pt x="531079" y="375566"/>
                  </a:lnTo>
                  <a:lnTo>
                    <a:pt x="527628" y="372115"/>
                  </a:lnTo>
                  <a:lnTo>
                    <a:pt x="527628" y="370390"/>
                  </a:lnTo>
                  <a:lnTo>
                    <a:pt x="524177" y="366939"/>
                  </a:lnTo>
                  <a:lnTo>
                    <a:pt x="524177" y="365214"/>
                  </a:lnTo>
                  <a:lnTo>
                    <a:pt x="520726" y="361763"/>
                  </a:lnTo>
                  <a:lnTo>
                    <a:pt x="520726" y="360037"/>
                  </a:lnTo>
                  <a:lnTo>
                    <a:pt x="517276" y="356587"/>
                  </a:lnTo>
                  <a:lnTo>
                    <a:pt x="517276" y="354861"/>
                  </a:lnTo>
                  <a:lnTo>
                    <a:pt x="513825" y="351410"/>
                  </a:lnTo>
                  <a:lnTo>
                    <a:pt x="513825" y="348876"/>
                  </a:lnTo>
                  <a:lnTo>
                    <a:pt x="511291" y="348876"/>
                  </a:lnTo>
                  <a:lnTo>
                    <a:pt x="507613" y="345199"/>
                  </a:lnTo>
                  <a:close/>
                  <a:moveTo>
                    <a:pt x="439978" y="341403"/>
                  </a:moveTo>
                  <a:lnTo>
                    <a:pt x="429970" y="351410"/>
                  </a:lnTo>
                  <a:lnTo>
                    <a:pt x="429970" y="353136"/>
                  </a:lnTo>
                  <a:lnTo>
                    <a:pt x="412716" y="370390"/>
                  </a:lnTo>
                  <a:lnTo>
                    <a:pt x="412716" y="372115"/>
                  </a:lnTo>
                  <a:lnTo>
                    <a:pt x="395462" y="389369"/>
                  </a:lnTo>
                  <a:lnTo>
                    <a:pt x="395462" y="391095"/>
                  </a:lnTo>
                  <a:lnTo>
                    <a:pt x="379934" y="406623"/>
                  </a:lnTo>
                  <a:lnTo>
                    <a:pt x="379934" y="408349"/>
                  </a:lnTo>
                  <a:lnTo>
                    <a:pt x="362680" y="425603"/>
                  </a:lnTo>
                  <a:lnTo>
                    <a:pt x="362680" y="427328"/>
                  </a:lnTo>
                  <a:lnTo>
                    <a:pt x="345426" y="444582"/>
                  </a:lnTo>
                  <a:lnTo>
                    <a:pt x="345426" y="446307"/>
                  </a:lnTo>
                  <a:lnTo>
                    <a:pt x="328172" y="463562"/>
                  </a:lnTo>
                  <a:lnTo>
                    <a:pt x="328172" y="465287"/>
                  </a:lnTo>
                  <a:lnTo>
                    <a:pt x="314142" y="479317"/>
                  </a:lnTo>
                  <a:lnTo>
                    <a:pt x="318628" y="479317"/>
                  </a:lnTo>
                  <a:lnTo>
                    <a:pt x="322650" y="483339"/>
                  </a:lnTo>
                  <a:lnTo>
                    <a:pt x="324947" y="481042"/>
                  </a:lnTo>
                  <a:lnTo>
                    <a:pt x="330124" y="481042"/>
                  </a:lnTo>
                  <a:lnTo>
                    <a:pt x="348186" y="462980"/>
                  </a:lnTo>
                  <a:lnTo>
                    <a:pt x="348186" y="461254"/>
                  </a:lnTo>
                  <a:lnTo>
                    <a:pt x="365440" y="444000"/>
                  </a:lnTo>
                  <a:lnTo>
                    <a:pt x="365440" y="442275"/>
                  </a:lnTo>
                  <a:lnTo>
                    <a:pt x="382694" y="425021"/>
                  </a:lnTo>
                  <a:lnTo>
                    <a:pt x="382694" y="423295"/>
                  </a:lnTo>
                  <a:lnTo>
                    <a:pt x="399948" y="406041"/>
                  </a:lnTo>
                  <a:lnTo>
                    <a:pt x="399948" y="404316"/>
                  </a:lnTo>
                  <a:lnTo>
                    <a:pt x="417202" y="387062"/>
                  </a:lnTo>
                  <a:lnTo>
                    <a:pt x="417202" y="385336"/>
                  </a:lnTo>
                  <a:lnTo>
                    <a:pt x="434456" y="368082"/>
                  </a:lnTo>
                  <a:lnTo>
                    <a:pt x="434456" y="366357"/>
                  </a:lnTo>
                  <a:lnTo>
                    <a:pt x="448831" y="351982"/>
                  </a:lnTo>
                  <a:lnTo>
                    <a:pt x="443083" y="346234"/>
                  </a:lnTo>
                  <a:lnTo>
                    <a:pt x="443083" y="344509"/>
                  </a:lnTo>
                  <a:lnTo>
                    <a:pt x="439978" y="341403"/>
                  </a:lnTo>
                  <a:close/>
                  <a:moveTo>
                    <a:pt x="519691" y="339904"/>
                  </a:moveTo>
                  <a:lnTo>
                    <a:pt x="522452" y="339904"/>
                  </a:lnTo>
                  <a:lnTo>
                    <a:pt x="522452" y="333003"/>
                  </a:lnTo>
                  <a:lnTo>
                    <a:pt x="519691" y="333003"/>
                  </a:lnTo>
                  <a:lnTo>
                    <a:pt x="519691" y="339904"/>
                  </a:lnTo>
                  <a:close/>
                  <a:moveTo>
                    <a:pt x="497261" y="329670"/>
                  </a:moveTo>
                  <a:lnTo>
                    <a:pt x="497261" y="335300"/>
                  </a:lnTo>
                  <a:lnTo>
                    <a:pt x="498986" y="337025"/>
                  </a:lnTo>
                  <a:lnTo>
                    <a:pt x="498986" y="338179"/>
                  </a:lnTo>
                  <a:lnTo>
                    <a:pt x="501747" y="338179"/>
                  </a:lnTo>
                  <a:lnTo>
                    <a:pt x="501747" y="334156"/>
                  </a:lnTo>
                  <a:lnTo>
                    <a:pt x="497261" y="329670"/>
                  </a:lnTo>
                  <a:close/>
                  <a:moveTo>
                    <a:pt x="476556" y="339904"/>
                  </a:moveTo>
                  <a:lnTo>
                    <a:pt x="479317" y="339904"/>
                  </a:lnTo>
                  <a:lnTo>
                    <a:pt x="479317" y="333003"/>
                  </a:lnTo>
                  <a:lnTo>
                    <a:pt x="476556" y="333003"/>
                  </a:lnTo>
                  <a:lnTo>
                    <a:pt x="476556" y="339904"/>
                  </a:lnTo>
                  <a:close/>
                  <a:moveTo>
                    <a:pt x="479090" y="317819"/>
                  </a:moveTo>
                  <a:lnTo>
                    <a:pt x="474604" y="322305"/>
                  </a:lnTo>
                  <a:lnTo>
                    <a:pt x="489443" y="322305"/>
                  </a:lnTo>
                  <a:lnTo>
                    <a:pt x="491168" y="324031"/>
                  </a:lnTo>
                  <a:lnTo>
                    <a:pt x="493465" y="324031"/>
                  </a:lnTo>
                  <a:lnTo>
                    <a:pt x="493465" y="321270"/>
                  </a:lnTo>
                  <a:lnTo>
                    <a:pt x="492311" y="321270"/>
                  </a:lnTo>
                  <a:lnTo>
                    <a:pt x="490586" y="319545"/>
                  </a:lnTo>
                  <a:lnTo>
                    <a:pt x="487135" y="319545"/>
                  </a:lnTo>
                  <a:lnTo>
                    <a:pt x="485410" y="317819"/>
                  </a:lnTo>
                  <a:lnTo>
                    <a:pt x="479090" y="317819"/>
                  </a:lnTo>
                  <a:close/>
                  <a:moveTo>
                    <a:pt x="467584" y="310346"/>
                  </a:moveTo>
                  <a:lnTo>
                    <a:pt x="464478" y="313451"/>
                  </a:lnTo>
                  <a:lnTo>
                    <a:pt x="464478" y="315177"/>
                  </a:lnTo>
                  <a:lnTo>
                    <a:pt x="458730" y="320925"/>
                  </a:lnTo>
                  <a:lnTo>
                    <a:pt x="465859" y="328053"/>
                  </a:lnTo>
                  <a:lnTo>
                    <a:pt x="471607" y="322305"/>
                  </a:lnTo>
                  <a:lnTo>
                    <a:pt x="477818" y="322305"/>
                  </a:lnTo>
                  <a:lnTo>
                    <a:pt x="474141" y="318628"/>
                  </a:lnTo>
                  <a:lnTo>
                    <a:pt x="474141" y="316902"/>
                  </a:lnTo>
                  <a:lnTo>
                    <a:pt x="467584" y="310346"/>
                  </a:lnTo>
                  <a:close/>
                  <a:moveTo>
                    <a:pt x="493810" y="305515"/>
                  </a:moveTo>
                  <a:lnTo>
                    <a:pt x="493810" y="311726"/>
                  </a:lnTo>
                  <a:lnTo>
                    <a:pt x="492085" y="313451"/>
                  </a:lnTo>
                  <a:lnTo>
                    <a:pt x="492085" y="318046"/>
                  </a:lnTo>
                  <a:lnTo>
                    <a:pt x="496344" y="322305"/>
                  </a:lnTo>
                  <a:lnTo>
                    <a:pt x="503246" y="322305"/>
                  </a:lnTo>
                  <a:lnTo>
                    <a:pt x="507268" y="326328"/>
                  </a:lnTo>
                  <a:lnTo>
                    <a:pt x="511291" y="322305"/>
                  </a:lnTo>
                  <a:lnTo>
                    <a:pt x="512445" y="322305"/>
                  </a:lnTo>
                  <a:lnTo>
                    <a:pt x="512445" y="319545"/>
                  </a:lnTo>
                  <a:lnTo>
                    <a:pt x="511291" y="319545"/>
                  </a:lnTo>
                  <a:lnTo>
                    <a:pt x="507840" y="316094"/>
                  </a:lnTo>
                  <a:lnTo>
                    <a:pt x="506115" y="316094"/>
                  </a:lnTo>
                  <a:lnTo>
                    <a:pt x="500938" y="310918"/>
                  </a:lnTo>
                  <a:lnTo>
                    <a:pt x="499213" y="310918"/>
                  </a:lnTo>
                  <a:lnTo>
                    <a:pt x="493810" y="305515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86" name="Vector layer B5B4B4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081827" y="1342018"/>
                  </a:moveTo>
                  <a:lnTo>
                    <a:pt x="1081827" y="1339257"/>
                  </a:lnTo>
                  <a:lnTo>
                    <a:pt x="1080102" y="1339257"/>
                  </a:lnTo>
                  <a:lnTo>
                    <a:pt x="1080102" y="1342018"/>
                  </a:lnTo>
                  <a:lnTo>
                    <a:pt x="1081827" y="1342018"/>
                  </a:lnTo>
                  <a:close/>
                  <a:moveTo>
                    <a:pt x="1074926" y="1329940"/>
                  </a:moveTo>
                  <a:lnTo>
                    <a:pt x="1074926" y="1327180"/>
                  </a:lnTo>
                  <a:lnTo>
                    <a:pt x="1073200" y="1327180"/>
                  </a:lnTo>
                  <a:lnTo>
                    <a:pt x="1073200" y="1329940"/>
                  </a:lnTo>
                  <a:lnTo>
                    <a:pt x="1074926" y="1329940"/>
                  </a:lnTo>
                  <a:close/>
                  <a:moveTo>
                    <a:pt x="1227510" y="1288126"/>
                  </a:moveTo>
                  <a:lnTo>
                    <a:pt x="1229463" y="1286174"/>
                  </a:lnTo>
                  <a:lnTo>
                    <a:pt x="1227737" y="1284449"/>
                  </a:lnTo>
                  <a:lnTo>
                    <a:pt x="1225785" y="1286401"/>
                  </a:lnTo>
                  <a:lnTo>
                    <a:pt x="1227510" y="1288126"/>
                  </a:lnTo>
                  <a:close/>
                  <a:moveTo>
                    <a:pt x="1811673" y="1238494"/>
                  </a:moveTo>
                  <a:lnTo>
                    <a:pt x="1811673" y="1235733"/>
                  </a:lnTo>
                  <a:lnTo>
                    <a:pt x="1804771" y="1235733"/>
                  </a:lnTo>
                  <a:lnTo>
                    <a:pt x="1804771" y="1238494"/>
                  </a:lnTo>
                  <a:lnTo>
                    <a:pt x="1811673" y="1238494"/>
                  </a:lnTo>
                  <a:close/>
                  <a:moveTo>
                    <a:pt x="1771988" y="1238494"/>
                  </a:moveTo>
                  <a:lnTo>
                    <a:pt x="1771988" y="1235733"/>
                  </a:lnTo>
                  <a:lnTo>
                    <a:pt x="1765087" y="1235733"/>
                  </a:lnTo>
                  <a:lnTo>
                    <a:pt x="1765087" y="1238494"/>
                  </a:lnTo>
                  <a:lnTo>
                    <a:pt x="1771988" y="1238494"/>
                  </a:lnTo>
                  <a:close/>
                  <a:moveTo>
                    <a:pt x="1820645" y="914463"/>
                  </a:moveTo>
                  <a:lnTo>
                    <a:pt x="1823405" y="914463"/>
                  </a:lnTo>
                  <a:lnTo>
                    <a:pt x="1823405" y="912738"/>
                  </a:lnTo>
                  <a:lnTo>
                    <a:pt x="1820645" y="912738"/>
                  </a:lnTo>
                  <a:lnTo>
                    <a:pt x="1820645" y="914463"/>
                  </a:lnTo>
                  <a:close/>
                  <a:moveTo>
                    <a:pt x="1820645" y="909287"/>
                  </a:moveTo>
                  <a:lnTo>
                    <a:pt x="1823405" y="909287"/>
                  </a:lnTo>
                  <a:lnTo>
                    <a:pt x="1823405" y="907562"/>
                  </a:lnTo>
                  <a:lnTo>
                    <a:pt x="1820645" y="907562"/>
                  </a:lnTo>
                  <a:lnTo>
                    <a:pt x="1820645" y="909287"/>
                  </a:lnTo>
                  <a:close/>
                  <a:moveTo>
                    <a:pt x="823766" y="889558"/>
                  </a:moveTo>
                  <a:lnTo>
                    <a:pt x="825718" y="887606"/>
                  </a:lnTo>
                  <a:lnTo>
                    <a:pt x="823993" y="885881"/>
                  </a:lnTo>
                  <a:lnTo>
                    <a:pt x="822041" y="887833"/>
                  </a:lnTo>
                  <a:lnTo>
                    <a:pt x="823766" y="889558"/>
                  </a:lnTo>
                  <a:close/>
                  <a:moveTo>
                    <a:pt x="801336" y="872304"/>
                  </a:moveTo>
                  <a:lnTo>
                    <a:pt x="803288" y="870352"/>
                  </a:lnTo>
                  <a:lnTo>
                    <a:pt x="801563" y="868627"/>
                  </a:lnTo>
                  <a:lnTo>
                    <a:pt x="799611" y="870579"/>
                  </a:lnTo>
                  <a:lnTo>
                    <a:pt x="801336" y="872304"/>
                  </a:lnTo>
                  <a:close/>
                  <a:moveTo>
                    <a:pt x="806512" y="870579"/>
                  </a:moveTo>
                  <a:lnTo>
                    <a:pt x="808464" y="868627"/>
                  </a:lnTo>
                  <a:lnTo>
                    <a:pt x="806739" y="866901"/>
                  </a:lnTo>
                  <a:lnTo>
                    <a:pt x="804787" y="868853"/>
                  </a:lnTo>
                  <a:lnTo>
                    <a:pt x="806512" y="870579"/>
                  </a:lnTo>
                  <a:close/>
                  <a:moveTo>
                    <a:pt x="794434" y="867128"/>
                  </a:moveTo>
                  <a:lnTo>
                    <a:pt x="796387" y="865176"/>
                  </a:lnTo>
                  <a:lnTo>
                    <a:pt x="794661" y="863451"/>
                  </a:lnTo>
                  <a:lnTo>
                    <a:pt x="792709" y="865403"/>
                  </a:lnTo>
                  <a:lnTo>
                    <a:pt x="794434" y="867128"/>
                  </a:lnTo>
                  <a:close/>
                  <a:moveTo>
                    <a:pt x="799611" y="865403"/>
                  </a:moveTo>
                  <a:lnTo>
                    <a:pt x="801563" y="863451"/>
                  </a:lnTo>
                  <a:lnTo>
                    <a:pt x="799837" y="861725"/>
                  </a:lnTo>
                  <a:lnTo>
                    <a:pt x="797885" y="863677"/>
                  </a:lnTo>
                  <a:lnTo>
                    <a:pt x="799611" y="865403"/>
                  </a:lnTo>
                  <a:close/>
                  <a:moveTo>
                    <a:pt x="787533" y="861952"/>
                  </a:moveTo>
                  <a:lnTo>
                    <a:pt x="789485" y="860000"/>
                  </a:lnTo>
                  <a:lnTo>
                    <a:pt x="786034" y="856549"/>
                  </a:lnTo>
                  <a:lnTo>
                    <a:pt x="784082" y="858501"/>
                  </a:lnTo>
                  <a:lnTo>
                    <a:pt x="787533" y="861952"/>
                  </a:lnTo>
                  <a:close/>
                  <a:moveTo>
                    <a:pt x="1818919" y="854074"/>
                  </a:moveTo>
                  <a:lnTo>
                    <a:pt x="1821680" y="854074"/>
                  </a:lnTo>
                  <a:lnTo>
                    <a:pt x="1821680" y="852349"/>
                  </a:lnTo>
                  <a:lnTo>
                    <a:pt x="1818919" y="852349"/>
                  </a:lnTo>
                  <a:lnTo>
                    <a:pt x="1818919" y="854074"/>
                  </a:lnTo>
                  <a:close/>
                  <a:moveTo>
                    <a:pt x="778906" y="855050"/>
                  </a:moveTo>
                  <a:lnTo>
                    <a:pt x="780858" y="853098"/>
                  </a:lnTo>
                  <a:lnTo>
                    <a:pt x="779133" y="851373"/>
                  </a:lnTo>
                  <a:lnTo>
                    <a:pt x="777180" y="853325"/>
                  </a:lnTo>
                  <a:lnTo>
                    <a:pt x="778906" y="855050"/>
                  </a:lnTo>
                  <a:close/>
                  <a:moveTo>
                    <a:pt x="784082" y="853325"/>
                  </a:moveTo>
                  <a:lnTo>
                    <a:pt x="786034" y="851373"/>
                  </a:lnTo>
                  <a:lnTo>
                    <a:pt x="784309" y="849647"/>
                  </a:lnTo>
                  <a:lnTo>
                    <a:pt x="782357" y="851599"/>
                  </a:lnTo>
                  <a:lnTo>
                    <a:pt x="784082" y="853325"/>
                  </a:lnTo>
                  <a:close/>
                  <a:moveTo>
                    <a:pt x="772004" y="849874"/>
                  </a:moveTo>
                  <a:lnTo>
                    <a:pt x="773956" y="847922"/>
                  </a:lnTo>
                  <a:lnTo>
                    <a:pt x="772231" y="846197"/>
                  </a:lnTo>
                  <a:lnTo>
                    <a:pt x="770279" y="848149"/>
                  </a:lnTo>
                  <a:lnTo>
                    <a:pt x="772004" y="849874"/>
                  </a:lnTo>
                  <a:close/>
                  <a:moveTo>
                    <a:pt x="777180" y="848149"/>
                  </a:moveTo>
                  <a:lnTo>
                    <a:pt x="779133" y="846197"/>
                  </a:lnTo>
                  <a:lnTo>
                    <a:pt x="777407" y="844471"/>
                  </a:lnTo>
                  <a:lnTo>
                    <a:pt x="775455" y="846423"/>
                  </a:lnTo>
                  <a:lnTo>
                    <a:pt x="777180" y="848149"/>
                  </a:lnTo>
                  <a:close/>
                  <a:moveTo>
                    <a:pt x="770279" y="842972"/>
                  </a:moveTo>
                  <a:lnTo>
                    <a:pt x="772231" y="841020"/>
                  </a:lnTo>
                  <a:lnTo>
                    <a:pt x="770506" y="839295"/>
                  </a:lnTo>
                  <a:lnTo>
                    <a:pt x="768553" y="841247"/>
                  </a:lnTo>
                  <a:lnTo>
                    <a:pt x="770279" y="842972"/>
                  </a:lnTo>
                  <a:close/>
                  <a:moveTo>
                    <a:pt x="763377" y="842972"/>
                  </a:moveTo>
                  <a:lnTo>
                    <a:pt x="765329" y="841020"/>
                  </a:lnTo>
                  <a:lnTo>
                    <a:pt x="763604" y="839295"/>
                  </a:lnTo>
                  <a:lnTo>
                    <a:pt x="761652" y="841247"/>
                  </a:lnTo>
                  <a:lnTo>
                    <a:pt x="763377" y="842972"/>
                  </a:lnTo>
                  <a:close/>
                  <a:moveTo>
                    <a:pt x="763377" y="837796"/>
                  </a:moveTo>
                  <a:lnTo>
                    <a:pt x="765329" y="835844"/>
                  </a:lnTo>
                  <a:lnTo>
                    <a:pt x="763604" y="834119"/>
                  </a:lnTo>
                  <a:lnTo>
                    <a:pt x="761652" y="836071"/>
                  </a:lnTo>
                  <a:lnTo>
                    <a:pt x="763377" y="837796"/>
                  </a:lnTo>
                  <a:close/>
                  <a:moveTo>
                    <a:pt x="756476" y="837796"/>
                  </a:moveTo>
                  <a:lnTo>
                    <a:pt x="758428" y="835844"/>
                  </a:lnTo>
                  <a:lnTo>
                    <a:pt x="756702" y="834119"/>
                  </a:lnTo>
                  <a:lnTo>
                    <a:pt x="754750" y="836071"/>
                  </a:lnTo>
                  <a:lnTo>
                    <a:pt x="756476" y="837796"/>
                  </a:lnTo>
                  <a:close/>
                  <a:moveTo>
                    <a:pt x="756476" y="832620"/>
                  </a:moveTo>
                  <a:lnTo>
                    <a:pt x="758428" y="830668"/>
                  </a:lnTo>
                  <a:lnTo>
                    <a:pt x="754977" y="827217"/>
                  </a:lnTo>
                  <a:lnTo>
                    <a:pt x="753025" y="829169"/>
                  </a:lnTo>
                  <a:lnTo>
                    <a:pt x="756476" y="832620"/>
                  </a:lnTo>
                  <a:close/>
                  <a:moveTo>
                    <a:pt x="749574" y="832620"/>
                  </a:moveTo>
                  <a:lnTo>
                    <a:pt x="751526" y="830668"/>
                  </a:lnTo>
                  <a:lnTo>
                    <a:pt x="748075" y="827217"/>
                  </a:lnTo>
                  <a:lnTo>
                    <a:pt x="746123" y="829169"/>
                  </a:lnTo>
                  <a:lnTo>
                    <a:pt x="749574" y="832620"/>
                  </a:lnTo>
                  <a:close/>
                  <a:moveTo>
                    <a:pt x="749574" y="827444"/>
                  </a:moveTo>
                  <a:lnTo>
                    <a:pt x="751526" y="825492"/>
                  </a:lnTo>
                  <a:lnTo>
                    <a:pt x="748075" y="822041"/>
                  </a:lnTo>
                  <a:lnTo>
                    <a:pt x="746123" y="823993"/>
                  </a:lnTo>
                  <a:lnTo>
                    <a:pt x="749574" y="827444"/>
                  </a:lnTo>
                  <a:close/>
                  <a:moveTo>
                    <a:pt x="740947" y="825718"/>
                  </a:moveTo>
                  <a:lnTo>
                    <a:pt x="742899" y="823766"/>
                  </a:lnTo>
                  <a:lnTo>
                    <a:pt x="741174" y="822041"/>
                  </a:lnTo>
                  <a:lnTo>
                    <a:pt x="739222" y="823993"/>
                  </a:lnTo>
                  <a:lnTo>
                    <a:pt x="740947" y="825718"/>
                  </a:lnTo>
                  <a:close/>
                  <a:moveTo>
                    <a:pt x="742672" y="822268"/>
                  </a:moveTo>
                  <a:lnTo>
                    <a:pt x="744624" y="820316"/>
                  </a:lnTo>
                  <a:lnTo>
                    <a:pt x="741174" y="816865"/>
                  </a:lnTo>
                  <a:lnTo>
                    <a:pt x="739222" y="818817"/>
                  </a:lnTo>
                  <a:lnTo>
                    <a:pt x="742672" y="822268"/>
                  </a:lnTo>
                  <a:close/>
                  <a:moveTo>
                    <a:pt x="734045" y="820542"/>
                  </a:moveTo>
                  <a:lnTo>
                    <a:pt x="735997" y="818590"/>
                  </a:lnTo>
                  <a:lnTo>
                    <a:pt x="734272" y="816865"/>
                  </a:lnTo>
                  <a:lnTo>
                    <a:pt x="732320" y="818817"/>
                  </a:lnTo>
                  <a:lnTo>
                    <a:pt x="734045" y="820542"/>
                  </a:lnTo>
                  <a:close/>
                  <a:moveTo>
                    <a:pt x="734045" y="815366"/>
                  </a:moveTo>
                  <a:lnTo>
                    <a:pt x="735997" y="813414"/>
                  </a:lnTo>
                  <a:lnTo>
                    <a:pt x="734272" y="811689"/>
                  </a:lnTo>
                  <a:lnTo>
                    <a:pt x="732320" y="813641"/>
                  </a:lnTo>
                  <a:lnTo>
                    <a:pt x="734045" y="815366"/>
                  </a:lnTo>
                  <a:close/>
                  <a:moveTo>
                    <a:pt x="725418" y="813641"/>
                  </a:moveTo>
                  <a:lnTo>
                    <a:pt x="727370" y="811689"/>
                  </a:lnTo>
                  <a:lnTo>
                    <a:pt x="725645" y="809963"/>
                  </a:lnTo>
                  <a:lnTo>
                    <a:pt x="723693" y="811915"/>
                  </a:lnTo>
                  <a:lnTo>
                    <a:pt x="725418" y="813641"/>
                  </a:lnTo>
                  <a:close/>
                  <a:moveTo>
                    <a:pt x="727144" y="810190"/>
                  </a:moveTo>
                  <a:lnTo>
                    <a:pt x="729096" y="808238"/>
                  </a:lnTo>
                  <a:lnTo>
                    <a:pt x="727370" y="806512"/>
                  </a:lnTo>
                  <a:lnTo>
                    <a:pt x="725418" y="808464"/>
                  </a:lnTo>
                  <a:lnTo>
                    <a:pt x="727144" y="810190"/>
                  </a:lnTo>
                  <a:close/>
                  <a:moveTo>
                    <a:pt x="718517" y="808464"/>
                  </a:moveTo>
                  <a:lnTo>
                    <a:pt x="720469" y="806512"/>
                  </a:lnTo>
                  <a:lnTo>
                    <a:pt x="718743" y="804787"/>
                  </a:lnTo>
                  <a:lnTo>
                    <a:pt x="716791" y="806739"/>
                  </a:lnTo>
                  <a:lnTo>
                    <a:pt x="718517" y="808464"/>
                  </a:lnTo>
                  <a:close/>
                  <a:moveTo>
                    <a:pt x="720242" y="805014"/>
                  </a:moveTo>
                  <a:lnTo>
                    <a:pt x="722194" y="803061"/>
                  </a:lnTo>
                  <a:lnTo>
                    <a:pt x="720469" y="801336"/>
                  </a:lnTo>
                  <a:lnTo>
                    <a:pt x="718517" y="803288"/>
                  </a:lnTo>
                  <a:lnTo>
                    <a:pt x="720242" y="805014"/>
                  </a:lnTo>
                  <a:close/>
                  <a:moveTo>
                    <a:pt x="711615" y="803288"/>
                  </a:moveTo>
                  <a:lnTo>
                    <a:pt x="713567" y="801336"/>
                  </a:lnTo>
                  <a:lnTo>
                    <a:pt x="710116" y="797885"/>
                  </a:lnTo>
                  <a:lnTo>
                    <a:pt x="708164" y="799837"/>
                  </a:lnTo>
                  <a:lnTo>
                    <a:pt x="711615" y="803288"/>
                  </a:lnTo>
                  <a:close/>
                  <a:moveTo>
                    <a:pt x="713341" y="799837"/>
                  </a:moveTo>
                  <a:lnTo>
                    <a:pt x="715293" y="797885"/>
                  </a:lnTo>
                  <a:lnTo>
                    <a:pt x="713567" y="796160"/>
                  </a:lnTo>
                  <a:lnTo>
                    <a:pt x="711615" y="798112"/>
                  </a:lnTo>
                  <a:lnTo>
                    <a:pt x="713341" y="799837"/>
                  </a:lnTo>
                  <a:close/>
                  <a:moveTo>
                    <a:pt x="702988" y="796387"/>
                  </a:moveTo>
                  <a:lnTo>
                    <a:pt x="704940" y="794434"/>
                  </a:lnTo>
                  <a:lnTo>
                    <a:pt x="703215" y="792709"/>
                  </a:lnTo>
                  <a:lnTo>
                    <a:pt x="701263" y="794661"/>
                  </a:lnTo>
                  <a:lnTo>
                    <a:pt x="702988" y="796387"/>
                  </a:lnTo>
                  <a:close/>
                  <a:moveTo>
                    <a:pt x="706439" y="794661"/>
                  </a:moveTo>
                  <a:lnTo>
                    <a:pt x="708391" y="792709"/>
                  </a:lnTo>
                  <a:lnTo>
                    <a:pt x="706666" y="790984"/>
                  </a:lnTo>
                  <a:lnTo>
                    <a:pt x="704714" y="792936"/>
                  </a:lnTo>
                  <a:lnTo>
                    <a:pt x="706439" y="794661"/>
                  </a:lnTo>
                  <a:close/>
                  <a:moveTo>
                    <a:pt x="696087" y="791210"/>
                  </a:moveTo>
                  <a:lnTo>
                    <a:pt x="698039" y="789258"/>
                  </a:lnTo>
                  <a:lnTo>
                    <a:pt x="696313" y="787533"/>
                  </a:lnTo>
                  <a:lnTo>
                    <a:pt x="694361" y="789485"/>
                  </a:lnTo>
                  <a:lnTo>
                    <a:pt x="696087" y="791210"/>
                  </a:lnTo>
                  <a:close/>
                  <a:moveTo>
                    <a:pt x="699537" y="789485"/>
                  </a:moveTo>
                  <a:lnTo>
                    <a:pt x="701489" y="787533"/>
                  </a:lnTo>
                  <a:lnTo>
                    <a:pt x="698039" y="784082"/>
                  </a:lnTo>
                  <a:lnTo>
                    <a:pt x="696087" y="786034"/>
                  </a:lnTo>
                  <a:lnTo>
                    <a:pt x="699537" y="789485"/>
                  </a:lnTo>
                  <a:close/>
                  <a:moveTo>
                    <a:pt x="687460" y="784309"/>
                  </a:moveTo>
                  <a:lnTo>
                    <a:pt x="689412" y="782357"/>
                  </a:lnTo>
                  <a:lnTo>
                    <a:pt x="687686" y="780631"/>
                  </a:lnTo>
                  <a:lnTo>
                    <a:pt x="685734" y="782583"/>
                  </a:lnTo>
                  <a:lnTo>
                    <a:pt x="687460" y="784309"/>
                  </a:lnTo>
                  <a:close/>
                  <a:moveTo>
                    <a:pt x="692636" y="784309"/>
                  </a:moveTo>
                  <a:lnTo>
                    <a:pt x="694588" y="782357"/>
                  </a:lnTo>
                  <a:lnTo>
                    <a:pt x="691137" y="778906"/>
                  </a:lnTo>
                  <a:lnTo>
                    <a:pt x="689185" y="780858"/>
                  </a:lnTo>
                  <a:lnTo>
                    <a:pt x="692636" y="784309"/>
                  </a:lnTo>
                  <a:close/>
                  <a:moveTo>
                    <a:pt x="680558" y="779133"/>
                  </a:moveTo>
                  <a:lnTo>
                    <a:pt x="682510" y="777180"/>
                  </a:lnTo>
                  <a:lnTo>
                    <a:pt x="680785" y="775455"/>
                  </a:lnTo>
                  <a:lnTo>
                    <a:pt x="678833" y="777407"/>
                  </a:lnTo>
                  <a:lnTo>
                    <a:pt x="680558" y="779133"/>
                  </a:lnTo>
                  <a:close/>
                  <a:moveTo>
                    <a:pt x="685734" y="779133"/>
                  </a:moveTo>
                  <a:lnTo>
                    <a:pt x="687686" y="777180"/>
                  </a:lnTo>
                  <a:lnTo>
                    <a:pt x="684235" y="773730"/>
                  </a:lnTo>
                  <a:lnTo>
                    <a:pt x="682283" y="775682"/>
                  </a:lnTo>
                  <a:lnTo>
                    <a:pt x="685734" y="779133"/>
                  </a:lnTo>
                  <a:close/>
                  <a:moveTo>
                    <a:pt x="677107" y="772231"/>
                  </a:moveTo>
                  <a:lnTo>
                    <a:pt x="679059" y="770279"/>
                  </a:lnTo>
                  <a:lnTo>
                    <a:pt x="677334" y="768553"/>
                  </a:lnTo>
                  <a:lnTo>
                    <a:pt x="675382" y="770506"/>
                  </a:lnTo>
                  <a:lnTo>
                    <a:pt x="677107" y="772231"/>
                  </a:lnTo>
                  <a:close/>
                  <a:moveTo>
                    <a:pt x="673656" y="773956"/>
                  </a:moveTo>
                  <a:lnTo>
                    <a:pt x="675608" y="772004"/>
                  </a:lnTo>
                  <a:lnTo>
                    <a:pt x="672158" y="768553"/>
                  </a:lnTo>
                  <a:lnTo>
                    <a:pt x="670206" y="770506"/>
                  </a:lnTo>
                  <a:lnTo>
                    <a:pt x="673656" y="773956"/>
                  </a:lnTo>
                  <a:close/>
                  <a:moveTo>
                    <a:pt x="670206" y="767055"/>
                  </a:moveTo>
                  <a:lnTo>
                    <a:pt x="672158" y="765103"/>
                  </a:lnTo>
                  <a:lnTo>
                    <a:pt x="670432" y="763377"/>
                  </a:lnTo>
                  <a:lnTo>
                    <a:pt x="668480" y="765329"/>
                  </a:lnTo>
                  <a:lnTo>
                    <a:pt x="670206" y="767055"/>
                  </a:lnTo>
                  <a:close/>
                  <a:moveTo>
                    <a:pt x="665029" y="767055"/>
                  </a:moveTo>
                  <a:lnTo>
                    <a:pt x="666981" y="765103"/>
                  </a:lnTo>
                  <a:lnTo>
                    <a:pt x="665256" y="763377"/>
                  </a:lnTo>
                  <a:lnTo>
                    <a:pt x="663304" y="765329"/>
                  </a:lnTo>
                  <a:lnTo>
                    <a:pt x="665029" y="767055"/>
                  </a:lnTo>
                  <a:close/>
                  <a:moveTo>
                    <a:pt x="1797869" y="762283"/>
                  </a:moveTo>
                  <a:lnTo>
                    <a:pt x="1797869" y="759522"/>
                  </a:lnTo>
                  <a:lnTo>
                    <a:pt x="1794419" y="759522"/>
                  </a:lnTo>
                  <a:lnTo>
                    <a:pt x="1794419" y="762283"/>
                  </a:lnTo>
                  <a:lnTo>
                    <a:pt x="1797869" y="762283"/>
                  </a:lnTo>
                  <a:close/>
                  <a:moveTo>
                    <a:pt x="663304" y="761879"/>
                  </a:moveTo>
                  <a:lnTo>
                    <a:pt x="665256" y="759926"/>
                  </a:lnTo>
                  <a:lnTo>
                    <a:pt x="663531" y="758201"/>
                  </a:lnTo>
                  <a:lnTo>
                    <a:pt x="661578" y="760153"/>
                  </a:lnTo>
                  <a:lnTo>
                    <a:pt x="663304" y="761879"/>
                  </a:lnTo>
                  <a:close/>
                  <a:moveTo>
                    <a:pt x="658128" y="761879"/>
                  </a:moveTo>
                  <a:lnTo>
                    <a:pt x="660080" y="759926"/>
                  </a:lnTo>
                  <a:lnTo>
                    <a:pt x="658354" y="758201"/>
                  </a:lnTo>
                  <a:lnTo>
                    <a:pt x="656402" y="760153"/>
                  </a:lnTo>
                  <a:lnTo>
                    <a:pt x="658128" y="761879"/>
                  </a:lnTo>
                  <a:close/>
                  <a:moveTo>
                    <a:pt x="656402" y="756702"/>
                  </a:moveTo>
                  <a:lnTo>
                    <a:pt x="658354" y="754750"/>
                  </a:lnTo>
                  <a:lnTo>
                    <a:pt x="656629" y="753025"/>
                  </a:lnTo>
                  <a:lnTo>
                    <a:pt x="654677" y="754977"/>
                  </a:lnTo>
                  <a:lnTo>
                    <a:pt x="656402" y="756702"/>
                  </a:lnTo>
                  <a:close/>
                  <a:moveTo>
                    <a:pt x="646799" y="752275"/>
                  </a:moveTo>
                  <a:lnTo>
                    <a:pt x="649501" y="754977"/>
                  </a:lnTo>
                  <a:lnTo>
                    <a:pt x="651453" y="753025"/>
                  </a:lnTo>
                  <a:lnTo>
                    <a:pt x="650703" y="752275"/>
                  </a:lnTo>
                  <a:lnTo>
                    <a:pt x="652429" y="750550"/>
                  </a:lnTo>
                  <a:lnTo>
                    <a:pt x="649727" y="747849"/>
                  </a:lnTo>
                  <a:lnTo>
                    <a:pt x="647775" y="749801"/>
                  </a:lnTo>
                  <a:lnTo>
                    <a:pt x="648525" y="750550"/>
                  </a:lnTo>
                  <a:lnTo>
                    <a:pt x="646799" y="752275"/>
                  </a:lnTo>
                  <a:close/>
                  <a:moveTo>
                    <a:pt x="639898" y="747099"/>
                  </a:moveTo>
                  <a:lnTo>
                    <a:pt x="642599" y="749801"/>
                  </a:lnTo>
                  <a:lnTo>
                    <a:pt x="644551" y="747849"/>
                  </a:lnTo>
                  <a:lnTo>
                    <a:pt x="643802" y="747099"/>
                  </a:lnTo>
                  <a:lnTo>
                    <a:pt x="645527" y="745374"/>
                  </a:lnTo>
                  <a:lnTo>
                    <a:pt x="641100" y="740947"/>
                  </a:lnTo>
                  <a:lnTo>
                    <a:pt x="639148" y="742899"/>
                  </a:lnTo>
                  <a:lnTo>
                    <a:pt x="641623" y="745374"/>
                  </a:lnTo>
                  <a:lnTo>
                    <a:pt x="639898" y="747099"/>
                  </a:lnTo>
                  <a:close/>
                  <a:moveTo>
                    <a:pt x="632247" y="737723"/>
                  </a:moveTo>
                  <a:lnTo>
                    <a:pt x="632996" y="738472"/>
                  </a:lnTo>
                  <a:lnTo>
                    <a:pt x="631271" y="740198"/>
                  </a:lnTo>
                  <a:lnTo>
                    <a:pt x="635697" y="744624"/>
                  </a:lnTo>
                  <a:lnTo>
                    <a:pt x="637650" y="742672"/>
                  </a:lnTo>
                  <a:lnTo>
                    <a:pt x="636900" y="741923"/>
                  </a:lnTo>
                  <a:lnTo>
                    <a:pt x="638626" y="740198"/>
                  </a:lnTo>
                  <a:lnTo>
                    <a:pt x="632247" y="737723"/>
                  </a:lnTo>
                  <a:close/>
                  <a:moveTo>
                    <a:pt x="625345" y="732547"/>
                  </a:moveTo>
                  <a:lnTo>
                    <a:pt x="626094" y="733296"/>
                  </a:lnTo>
                  <a:lnTo>
                    <a:pt x="624369" y="735021"/>
                  </a:lnTo>
                  <a:lnTo>
                    <a:pt x="628046" y="738699"/>
                  </a:lnTo>
                  <a:lnTo>
                    <a:pt x="631724" y="735021"/>
                  </a:lnTo>
                  <a:lnTo>
                    <a:pt x="625345" y="732547"/>
                  </a:lnTo>
                  <a:close/>
                  <a:moveTo>
                    <a:pt x="617467" y="729845"/>
                  </a:moveTo>
                  <a:lnTo>
                    <a:pt x="620169" y="732547"/>
                  </a:lnTo>
                  <a:lnTo>
                    <a:pt x="622121" y="730595"/>
                  </a:lnTo>
                  <a:lnTo>
                    <a:pt x="621372" y="729845"/>
                  </a:lnTo>
                  <a:lnTo>
                    <a:pt x="623097" y="728120"/>
                  </a:lnTo>
                  <a:lnTo>
                    <a:pt x="620396" y="725418"/>
                  </a:lnTo>
                  <a:lnTo>
                    <a:pt x="618443" y="727370"/>
                  </a:lnTo>
                  <a:lnTo>
                    <a:pt x="619193" y="728120"/>
                  </a:lnTo>
                  <a:lnTo>
                    <a:pt x="617467" y="729845"/>
                  </a:lnTo>
                  <a:close/>
                  <a:moveTo>
                    <a:pt x="612518" y="719266"/>
                  </a:moveTo>
                  <a:lnTo>
                    <a:pt x="608840" y="722944"/>
                  </a:lnTo>
                  <a:lnTo>
                    <a:pt x="612518" y="726621"/>
                  </a:lnTo>
                  <a:lnTo>
                    <a:pt x="616195" y="722944"/>
                  </a:lnTo>
                  <a:lnTo>
                    <a:pt x="612518" y="719266"/>
                  </a:lnTo>
                  <a:close/>
                  <a:moveTo>
                    <a:pt x="605616" y="714090"/>
                  </a:moveTo>
                  <a:lnTo>
                    <a:pt x="601939" y="717767"/>
                  </a:lnTo>
                  <a:lnTo>
                    <a:pt x="605616" y="721445"/>
                  </a:lnTo>
                  <a:lnTo>
                    <a:pt x="609294" y="717767"/>
                  </a:lnTo>
                  <a:lnTo>
                    <a:pt x="605616" y="714090"/>
                  </a:lnTo>
                  <a:close/>
                  <a:moveTo>
                    <a:pt x="594288" y="711842"/>
                  </a:moveTo>
                  <a:lnTo>
                    <a:pt x="598715" y="716269"/>
                  </a:lnTo>
                  <a:lnTo>
                    <a:pt x="602392" y="712591"/>
                  </a:lnTo>
                  <a:lnTo>
                    <a:pt x="598715" y="708914"/>
                  </a:lnTo>
                  <a:lnTo>
                    <a:pt x="596989" y="710639"/>
                  </a:lnTo>
                  <a:lnTo>
                    <a:pt x="594288" y="711842"/>
                  </a:lnTo>
                  <a:close/>
                  <a:moveTo>
                    <a:pt x="590088" y="705463"/>
                  </a:moveTo>
                  <a:lnTo>
                    <a:pt x="589338" y="704714"/>
                  </a:lnTo>
                  <a:lnTo>
                    <a:pt x="587386" y="706666"/>
                  </a:lnTo>
                  <a:lnTo>
                    <a:pt x="590088" y="709367"/>
                  </a:lnTo>
                  <a:lnTo>
                    <a:pt x="591813" y="707642"/>
                  </a:lnTo>
                  <a:lnTo>
                    <a:pt x="592562" y="708391"/>
                  </a:lnTo>
                  <a:lnTo>
                    <a:pt x="594514" y="706439"/>
                  </a:lnTo>
                  <a:lnTo>
                    <a:pt x="591813" y="703738"/>
                  </a:lnTo>
                  <a:lnTo>
                    <a:pt x="590088" y="705463"/>
                  </a:lnTo>
                  <a:close/>
                  <a:moveTo>
                    <a:pt x="583186" y="696836"/>
                  </a:moveTo>
                  <a:lnTo>
                    <a:pt x="579509" y="700513"/>
                  </a:lnTo>
                  <a:lnTo>
                    <a:pt x="583186" y="704191"/>
                  </a:lnTo>
                  <a:lnTo>
                    <a:pt x="584911" y="702465"/>
                  </a:lnTo>
                  <a:lnTo>
                    <a:pt x="585661" y="703215"/>
                  </a:lnTo>
                  <a:lnTo>
                    <a:pt x="587613" y="701263"/>
                  </a:lnTo>
                  <a:lnTo>
                    <a:pt x="583186" y="696836"/>
                  </a:lnTo>
                  <a:close/>
                  <a:moveTo>
                    <a:pt x="564956" y="689412"/>
                  </a:moveTo>
                  <a:lnTo>
                    <a:pt x="567657" y="692113"/>
                  </a:lnTo>
                  <a:lnTo>
                    <a:pt x="569383" y="690388"/>
                  </a:lnTo>
                  <a:lnTo>
                    <a:pt x="571453" y="692458"/>
                  </a:lnTo>
                  <a:lnTo>
                    <a:pt x="571453" y="694184"/>
                  </a:lnTo>
                  <a:lnTo>
                    <a:pt x="576284" y="699015"/>
                  </a:lnTo>
                  <a:lnTo>
                    <a:pt x="578010" y="697289"/>
                  </a:lnTo>
                  <a:lnTo>
                    <a:pt x="578759" y="698039"/>
                  </a:lnTo>
                  <a:lnTo>
                    <a:pt x="580711" y="696087"/>
                  </a:lnTo>
                  <a:lnTo>
                    <a:pt x="576284" y="691660"/>
                  </a:lnTo>
                  <a:lnTo>
                    <a:pt x="574559" y="693385"/>
                  </a:lnTo>
                  <a:lnTo>
                    <a:pt x="574214" y="691315"/>
                  </a:lnTo>
                  <a:lnTo>
                    <a:pt x="569383" y="686483"/>
                  </a:lnTo>
                  <a:lnTo>
                    <a:pt x="567657" y="688209"/>
                  </a:lnTo>
                  <a:lnTo>
                    <a:pt x="564956" y="689412"/>
                  </a:lnTo>
                  <a:close/>
                  <a:moveTo>
                    <a:pt x="560756" y="683033"/>
                  </a:moveTo>
                  <a:lnTo>
                    <a:pt x="560006" y="682283"/>
                  </a:lnTo>
                  <a:lnTo>
                    <a:pt x="558054" y="684235"/>
                  </a:lnTo>
                  <a:lnTo>
                    <a:pt x="560756" y="686937"/>
                  </a:lnTo>
                  <a:lnTo>
                    <a:pt x="562481" y="685211"/>
                  </a:lnTo>
                  <a:lnTo>
                    <a:pt x="563231" y="685961"/>
                  </a:lnTo>
                  <a:lnTo>
                    <a:pt x="565183" y="684009"/>
                  </a:lnTo>
                  <a:lnTo>
                    <a:pt x="562481" y="681307"/>
                  </a:lnTo>
                  <a:lnTo>
                    <a:pt x="560756" y="683033"/>
                  </a:lnTo>
                  <a:close/>
                  <a:moveTo>
                    <a:pt x="519346" y="651857"/>
                  </a:moveTo>
                  <a:lnTo>
                    <a:pt x="519346" y="649096"/>
                  </a:lnTo>
                  <a:lnTo>
                    <a:pt x="517621" y="649096"/>
                  </a:lnTo>
                  <a:lnTo>
                    <a:pt x="517621" y="651857"/>
                  </a:lnTo>
                  <a:lnTo>
                    <a:pt x="519346" y="651857"/>
                  </a:lnTo>
                  <a:close/>
                  <a:moveTo>
                    <a:pt x="1786137" y="643575"/>
                  </a:moveTo>
                  <a:lnTo>
                    <a:pt x="1788897" y="643575"/>
                  </a:lnTo>
                  <a:lnTo>
                    <a:pt x="1788897" y="641850"/>
                  </a:lnTo>
                  <a:lnTo>
                    <a:pt x="1786137" y="641850"/>
                  </a:lnTo>
                  <a:lnTo>
                    <a:pt x="1786137" y="643575"/>
                  </a:lnTo>
                  <a:close/>
                  <a:moveTo>
                    <a:pt x="505888" y="638517"/>
                  </a:moveTo>
                  <a:lnTo>
                    <a:pt x="505888" y="644955"/>
                  </a:lnTo>
                  <a:lnTo>
                    <a:pt x="508422" y="644955"/>
                  </a:lnTo>
                  <a:lnTo>
                    <a:pt x="515550" y="652084"/>
                  </a:lnTo>
                  <a:lnTo>
                    <a:pt x="515550" y="646454"/>
                  </a:lnTo>
                  <a:lnTo>
                    <a:pt x="513016" y="643920"/>
                  </a:lnTo>
                  <a:lnTo>
                    <a:pt x="511291" y="643920"/>
                  </a:lnTo>
                  <a:lnTo>
                    <a:pt x="505888" y="638517"/>
                  </a:lnTo>
                  <a:close/>
                  <a:moveTo>
                    <a:pt x="483862" y="627297"/>
                  </a:moveTo>
                  <a:lnTo>
                    <a:pt x="485814" y="625345"/>
                  </a:lnTo>
                  <a:lnTo>
                    <a:pt x="484089" y="623620"/>
                  </a:lnTo>
                  <a:lnTo>
                    <a:pt x="482137" y="625572"/>
                  </a:lnTo>
                  <a:lnTo>
                    <a:pt x="483862" y="627297"/>
                  </a:lnTo>
                  <a:close/>
                  <a:moveTo>
                    <a:pt x="489038" y="623846"/>
                  </a:moveTo>
                  <a:lnTo>
                    <a:pt x="490990" y="621894"/>
                  </a:lnTo>
                  <a:lnTo>
                    <a:pt x="489265" y="620169"/>
                  </a:lnTo>
                  <a:lnTo>
                    <a:pt x="487313" y="622121"/>
                  </a:lnTo>
                  <a:lnTo>
                    <a:pt x="489038" y="623846"/>
                  </a:lnTo>
                  <a:close/>
                  <a:moveTo>
                    <a:pt x="498070" y="618039"/>
                  </a:moveTo>
                  <a:lnTo>
                    <a:pt x="494214" y="621894"/>
                  </a:lnTo>
                  <a:lnTo>
                    <a:pt x="496167" y="623846"/>
                  </a:lnTo>
                  <a:lnTo>
                    <a:pt x="498641" y="621372"/>
                  </a:lnTo>
                  <a:lnTo>
                    <a:pt x="498986" y="624596"/>
                  </a:lnTo>
                  <a:lnTo>
                    <a:pt x="501747" y="624596"/>
                  </a:lnTo>
                  <a:lnTo>
                    <a:pt x="501747" y="618039"/>
                  </a:lnTo>
                  <a:lnTo>
                    <a:pt x="498070" y="618039"/>
                  </a:lnTo>
                  <a:close/>
                  <a:moveTo>
                    <a:pt x="475235" y="620396"/>
                  </a:moveTo>
                  <a:lnTo>
                    <a:pt x="477187" y="618443"/>
                  </a:lnTo>
                  <a:lnTo>
                    <a:pt x="475462" y="616718"/>
                  </a:lnTo>
                  <a:lnTo>
                    <a:pt x="473510" y="618670"/>
                  </a:lnTo>
                  <a:lnTo>
                    <a:pt x="475235" y="620396"/>
                  </a:lnTo>
                  <a:close/>
                  <a:moveTo>
                    <a:pt x="468333" y="615219"/>
                  </a:moveTo>
                  <a:lnTo>
                    <a:pt x="470285" y="613267"/>
                  </a:lnTo>
                  <a:lnTo>
                    <a:pt x="468560" y="611542"/>
                  </a:lnTo>
                  <a:lnTo>
                    <a:pt x="466608" y="613494"/>
                  </a:lnTo>
                  <a:lnTo>
                    <a:pt x="468333" y="615219"/>
                  </a:lnTo>
                  <a:close/>
                  <a:moveTo>
                    <a:pt x="461432" y="610043"/>
                  </a:moveTo>
                  <a:lnTo>
                    <a:pt x="463384" y="608091"/>
                  </a:lnTo>
                  <a:lnTo>
                    <a:pt x="459933" y="604640"/>
                  </a:lnTo>
                  <a:lnTo>
                    <a:pt x="457981" y="606592"/>
                  </a:lnTo>
                  <a:lnTo>
                    <a:pt x="461432" y="610043"/>
                  </a:lnTo>
                  <a:close/>
                  <a:moveTo>
                    <a:pt x="452805" y="603141"/>
                  </a:moveTo>
                  <a:lnTo>
                    <a:pt x="454757" y="601189"/>
                  </a:lnTo>
                  <a:lnTo>
                    <a:pt x="453031" y="599464"/>
                  </a:lnTo>
                  <a:lnTo>
                    <a:pt x="451079" y="601416"/>
                  </a:lnTo>
                  <a:lnTo>
                    <a:pt x="452805" y="603141"/>
                  </a:lnTo>
                  <a:close/>
                  <a:moveTo>
                    <a:pt x="445903" y="597965"/>
                  </a:moveTo>
                  <a:lnTo>
                    <a:pt x="447855" y="596013"/>
                  </a:lnTo>
                  <a:lnTo>
                    <a:pt x="446130" y="594288"/>
                  </a:lnTo>
                  <a:lnTo>
                    <a:pt x="444178" y="596240"/>
                  </a:lnTo>
                  <a:lnTo>
                    <a:pt x="445903" y="597965"/>
                  </a:lnTo>
                  <a:close/>
                  <a:moveTo>
                    <a:pt x="437276" y="591064"/>
                  </a:moveTo>
                  <a:lnTo>
                    <a:pt x="439228" y="589112"/>
                  </a:lnTo>
                  <a:lnTo>
                    <a:pt x="437503" y="587386"/>
                  </a:lnTo>
                  <a:lnTo>
                    <a:pt x="435551" y="589338"/>
                  </a:lnTo>
                  <a:lnTo>
                    <a:pt x="437276" y="591064"/>
                  </a:lnTo>
                  <a:close/>
                  <a:moveTo>
                    <a:pt x="430375" y="585887"/>
                  </a:moveTo>
                  <a:lnTo>
                    <a:pt x="432327" y="583935"/>
                  </a:lnTo>
                  <a:lnTo>
                    <a:pt x="430601" y="582210"/>
                  </a:lnTo>
                  <a:lnTo>
                    <a:pt x="428649" y="584162"/>
                  </a:lnTo>
                  <a:lnTo>
                    <a:pt x="430375" y="585887"/>
                  </a:lnTo>
                  <a:close/>
                  <a:moveTo>
                    <a:pt x="437276" y="584162"/>
                  </a:moveTo>
                  <a:lnTo>
                    <a:pt x="439228" y="582210"/>
                  </a:lnTo>
                  <a:lnTo>
                    <a:pt x="437503" y="580485"/>
                  </a:lnTo>
                  <a:lnTo>
                    <a:pt x="435551" y="582437"/>
                  </a:lnTo>
                  <a:lnTo>
                    <a:pt x="437276" y="584162"/>
                  </a:lnTo>
                  <a:close/>
                  <a:moveTo>
                    <a:pt x="423473" y="580711"/>
                  </a:moveTo>
                  <a:lnTo>
                    <a:pt x="425425" y="578759"/>
                  </a:lnTo>
                  <a:lnTo>
                    <a:pt x="421974" y="575308"/>
                  </a:lnTo>
                  <a:lnTo>
                    <a:pt x="420022" y="577260"/>
                  </a:lnTo>
                  <a:lnTo>
                    <a:pt x="423473" y="580711"/>
                  </a:lnTo>
                  <a:close/>
                  <a:moveTo>
                    <a:pt x="414846" y="573810"/>
                  </a:moveTo>
                  <a:lnTo>
                    <a:pt x="416798" y="571858"/>
                  </a:lnTo>
                  <a:lnTo>
                    <a:pt x="415073" y="570132"/>
                  </a:lnTo>
                  <a:lnTo>
                    <a:pt x="413121" y="572084"/>
                  </a:lnTo>
                  <a:lnTo>
                    <a:pt x="414846" y="573810"/>
                  </a:lnTo>
                  <a:close/>
                  <a:moveTo>
                    <a:pt x="421748" y="572084"/>
                  </a:moveTo>
                  <a:lnTo>
                    <a:pt x="423700" y="570132"/>
                  </a:lnTo>
                  <a:lnTo>
                    <a:pt x="421974" y="568407"/>
                  </a:lnTo>
                  <a:lnTo>
                    <a:pt x="420022" y="570359"/>
                  </a:lnTo>
                  <a:lnTo>
                    <a:pt x="421748" y="572084"/>
                  </a:lnTo>
                  <a:close/>
                  <a:moveTo>
                    <a:pt x="407944" y="568633"/>
                  </a:moveTo>
                  <a:lnTo>
                    <a:pt x="409896" y="566681"/>
                  </a:lnTo>
                  <a:lnTo>
                    <a:pt x="408171" y="564956"/>
                  </a:lnTo>
                  <a:lnTo>
                    <a:pt x="406219" y="566908"/>
                  </a:lnTo>
                  <a:lnTo>
                    <a:pt x="407944" y="568633"/>
                  </a:lnTo>
                  <a:close/>
                  <a:moveTo>
                    <a:pt x="413121" y="565183"/>
                  </a:moveTo>
                  <a:lnTo>
                    <a:pt x="415073" y="563231"/>
                  </a:lnTo>
                  <a:lnTo>
                    <a:pt x="413347" y="561505"/>
                  </a:lnTo>
                  <a:lnTo>
                    <a:pt x="411395" y="563457"/>
                  </a:lnTo>
                  <a:lnTo>
                    <a:pt x="413121" y="565183"/>
                  </a:lnTo>
                  <a:close/>
                  <a:moveTo>
                    <a:pt x="399317" y="561732"/>
                  </a:moveTo>
                  <a:lnTo>
                    <a:pt x="401269" y="559780"/>
                  </a:lnTo>
                  <a:lnTo>
                    <a:pt x="399544" y="558054"/>
                  </a:lnTo>
                  <a:lnTo>
                    <a:pt x="397592" y="560006"/>
                  </a:lnTo>
                  <a:lnTo>
                    <a:pt x="399317" y="561732"/>
                  </a:lnTo>
                  <a:close/>
                  <a:moveTo>
                    <a:pt x="406219" y="560006"/>
                  </a:moveTo>
                  <a:lnTo>
                    <a:pt x="408171" y="558054"/>
                  </a:lnTo>
                  <a:lnTo>
                    <a:pt x="406446" y="556329"/>
                  </a:lnTo>
                  <a:lnTo>
                    <a:pt x="404494" y="558281"/>
                  </a:lnTo>
                  <a:lnTo>
                    <a:pt x="406219" y="560006"/>
                  </a:lnTo>
                  <a:close/>
                  <a:moveTo>
                    <a:pt x="392416" y="556556"/>
                  </a:moveTo>
                  <a:lnTo>
                    <a:pt x="394368" y="554604"/>
                  </a:lnTo>
                  <a:lnTo>
                    <a:pt x="392642" y="552878"/>
                  </a:lnTo>
                  <a:lnTo>
                    <a:pt x="390690" y="554830"/>
                  </a:lnTo>
                  <a:lnTo>
                    <a:pt x="392416" y="556556"/>
                  </a:lnTo>
                  <a:close/>
                  <a:moveTo>
                    <a:pt x="399317" y="554830"/>
                  </a:moveTo>
                  <a:lnTo>
                    <a:pt x="401269" y="552878"/>
                  </a:lnTo>
                  <a:lnTo>
                    <a:pt x="397819" y="549427"/>
                  </a:lnTo>
                  <a:lnTo>
                    <a:pt x="395867" y="551379"/>
                  </a:lnTo>
                  <a:lnTo>
                    <a:pt x="399317" y="554830"/>
                  </a:lnTo>
                  <a:close/>
                  <a:moveTo>
                    <a:pt x="385514" y="551379"/>
                  </a:moveTo>
                  <a:lnTo>
                    <a:pt x="387466" y="549427"/>
                  </a:lnTo>
                  <a:lnTo>
                    <a:pt x="384015" y="545977"/>
                  </a:lnTo>
                  <a:lnTo>
                    <a:pt x="382063" y="547929"/>
                  </a:lnTo>
                  <a:lnTo>
                    <a:pt x="385514" y="551379"/>
                  </a:lnTo>
                  <a:close/>
                  <a:moveTo>
                    <a:pt x="390690" y="547929"/>
                  </a:moveTo>
                  <a:lnTo>
                    <a:pt x="392642" y="545977"/>
                  </a:lnTo>
                  <a:lnTo>
                    <a:pt x="390917" y="544251"/>
                  </a:lnTo>
                  <a:lnTo>
                    <a:pt x="388965" y="546203"/>
                  </a:lnTo>
                  <a:lnTo>
                    <a:pt x="390690" y="547929"/>
                  </a:lnTo>
                  <a:close/>
                  <a:moveTo>
                    <a:pt x="376887" y="544478"/>
                  </a:moveTo>
                  <a:lnTo>
                    <a:pt x="378839" y="542526"/>
                  </a:lnTo>
                  <a:lnTo>
                    <a:pt x="377114" y="540800"/>
                  </a:lnTo>
                  <a:lnTo>
                    <a:pt x="375162" y="542752"/>
                  </a:lnTo>
                  <a:lnTo>
                    <a:pt x="376887" y="544478"/>
                  </a:lnTo>
                  <a:close/>
                  <a:moveTo>
                    <a:pt x="383789" y="542752"/>
                  </a:moveTo>
                  <a:lnTo>
                    <a:pt x="385741" y="540800"/>
                  </a:lnTo>
                  <a:lnTo>
                    <a:pt x="384015" y="539075"/>
                  </a:lnTo>
                  <a:lnTo>
                    <a:pt x="382063" y="541027"/>
                  </a:lnTo>
                  <a:lnTo>
                    <a:pt x="383789" y="542752"/>
                  </a:lnTo>
                  <a:close/>
                  <a:moveTo>
                    <a:pt x="367284" y="536600"/>
                  </a:moveTo>
                  <a:lnTo>
                    <a:pt x="369985" y="539302"/>
                  </a:lnTo>
                  <a:lnTo>
                    <a:pt x="371938" y="537350"/>
                  </a:lnTo>
                  <a:lnTo>
                    <a:pt x="371188" y="536600"/>
                  </a:lnTo>
                  <a:lnTo>
                    <a:pt x="371938" y="535851"/>
                  </a:lnTo>
                  <a:lnTo>
                    <a:pt x="369985" y="533899"/>
                  </a:lnTo>
                  <a:lnTo>
                    <a:pt x="367284" y="536600"/>
                  </a:lnTo>
                  <a:close/>
                  <a:moveTo>
                    <a:pt x="614243" y="510492"/>
                  </a:moveTo>
                  <a:lnTo>
                    <a:pt x="611768" y="508018"/>
                  </a:lnTo>
                  <a:lnTo>
                    <a:pt x="609816" y="509970"/>
                  </a:lnTo>
                  <a:lnTo>
                    <a:pt x="614243" y="514397"/>
                  </a:lnTo>
                  <a:lnTo>
                    <a:pt x="616945" y="511695"/>
                  </a:lnTo>
                  <a:lnTo>
                    <a:pt x="614993" y="509743"/>
                  </a:lnTo>
                  <a:lnTo>
                    <a:pt x="614243" y="510492"/>
                  </a:lnTo>
                  <a:close/>
                  <a:moveTo>
                    <a:pt x="608091" y="506519"/>
                  </a:moveTo>
                  <a:lnTo>
                    <a:pt x="610043" y="504567"/>
                  </a:lnTo>
                  <a:lnTo>
                    <a:pt x="608318" y="502841"/>
                  </a:lnTo>
                  <a:lnTo>
                    <a:pt x="606366" y="504794"/>
                  </a:lnTo>
                  <a:lnTo>
                    <a:pt x="608091" y="506519"/>
                  </a:lnTo>
                  <a:close/>
                  <a:moveTo>
                    <a:pt x="606366" y="499391"/>
                  </a:moveTo>
                  <a:lnTo>
                    <a:pt x="608318" y="501343"/>
                  </a:lnTo>
                  <a:lnTo>
                    <a:pt x="610043" y="499617"/>
                  </a:lnTo>
                  <a:lnTo>
                    <a:pt x="608091" y="497665"/>
                  </a:lnTo>
                  <a:lnTo>
                    <a:pt x="606366" y="499391"/>
                  </a:lnTo>
                  <a:close/>
                  <a:moveTo>
                    <a:pt x="330301" y="501343"/>
                  </a:moveTo>
                  <a:lnTo>
                    <a:pt x="332253" y="499391"/>
                  </a:lnTo>
                  <a:lnTo>
                    <a:pt x="330528" y="497665"/>
                  </a:lnTo>
                  <a:lnTo>
                    <a:pt x="328576" y="499617"/>
                  </a:lnTo>
                  <a:lnTo>
                    <a:pt x="330301" y="501343"/>
                  </a:lnTo>
                  <a:close/>
                  <a:moveTo>
                    <a:pt x="324376" y="482768"/>
                  </a:moveTo>
                  <a:lnTo>
                    <a:pt x="327600" y="483113"/>
                  </a:lnTo>
                  <a:lnTo>
                    <a:pt x="325125" y="485587"/>
                  </a:lnTo>
                  <a:lnTo>
                    <a:pt x="327077" y="487540"/>
                  </a:lnTo>
                  <a:lnTo>
                    <a:pt x="330932" y="483684"/>
                  </a:lnTo>
                  <a:lnTo>
                    <a:pt x="330932" y="480007"/>
                  </a:lnTo>
                  <a:lnTo>
                    <a:pt x="324376" y="482768"/>
                  </a:lnTo>
                  <a:close/>
                  <a:moveTo>
                    <a:pt x="493465" y="474141"/>
                  </a:moveTo>
                  <a:lnTo>
                    <a:pt x="493465" y="471380"/>
                  </a:lnTo>
                  <a:lnTo>
                    <a:pt x="490014" y="471380"/>
                  </a:lnTo>
                  <a:lnTo>
                    <a:pt x="490014" y="474141"/>
                  </a:lnTo>
                  <a:lnTo>
                    <a:pt x="493465" y="474141"/>
                  </a:lnTo>
                  <a:close/>
                  <a:moveTo>
                    <a:pt x="491740" y="460337"/>
                  </a:moveTo>
                  <a:lnTo>
                    <a:pt x="491740" y="457577"/>
                  </a:lnTo>
                  <a:lnTo>
                    <a:pt x="488289" y="457577"/>
                  </a:lnTo>
                  <a:lnTo>
                    <a:pt x="488289" y="460337"/>
                  </a:lnTo>
                  <a:lnTo>
                    <a:pt x="491740" y="460337"/>
                  </a:lnTo>
                  <a:close/>
                  <a:moveTo>
                    <a:pt x="575308" y="456482"/>
                  </a:moveTo>
                  <a:lnTo>
                    <a:pt x="577260" y="454530"/>
                  </a:lnTo>
                  <a:lnTo>
                    <a:pt x="575535" y="452805"/>
                  </a:lnTo>
                  <a:lnTo>
                    <a:pt x="573583" y="454757"/>
                  </a:lnTo>
                  <a:lnTo>
                    <a:pt x="575308" y="456482"/>
                  </a:lnTo>
                  <a:close/>
                  <a:moveTo>
                    <a:pt x="656402" y="444178"/>
                  </a:moveTo>
                  <a:lnTo>
                    <a:pt x="652547" y="448033"/>
                  </a:lnTo>
                  <a:lnTo>
                    <a:pt x="652547" y="451710"/>
                  </a:lnTo>
                  <a:lnTo>
                    <a:pt x="658985" y="451710"/>
                  </a:lnTo>
                  <a:lnTo>
                    <a:pt x="655880" y="448605"/>
                  </a:lnTo>
                  <a:lnTo>
                    <a:pt x="656402" y="444178"/>
                  </a:lnTo>
                  <a:close/>
                  <a:moveTo>
                    <a:pt x="652547" y="435146"/>
                  </a:moveTo>
                  <a:lnTo>
                    <a:pt x="652547" y="441585"/>
                  </a:lnTo>
                  <a:lnTo>
                    <a:pt x="658985" y="435146"/>
                  </a:lnTo>
                  <a:lnTo>
                    <a:pt x="652547" y="435146"/>
                  </a:lnTo>
                  <a:close/>
                  <a:moveTo>
                    <a:pt x="494214" y="321901"/>
                  </a:moveTo>
                  <a:lnTo>
                    <a:pt x="496167" y="319949"/>
                  </a:lnTo>
                  <a:lnTo>
                    <a:pt x="494441" y="318223"/>
                  </a:lnTo>
                  <a:lnTo>
                    <a:pt x="492489" y="320175"/>
                  </a:lnTo>
                  <a:lnTo>
                    <a:pt x="494214" y="32190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87" name="Vector layer ACACAC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076079" y="1327180"/>
                  </a:moveTo>
                  <a:lnTo>
                    <a:pt x="1074354" y="1328905"/>
                  </a:lnTo>
                  <a:lnTo>
                    <a:pt x="1069868" y="1328905"/>
                  </a:lnTo>
                  <a:lnTo>
                    <a:pt x="1073545" y="1332582"/>
                  </a:lnTo>
                  <a:lnTo>
                    <a:pt x="1073545" y="1334308"/>
                  </a:lnTo>
                  <a:lnTo>
                    <a:pt x="1075271" y="1336033"/>
                  </a:lnTo>
                  <a:lnTo>
                    <a:pt x="1075271" y="1337759"/>
                  </a:lnTo>
                  <a:lnTo>
                    <a:pt x="1076996" y="1339484"/>
                  </a:lnTo>
                  <a:lnTo>
                    <a:pt x="1076996" y="1343970"/>
                  </a:lnTo>
                  <a:lnTo>
                    <a:pt x="1080674" y="1340293"/>
                  </a:lnTo>
                  <a:lnTo>
                    <a:pt x="1084933" y="1340293"/>
                  </a:lnTo>
                  <a:lnTo>
                    <a:pt x="1084933" y="1336615"/>
                  </a:lnTo>
                  <a:lnTo>
                    <a:pt x="1083208" y="1334890"/>
                  </a:lnTo>
                  <a:lnTo>
                    <a:pt x="1083208" y="1331439"/>
                  </a:lnTo>
                  <a:lnTo>
                    <a:pt x="1081482" y="1329714"/>
                  </a:lnTo>
                  <a:lnTo>
                    <a:pt x="1081482" y="1327180"/>
                  </a:lnTo>
                  <a:lnTo>
                    <a:pt x="1076079" y="1327180"/>
                  </a:lnTo>
                  <a:close/>
                  <a:moveTo>
                    <a:pt x="1815873" y="927517"/>
                  </a:moveTo>
                  <a:lnTo>
                    <a:pt x="1817825" y="925565"/>
                  </a:lnTo>
                  <a:lnTo>
                    <a:pt x="1816099" y="923840"/>
                  </a:lnTo>
                  <a:lnTo>
                    <a:pt x="1814147" y="925792"/>
                  </a:lnTo>
                  <a:lnTo>
                    <a:pt x="1815873" y="927517"/>
                  </a:lnTo>
                  <a:close/>
                  <a:moveTo>
                    <a:pt x="873399" y="918032"/>
                  </a:moveTo>
                  <a:lnTo>
                    <a:pt x="873399" y="928148"/>
                  </a:lnTo>
                  <a:lnTo>
                    <a:pt x="878456" y="923090"/>
                  </a:lnTo>
                  <a:lnTo>
                    <a:pt x="873399" y="918032"/>
                  </a:lnTo>
                  <a:close/>
                  <a:moveTo>
                    <a:pt x="850968" y="905836"/>
                  </a:moveTo>
                  <a:lnTo>
                    <a:pt x="853729" y="905836"/>
                  </a:lnTo>
                  <a:lnTo>
                    <a:pt x="853729" y="904111"/>
                  </a:lnTo>
                  <a:lnTo>
                    <a:pt x="850968" y="904111"/>
                  </a:lnTo>
                  <a:lnTo>
                    <a:pt x="850968" y="905836"/>
                  </a:lnTo>
                  <a:close/>
                  <a:moveTo>
                    <a:pt x="1814147" y="896233"/>
                  </a:moveTo>
                  <a:lnTo>
                    <a:pt x="1816099" y="898185"/>
                  </a:lnTo>
                  <a:lnTo>
                    <a:pt x="1817825" y="896460"/>
                  </a:lnTo>
                  <a:lnTo>
                    <a:pt x="1815873" y="894508"/>
                  </a:lnTo>
                  <a:lnTo>
                    <a:pt x="1814147" y="896233"/>
                  </a:lnTo>
                  <a:close/>
                  <a:moveTo>
                    <a:pt x="1808971" y="891057"/>
                  </a:moveTo>
                  <a:lnTo>
                    <a:pt x="1810923" y="893009"/>
                  </a:lnTo>
                  <a:lnTo>
                    <a:pt x="1812649" y="891284"/>
                  </a:lnTo>
                  <a:lnTo>
                    <a:pt x="1810697" y="889332"/>
                  </a:lnTo>
                  <a:lnTo>
                    <a:pt x="1808971" y="891057"/>
                  </a:lnTo>
                  <a:close/>
                  <a:moveTo>
                    <a:pt x="573583" y="694588"/>
                  </a:moveTo>
                  <a:lnTo>
                    <a:pt x="579163" y="700168"/>
                  </a:lnTo>
                  <a:lnTo>
                    <a:pt x="580889" y="700168"/>
                  </a:lnTo>
                  <a:lnTo>
                    <a:pt x="586065" y="705345"/>
                  </a:lnTo>
                  <a:lnTo>
                    <a:pt x="587790" y="705345"/>
                  </a:lnTo>
                  <a:lnTo>
                    <a:pt x="592967" y="710521"/>
                  </a:lnTo>
                  <a:lnTo>
                    <a:pt x="594692" y="710521"/>
                  </a:lnTo>
                  <a:lnTo>
                    <a:pt x="601594" y="717422"/>
                  </a:lnTo>
                  <a:lnTo>
                    <a:pt x="603319" y="717422"/>
                  </a:lnTo>
                  <a:lnTo>
                    <a:pt x="608495" y="722599"/>
                  </a:lnTo>
                  <a:lnTo>
                    <a:pt x="610221" y="722599"/>
                  </a:lnTo>
                  <a:lnTo>
                    <a:pt x="617122" y="729500"/>
                  </a:lnTo>
                  <a:lnTo>
                    <a:pt x="618848" y="729500"/>
                  </a:lnTo>
                  <a:lnTo>
                    <a:pt x="624024" y="734676"/>
                  </a:lnTo>
                  <a:lnTo>
                    <a:pt x="625749" y="734676"/>
                  </a:lnTo>
                  <a:lnTo>
                    <a:pt x="630926" y="739853"/>
                  </a:lnTo>
                  <a:lnTo>
                    <a:pt x="632651" y="739853"/>
                  </a:lnTo>
                  <a:lnTo>
                    <a:pt x="639553" y="746754"/>
                  </a:lnTo>
                  <a:lnTo>
                    <a:pt x="641278" y="746754"/>
                  </a:lnTo>
                  <a:lnTo>
                    <a:pt x="646454" y="751930"/>
                  </a:lnTo>
                  <a:lnTo>
                    <a:pt x="648180" y="751930"/>
                  </a:lnTo>
                  <a:lnTo>
                    <a:pt x="655081" y="758832"/>
                  </a:lnTo>
                  <a:lnTo>
                    <a:pt x="656807" y="758832"/>
                  </a:lnTo>
                  <a:lnTo>
                    <a:pt x="661983" y="764008"/>
                  </a:lnTo>
                  <a:lnTo>
                    <a:pt x="663708" y="764008"/>
                  </a:lnTo>
                  <a:lnTo>
                    <a:pt x="668884" y="769184"/>
                  </a:lnTo>
                  <a:lnTo>
                    <a:pt x="670610" y="769184"/>
                  </a:lnTo>
                  <a:lnTo>
                    <a:pt x="677511" y="776086"/>
                  </a:lnTo>
                  <a:lnTo>
                    <a:pt x="679237" y="776086"/>
                  </a:lnTo>
                  <a:lnTo>
                    <a:pt x="684413" y="781262"/>
                  </a:lnTo>
                  <a:lnTo>
                    <a:pt x="686138" y="781262"/>
                  </a:lnTo>
                  <a:lnTo>
                    <a:pt x="693040" y="788164"/>
                  </a:lnTo>
                  <a:lnTo>
                    <a:pt x="694765" y="788164"/>
                  </a:lnTo>
                  <a:lnTo>
                    <a:pt x="699942" y="793340"/>
                  </a:lnTo>
                  <a:lnTo>
                    <a:pt x="701667" y="793340"/>
                  </a:lnTo>
                  <a:lnTo>
                    <a:pt x="706843" y="798516"/>
                  </a:lnTo>
                  <a:lnTo>
                    <a:pt x="708569" y="798516"/>
                  </a:lnTo>
                  <a:lnTo>
                    <a:pt x="715470" y="805418"/>
                  </a:lnTo>
                  <a:lnTo>
                    <a:pt x="717196" y="805418"/>
                  </a:lnTo>
                  <a:lnTo>
                    <a:pt x="722372" y="810594"/>
                  </a:lnTo>
                  <a:lnTo>
                    <a:pt x="724097" y="810594"/>
                  </a:lnTo>
                  <a:lnTo>
                    <a:pt x="730999" y="817496"/>
                  </a:lnTo>
                  <a:lnTo>
                    <a:pt x="732724" y="817496"/>
                  </a:lnTo>
                  <a:lnTo>
                    <a:pt x="737900" y="822672"/>
                  </a:lnTo>
                  <a:lnTo>
                    <a:pt x="739626" y="822672"/>
                  </a:lnTo>
                  <a:lnTo>
                    <a:pt x="744802" y="827848"/>
                  </a:lnTo>
                  <a:lnTo>
                    <a:pt x="746527" y="827848"/>
                  </a:lnTo>
                  <a:lnTo>
                    <a:pt x="753429" y="834750"/>
                  </a:lnTo>
                  <a:lnTo>
                    <a:pt x="755155" y="834750"/>
                  </a:lnTo>
                  <a:lnTo>
                    <a:pt x="760331" y="839926"/>
                  </a:lnTo>
                  <a:lnTo>
                    <a:pt x="762056" y="839926"/>
                  </a:lnTo>
                  <a:lnTo>
                    <a:pt x="768958" y="846828"/>
                  </a:lnTo>
                  <a:lnTo>
                    <a:pt x="770683" y="846828"/>
                  </a:lnTo>
                  <a:lnTo>
                    <a:pt x="775859" y="852004"/>
                  </a:lnTo>
                  <a:lnTo>
                    <a:pt x="777585" y="852004"/>
                  </a:lnTo>
                  <a:lnTo>
                    <a:pt x="782761" y="857180"/>
                  </a:lnTo>
                  <a:lnTo>
                    <a:pt x="784486" y="857180"/>
                  </a:lnTo>
                  <a:lnTo>
                    <a:pt x="791388" y="864082"/>
                  </a:lnTo>
                  <a:lnTo>
                    <a:pt x="793113" y="864082"/>
                  </a:lnTo>
                  <a:lnTo>
                    <a:pt x="798290" y="869258"/>
                  </a:lnTo>
                  <a:lnTo>
                    <a:pt x="800015" y="869258"/>
                  </a:lnTo>
                  <a:lnTo>
                    <a:pt x="806917" y="876159"/>
                  </a:lnTo>
                  <a:lnTo>
                    <a:pt x="808642" y="876159"/>
                  </a:lnTo>
                  <a:lnTo>
                    <a:pt x="813818" y="881336"/>
                  </a:lnTo>
                  <a:lnTo>
                    <a:pt x="815544" y="881336"/>
                  </a:lnTo>
                  <a:lnTo>
                    <a:pt x="820720" y="886512"/>
                  </a:lnTo>
                  <a:lnTo>
                    <a:pt x="822445" y="886512"/>
                  </a:lnTo>
                  <a:lnTo>
                    <a:pt x="829347" y="893413"/>
                  </a:lnTo>
                  <a:lnTo>
                    <a:pt x="831072" y="893413"/>
                  </a:lnTo>
                  <a:lnTo>
                    <a:pt x="834523" y="896864"/>
                  </a:lnTo>
                  <a:lnTo>
                    <a:pt x="843603" y="896864"/>
                  </a:lnTo>
                  <a:lnTo>
                    <a:pt x="837392" y="890653"/>
                  </a:lnTo>
                  <a:lnTo>
                    <a:pt x="835667" y="890653"/>
                  </a:lnTo>
                  <a:lnTo>
                    <a:pt x="830490" y="885477"/>
                  </a:lnTo>
                  <a:lnTo>
                    <a:pt x="828765" y="885477"/>
                  </a:lnTo>
                  <a:lnTo>
                    <a:pt x="823589" y="880300"/>
                  </a:lnTo>
                  <a:lnTo>
                    <a:pt x="821863" y="880300"/>
                  </a:lnTo>
                  <a:lnTo>
                    <a:pt x="816687" y="875124"/>
                  </a:lnTo>
                  <a:lnTo>
                    <a:pt x="814962" y="875124"/>
                  </a:lnTo>
                  <a:lnTo>
                    <a:pt x="809785" y="869948"/>
                  </a:lnTo>
                  <a:lnTo>
                    <a:pt x="808060" y="869948"/>
                  </a:lnTo>
                  <a:lnTo>
                    <a:pt x="802884" y="864772"/>
                  </a:lnTo>
                  <a:lnTo>
                    <a:pt x="801158" y="864772"/>
                  </a:lnTo>
                  <a:lnTo>
                    <a:pt x="794257" y="857870"/>
                  </a:lnTo>
                  <a:lnTo>
                    <a:pt x="792531" y="857870"/>
                  </a:lnTo>
                  <a:lnTo>
                    <a:pt x="787355" y="852694"/>
                  </a:lnTo>
                  <a:lnTo>
                    <a:pt x="785630" y="852694"/>
                  </a:lnTo>
                  <a:lnTo>
                    <a:pt x="780454" y="847518"/>
                  </a:lnTo>
                  <a:lnTo>
                    <a:pt x="778728" y="847518"/>
                  </a:lnTo>
                  <a:lnTo>
                    <a:pt x="773552" y="842341"/>
                  </a:lnTo>
                  <a:lnTo>
                    <a:pt x="771827" y="842341"/>
                  </a:lnTo>
                  <a:lnTo>
                    <a:pt x="766650" y="837165"/>
                  </a:lnTo>
                  <a:lnTo>
                    <a:pt x="764925" y="837165"/>
                  </a:lnTo>
                  <a:lnTo>
                    <a:pt x="759749" y="831989"/>
                  </a:lnTo>
                  <a:lnTo>
                    <a:pt x="758023" y="831989"/>
                  </a:lnTo>
                  <a:lnTo>
                    <a:pt x="752847" y="826813"/>
                  </a:lnTo>
                  <a:lnTo>
                    <a:pt x="751122" y="826813"/>
                  </a:lnTo>
                  <a:lnTo>
                    <a:pt x="745946" y="821637"/>
                  </a:lnTo>
                  <a:lnTo>
                    <a:pt x="744220" y="821637"/>
                  </a:lnTo>
                  <a:lnTo>
                    <a:pt x="737319" y="814735"/>
                  </a:lnTo>
                  <a:lnTo>
                    <a:pt x="735593" y="814735"/>
                  </a:lnTo>
                  <a:lnTo>
                    <a:pt x="730417" y="809559"/>
                  </a:lnTo>
                  <a:lnTo>
                    <a:pt x="728692" y="809559"/>
                  </a:lnTo>
                  <a:lnTo>
                    <a:pt x="723515" y="804383"/>
                  </a:lnTo>
                  <a:lnTo>
                    <a:pt x="721790" y="804383"/>
                  </a:lnTo>
                  <a:lnTo>
                    <a:pt x="716614" y="799206"/>
                  </a:lnTo>
                  <a:lnTo>
                    <a:pt x="714888" y="799206"/>
                  </a:lnTo>
                  <a:lnTo>
                    <a:pt x="709712" y="794030"/>
                  </a:lnTo>
                  <a:lnTo>
                    <a:pt x="707987" y="794030"/>
                  </a:lnTo>
                  <a:lnTo>
                    <a:pt x="702811" y="788854"/>
                  </a:lnTo>
                  <a:lnTo>
                    <a:pt x="701085" y="788854"/>
                  </a:lnTo>
                  <a:lnTo>
                    <a:pt x="695909" y="783678"/>
                  </a:lnTo>
                  <a:lnTo>
                    <a:pt x="694184" y="783678"/>
                  </a:lnTo>
                  <a:lnTo>
                    <a:pt x="689007" y="778502"/>
                  </a:lnTo>
                  <a:lnTo>
                    <a:pt x="687282" y="778502"/>
                  </a:lnTo>
                  <a:lnTo>
                    <a:pt x="680380" y="771600"/>
                  </a:lnTo>
                  <a:lnTo>
                    <a:pt x="678655" y="771600"/>
                  </a:lnTo>
                  <a:lnTo>
                    <a:pt x="673479" y="766424"/>
                  </a:lnTo>
                  <a:lnTo>
                    <a:pt x="671753" y="766424"/>
                  </a:lnTo>
                  <a:lnTo>
                    <a:pt x="666577" y="761248"/>
                  </a:lnTo>
                  <a:lnTo>
                    <a:pt x="664852" y="761248"/>
                  </a:lnTo>
                  <a:lnTo>
                    <a:pt x="659675" y="756071"/>
                  </a:lnTo>
                  <a:lnTo>
                    <a:pt x="657950" y="756071"/>
                  </a:lnTo>
                  <a:lnTo>
                    <a:pt x="652774" y="750895"/>
                  </a:lnTo>
                  <a:lnTo>
                    <a:pt x="651048" y="750895"/>
                  </a:lnTo>
                  <a:lnTo>
                    <a:pt x="645872" y="745719"/>
                  </a:lnTo>
                  <a:lnTo>
                    <a:pt x="644147" y="745719"/>
                  </a:lnTo>
                  <a:lnTo>
                    <a:pt x="638971" y="740543"/>
                  </a:lnTo>
                  <a:lnTo>
                    <a:pt x="637245" y="740543"/>
                  </a:lnTo>
                  <a:lnTo>
                    <a:pt x="632069" y="735367"/>
                  </a:lnTo>
                  <a:lnTo>
                    <a:pt x="630344" y="735367"/>
                  </a:lnTo>
                  <a:lnTo>
                    <a:pt x="623442" y="728465"/>
                  </a:lnTo>
                  <a:lnTo>
                    <a:pt x="621717" y="728465"/>
                  </a:lnTo>
                  <a:lnTo>
                    <a:pt x="616540" y="723289"/>
                  </a:lnTo>
                  <a:lnTo>
                    <a:pt x="614815" y="723289"/>
                  </a:lnTo>
                  <a:lnTo>
                    <a:pt x="609639" y="718112"/>
                  </a:lnTo>
                  <a:lnTo>
                    <a:pt x="607913" y="718112"/>
                  </a:lnTo>
                  <a:lnTo>
                    <a:pt x="602737" y="712936"/>
                  </a:lnTo>
                  <a:lnTo>
                    <a:pt x="601012" y="712936"/>
                  </a:lnTo>
                  <a:lnTo>
                    <a:pt x="595836" y="707760"/>
                  </a:lnTo>
                  <a:lnTo>
                    <a:pt x="594110" y="707760"/>
                  </a:lnTo>
                  <a:lnTo>
                    <a:pt x="588934" y="702584"/>
                  </a:lnTo>
                  <a:lnTo>
                    <a:pt x="587209" y="702584"/>
                  </a:lnTo>
                  <a:lnTo>
                    <a:pt x="582032" y="697408"/>
                  </a:lnTo>
                  <a:lnTo>
                    <a:pt x="580307" y="697408"/>
                  </a:lnTo>
                  <a:lnTo>
                    <a:pt x="573583" y="694588"/>
                  </a:lnTo>
                  <a:close/>
                  <a:moveTo>
                    <a:pt x="1779235" y="691886"/>
                  </a:moveTo>
                  <a:lnTo>
                    <a:pt x="1781996" y="691886"/>
                  </a:lnTo>
                  <a:lnTo>
                    <a:pt x="1781996" y="690161"/>
                  </a:lnTo>
                  <a:lnTo>
                    <a:pt x="1779235" y="690161"/>
                  </a:lnTo>
                  <a:lnTo>
                    <a:pt x="1779235" y="691886"/>
                  </a:lnTo>
                  <a:close/>
                  <a:moveTo>
                    <a:pt x="556733" y="682914"/>
                  </a:moveTo>
                  <a:lnTo>
                    <a:pt x="558459" y="682914"/>
                  </a:lnTo>
                  <a:lnTo>
                    <a:pt x="563635" y="688090"/>
                  </a:lnTo>
                  <a:lnTo>
                    <a:pt x="565360" y="688090"/>
                  </a:lnTo>
                  <a:lnTo>
                    <a:pt x="570132" y="692862"/>
                  </a:lnTo>
                  <a:lnTo>
                    <a:pt x="572084" y="690910"/>
                  </a:lnTo>
                  <a:lnTo>
                    <a:pt x="566504" y="685330"/>
                  </a:lnTo>
                  <a:lnTo>
                    <a:pt x="564778" y="685330"/>
                  </a:lnTo>
                  <a:lnTo>
                    <a:pt x="559602" y="680154"/>
                  </a:lnTo>
                  <a:lnTo>
                    <a:pt x="557877" y="680154"/>
                  </a:lnTo>
                  <a:lnTo>
                    <a:pt x="556556" y="678833"/>
                  </a:lnTo>
                  <a:lnTo>
                    <a:pt x="554604" y="680785"/>
                  </a:lnTo>
                  <a:lnTo>
                    <a:pt x="556733" y="682914"/>
                  </a:lnTo>
                  <a:close/>
                  <a:moveTo>
                    <a:pt x="500022" y="617812"/>
                  </a:moveTo>
                  <a:lnTo>
                    <a:pt x="494964" y="622870"/>
                  </a:lnTo>
                  <a:lnTo>
                    <a:pt x="500022" y="627928"/>
                  </a:lnTo>
                  <a:lnTo>
                    <a:pt x="500022" y="617812"/>
                  </a:lnTo>
                  <a:close/>
                  <a:moveTo>
                    <a:pt x="372115" y="533494"/>
                  </a:moveTo>
                  <a:lnTo>
                    <a:pt x="369009" y="536600"/>
                  </a:lnTo>
                  <a:lnTo>
                    <a:pt x="373841" y="541431"/>
                  </a:lnTo>
                  <a:lnTo>
                    <a:pt x="375566" y="541431"/>
                  </a:lnTo>
                  <a:lnTo>
                    <a:pt x="380742" y="546607"/>
                  </a:lnTo>
                  <a:lnTo>
                    <a:pt x="382468" y="546607"/>
                  </a:lnTo>
                  <a:lnTo>
                    <a:pt x="389369" y="553509"/>
                  </a:lnTo>
                  <a:lnTo>
                    <a:pt x="391095" y="553509"/>
                  </a:lnTo>
                  <a:lnTo>
                    <a:pt x="396271" y="558685"/>
                  </a:lnTo>
                  <a:lnTo>
                    <a:pt x="397996" y="558685"/>
                  </a:lnTo>
                  <a:lnTo>
                    <a:pt x="404898" y="565587"/>
                  </a:lnTo>
                  <a:lnTo>
                    <a:pt x="406623" y="565587"/>
                  </a:lnTo>
                  <a:lnTo>
                    <a:pt x="411799" y="570763"/>
                  </a:lnTo>
                  <a:lnTo>
                    <a:pt x="413525" y="570763"/>
                  </a:lnTo>
                  <a:lnTo>
                    <a:pt x="418701" y="575939"/>
                  </a:lnTo>
                  <a:lnTo>
                    <a:pt x="420426" y="575939"/>
                  </a:lnTo>
                  <a:lnTo>
                    <a:pt x="427328" y="582841"/>
                  </a:lnTo>
                  <a:lnTo>
                    <a:pt x="429053" y="582841"/>
                  </a:lnTo>
                  <a:lnTo>
                    <a:pt x="434230" y="588017"/>
                  </a:lnTo>
                  <a:lnTo>
                    <a:pt x="435955" y="588017"/>
                  </a:lnTo>
                  <a:lnTo>
                    <a:pt x="442857" y="594919"/>
                  </a:lnTo>
                  <a:lnTo>
                    <a:pt x="444582" y="594919"/>
                  </a:lnTo>
                  <a:lnTo>
                    <a:pt x="449758" y="600095"/>
                  </a:lnTo>
                  <a:lnTo>
                    <a:pt x="451484" y="600095"/>
                  </a:lnTo>
                  <a:lnTo>
                    <a:pt x="456660" y="605271"/>
                  </a:lnTo>
                  <a:lnTo>
                    <a:pt x="458385" y="605271"/>
                  </a:lnTo>
                  <a:lnTo>
                    <a:pt x="465287" y="612173"/>
                  </a:lnTo>
                  <a:lnTo>
                    <a:pt x="467012" y="612173"/>
                  </a:lnTo>
                  <a:lnTo>
                    <a:pt x="472189" y="617349"/>
                  </a:lnTo>
                  <a:lnTo>
                    <a:pt x="473914" y="617349"/>
                  </a:lnTo>
                  <a:lnTo>
                    <a:pt x="480816" y="624251"/>
                  </a:lnTo>
                  <a:lnTo>
                    <a:pt x="482541" y="624251"/>
                  </a:lnTo>
                  <a:lnTo>
                    <a:pt x="484266" y="625976"/>
                  </a:lnTo>
                  <a:lnTo>
                    <a:pt x="489669" y="625976"/>
                  </a:lnTo>
                  <a:lnTo>
                    <a:pt x="489669" y="622299"/>
                  </a:lnTo>
                  <a:lnTo>
                    <a:pt x="487135" y="619765"/>
                  </a:lnTo>
                  <a:lnTo>
                    <a:pt x="485410" y="619765"/>
                  </a:lnTo>
                  <a:lnTo>
                    <a:pt x="480234" y="614588"/>
                  </a:lnTo>
                  <a:lnTo>
                    <a:pt x="478508" y="614588"/>
                  </a:lnTo>
                  <a:lnTo>
                    <a:pt x="471607" y="607687"/>
                  </a:lnTo>
                  <a:lnTo>
                    <a:pt x="469881" y="607687"/>
                  </a:lnTo>
                  <a:lnTo>
                    <a:pt x="462980" y="600785"/>
                  </a:lnTo>
                  <a:lnTo>
                    <a:pt x="461254" y="600785"/>
                  </a:lnTo>
                  <a:lnTo>
                    <a:pt x="456078" y="595609"/>
                  </a:lnTo>
                  <a:lnTo>
                    <a:pt x="454353" y="595609"/>
                  </a:lnTo>
                  <a:lnTo>
                    <a:pt x="447451" y="588707"/>
                  </a:lnTo>
                  <a:lnTo>
                    <a:pt x="445726" y="588707"/>
                  </a:lnTo>
                  <a:lnTo>
                    <a:pt x="440549" y="583531"/>
                  </a:lnTo>
                  <a:lnTo>
                    <a:pt x="438824" y="583531"/>
                  </a:lnTo>
                  <a:lnTo>
                    <a:pt x="431922" y="576629"/>
                  </a:lnTo>
                  <a:lnTo>
                    <a:pt x="430197" y="576629"/>
                  </a:lnTo>
                  <a:lnTo>
                    <a:pt x="425021" y="571453"/>
                  </a:lnTo>
                  <a:lnTo>
                    <a:pt x="423295" y="571453"/>
                  </a:lnTo>
                  <a:lnTo>
                    <a:pt x="416394" y="564552"/>
                  </a:lnTo>
                  <a:lnTo>
                    <a:pt x="414668" y="564552"/>
                  </a:lnTo>
                  <a:lnTo>
                    <a:pt x="409492" y="559375"/>
                  </a:lnTo>
                  <a:lnTo>
                    <a:pt x="407767" y="559375"/>
                  </a:lnTo>
                  <a:lnTo>
                    <a:pt x="402591" y="554199"/>
                  </a:lnTo>
                  <a:lnTo>
                    <a:pt x="400865" y="554199"/>
                  </a:lnTo>
                  <a:lnTo>
                    <a:pt x="393963" y="547298"/>
                  </a:lnTo>
                  <a:lnTo>
                    <a:pt x="392238" y="547298"/>
                  </a:lnTo>
                  <a:lnTo>
                    <a:pt x="387062" y="542121"/>
                  </a:lnTo>
                  <a:lnTo>
                    <a:pt x="385336" y="542121"/>
                  </a:lnTo>
                  <a:lnTo>
                    <a:pt x="378435" y="535220"/>
                  </a:lnTo>
                  <a:lnTo>
                    <a:pt x="376709" y="535220"/>
                  </a:lnTo>
                  <a:lnTo>
                    <a:pt x="374984" y="533494"/>
                  </a:lnTo>
                  <a:lnTo>
                    <a:pt x="372115" y="533494"/>
                  </a:lnTo>
                  <a:close/>
                  <a:moveTo>
                    <a:pt x="612173" y="495309"/>
                  </a:moveTo>
                  <a:lnTo>
                    <a:pt x="605390" y="502092"/>
                  </a:lnTo>
                  <a:lnTo>
                    <a:pt x="609412" y="506115"/>
                  </a:lnTo>
                  <a:lnTo>
                    <a:pt x="609412" y="507840"/>
                  </a:lnTo>
                  <a:lnTo>
                    <a:pt x="614243" y="512671"/>
                  </a:lnTo>
                  <a:lnTo>
                    <a:pt x="617349" y="509565"/>
                  </a:lnTo>
                  <a:lnTo>
                    <a:pt x="617349" y="506697"/>
                  </a:lnTo>
                  <a:lnTo>
                    <a:pt x="615624" y="504971"/>
                  </a:lnTo>
                  <a:lnTo>
                    <a:pt x="615624" y="503246"/>
                  </a:lnTo>
                  <a:lnTo>
                    <a:pt x="612173" y="499795"/>
                  </a:lnTo>
                  <a:lnTo>
                    <a:pt x="612173" y="495309"/>
                  </a:lnTo>
                  <a:close/>
                  <a:moveTo>
                    <a:pt x="324721" y="493584"/>
                  </a:moveTo>
                  <a:lnTo>
                    <a:pt x="324721" y="498070"/>
                  </a:lnTo>
                  <a:lnTo>
                    <a:pt x="322424" y="500367"/>
                  </a:lnTo>
                  <a:lnTo>
                    <a:pt x="328980" y="506923"/>
                  </a:lnTo>
                  <a:lnTo>
                    <a:pt x="330706" y="506923"/>
                  </a:lnTo>
                  <a:lnTo>
                    <a:pt x="333003" y="509220"/>
                  </a:lnTo>
                  <a:lnTo>
                    <a:pt x="336108" y="506115"/>
                  </a:lnTo>
                  <a:lnTo>
                    <a:pt x="336108" y="503246"/>
                  </a:lnTo>
                  <a:lnTo>
                    <a:pt x="333574" y="500712"/>
                  </a:lnTo>
                  <a:lnTo>
                    <a:pt x="331849" y="500712"/>
                  </a:lnTo>
                  <a:lnTo>
                    <a:pt x="324721" y="493584"/>
                  </a:lnTo>
                  <a:close/>
                  <a:moveTo>
                    <a:pt x="319318" y="481732"/>
                  </a:moveTo>
                  <a:lnTo>
                    <a:pt x="323804" y="486218"/>
                  </a:lnTo>
                  <a:lnTo>
                    <a:pt x="326673" y="486218"/>
                  </a:lnTo>
                  <a:lnTo>
                    <a:pt x="331159" y="481732"/>
                  </a:lnTo>
                  <a:lnTo>
                    <a:pt x="319318" y="481732"/>
                  </a:lnTo>
                  <a:close/>
                  <a:moveTo>
                    <a:pt x="480007" y="459302"/>
                  </a:moveTo>
                  <a:lnTo>
                    <a:pt x="480007" y="474141"/>
                  </a:lnTo>
                  <a:lnTo>
                    <a:pt x="488861" y="474141"/>
                  </a:lnTo>
                  <a:lnTo>
                    <a:pt x="490586" y="472415"/>
                  </a:lnTo>
                  <a:lnTo>
                    <a:pt x="494845" y="472415"/>
                  </a:lnTo>
                  <a:lnTo>
                    <a:pt x="494845" y="459302"/>
                  </a:lnTo>
                  <a:lnTo>
                    <a:pt x="480007" y="459302"/>
                  </a:lnTo>
                  <a:close/>
                  <a:moveTo>
                    <a:pt x="674632" y="453436"/>
                  </a:moveTo>
                  <a:lnTo>
                    <a:pt x="674632" y="450675"/>
                  </a:lnTo>
                  <a:lnTo>
                    <a:pt x="672907" y="450675"/>
                  </a:lnTo>
                  <a:lnTo>
                    <a:pt x="672907" y="453436"/>
                  </a:lnTo>
                  <a:lnTo>
                    <a:pt x="674632" y="453436"/>
                  </a:lnTo>
                  <a:close/>
                  <a:moveTo>
                    <a:pt x="569501" y="447224"/>
                  </a:moveTo>
                  <a:lnTo>
                    <a:pt x="573179" y="450902"/>
                  </a:lnTo>
                  <a:lnTo>
                    <a:pt x="573179" y="452627"/>
                  </a:lnTo>
                  <a:lnTo>
                    <a:pt x="576629" y="456078"/>
                  </a:lnTo>
                  <a:lnTo>
                    <a:pt x="576629" y="457803"/>
                  </a:lnTo>
                  <a:lnTo>
                    <a:pt x="579163" y="460337"/>
                  </a:lnTo>
                  <a:lnTo>
                    <a:pt x="588244" y="460337"/>
                  </a:lnTo>
                  <a:lnTo>
                    <a:pt x="582841" y="454934"/>
                  </a:lnTo>
                  <a:lnTo>
                    <a:pt x="582841" y="453209"/>
                  </a:lnTo>
                  <a:lnTo>
                    <a:pt x="579390" y="449758"/>
                  </a:lnTo>
                  <a:lnTo>
                    <a:pt x="579390" y="447224"/>
                  </a:lnTo>
                  <a:lnTo>
                    <a:pt x="569501" y="447224"/>
                  </a:lnTo>
                  <a:close/>
                  <a:moveTo>
                    <a:pt x="657723" y="443428"/>
                  </a:moveTo>
                  <a:lnTo>
                    <a:pt x="657723" y="444582"/>
                  </a:lnTo>
                  <a:lnTo>
                    <a:pt x="652321" y="449985"/>
                  </a:lnTo>
                  <a:lnTo>
                    <a:pt x="664162" y="449985"/>
                  </a:lnTo>
                  <a:lnTo>
                    <a:pt x="657723" y="443428"/>
                  </a:lnTo>
                  <a:close/>
                  <a:moveTo>
                    <a:pt x="658759" y="433194"/>
                  </a:moveTo>
                  <a:lnTo>
                    <a:pt x="652321" y="439633"/>
                  </a:lnTo>
                  <a:lnTo>
                    <a:pt x="658759" y="439633"/>
                  </a:lnTo>
                  <a:lnTo>
                    <a:pt x="658759" y="433194"/>
                  </a:lnTo>
                  <a:close/>
                  <a:moveTo>
                    <a:pt x="474831" y="320925"/>
                  </a:moveTo>
                  <a:lnTo>
                    <a:pt x="477591" y="320925"/>
                  </a:lnTo>
                  <a:lnTo>
                    <a:pt x="477591" y="319199"/>
                  </a:lnTo>
                  <a:lnTo>
                    <a:pt x="474831" y="319199"/>
                  </a:lnTo>
                  <a:lnTo>
                    <a:pt x="474831" y="320925"/>
                  </a:lnTo>
                  <a:close/>
                  <a:moveTo>
                    <a:pt x="489443" y="316094"/>
                  </a:moveTo>
                  <a:lnTo>
                    <a:pt x="484956" y="320580"/>
                  </a:lnTo>
                  <a:lnTo>
                    <a:pt x="489443" y="320580"/>
                  </a:lnTo>
                  <a:lnTo>
                    <a:pt x="491168" y="322305"/>
                  </a:lnTo>
                  <a:lnTo>
                    <a:pt x="496797" y="322305"/>
                  </a:lnTo>
                  <a:lnTo>
                    <a:pt x="493120" y="318628"/>
                  </a:lnTo>
                  <a:lnTo>
                    <a:pt x="493120" y="316094"/>
                  </a:lnTo>
                  <a:lnTo>
                    <a:pt x="489443" y="316094"/>
                  </a:lnTo>
                  <a:close/>
                  <a:moveTo>
                    <a:pt x="1228832" y="98348"/>
                  </a:moveTo>
                  <a:lnTo>
                    <a:pt x="1231592" y="98348"/>
                  </a:lnTo>
                  <a:lnTo>
                    <a:pt x="1231592" y="96623"/>
                  </a:lnTo>
                  <a:lnTo>
                    <a:pt x="1228832" y="96623"/>
                  </a:lnTo>
                  <a:lnTo>
                    <a:pt x="1228832" y="98348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88" name="Vector layer B300A6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761981" y="1108053"/>
                  </a:moveTo>
                  <a:lnTo>
                    <a:pt x="1761981" y="1164302"/>
                  </a:lnTo>
                  <a:lnTo>
                    <a:pt x="1813053" y="1164302"/>
                  </a:lnTo>
                  <a:lnTo>
                    <a:pt x="1813053" y="1108053"/>
                  </a:lnTo>
                  <a:lnTo>
                    <a:pt x="1761981" y="1108053"/>
                  </a:lnTo>
                  <a:close/>
                </a:path>
              </a:pathLst>
            </a:custGeom>
            <a:solidFill>
              <a:srgbClr val="B300A6"/>
            </a:solidFill>
            <a:ln>
              <a:noFill/>
            </a:ln>
          </p:spPr>
        </p:sp>
        <p:sp>
          <p:nvSpPr>
            <p:cNvPr id="2089" name="Vector layer 78636C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80520" y="1521805"/>
                  </a:moveTo>
                  <a:lnTo>
                    <a:pt x="1183281" y="1521805"/>
                  </a:lnTo>
                  <a:lnTo>
                    <a:pt x="1183281" y="1518354"/>
                  </a:lnTo>
                  <a:lnTo>
                    <a:pt x="1180520" y="1518354"/>
                  </a:lnTo>
                  <a:lnTo>
                    <a:pt x="1180520" y="1521805"/>
                  </a:lnTo>
                  <a:close/>
                  <a:moveTo>
                    <a:pt x="1146012" y="1516629"/>
                  </a:moveTo>
                  <a:lnTo>
                    <a:pt x="1148773" y="1516629"/>
                  </a:lnTo>
                  <a:lnTo>
                    <a:pt x="1148773" y="1514903"/>
                  </a:lnTo>
                  <a:lnTo>
                    <a:pt x="1146012" y="1514903"/>
                  </a:lnTo>
                  <a:lnTo>
                    <a:pt x="1146012" y="1516629"/>
                  </a:lnTo>
                  <a:close/>
                  <a:moveTo>
                    <a:pt x="947246" y="1407583"/>
                  </a:moveTo>
                  <a:lnTo>
                    <a:pt x="947246" y="1404823"/>
                  </a:lnTo>
                  <a:lnTo>
                    <a:pt x="945521" y="1404823"/>
                  </a:lnTo>
                  <a:lnTo>
                    <a:pt x="945521" y="1407583"/>
                  </a:lnTo>
                  <a:lnTo>
                    <a:pt x="947246" y="1407583"/>
                  </a:lnTo>
                  <a:close/>
                  <a:moveTo>
                    <a:pt x="960073" y="1396600"/>
                  </a:moveTo>
                  <a:lnTo>
                    <a:pt x="962025" y="1398552"/>
                  </a:lnTo>
                  <a:lnTo>
                    <a:pt x="964155" y="1396422"/>
                  </a:lnTo>
                  <a:lnTo>
                    <a:pt x="964155" y="1394125"/>
                  </a:lnTo>
                  <a:lnTo>
                    <a:pt x="961394" y="1394125"/>
                  </a:lnTo>
                  <a:lnTo>
                    <a:pt x="961394" y="1395279"/>
                  </a:lnTo>
                  <a:lnTo>
                    <a:pt x="960073" y="1396600"/>
                  </a:lnTo>
                  <a:close/>
                  <a:moveTo>
                    <a:pt x="1202951" y="1276798"/>
                  </a:moveTo>
                  <a:lnTo>
                    <a:pt x="1205711" y="1276798"/>
                  </a:lnTo>
                  <a:lnTo>
                    <a:pt x="1205711" y="1275072"/>
                  </a:lnTo>
                  <a:lnTo>
                    <a:pt x="1202951" y="1275072"/>
                  </a:lnTo>
                  <a:lnTo>
                    <a:pt x="1202951" y="1276798"/>
                  </a:lnTo>
                  <a:close/>
                  <a:moveTo>
                    <a:pt x="1206806" y="1263744"/>
                  </a:moveTo>
                  <a:lnTo>
                    <a:pt x="1208758" y="1265696"/>
                  </a:lnTo>
                  <a:lnTo>
                    <a:pt x="1212209" y="1262245"/>
                  </a:lnTo>
                  <a:lnTo>
                    <a:pt x="1210256" y="1260293"/>
                  </a:lnTo>
                  <a:lnTo>
                    <a:pt x="1206806" y="1263744"/>
                  </a:lnTo>
                  <a:close/>
                  <a:moveTo>
                    <a:pt x="1225036" y="1259199"/>
                  </a:moveTo>
                  <a:lnTo>
                    <a:pt x="1225036" y="1256438"/>
                  </a:lnTo>
                  <a:lnTo>
                    <a:pt x="1223310" y="1256438"/>
                  </a:lnTo>
                  <a:lnTo>
                    <a:pt x="1223310" y="1259199"/>
                  </a:lnTo>
                  <a:lnTo>
                    <a:pt x="1225036" y="1259199"/>
                  </a:lnTo>
                  <a:close/>
                  <a:moveTo>
                    <a:pt x="64589" y="1077627"/>
                  </a:moveTo>
                  <a:lnTo>
                    <a:pt x="66541" y="1075675"/>
                  </a:lnTo>
                  <a:lnTo>
                    <a:pt x="64816" y="1073950"/>
                  </a:lnTo>
                  <a:lnTo>
                    <a:pt x="62864" y="1075902"/>
                  </a:lnTo>
                  <a:lnTo>
                    <a:pt x="64589" y="1077627"/>
                  </a:lnTo>
                  <a:close/>
                  <a:moveTo>
                    <a:pt x="62864" y="1048069"/>
                  </a:moveTo>
                  <a:lnTo>
                    <a:pt x="64816" y="1050021"/>
                  </a:lnTo>
                  <a:lnTo>
                    <a:pt x="66541" y="1048295"/>
                  </a:lnTo>
                  <a:lnTo>
                    <a:pt x="64589" y="1046343"/>
                  </a:lnTo>
                  <a:lnTo>
                    <a:pt x="62864" y="1048069"/>
                  </a:lnTo>
                  <a:close/>
                  <a:moveTo>
                    <a:pt x="1655006" y="1023164"/>
                  </a:moveTo>
                  <a:lnTo>
                    <a:pt x="1657767" y="1023164"/>
                  </a:lnTo>
                  <a:lnTo>
                    <a:pt x="1657767" y="1021438"/>
                  </a:lnTo>
                  <a:lnTo>
                    <a:pt x="1655006" y="1021438"/>
                  </a:lnTo>
                  <a:lnTo>
                    <a:pt x="1655006" y="1023164"/>
                  </a:lnTo>
                  <a:close/>
                  <a:moveTo>
                    <a:pt x="1651959" y="1006886"/>
                  </a:moveTo>
                  <a:lnTo>
                    <a:pt x="1653912" y="1004934"/>
                  </a:lnTo>
                  <a:lnTo>
                    <a:pt x="1652186" y="1003208"/>
                  </a:lnTo>
                  <a:lnTo>
                    <a:pt x="1650234" y="1005160"/>
                  </a:lnTo>
                  <a:lnTo>
                    <a:pt x="1651959" y="1006886"/>
                  </a:lnTo>
                  <a:close/>
                  <a:moveTo>
                    <a:pt x="1635681" y="1002114"/>
                  </a:moveTo>
                  <a:lnTo>
                    <a:pt x="1635681" y="999353"/>
                  </a:lnTo>
                  <a:lnTo>
                    <a:pt x="1633956" y="999353"/>
                  </a:lnTo>
                  <a:lnTo>
                    <a:pt x="1633956" y="1002114"/>
                  </a:lnTo>
                  <a:lnTo>
                    <a:pt x="1635681" y="1002114"/>
                  </a:lnTo>
                  <a:close/>
                  <a:moveTo>
                    <a:pt x="904111" y="969331"/>
                  </a:moveTo>
                  <a:lnTo>
                    <a:pt x="904111" y="966570"/>
                  </a:lnTo>
                  <a:lnTo>
                    <a:pt x="900660" y="966570"/>
                  </a:lnTo>
                  <a:lnTo>
                    <a:pt x="900660" y="969331"/>
                  </a:lnTo>
                  <a:lnTo>
                    <a:pt x="904111" y="969331"/>
                  </a:lnTo>
                  <a:close/>
                  <a:moveTo>
                    <a:pt x="897209" y="969331"/>
                  </a:moveTo>
                  <a:lnTo>
                    <a:pt x="897209" y="966570"/>
                  </a:lnTo>
                  <a:lnTo>
                    <a:pt x="895484" y="966570"/>
                  </a:lnTo>
                  <a:lnTo>
                    <a:pt x="895484" y="969331"/>
                  </a:lnTo>
                  <a:lnTo>
                    <a:pt x="897209" y="969331"/>
                  </a:lnTo>
                  <a:close/>
                  <a:moveTo>
                    <a:pt x="911762" y="963524"/>
                  </a:moveTo>
                  <a:lnTo>
                    <a:pt x="913714" y="965476"/>
                  </a:lnTo>
                  <a:lnTo>
                    <a:pt x="915439" y="963751"/>
                  </a:lnTo>
                  <a:lnTo>
                    <a:pt x="913487" y="961799"/>
                  </a:lnTo>
                  <a:lnTo>
                    <a:pt x="911762" y="963524"/>
                  </a:lnTo>
                  <a:close/>
                  <a:moveTo>
                    <a:pt x="923435" y="945521"/>
                  </a:moveTo>
                  <a:lnTo>
                    <a:pt x="926196" y="945521"/>
                  </a:lnTo>
                  <a:lnTo>
                    <a:pt x="926196" y="940344"/>
                  </a:lnTo>
                  <a:lnTo>
                    <a:pt x="923435" y="940344"/>
                  </a:lnTo>
                  <a:lnTo>
                    <a:pt x="923435" y="945521"/>
                  </a:lnTo>
                  <a:close/>
                  <a:moveTo>
                    <a:pt x="871673" y="947246"/>
                  </a:moveTo>
                  <a:lnTo>
                    <a:pt x="874434" y="947246"/>
                  </a:lnTo>
                  <a:lnTo>
                    <a:pt x="874434" y="938619"/>
                  </a:lnTo>
                  <a:lnTo>
                    <a:pt x="871673" y="938619"/>
                  </a:lnTo>
                  <a:lnTo>
                    <a:pt x="871673" y="947246"/>
                  </a:lnTo>
                  <a:close/>
                  <a:moveTo>
                    <a:pt x="1793847" y="933788"/>
                  </a:moveTo>
                  <a:lnTo>
                    <a:pt x="1789361" y="938274"/>
                  </a:lnTo>
                  <a:lnTo>
                    <a:pt x="1799595" y="938274"/>
                  </a:lnTo>
                  <a:lnTo>
                    <a:pt x="1799595" y="935513"/>
                  </a:lnTo>
                  <a:lnTo>
                    <a:pt x="1798441" y="935513"/>
                  </a:lnTo>
                  <a:lnTo>
                    <a:pt x="1796716" y="933788"/>
                  </a:lnTo>
                  <a:lnTo>
                    <a:pt x="1793847" y="933788"/>
                  </a:lnTo>
                  <a:close/>
                  <a:moveTo>
                    <a:pt x="1803391" y="935168"/>
                  </a:moveTo>
                  <a:lnTo>
                    <a:pt x="1806151" y="935168"/>
                  </a:lnTo>
                  <a:lnTo>
                    <a:pt x="1806151" y="933443"/>
                  </a:lnTo>
                  <a:lnTo>
                    <a:pt x="1803391" y="933443"/>
                  </a:lnTo>
                  <a:lnTo>
                    <a:pt x="1803391" y="935168"/>
                  </a:lnTo>
                  <a:close/>
                  <a:moveTo>
                    <a:pt x="1784815" y="934192"/>
                  </a:moveTo>
                  <a:lnTo>
                    <a:pt x="1786768" y="936144"/>
                  </a:lnTo>
                  <a:lnTo>
                    <a:pt x="1788493" y="934419"/>
                  </a:lnTo>
                  <a:lnTo>
                    <a:pt x="1786541" y="932467"/>
                  </a:lnTo>
                  <a:lnTo>
                    <a:pt x="1784815" y="934192"/>
                  </a:lnTo>
                  <a:close/>
                  <a:moveTo>
                    <a:pt x="1810697" y="930741"/>
                  </a:moveTo>
                  <a:lnTo>
                    <a:pt x="1812649" y="932693"/>
                  </a:lnTo>
                  <a:lnTo>
                    <a:pt x="1816099" y="929243"/>
                  </a:lnTo>
                  <a:lnTo>
                    <a:pt x="1814147" y="927290"/>
                  </a:lnTo>
                  <a:lnTo>
                    <a:pt x="1810697" y="930741"/>
                  </a:lnTo>
                  <a:close/>
                  <a:moveTo>
                    <a:pt x="1819324" y="920616"/>
                  </a:moveTo>
                  <a:lnTo>
                    <a:pt x="1821276" y="918663"/>
                  </a:lnTo>
                  <a:lnTo>
                    <a:pt x="1819550" y="916938"/>
                  </a:lnTo>
                  <a:lnTo>
                    <a:pt x="1817598" y="918890"/>
                  </a:lnTo>
                  <a:lnTo>
                    <a:pt x="1819324" y="920616"/>
                  </a:lnTo>
                  <a:close/>
                  <a:moveTo>
                    <a:pt x="1768883" y="902504"/>
                  </a:moveTo>
                  <a:lnTo>
                    <a:pt x="1768883" y="908133"/>
                  </a:lnTo>
                  <a:lnTo>
                    <a:pt x="1770608" y="909859"/>
                  </a:lnTo>
                  <a:lnTo>
                    <a:pt x="1770608" y="912166"/>
                  </a:lnTo>
                  <a:lnTo>
                    <a:pt x="1768883" y="913892"/>
                  </a:lnTo>
                  <a:lnTo>
                    <a:pt x="1768883" y="919521"/>
                  </a:lnTo>
                  <a:lnTo>
                    <a:pt x="1773369" y="915035"/>
                  </a:lnTo>
                  <a:lnTo>
                    <a:pt x="1773369" y="906990"/>
                  </a:lnTo>
                  <a:lnTo>
                    <a:pt x="1768883" y="902504"/>
                  </a:lnTo>
                  <a:close/>
                  <a:moveTo>
                    <a:pt x="1817598" y="903135"/>
                  </a:moveTo>
                  <a:lnTo>
                    <a:pt x="1819550" y="905087"/>
                  </a:lnTo>
                  <a:lnTo>
                    <a:pt x="1821276" y="903361"/>
                  </a:lnTo>
                  <a:lnTo>
                    <a:pt x="1819324" y="901409"/>
                  </a:lnTo>
                  <a:lnTo>
                    <a:pt x="1817598" y="903135"/>
                  </a:lnTo>
                  <a:close/>
                  <a:moveTo>
                    <a:pt x="1774463" y="899911"/>
                  </a:moveTo>
                  <a:lnTo>
                    <a:pt x="1776415" y="897959"/>
                  </a:lnTo>
                  <a:lnTo>
                    <a:pt x="1774690" y="896233"/>
                  </a:lnTo>
                  <a:lnTo>
                    <a:pt x="1772738" y="898185"/>
                  </a:lnTo>
                  <a:lnTo>
                    <a:pt x="1774463" y="899911"/>
                  </a:lnTo>
                  <a:close/>
                  <a:moveTo>
                    <a:pt x="1814147" y="894734"/>
                  </a:moveTo>
                  <a:lnTo>
                    <a:pt x="1816099" y="892782"/>
                  </a:lnTo>
                  <a:lnTo>
                    <a:pt x="1814374" y="891057"/>
                  </a:lnTo>
                  <a:lnTo>
                    <a:pt x="1812422" y="893009"/>
                  </a:lnTo>
                  <a:lnTo>
                    <a:pt x="1814147" y="894734"/>
                  </a:lnTo>
                  <a:close/>
                  <a:moveTo>
                    <a:pt x="1803391" y="888582"/>
                  </a:moveTo>
                  <a:lnTo>
                    <a:pt x="1806151" y="888582"/>
                  </a:lnTo>
                  <a:lnTo>
                    <a:pt x="1806151" y="886857"/>
                  </a:lnTo>
                  <a:lnTo>
                    <a:pt x="1803391" y="886857"/>
                  </a:lnTo>
                  <a:lnTo>
                    <a:pt x="1803391" y="888582"/>
                  </a:lnTo>
                  <a:close/>
                  <a:moveTo>
                    <a:pt x="1782459" y="885477"/>
                  </a:moveTo>
                  <a:lnTo>
                    <a:pt x="1788897" y="891915"/>
                  </a:lnTo>
                  <a:lnTo>
                    <a:pt x="1788897" y="885477"/>
                  </a:lnTo>
                  <a:lnTo>
                    <a:pt x="1782459" y="885477"/>
                  </a:lnTo>
                  <a:close/>
                  <a:moveTo>
                    <a:pt x="1792693" y="886512"/>
                  </a:moveTo>
                  <a:lnTo>
                    <a:pt x="1793847" y="886512"/>
                  </a:lnTo>
                  <a:lnTo>
                    <a:pt x="1796144" y="888809"/>
                  </a:lnTo>
                  <a:lnTo>
                    <a:pt x="1801202" y="883751"/>
                  </a:lnTo>
                  <a:lnTo>
                    <a:pt x="1792693" y="886512"/>
                  </a:lnTo>
                  <a:close/>
                  <a:moveTo>
                    <a:pt x="1799023" y="872709"/>
                  </a:moveTo>
                  <a:lnTo>
                    <a:pt x="1800344" y="874030"/>
                  </a:lnTo>
                  <a:lnTo>
                    <a:pt x="1802296" y="872078"/>
                  </a:lnTo>
                  <a:lnTo>
                    <a:pt x="1800166" y="869948"/>
                  </a:lnTo>
                  <a:lnTo>
                    <a:pt x="1797869" y="869948"/>
                  </a:lnTo>
                  <a:lnTo>
                    <a:pt x="1797869" y="872709"/>
                  </a:lnTo>
                  <a:lnTo>
                    <a:pt x="1799023" y="872709"/>
                  </a:lnTo>
                  <a:close/>
                  <a:moveTo>
                    <a:pt x="1789587" y="869948"/>
                  </a:moveTo>
                  <a:lnTo>
                    <a:pt x="1789587" y="876386"/>
                  </a:lnTo>
                  <a:lnTo>
                    <a:pt x="1796026" y="869948"/>
                  </a:lnTo>
                  <a:lnTo>
                    <a:pt x="1789587" y="869948"/>
                  </a:lnTo>
                  <a:close/>
                  <a:moveTo>
                    <a:pt x="1805520" y="872304"/>
                  </a:moveTo>
                  <a:lnTo>
                    <a:pt x="1807472" y="870352"/>
                  </a:lnTo>
                  <a:lnTo>
                    <a:pt x="1805747" y="868627"/>
                  </a:lnTo>
                  <a:lnTo>
                    <a:pt x="1803795" y="870579"/>
                  </a:lnTo>
                  <a:lnTo>
                    <a:pt x="1805520" y="872304"/>
                  </a:lnTo>
                  <a:close/>
                  <a:moveTo>
                    <a:pt x="1818574" y="858905"/>
                  </a:moveTo>
                  <a:lnTo>
                    <a:pt x="1818574" y="856145"/>
                  </a:lnTo>
                  <a:lnTo>
                    <a:pt x="1816849" y="856145"/>
                  </a:lnTo>
                  <a:lnTo>
                    <a:pt x="1816849" y="858905"/>
                  </a:lnTo>
                  <a:lnTo>
                    <a:pt x="1818574" y="858905"/>
                  </a:lnTo>
                  <a:close/>
                  <a:moveTo>
                    <a:pt x="1772333" y="850623"/>
                  </a:moveTo>
                  <a:lnTo>
                    <a:pt x="1772333" y="851777"/>
                  </a:lnTo>
                  <a:lnTo>
                    <a:pt x="1768656" y="855455"/>
                  </a:lnTo>
                  <a:lnTo>
                    <a:pt x="1775094" y="855455"/>
                  </a:lnTo>
                  <a:lnTo>
                    <a:pt x="1772333" y="850623"/>
                  </a:lnTo>
                  <a:close/>
                  <a:moveTo>
                    <a:pt x="1818919" y="850623"/>
                  </a:moveTo>
                  <a:lnTo>
                    <a:pt x="1821680" y="850623"/>
                  </a:lnTo>
                  <a:lnTo>
                    <a:pt x="1821680" y="848898"/>
                  </a:lnTo>
                  <a:lnTo>
                    <a:pt x="1818919" y="848898"/>
                  </a:lnTo>
                  <a:lnTo>
                    <a:pt x="1818919" y="850623"/>
                  </a:lnTo>
                  <a:close/>
                  <a:moveTo>
                    <a:pt x="1770608" y="840389"/>
                  </a:moveTo>
                  <a:lnTo>
                    <a:pt x="1770608" y="846019"/>
                  </a:lnTo>
                  <a:lnTo>
                    <a:pt x="1775094" y="850505"/>
                  </a:lnTo>
                  <a:lnTo>
                    <a:pt x="1775094" y="844875"/>
                  </a:lnTo>
                  <a:lnTo>
                    <a:pt x="1770608" y="840389"/>
                  </a:lnTo>
                  <a:close/>
                  <a:moveTo>
                    <a:pt x="1815873" y="841020"/>
                  </a:moveTo>
                  <a:lnTo>
                    <a:pt x="1817825" y="842972"/>
                  </a:lnTo>
                  <a:lnTo>
                    <a:pt x="1819550" y="841247"/>
                  </a:lnTo>
                  <a:lnTo>
                    <a:pt x="1817598" y="839295"/>
                  </a:lnTo>
                  <a:lnTo>
                    <a:pt x="1815873" y="841020"/>
                  </a:lnTo>
                  <a:close/>
                  <a:moveTo>
                    <a:pt x="1802069" y="827217"/>
                  </a:moveTo>
                  <a:lnTo>
                    <a:pt x="1804022" y="829169"/>
                  </a:lnTo>
                  <a:lnTo>
                    <a:pt x="1805747" y="827444"/>
                  </a:lnTo>
                  <a:lnTo>
                    <a:pt x="1803795" y="825492"/>
                  </a:lnTo>
                  <a:lnTo>
                    <a:pt x="1802069" y="827217"/>
                  </a:lnTo>
                  <a:close/>
                  <a:moveTo>
                    <a:pt x="1793847" y="811284"/>
                  </a:moveTo>
                  <a:lnTo>
                    <a:pt x="1789361" y="815770"/>
                  </a:lnTo>
                  <a:lnTo>
                    <a:pt x="1802927" y="815770"/>
                  </a:lnTo>
                  <a:lnTo>
                    <a:pt x="1798441" y="811284"/>
                  </a:lnTo>
                  <a:lnTo>
                    <a:pt x="1793847" y="811284"/>
                  </a:lnTo>
                  <a:close/>
                  <a:moveTo>
                    <a:pt x="1786137" y="812665"/>
                  </a:moveTo>
                  <a:lnTo>
                    <a:pt x="1788897" y="812665"/>
                  </a:lnTo>
                  <a:lnTo>
                    <a:pt x="1788897" y="810939"/>
                  </a:lnTo>
                  <a:lnTo>
                    <a:pt x="1786137" y="810939"/>
                  </a:lnTo>
                  <a:lnTo>
                    <a:pt x="1786137" y="812665"/>
                  </a:lnTo>
                  <a:close/>
                  <a:moveTo>
                    <a:pt x="1781365" y="808464"/>
                  </a:moveTo>
                  <a:lnTo>
                    <a:pt x="1783317" y="806512"/>
                  </a:lnTo>
                  <a:lnTo>
                    <a:pt x="1781591" y="804787"/>
                  </a:lnTo>
                  <a:lnTo>
                    <a:pt x="1779639" y="806739"/>
                  </a:lnTo>
                  <a:lnTo>
                    <a:pt x="1781365" y="808464"/>
                  </a:lnTo>
                  <a:close/>
                  <a:moveTo>
                    <a:pt x="1815873" y="801563"/>
                  </a:moveTo>
                  <a:lnTo>
                    <a:pt x="1817825" y="799611"/>
                  </a:lnTo>
                  <a:lnTo>
                    <a:pt x="1816099" y="797885"/>
                  </a:lnTo>
                  <a:lnTo>
                    <a:pt x="1814147" y="799837"/>
                  </a:lnTo>
                  <a:lnTo>
                    <a:pt x="1815873" y="801563"/>
                  </a:lnTo>
                  <a:close/>
                  <a:moveTo>
                    <a:pt x="1772333" y="783451"/>
                  </a:moveTo>
                  <a:lnTo>
                    <a:pt x="1772333" y="789081"/>
                  </a:lnTo>
                  <a:lnTo>
                    <a:pt x="1774059" y="790806"/>
                  </a:lnTo>
                  <a:lnTo>
                    <a:pt x="1774059" y="793113"/>
                  </a:lnTo>
                  <a:lnTo>
                    <a:pt x="1772333" y="794839"/>
                  </a:lnTo>
                  <a:lnTo>
                    <a:pt x="1772333" y="800468"/>
                  </a:lnTo>
                  <a:lnTo>
                    <a:pt x="1776819" y="795982"/>
                  </a:lnTo>
                  <a:lnTo>
                    <a:pt x="1776819" y="787937"/>
                  </a:lnTo>
                  <a:lnTo>
                    <a:pt x="1772333" y="783451"/>
                  </a:lnTo>
                  <a:close/>
                  <a:moveTo>
                    <a:pt x="1814147" y="784082"/>
                  </a:moveTo>
                  <a:lnTo>
                    <a:pt x="1816099" y="786034"/>
                  </a:lnTo>
                  <a:lnTo>
                    <a:pt x="1817825" y="784309"/>
                  </a:lnTo>
                  <a:lnTo>
                    <a:pt x="1815873" y="782357"/>
                  </a:lnTo>
                  <a:lnTo>
                    <a:pt x="1814147" y="784082"/>
                  </a:lnTo>
                  <a:close/>
                  <a:moveTo>
                    <a:pt x="1784815" y="775682"/>
                  </a:moveTo>
                  <a:lnTo>
                    <a:pt x="1786768" y="773730"/>
                  </a:lnTo>
                  <a:lnTo>
                    <a:pt x="1785042" y="772004"/>
                  </a:lnTo>
                  <a:lnTo>
                    <a:pt x="1783090" y="773956"/>
                  </a:lnTo>
                  <a:lnTo>
                    <a:pt x="1784815" y="775682"/>
                  </a:lnTo>
                  <a:close/>
                  <a:moveTo>
                    <a:pt x="1802069" y="772004"/>
                  </a:moveTo>
                  <a:lnTo>
                    <a:pt x="1804022" y="773956"/>
                  </a:lnTo>
                  <a:lnTo>
                    <a:pt x="1805747" y="772231"/>
                  </a:lnTo>
                  <a:lnTo>
                    <a:pt x="1803795" y="770279"/>
                  </a:lnTo>
                  <a:lnTo>
                    <a:pt x="1802069" y="772004"/>
                  </a:lnTo>
                  <a:close/>
                  <a:moveTo>
                    <a:pt x="1792693" y="770910"/>
                  </a:moveTo>
                  <a:lnTo>
                    <a:pt x="1793847" y="770910"/>
                  </a:lnTo>
                  <a:lnTo>
                    <a:pt x="1796144" y="773207"/>
                  </a:lnTo>
                  <a:lnTo>
                    <a:pt x="1801202" y="768149"/>
                  </a:lnTo>
                  <a:lnTo>
                    <a:pt x="1792693" y="770910"/>
                  </a:lnTo>
                  <a:close/>
                  <a:moveTo>
                    <a:pt x="1802069" y="760153"/>
                  </a:moveTo>
                  <a:lnTo>
                    <a:pt x="1804022" y="758201"/>
                  </a:lnTo>
                  <a:lnTo>
                    <a:pt x="1802296" y="756476"/>
                  </a:lnTo>
                  <a:lnTo>
                    <a:pt x="1800344" y="758428"/>
                  </a:lnTo>
                  <a:lnTo>
                    <a:pt x="1802069" y="760153"/>
                  </a:lnTo>
                  <a:close/>
                  <a:moveTo>
                    <a:pt x="1787862" y="759177"/>
                  </a:moveTo>
                  <a:lnTo>
                    <a:pt x="1790623" y="759177"/>
                  </a:lnTo>
                  <a:lnTo>
                    <a:pt x="1790623" y="757452"/>
                  </a:lnTo>
                  <a:lnTo>
                    <a:pt x="1787862" y="757452"/>
                  </a:lnTo>
                  <a:lnTo>
                    <a:pt x="1787862" y="759177"/>
                  </a:lnTo>
                  <a:close/>
                  <a:moveTo>
                    <a:pt x="1783090" y="754977"/>
                  </a:moveTo>
                  <a:lnTo>
                    <a:pt x="1785042" y="753025"/>
                  </a:lnTo>
                  <a:lnTo>
                    <a:pt x="1783317" y="751299"/>
                  </a:lnTo>
                  <a:lnTo>
                    <a:pt x="1781365" y="753251"/>
                  </a:lnTo>
                  <a:lnTo>
                    <a:pt x="1783090" y="754977"/>
                  </a:lnTo>
                  <a:close/>
                  <a:moveTo>
                    <a:pt x="1814147" y="748075"/>
                  </a:moveTo>
                  <a:lnTo>
                    <a:pt x="1816099" y="746123"/>
                  </a:lnTo>
                  <a:lnTo>
                    <a:pt x="1814374" y="744398"/>
                  </a:lnTo>
                  <a:lnTo>
                    <a:pt x="1812422" y="746350"/>
                  </a:lnTo>
                  <a:lnTo>
                    <a:pt x="1814147" y="748075"/>
                  </a:lnTo>
                  <a:close/>
                  <a:moveTo>
                    <a:pt x="1774059" y="736747"/>
                  </a:moveTo>
                  <a:lnTo>
                    <a:pt x="1774059" y="745255"/>
                  </a:lnTo>
                  <a:lnTo>
                    <a:pt x="1779117" y="740198"/>
                  </a:lnTo>
                  <a:lnTo>
                    <a:pt x="1776819" y="737900"/>
                  </a:lnTo>
                  <a:lnTo>
                    <a:pt x="1774059" y="736747"/>
                  </a:lnTo>
                  <a:close/>
                  <a:moveTo>
                    <a:pt x="1812422" y="734045"/>
                  </a:moveTo>
                  <a:lnTo>
                    <a:pt x="1814374" y="735997"/>
                  </a:lnTo>
                  <a:lnTo>
                    <a:pt x="1816099" y="734272"/>
                  </a:lnTo>
                  <a:lnTo>
                    <a:pt x="1814147" y="732320"/>
                  </a:lnTo>
                  <a:lnTo>
                    <a:pt x="1812422" y="734045"/>
                  </a:lnTo>
                  <a:close/>
                  <a:moveTo>
                    <a:pt x="1779639" y="725418"/>
                  </a:moveTo>
                  <a:lnTo>
                    <a:pt x="1781591" y="727370"/>
                  </a:lnTo>
                  <a:lnTo>
                    <a:pt x="1782341" y="726621"/>
                  </a:lnTo>
                  <a:lnTo>
                    <a:pt x="1784066" y="728346"/>
                  </a:lnTo>
                  <a:lnTo>
                    <a:pt x="1786768" y="725645"/>
                  </a:lnTo>
                  <a:lnTo>
                    <a:pt x="1784815" y="723693"/>
                  </a:lnTo>
                  <a:lnTo>
                    <a:pt x="1784066" y="724442"/>
                  </a:lnTo>
                  <a:lnTo>
                    <a:pt x="1782341" y="722717"/>
                  </a:lnTo>
                  <a:lnTo>
                    <a:pt x="1779639" y="725418"/>
                  </a:lnTo>
                  <a:close/>
                  <a:moveTo>
                    <a:pt x="1801665" y="722944"/>
                  </a:moveTo>
                  <a:lnTo>
                    <a:pt x="1804426" y="722944"/>
                  </a:lnTo>
                  <a:lnTo>
                    <a:pt x="1804426" y="721218"/>
                  </a:lnTo>
                  <a:lnTo>
                    <a:pt x="1801665" y="721218"/>
                  </a:lnTo>
                  <a:lnTo>
                    <a:pt x="1801665" y="722944"/>
                  </a:lnTo>
                  <a:close/>
                  <a:moveTo>
                    <a:pt x="1788266" y="723920"/>
                  </a:moveTo>
                  <a:lnTo>
                    <a:pt x="1790218" y="721968"/>
                  </a:lnTo>
                  <a:lnTo>
                    <a:pt x="1788493" y="720242"/>
                  </a:lnTo>
                  <a:lnTo>
                    <a:pt x="1786541" y="722194"/>
                  </a:lnTo>
                  <a:lnTo>
                    <a:pt x="1788266" y="723920"/>
                  </a:lnTo>
                  <a:close/>
                  <a:moveTo>
                    <a:pt x="1797869" y="720873"/>
                  </a:moveTo>
                  <a:lnTo>
                    <a:pt x="1797869" y="718112"/>
                  </a:lnTo>
                  <a:lnTo>
                    <a:pt x="1794419" y="718112"/>
                  </a:lnTo>
                  <a:lnTo>
                    <a:pt x="1794419" y="720873"/>
                  </a:lnTo>
                  <a:lnTo>
                    <a:pt x="1797869" y="720873"/>
                  </a:lnTo>
                  <a:close/>
                  <a:moveTo>
                    <a:pt x="1788266" y="706439"/>
                  </a:moveTo>
                  <a:lnTo>
                    <a:pt x="1790218" y="708391"/>
                  </a:lnTo>
                  <a:lnTo>
                    <a:pt x="1791944" y="706666"/>
                  </a:lnTo>
                  <a:lnTo>
                    <a:pt x="1789992" y="704714"/>
                  </a:lnTo>
                  <a:lnTo>
                    <a:pt x="1788266" y="706439"/>
                  </a:lnTo>
                  <a:close/>
                  <a:moveTo>
                    <a:pt x="1783090" y="704940"/>
                  </a:moveTo>
                  <a:lnTo>
                    <a:pt x="1785042" y="702988"/>
                  </a:lnTo>
                  <a:lnTo>
                    <a:pt x="1783317" y="701263"/>
                  </a:lnTo>
                  <a:lnTo>
                    <a:pt x="1781365" y="703215"/>
                  </a:lnTo>
                  <a:lnTo>
                    <a:pt x="1783090" y="704940"/>
                  </a:lnTo>
                  <a:close/>
                  <a:moveTo>
                    <a:pt x="1805520" y="701263"/>
                  </a:moveTo>
                  <a:lnTo>
                    <a:pt x="1807472" y="703215"/>
                  </a:lnTo>
                  <a:lnTo>
                    <a:pt x="1809198" y="701489"/>
                  </a:lnTo>
                  <a:lnTo>
                    <a:pt x="1807246" y="699537"/>
                  </a:lnTo>
                  <a:lnTo>
                    <a:pt x="1805520" y="701263"/>
                  </a:lnTo>
                  <a:close/>
                  <a:moveTo>
                    <a:pt x="1777510" y="692231"/>
                  </a:moveTo>
                  <a:lnTo>
                    <a:pt x="1777510" y="698670"/>
                  </a:lnTo>
                  <a:lnTo>
                    <a:pt x="1783948" y="692231"/>
                  </a:lnTo>
                  <a:lnTo>
                    <a:pt x="1777510" y="692231"/>
                  </a:lnTo>
                  <a:close/>
                  <a:moveTo>
                    <a:pt x="1814778" y="686829"/>
                  </a:moveTo>
                  <a:lnTo>
                    <a:pt x="1808340" y="693267"/>
                  </a:lnTo>
                  <a:lnTo>
                    <a:pt x="1814778" y="693267"/>
                  </a:lnTo>
                  <a:lnTo>
                    <a:pt x="1814778" y="686829"/>
                  </a:lnTo>
                  <a:close/>
                  <a:moveTo>
                    <a:pt x="1777510" y="683378"/>
                  </a:moveTo>
                  <a:lnTo>
                    <a:pt x="1777510" y="689816"/>
                  </a:lnTo>
                  <a:lnTo>
                    <a:pt x="1783948" y="689816"/>
                  </a:lnTo>
                  <a:lnTo>
                    <a:pt x="1777510" y="683378"/>
                  </a:lnTo>
                  <a:close/>
                  <a:moveTo>
                    <a:pt x="1807246" y="682510"/>
                  </a:moveTo>
                  <a:lnTo>
                    <a:pt x="1809198" y="680558"/>
                  </a:lnTo>
                  <a:lnTo>
                    <a:pt x="1807472" y="678833"/>
                  </a:lnTo>
                  <a:lnTo>
                    <a:pt x="1805520" y="680785"/>
                  </a:lnTo>
                  <a:lnTo>
                    <a:pt x="1807246" y="682510"/>
                  </a:lnTo>
                  <a:close/>
                  <a:moveTo>
                    <a:pt x="1781365" y="678833"/>
                  </a:moveTo>
                  <a:lnTo>
                    <a:pt x="1783317" y="680785"/>
                  </a:lnTo>
                  <a:lnTo>
                    <a:pt x="1785042" y="679059"/>
                  </a:lnTo>
                  <a:lnTo>
                    <a:pt x="1783090" y="677107"/>
                  </a:lnTo>
                  <a:lnTo>
                    <a:pt x="1781365" y="678833"/>
                  </a:lnTo>
                  <a:close/>
                  <a:moveTo>
                    <a:pt x="1802700" y="671300"/>
                  </a:moveTo>
                  <a:lnTo>
                    <a:pt x="1796262" y="677738"/>
                  </a:lnTo>
                  <a:lnTo>
                    <a:pt x="1802700" y="677738"/>
                  </a:lnTo>
                  <a:lnTo>
                    <a:pt x="1802700" y="671300"/>
                  </a:lnTo>
                  <a:close/>
                  <a:moveTo>
                    <a:pt x="1785910" y="673252"/>
                  </a:moveTo>
                  <a:lnTo>
                    <a:pt x="1792348" y="679690"/>
                  </a:lnTo>
                  <a:lnTo>
                    <a:pt x="1792348" y="673252"/>
                  </a:lnTo>
                  <a:lnTo>
                    <a:pt x="1785910" y="673252"/>
                  </a:lnTo>
                  <a:close/>
                  <a:moveTo>
                    <a:pt x="1802069" y="649501"/>
                  </a:moveTo>
                  <a:lnTo>
                    <a:pt x="1804022" y="651453"/>
                  </a:lnTo>
                  <a:lnTo>
                    <a:pt x="1805747" y="649727"/>
                  </a:lnTo>
                  <a:lnTo>
                    <a:pt x="1803795" y="647775"/>
                  </a:lnTo>
                  <a:lnTo>
                    <a:pt x="1802069" y="649501"/>
                  </a:lnTo>
                  <a:close/>
                  <a:moveTo>
                    <a:pt x="1784815" y="646050"/>
                  </a:moveTo>
                  <a:lnTo>
                    <a:pt x="1786768" y="648002"/>
                  </a:lnTo>
                  <a:lnTo>
                    <a:pt x="1788493" y="646277"/>
                  </a:lnTo>
                  <a:lnTo>
                    <a:pt x="1786541" y="644324"/>
                  </a:lnTo>
                  <a:lnTo>
                    <a:pt x="1784815" y="646050"/>
                  </a:lnTo>
                  <a:close/>
                  <a:moveTo>
                    <a:pt x="1807877" y="636792"/>
                  </a:moveTo>
                  <a:lnTo>
                    <a:pt x="1803391" y="641278"/>
                  </a:lnTo>
                  <a:lnTo>
                    <a:pt x="1803391" y="644955"/>
                  </a:lnTo>
                  <a:lnTo>
                    <a:pt x="1807877" y="644955"/>
                  </a:lnTo>
                  <a:lnTo>
                    <a:pt x="1807877" y="636792"/>
                  </a:lnTo>
                  <a:close/>
                  <a:moveTo>
                    <a:pt x="1788266" y="635697"/>
                  </a:moveTo>
                  <a:lnTo>
                    <a:pt x="1790218" y="637650"/>
                  </a:lnTo>
                  <a:lnTo>
                    <a:pt x="1791944" y="635924"/>
                  </a:lnTo>
                  <a:lnTo>
                    <a:pt x="1789992" y="633972"/>
                  </a:lnTo>
                  <a:lnTo>
                    <a:pt x="1788266" y="635697"/>
                  </a:lnTo>
                  <a:close/>
                  <a:moveTo>
                    <a:pt x="1796144" y="632878"/>
                  </a:moveTo>
                  <a:lnTo>
                    <a:pt x="1796144" y="630117"/>
                  </a:lnTo>
                  <a:lnTo>
                    <a:pt x="1794419" y="630117"/>
                  </a:lnTo>
                  <a:lnTo>
                    <a:pt x="1794419" y="632878"/>
                  </a:lnTo>
                  <a:lnTo>
                    <a:pt x="1796144" y="632878"/>
                  </a:lnTo>
                  <a:close/>
                  <a:moveTo>
                    <a:pt x="481732" y="633223"/>
                  </a:moveTo>
                  <a:lnTo>
                    <a:pt x="484493" y="633223"/>
                  </a:lnTo>
                  <a:lnTo>
                    <a:pt x="484493" y="631497"/>
                  </a:lnTo>
                  <a:lnTo>
                    <a:pt x="481732" y="631497"/>
                  </a:lnTo>
                  <a:lnTo>
                    <a:pt x="481732" y="633223"/>
                  </a:lnTo>
                  <a:close/>
                  <a:moveTo>
                    <a:pt x="501116" y="629023"/>
                  </a:moveTo>
                  <a:lnTo>
                    <a:pt x="503068" y="627070"/>
                  </a:lnTo>
                  <a:lnTo>
                    <a:pt x="501343" y="625345"/>
                  </a:lnTo>
                  <a:lnTo>
                    <a:pt x="499391" y="627297"/>
                  </a:lnTo>
                  <a:lnTo>
                    <a:pt x="501116" y="629023"/>
                  </a:lnTo>
                  <a:close/>
                  <a:moveTo>
                    <a:pt x="483862" y="627070"/>
                  </a:moveTo>
                  <a:lnTo>
                    <a:pt x="485814" y="629023"/>
                  </a:lnTo>
                  <a:lnTo>
                    <a:pt x="487540" y="627297"/>
                  </a:lnTo>
                  <a:lnTo>
                    <a:pt x="485587" y="625345"/>
                  </a:lnTo>
                  <a:lnTo>
                    <a:pt x="483862" y="627070"/>
                  </a:lnTo>
                  <a:close/>
                  <a:moveTo>
                    <a:pt x="491740" y="625976"/>
                  </a:moveTo>
                  <a:lnTo>
                    <a:pt x="491740" y="623215"/>
                  </a:lnTo>
                  <a:lnTo>
                    <a:pt x="490014" y="623215"/>
                  </a:lnTo>
                  <a:lnTo>
                    <a:pt x="490014" y="625976"/>
                  </a:lnTo>
                  <a:lnTo>
                    <a:pt x="491740" y="625976"/>
                  </a:lnTo>
                  <a:close/>
                  <a:moveTo>
                    <a:pt x="322995" y="488289"/>
                  </a:moveTo>
                  <a:lnTo>
                    <a:pt x="325756" y="488289"/>
                  </a:lnTo>
                  <a:lnTo>
                    <a:pt x="325756" y="486563"/>
                  </a:lnTo>
                  <a:lnTo>
                    <a:pt x="322995" y="486563"/>
                  </a:lnTo>
                  <a:lnTo>
                    <a:pt x="322995" y="488289"/>
                  </a:lnTo>
                  <a:close/>
                  <a:moveTo>
                    <a:pt x="304420" y="482137"/>
                  </a:moveTo>
                  <a:lnTo>
                    <a:pt x="306372" y="484089"/>
                  </a:lnTo>
                  <a:lnTo>
                    <a:pt x="308098" y="482363"/>
                  </a:lnTo>
                  <a:lnTo>
                    <a:pt x="306146" y="480411"/>
                  </a:lnTo>
                  <a:lnTo>
                    <a:pt x="304420" y="482137"/>
                  </a:lnTo>
                  <a:close/>
                  <a:moveTo>
                    <a:pt x="317474" y="481042"/>
                  </a:moveTo>
                  <a:lnTo>
                    <a:pt x="317474" y="478282"/>
                  </a:lnTo>
                  <a:lnTo>
                    <a:pt x="315749" y="478282"/>
                  </a:lnTo>
                  <a:lnTo>
                    <a:pt x="315749" y="481042"/>
                  </a:lnTo>
                  <a:lnTo>
                    <a:pt x="317474" y="481042"/>
                  </a:lnTo>
                  <a:close/>
                  <a:moveTo>
                    <a:pt x="671182" y="453436"/>
                  </a:moveTo>
                  <a:lnTo>
                    <a:pt x="671182" y="450675"/>
                  </a:lnTo>
                  <a:lnTo>
                    <a:pt x="667731" y="450675"/>
                  </a:lnTo>
                  <a:lnTo>
                    <a:pt x="667731" y="453436"/>
                  </a:lnTo>
                  <a:lnTo>
                    <a:pt x="671182" y="453436"/>
                  </a:lnTo>
                  <a:close/>
                  <a:moveTo>
                    <a:pt x="675382" y="449354"/>
                  </a:moveTo>
                  <a:lnTo>
                    <a:pt x="677334" y="451306"/>
                  </a:lnTo>
                  <a:lnTo>
                    <a:pt x="679059" y="449581"/>
                  </a:lnTo>
                  <a:lnTo>
                    <a:pt x="677107" y="447629"/>
                  </a:lnTo>
                  <a:lnTo>
                    <a:pt x="675382" y="449354"/>
                  </a:lnTo>
                  <a:close/>
                  <a:moveTo>
                    <a:pt x="657723" y="441703"/>
                  </a:moveTo>
                  <a:lnTo>
                    <a:pt x="660484" y="441703"/>
                  </a:lnTo>
                  <a:lnTo>
                    <a:pt x="660484" y="439978"/>
                  </a:lnTo>
                  <a:lnTo>
                    <a:pt x="657723" y="439978"/>
                  </a:lnTo>
                  <a:lnTo>
                    <a:pt x="657723" y="441703"/>
                  </a:lnTo>
                  <a:close/>
                  <a:moveTo>
                    <a:pt x="1245741" y="115257"/>
                  </a:moveTo>
                  <a:lnTo>
                    <a:pt x="1245741" y="112496"/>
                  </a:lnTo>
                  <a:lnTo>
                    <a:pt x="1244015" y="112496"/>
                  </a:lnTo>
                  <a:lnTo>
                    <a:pt x="1244015" y="115257"/>
                  </a:lnTo>
                  <a:lnTo>
                    <a:pt x="1245741" y="11525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90" name="Vector layer D2006C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446307" y="1760256"/>
                  </a:moveTo>
                  <a:lnTo>
                    <a:pt x="442048" y="1764515"/>
                  </a:lnTo>
                  <a:lnTo>
                    <a:pt x="442048" y="1766240"/>
                  </a:lnTo>
                  <a:lnTo>
                    <a:pt x="440323" y="1767966"/>
                  </a:lnTo>
                  <a:lnTo>
                    <a:pt x="440323" y="1770835"/>
                  </a:lnTo>
                  <a:lnTo>
                    <a:pt x="442048" y="1772560"/>
                  </a:lnTo>
                  <a:lnTo>
                    <a:pt x="442048" y="1774285"/>
                  </a:lnTo>
                  <a:lnTo>
                    <a:pt x="446307" y="1778545"/>
                  </a:lnTo>
                  <a:lnTo>
                    <a:pt x="452627" y="1778545"/>
                  </a:lnTo>
                  <a:lnTo>
                    <a:pt x="454353" y="1776819"/>
                  </a:lnTo>
                  <a:lnTo>
                    <a:pt x="456078" y="1776819"/>
                  </a:lnTo>
                  <a:lnTo>
                    <a:pt x="458612" y="1774285"/>
                  </a:lnTo>
                  <a:lnTo>
                    <a:pt x="458612" y="1764515"/>
                  </a:lnTo>
                  <a:lnTo>
                    <a:pt x="454353" y="1760256"/>
                  </a:lnTo>
                  <a:lnTo>
                    <a:pt x="446307" y="1760256"/>
                  </a:lnTo>
                  <a:close/>
                  <a:moveTo>
                    <a:pt x="1761981" y="1163266"/>
                  </a:moveTo>
                  <a:lnTo>
                    <a:pt x="1761981" y="1203986"/>
                  </a:lnTo>
                  <a:lnTo>
                    <a:pt x="1813053" y="1203986"/>
                  </a:lnTo>
                  <a:lnTo>
                    <a:pt x="1813053" y="1185697"/>
                  </a:lnTo>
                  <a:lnTo>
                    <a:pt x="1803617" y="1185697"/>
                  </a:lnTo>
                  <a:lnTo>
                    <a:pt x="1803272" y="1185351"/>
                  </a:lnTo>
                  <a:lnTo>
                    <a:pt x="1803617" y="1185006"/>
                  </a:lnTo>
                  <a:lnTo>
                    <a:pt x="1813053" y="1185006"/>
                  </a:lnTo>
                  <a:lnTo>
                    <a:pt x="1813053" y="1163266"/>
                  </a:lnTo>
                  <a:lnTo>
                    <a:pt x="1761981" y="1163266"/>
                  </a:lnTo>
                  <a:close/>
                  <a:moveTo>
                    <a:pt x="1765313" y="1185351"/>
                  </a:moveTo>
                  <a:lnTo>
                    <a:pt x="1765658" y="1185006"/>
                  </a:lnTo>
                  <a:lnTo>
                    <a:pt x="1773142" y="1185006"/>
                  </a:lnTo>
                  <a:lnTo>
                    <a:pt x="1773487" y="1185351"/>
                  </a:lnTo>
                  <a:lnTo>
                    <a:pt x="1773142" y="1185697"/>
                  </a:lnTo>
                  <a:lnTo>
                    <a:pt x="1765658" y="1185697"/>
                  </a:lnTo>
                  <a:lnTo>
                    <a:pt x="1765313" y="1185351"/>
                  </a:lnTo>
                  <a:close/>
                  <a:moveTo>
                    <a:pt x="489443" y="626666"/>
                  </a:moveTo>
                  <a:lnTo>
                    <a:pt x="485183" y="630926"/>
                  </a:lnTo>
                  <a:lnTo>
                    <a:pt x="485183" y="638971"/>
                  </a:lnTo>
                  <a:lnTo>
                    <a:pt x="489443" y="643230"/>
                  </a:lnTo>
                  <a:lnTo>
                    <a:pt x="491168" y="643230"/>
                  </a:lnTo>
                  <a:lnTo>
                    <a:pt x="493465" y="645527"/>
                  </a:lnTo>
                  <a:lnTo>
                    <a:pt x="495762" y="643230"/>
                  </a:lnTo>
                  <a:lnTo>
                    <a:pt x="499213" y="643230"/>
                  </a:lnTo>
                  <a:lnTo>
                    <a:pt x="501747" y="640696"/>
                  </a:lnTo>
                  <a:lnTo>
                    <a:pt x="501747" y="637245"/>
                  </a:lnTo>
                  <a:lnTo>
                    <a:pt x="504044" y="634948"/>
                  </a:lnTo>
                  <a:lnTo>
                    <a:pt x="501747" y="632651"/>
                  </a:lnTo>
                  <a:lnTo>
                    <a:pt x="501747" y="630926"/>
                  </a:lnTo>
                  <a:lnTo>
                    <a:pt x="497488" y="626666"/>
                  </a:lnTo>
                  <a:lnTo>
                    <a:pt x="489443" y="626666"/>
                  </a:lnTo>
                  <a:close/>
                  <a:moveTo>
                    <a:pt x="310001" y="481732"/>
                  </a:moveTo>
                  <a:lnTo>
                    <a:pt x="308275" y="483458"/>
                  </a:lnTo>
                  <a:lnTo>
                    <a:pt x="305741" y="483458"/>
                  </a:lnTo>
                  <a:lnTo>
                    <a:pt x="305741" y="487717"/>
                  </a:lnTo>
                  <a:lnTo>
                    <a:pt x="304016" y="489443"/>
                  </a:lnTo>
                  <a:lnTo>
                    <a:pt x="304016" y="492311"/>
                  </a:lnTo>
                  <a:lnTo>
                    <a:pt x="305741" y="494037"/>
                  </a:lnTo>
                  <a:lnTo>
                    <a:pt x="305741" y="495762"/>
                  </a:lnTo>
                  <a:lnTo>
                    <a:pt x="308275" y="498296"/>
                  </a:lnTo>
                  <a:lnTo>
                    <a:pt x="311726" y="498296"/>
                  </a:lnTo>
                  <a:lnTo>
                    <a:pt x="314023" y="500593"/>
                  </a:lnTo>
                  <a:lnTo>
                    <a:pt x="316320" y="498296"/>
                  </a:lnTo>
                  <a:lnTo>
                    <a:pt x="318046" y="498296"/>
                  </a:lnTo>
                  <a:lnTo>
                    <a:pt x="322305" y="494037"/>
                  </a:lnTo>
                  <a:lnTo>
                    <a:pt x="322305" y="485992"/>
                  </a:lnTo>
                  <a:lnTo>
                    <a:pt x="318046" y="481732"/>
                  </a:lnTo>
                  <a:lnTo>
                    <a:pt x="310001" y="481732"/>
                  </a:lnTo>
                  <a:close/>
                </a:path>
              </a:pathLst>
            </a:custGeom>
            <a:solidFill>
              <a:srgbClr val="D2006C"/>
            </a:solidFill>
            <a:ln>
              <a:noFill/>
            </a:ln>
          </p:spPr>
        </p:sp>
        <p:sp>
          <p:nvSpPr>
            <p:cNvPr id="2091" name="Vector layer 7A00C1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213378" y="1589441"/>
                  </a:moveTo>
                  <a:lnTo>
                    <a:pt x="211653" y="1591166"/>
                  </a:lnTo>
                  <a:lnTo>
                    <a:pt x="209927" y="1591166"/>
                  </a:lnTo>
                  <a:lnTo>
                    <a:pt x="207393" y="1593700"/>
                  </a:lnTo>
                  <a:lnTo>
                    <a:pt x="207393" y="1595425"/>
                  </a:lnTo>
                  <a:lnTo>
                    <a:pt x="205668" y="1597151"/>
                  </a:lnTo>
                  <a:lnTo>
                    <a:pt x="205668" y="1600020"/>
                  </a:lnTo>
                  <a:lnTo>
                    <a:pt x="207393" y="1601745"/>
                  </a:lnTo>
                  <a:lnTo>
                    <a:pt x="207393" y="1603471"/>
                  </a:lnTo>
                  <a:lnTo>
                    <a:pt x="211653" y="1607730"/>
                  </a:lnTo>
                  <a:lnTo>
                    <a:pt x="217972" y="1607730"/>
                  </a:lnTo>
                  <a:lnTo>
                    <a:pt x="219698" y="1606005"/>
                  </a:lnTo>
                  <a:lnTo>
                    <a:pt x="222232" y="1606005"/>
                  </a:lnTo>
                  <a:lnTo>
                    <a:pt x="222232" y="1603471"/>
                  </a:lnTo>
                  <a:lnTo>
                    <a:pt x="223957" y="1601745"/>
                  </a:lnTo>
                  <a:lnTo>
                    <a:pt x="223957" y="1595425"/>
                  </a:lnTo>
                  <a:lnTo>
                    <a:pt x="219698" y="1591166"/>
                  </a:lnTo>
                  <a:lnTo>
                    <a:pt x="217972" y="1591166"/>
                  </a:lnTo>
                  <a:lnTo>
                    <a:pt x="216247" y="1589441"/>
                  </a:lnTo>
                  <a:lnTo>
                    <a:pt x="213378" y="1589441"/>
                  </a:lnTo>
                  <a:close/>
                  <a:moveTo>
                    <a:pt x="1761981" y="1044214"/>
                  </a:moveTo>
                  <a:lnTo>
                    <a:pt x="1761981" y="1109089"/>
                  </a:lnTo>
                  <a:lnTo>
                    <a:pt x="1813053" y="1109089"/>
                  </a:lnTo>
                  <a:lnTo>
                    <a:pt x="1813053" y="1083898"/>
                  </a:lnTo>
                  <a:lnTo>
                    <a:pt x="1803617" y="1083898"/>
                  </a:lnTo>
                  <a:lnTo>
                    <a:pt x="1803272" y="1083553"/>
                  </a:lnTo>
                  <a:lnTo>
                    <a:pt x="1803617" y="1083208"/>
                  </a:lnTo>
                  <a:lnTo>
                    <a:pt x="1813053" y="1083208"/>
                  </a:lnTo>
                  <a:lnTo>
                    <a:pt x="1813053" y="1044214"/>
                  </a:lnTo>
                  <a:lnTo>
                    <a:pt x="1761981" y="1044214"/>
                  </a:lnTo>
                  <a:close/>
                  <a:moveTo>
                    <a:pt x="1765313" y="1083553"/>
                  </a:moveTo>
                  <a:lnTo>
                    <a:pt x="1765658" y="1083208"/>
                  </a:lnTo>
                  <a:lnTo>
                    <a:pt x="1771417" y="1083208"/>
                  </a:lnTo>
                  <a:lnTo>
                    <a:pt x="1771762" y="1083553"/>
                  </a:lnTo>
                  <a:lnTo>
                    <a:pt x="1771417" y="1083898"/>
                  </a:lnTo>
                  <a:lnTo>
                    <a:pt x="1765658" y="1083898"/>
                  </a:lnTo>
                  <a:lnTo>
                    <a:pt x="1765313" y="1083553"/>
                  </a:lnTo>
                  <a:close/>
                  <a:moveTo>
                    <a:pt x="1434963" y="580080"/>
                  </a:moveTo>
                  <a:lnTo>
                    <a:pt x="1430704" y="584340"/>
                  </a:lnTo>
                  <a:lnTo>
                    <a:pt x="1430704" y="594110"/>
                  </a:lnTo>
                  <a:lnTo>
                    <a:pt x="1433238" y="596644"/>
                  </a:lnTo>
                  <a:lnTo>
                    <a:pt x="1434963" y="596644"/>
                  </a:lnTo>
                  <a:lnTo>
                    <a:pt x="1436688" y="598370"/>
                  </a:lnTo>
                  <a:lnTo>
                    <a:pt x="1441283" y="598370"/>
                  </a:lnTo>
                  <a:lnTo>
                    <a:pt x="1443008" y="596644"/>
                  </a:lnTo>
                  <a:lnTo>
                    <a:pt x="1444734" y="596644"/>
                  </a:lnTo>
                  <a:lnTo>
                    <a:pt x="1447268" y="594110"/>
                  </a:lnTo>
                  <a:lnTo>
                    <a:pt x="1447268" y="584340"/>
                  </a:lnTo>
                  <a:lnTo>
                    <a:pt x="1443008" y="580080"/>
                  </a:lnTo>
                  <a:lnTo>
                    <a:pt x="1434963" y="580080"/>
                  </a:lnTo>
                  <a:close/>
                  <a:moveTo>
                    <a:pt x="668884" y="431696"/>
                  </a:moveTo>
                  <a:lnTo>
                    <a:pt x="667159" y="433421"/>
                  </a:lnTo>
                  <a:lnTo>
                    <a:pt x="665434" y="433421"/>
                  </a:lnTo>
                  <a:lnTo>
                    <a:pt x="661174" y="437680"/>
                  </a:lnTo>
                  <a:lnTo>
                    <a:pt x="661174" y="444000"/>
                  </a:lnTo>
                  <a:lnTo>
                    <a:pt x="667159" y="449985"/>
                  </a:lnTo>
                  <a:lnTo>
                    <a:pt x="673479" y="449985"/>
                  </a:lnTo>
                  <a:lnTo>
                    <a:pt x="679463" y="444000"/>
                  </a:lnTo>
                  <a:lnTo>
                    <a:pt x="679463" y="439406"/>
                  </a:lnTo>
                  <a:lnTo>
                    <a:pt x="677738" y="437680"/>
                  </a:lnTo>
                  <a:lnTo>
                    <a:pt x="677738" y="435955"/>
                  </a:lnTo>
                  <a:lnTo>
                    <a:pt x="675204" y="433421"/>
                  </a:lnTo>
                  <a:lnTo>
                    <a:pt x="673479" y="433421"/>
                  </a:lnTo>
                  <a:lnTo>
                    <a:pt x="671753" y="431696"/>
                  </a:lnTo>
                  <a:lnTo>
                    <a:pt x="668884" y="431696"/>
                  </a:lnTo>
                  <a:close/>
                </a:path>
              </a:pathLst>
            </a:custGeom>
            <a:solidFill>
              <a:srgbClr val="7A00C1"/>
            </a:solidFill>
            <a:ln>
              <a:noFill/>
            </a:ln>
          </p:spPr>
        </p:sp>
        <p:sp>
          <p:nvSpPr>
            <p:cNvPr id="2092" name="Vector layer DF015A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761981" y="1202951"/>
                  </a:moveTo>
                  <a:lnTo>
                    <a:pt x="1761981" y="1224691"/>
                  </a:lnTo>
                  <a:lnTo>
                    <a:pt x="1813053" y="1224691"/>
                  </a:lnTo>
                  <a:lnTo>
                    <a:pt x="1813053" y="1202951"/>
                  </a:lnTo>
                  <a:lnTo>
                    <a:pt x="1761981" y="1202951"/>
                  </a:lnTo>
                  <a:close/>
                  <a:moveTo>
                    <a:pt x="1627400" y="1026614"/>
                  </a:moveTo>
                  <a:lnTo>
                    <a:pt x="1630160" y="1026614"/>
                  </a:lnTo>
                  <a:lnTo>
                    <a:pt x="1630160" y="1024889"/>
                  </a:lnTo>
                  <a:lnTo>
                    <a:pt x="1627400" y="1024889"/>
                  </a:lnTo>
                  <a:lnTo>
                    <a:pt x="1627400" y="1026614"/>
                  </a:lnTo>
                  <a:close/>
                </a:path>
              </a:pathLst>
            </a:custGeom>
            <a:solidFill>
              <a:srgbClr val="DF015A"/>
            </a:solidFill>
            <a:ln>
              <a:noFill/>
            </a:ln>
          </p:spPr>
        </p:sp>
        <p:sp>
          <p:nvSpPr>
            <p:cNvPr id="2093" name="Vector layer E6034B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956622" y="1379573"/>
                  </a:moveTo>
                  <a:lnTo>
                    <a:pt x="958574" y="1377620"/>
                  </a:lnTo>
                  <a:lnTo>
                    <a:pt x="956849" y="1375895"/>
                  </a:lnTo>
                  <a:lnTo>
                    <a:pt x="954897" y="1377847"/>
                  </a:lnTo>
                  <a:lnTo>
                    <a:pt x="956622" y="1379573"/>
                  </a:lnTo>
                  <a:close/>
                  <a:moveTo>
                    <a:pt x="1761981" y="1223655"/>
                  </a:moveTo>
                  <a:lnTo>
                    <a:pt x="1761981" y="1236768"/>
                  </a:lnTo>
                  <a:lnTo>
                    <a:pt x="1813053" y="1236768"/>
                  </a:lnTo>
                  <a:lnTo>
                    <a:pt x="1813053" y="1223655"/>
                  </a:lnTo>
                  <a:lnTo>
                    <a:pt x="1761981" y="1223655"/>
                  </a:lnTo>
                  <a:close/>
                  <a:moveTo>
                    <a:pt x="82819" y="1045249"/>
                  </a:moveTo>
                  <a:lnTo>
                    <a:pt x="82819" y="1042488"/>
                  </a:lnTo>
                  <a:lnTo>
                    <a:pt x="81094" y="1042488"/>
                  </a:lnTo>
                  <a:lnTo>
                    <a:pt x="81094" y="1045249"/>
                  </a:lnTo>
                  <a:lnTo>
                    <a:pt x="82819" y="1045249"/>
                  </a:lnTo>
                  <a:close/>
                  <a:moveTo>
                    <a:pt x="1653281" y="1019713"/>
                  </a:moveTo>
                  <a:lnTo>
                    <a:pt x="1656041" y="1019713"/>
                  </a:lnTo>
                  <a:lnTo>
                    <a:pt x="1656041" y="1016262"/>
                  </a:lnTo>
                  <a:lnTo>
                    <a:pt x="1653281" y="1016262"/>
                  </a:lnTo>
                  <a:lnTo>
                    <a:pt x="1653281" y="1019713"/>
                  </a:lnTo>
                  <a:close/>
                  <a:moveTo>
                    <a:pt x="1623377" y="1017987"/>
                  </a:moveTo>
                  <a:lnTo>
                    <a:pt x="1626078" y="1020689"/>
                  </a:lnTo>
                  <a:lnTo>
                    <a:pt x="1628031" y="1018737"/>
                  </a:lnTo>
                  <a:lnTo>
                    <a:pt x="1627281" y="1017987"/>
                  </a:lnTo>
                  <a:lnTo>
                    <a:pt x="1628031" y="1017238"/>
                  </a:lnTo>
                  <a:lnTo>
                    <a:pt x="1626078" y="1015286"/>
                  </a:lnTo>
                  <a:lnTo>
                    <a:pt x="1623377" y="1017987"/>
                  </a:lnTo>
                  <a:close/>
                  <a:moveTo>
                    <a:pt x="1625674" y="1011086"/>
                  </a:moveTo>
                  <a:lnTo>
                    <a:pt x="1628435" y="1011086"/>
                  </a:lnTo>
                  <a:lnTo>
                    <a:pt x="1628435" y="1009360"/>
                  </a:lnTo>
                  <a:lnTo>
                    <a:pt x="1625674" y="1009360"/>
                  </a:lnTo>
                  <a:lnTo>
                    <a:pt x="1625674" y="1011086"/>
                  </a:lnTo>
                  <a:close/>
                  <a:moveTo>
                    <a:pt x="1650234" y="1008611"/>
                  </a:moveTo>
                  <a:lnTo>
                    <a:pt x="1652186" y="1006659"/>
                  </a:lnTo>
                  <a:lnTo>
                    <a:pt x="1650461" y="1004934"/>
                  </a:lnTo>
                  <a:lnTo>
                    <a:pt x="1648509" y="1006886"/>
                  </a:lnTo>
                  <a:lnTo>
                    <a:pt x="1650234" y="1008611"/>
                  </a:lnTo>
                  <a:close/>
                  <a:moveTo>
                    <a:pt x="1640858" y="1003839"/>
                  </a:moveTo>
                  <a:lnTo>
                    <a:pt x="1640858" y="1001078"/>
                  </a:lnTo>
                  <a:lnTo>
                    <a:pt x="1637407" y="1001078"/>
                  </a:lnTo>
                  <a:lnTo>
                    <a:pt x="1637407" y="1003839"/>
                  </a:lnTo>
                  <a:lnTo>
                    <a:pt x="1640858" y="1003839"/>
                  </a:lnTo>
                  <a:close/>
                  <a:moveTo>
                    <a:pt x="891461" y="924471"/>
                  </a:moveTo>
                  <a:lnTo>
                    <a:pt x="893758" y="924471"/>
                  </a:lnTo>
                  <a:lnTo>
                    <a:pt x="893758" y="921710"/>
                  </a:lnTo>
                  <a:lnTo>
                    <a:pt x="892605" y="921710"/>
                  </a:lnTo>
                  <a:lnTo>
                    <a:pt x="891284" y="920389"/>
                  </a:lnTo>
                  <a:lnTo>
                    <a:pt x="889332" y="922341"/>
                  </a:lnTo>
                  <a:lnTo>
                    <a:pt x="891461" y="924471"/>
                  </a:lnTo>
                  <a:close/>
                  <a:moveTo>
                    <a:pt x="488634" y="307122"/>
                  </a:moveTo>
                  <a:lnTo>
                    <a:pt x="491395" y="307122"/>
                  </a:lnTo>
                  <a:lnTo>
                    <a:pt x="491395" y="305396"/>
                  </a:lnTo>
                  <a:lnTo>
                    <a:pt x="488634" y="305396"/>
                  </a:lnTo>
                  <a:lnTo>
                    <a:pt x="488634" y="307122"/>
                  </a:lnTo>
                  <a:close/>
                  <a:moveTo>
                    <a:pt x="1249191" y="113531"/>
                  </a:moveTo>
                  <a:lnTo>
                    <a:pt x="1249191" y="110771"/>
                  </a:lnTo>
                  <a:lnTo>
                    <a:pt x="1247466" y="110771"/>
                  </a:lnTo>
                  <a:lnTo>
                    <a:pt x="1247466" y="113531"/>
                  </a:lnTo>
                  <a:lnTo>
                    <a:pt x="1249191" y="113531"/>
                  </a:lnTo>
                  <a:close/>
                  <a:moveTo>
                    <a:pt x="1261614" y="98348"/>
                  </a:moveTo>
                  <a:lnTo>
                    <a:pt x="1264375" y="98348"/>
                  </a:lnTo>
                  <a:lnTo>
                    <a:pt x="1264375" y="94897"/>
                  </a:lnTo>
                  <a:lnTo>
                    <a:pt x="1261614" y="94897"/>
                  </a:lnTo>
                  <a:lnTo>
                    <a:pt x="1261614" y="98348"/>
                  </a:lnTo>
                  <a:close/>
                  <a:moveTo>
                    <a:pt x="1232282" y="93172"/>
                  </a:moveTo>
                  <a:lnTo>
                    <a:pt x="1235043" y="93172"/>
                  </a:lnTo>
                  <a:lnTo>
                    <a:pt x="1235043" y="91446"/>
                  </a:lnTo>
                  <a:lnTo>
                    <a:pt x="1232282" y="91446"/>
                  </a:lnTo>
                  <a:lnTo>
                    <a:pt x="1232282" y="93172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94" name="Vector layer ED0043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774867" y="1235733"/>
                  </a:moveTo>
                  <a:lnTo>
                    <a:pt x="1773142" y="1237459"/>
                  </a:lnTo>
                  <a:lnTo>
                    <a:pt x="1761981" y="1237459"/>
                  </a:lnTo>
                  <a:lnTo>
                    <a:pt x="1761981" y="1254022"/>
                  </a:lnTo>
                  <a:lnTo>
                    <a:pt x="1813053" y="1254022"/>
                  </a:lnTo>
                  <a:lnTo>
                    <a:pt x="1813053" y="1237459"/>
                  </a:lnTo>
                  <a:lnTo>
                    <a:pt x="1803617" y="1237459"/>
                  </a:lnTo>
                  <a:lnTo>
                    <a:pt x="1801892" y="1235733"/>
                  </a:lnTo>
                  <a:lnTo>
                    <a:pt x="1774867" y="1235733"/>
                  </a:lnTo>
                  <a:close/>
                  <a:moveTo>
                    <a:pt x="1241718" y="84890"/>
                  </a:moveTo>
                  <a:lnTo>
                    <a:pt x="1239993" y="86615"/>
                  </a:lnTo>
                  <a:lnTo>
                    <a:pt x="1238267" y="86615"/>
                  </a:lnTo>
                  <a:lnTo>
                    <a:pt x="1236542" y="88341"/>
                  </a:lnTo>
                  <a:lnTo>
                    <a:pt x="1234008" y="88341"/>
                  </a:lnTo>
                  <a:lnTo>
                    <a:pt x="1234008" y="92600"/>
                  </a:lnTo>
                  <a:lnTo>
                    <a:pt x="1232282" y="94325"/>
                  </a:lnTo>
                  <a:lnTo>
                    <a:pt x="1232282" y="100645"/>
                  </a:lnTo>
                  <a:lnTo>
                    <a:pt x="1234008" y="102370"/>
                  </a:lnTo>
                  <a:lnTo>
                    <a:pt x="1234008" y="104096"/>
                  </a:lnTo>
                  <a:lnTo>
                    <a:pt x="1235733" y="105821"/>
                  </a:lnTo>
                  <a:lnTo>
                    <a:pt x="1235733" y="108355"/>
                  </a:lnTo>
                  <a:lnTo>
                    <a:pt x="1238267" y="108355"/>
                  </a:lnTo>
                  <a:lnTo>
                    <a:pt x="1241718" y="111806"/>
                  </a:lnTo>
                  <a:lnTo>
                    <a:pt x="1253214" y="111806"/>
                  </a:lnTo>
                  <a:lnTo>
                    <a:pt x="1254939" y="110081"/>
                  </a:lnTo>
                  <a:lnTo>
                    <a:pt x="1256665" y="110081"/>
                  </a:lnTo>
                  <a:lnTo>
                    <a:pt x="1260924" y="105821"/>
                  </a:lnTo>
                  <a:lnTo>
                    <a:pt x="1260924" y="104096"/>
                  </a:lnTo>
                  <a:lnTo>
                    <a:pt x="1262649" y="102370"/>
                  </a:lnTo>
                  <a:lnTo>
                    <a:pt x="1262649" y="90875"/>
                  </a:lnTo>
                  <a:lnTo>
                    <a:pt x="1260924" y="89149"/>
                  </a:lnTo>
                  <a:lnTo>
                    <a:pt x="1260924" y="87424"/>
                  </a:lnTo>
                  <a:lnTo>
                    <a:pt x="1258390" y="84890"/>
                  </a:lnTo>
                  <a:lnTo>
                    <a:pt x="1252070" y="84890"/>
                  </a:lnTo>
                  <a:lnTo>
                    <a:pt x="1250345" y="86615"/>
                  </a:lnTo>
                  <a:lnTo>
                    <a:pt x="1248038" y="86615"/>
                  </a:lnTo>
                  <a:lnTo>
                    <a:pt x="1246312" y="84890"/>
                  </a:lnTo>
                  <a:lnTo>
                    <a:pt x="1241718" y="84890"/>
                  </a:lnTo>
                  <a:close/>
                </a:path>
              </a:pathLst>
            </a:custGeom>
            <a:solidFill>
              <a:srgbClr val="ED0043"/>
            </a:solidFill>
            <a:ln>
              <a:noFill/>
            </a:ln>
          </p:spPr>
        </p:sp>
        <p:sp>
          <p:nvSpPr>
            <p:cNvPr id="2095" name="Vector layer F70027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930337" y="1394125"/>
                  </a:moveTo>
                  <a:lnTo>
                    <a:pt x="933098" y="1394125"/>
                  </a:lnTo>
                  <a:lnTo>
                    <a:pt x="933098" y="1392400"/>
                  </a:lnTo>
                  <a:lnTo>
                    <a:pt x="930337" y="1392400"/>
                  </a:lnTo>
                  <a:lnTo>
                    <a:pt x="930337" y="1394125"/>
                  </a:lnTo>
                  <a:close/>
                  <a:moveTo>
                    <a:pt x="959669" y="1390674"/>
                  </a:moveTo>
                  <a:lnTo>
                    <a:pt x="962429" y="1390674"/>
                  </a:lnTo>
                  <a:lnTo>
                    <a:pt x="962429" y="1387224"/>
                  </a:lnTo>
                  <a:lnTo>
                    <a:pt x="959669" y="1387224"/>
                  </a:lnTo>
                  <a:lnTo>
                    <a:pt x="959669" y="1390674"/>
                  </a:lnTo>
                  <a:close/>
                  <a:moveTo>
                    <a:pt x="1215837" y="1259889"/>
                  </a:moveTo>
                  <a:lnTo>
                    <a:pt x="1212386" y="1263340"/>
                  </a:lnTo>
                  <a:lnTo>
                    <a:pt x="1209852" y="1263340"/>
                  </a:lnTo>
                  <a:lnTo>
                    <a:pt x="1209852" y="1265874"/>
                  </a:lnTo>
                  <a:lnTo>
                    <a:pt x="1208127" y="1267599"/>
                  </a:lnTo>
                  <a:lnTo>
                    <a:pt x="1208127" y="1269324"/>
                  </a:lnTo>
                  <a:lnTo>
                    <a:pt x="1206401" y="1271050"/>
                  </a:lnTo>
                  <a:lnTo>
                    <a:pt x="1206401" y="1279095"/>
                  </a:lnTo>
                  <a:lnTo>
                    <a:pt x="1208127" y="1280820"/>
                  </a:lnTo>
                  <a:lnTo>
                    <a:pt x="1208127" y="1282546"/>
                  </a:lnTo>
                  <a:lnTo>
                    <a:pt x="1209852" y="1284271"/>
                  </a:lnTo>
                  <a:lnTo>
                    <a:pt x="1209852" y="1286805"/>
                  </a:lnTo>
                  <a:lnTo>
                    <a:pt x="1212386" y="1286805"/>
                  </a:lnTo>
                  <a:lnTo>
                    <a:pt x="1215837" y="1290256"/>
                  </a:lnTo>
                  <a:lnTo>
                    <a:pt x="1219514" y="1290256"/>
                  </a:lnTo>
                  <a:lnTo>
                    <a:pt x="1219514" y="1287722"/>
                  </a:lnTo>
                  <a:lnTo>
                    <a:pt x="1222157" y="1285080"/>
                  </a:lnTo>
                  <a:lnTo>
                    <a:pt x="1226189" y="1285080"/>
                  </a:lnTo>
                  <a:lnTo>
                    <a:pt x="1230212" y="1289102"/>
                  </a:lnTo>
                  <a:lnTo>
                    <a:pt x="1236768" y="1282546"/>
                  </a:lnTo>
                  <a:lnTo>
                    <a:pt x="1236768" y="1279095"/>
                  </a:lnTo>
                  <a:lnTo>
                    <a:pt x="1238494" y="1277370"/>
                  </a:lnTo>
                  <a:lnTo>
                    <a:pt x="1238494" y="1272775"/>
                  </a:lnTo>
                  <a:lnTo>
                    <a:pt x="1236768" y="1271050"/>
                  </a:lnTo>
                  <a:lnTo>
                    <a:pt x="1236768" y="1267599"/>
                  </a:lnTo>
                  <a:lnTo>
                    <a:pt x="1229058" y="1259889"/>
                  </a:lnTo>
                  <a:lnTo>
                    <a:pt x="1215837" y="1259889"/>
                  </a:lnTo>
                  <a:close/>
                  <a:moveTo>
                    <a:pt x="1761981" y="1252987"/>
                  </a:moveTo>
                  <a:lnTo>
                    <a:pt x="1761981" y="1276453"/>
                  </a:lnTo>
                  <a:lnTo>
                    <a:pt x="1813053" y="1276453"/>
                  </a:lnTo>
                  <a:lnTo>
                    <a:pt x="1813053" y="1252987"/>
                  </a:lnTo>
                  <a:lnTo>
                    <a:pt x="1761981" y="1252987"/>
                  </a:lnTo>
                  <a:close/>
                  <a:moveTo>
                    <a:pt x="93921" y="1063824"/>
                  </a:moveTo>
                  <a:lnTo>
                    <a:pt x="95873" y="1061872"/>
                  </a:lnTo>
                  <a:lnTo>
                    <a:pt x="94148" y="1060146"/>
                  </a:lnTo>
                  <a:lnTo>
                    <a:pt x="92196" y="1062099"/>
                  </a:lnTo>
                  <a:lnTo>
                    <a:pt x="93921" y="1063824"/>
                  </a:lnTo>
                  <a:close/>
                  <a:moveTo>
                    <a:pt x="1633384" y="1002804"/>
                  </a:moveTo>
                  <a:lnTo>
                    <a:pt x="1631659" y="1004529"/>
                  </a:lnTo>
                  <a:lnTo>
                    <a:pt x="1629934" y="1004529"/>
                  </a:lnTo>
                  <a:lnTo>
                    <a:pt x="1627400" y="1007063"/>
                  </a:lnTo>
                  <a:lnTo>
                    <a:pt x="1627400" y="1015690"/>
                  </a:lnTo>
                  <a:lnTo>
                    <a:pt x="1625102" y="1017987"/>
                  </a:lnTo>
                  <a:lnTo>
                    <a:pt x="1627400" y="1020285"/>
                  </a:lnTo>
                  <a:lnTo>
                    <a:pt x="1627400" y="1022010"/>
                  </a:lnTo>
                  <a:lnTo>
                    <a:pt x="1629125" y="1023735"/>
                  </a:lnTo>
                  <a:lnTo>
                    <a:pt x="1629125" y="1028912"/>
                  </a:lnTo>
                  <a:lnTo>
                    <a:pt x="1631659" y="1031446"/>
                  </a:lnTo>
                  <a:lnTo>
                    <a:pt x="1635110" y="1031446"/>
                  </a:lnTo>
                  <a:lnTo>
                    <a:pt x="1636835" y="1033171"/>
                  </a:lnTo>
                  <a:lnTo>
                    <a:pt x="1643155" y="1033171"/>
                  </a:lnTo>
                  <a:lnTo>
                    <a:pt x="1644880" y="1031446"/>
                  </a:lnTo>
                  <a:lnTo>
                    <a:pt x="1646606" y="1031446"/>
                  </a:lnTo>
                  <a:lnTo>
                    <a:pt x="1648331" y="1029720"/>
                  </a:lnTo>
                  <a:lnTo>
                    <a:pt x="1650056" y="1029720"/>
                  </a:lnTo>
                  <a:lnTo>
                    <a:pt x="1652590" y="1027186"/>
                  </a:lnTo>
                  <a:lnTo>
                    <a:pt x="1652590" y="1025461"/>
                  </a:lnTo>
                  <a:lnTo>
                    <a:pt x="1654316" y="1023735"/>
                  </a:lnTo>
                  <a:lnTo>
                    <a:pt x="1654316" y="1010514"/>
                  </a:lnTo>
                  <a:lnTo>
                    <a:pt x="1646606" y="1002804"/>
                  </a:lnTo>
                  <a:lnTo>
                    <a:pt x="1633384" y="1002804"/>
                  </a:lnTo>
                  <a:close/>
                  <a:moveTo>
                    <a:pt x="904860" y="930968"/>
                  </a:moveTo>
                  <a:lnTo>
                    <a:pt x="906812" y="929016"/>
                  </a:lnTo>
                  <a:lnTo>
                    <a:pt x="905087" y="927290"/>
                  </a:lnTo>
                  <a:lnTo>
                    <a:pt x="903135" y="929243"/>
                  </a:lnTo>
                  <a:lnTo>
                    <a:pt x="904860" y="930968"/>
                  </a:lnTo>
                  <a:close/>
                  <a:moveTo>
                    <a:pt x="483113" y="315404"/>
                  </a:moveTo>
                  <a:lnTo>
                    <a:pt x="483113" y="312643"/>
                  </a:lnTo>
                  <a:lnTo>
                    <a:pt x="479662" y="312643"/>
                  </a:lnTo>
                  <a:lnTo>
                    <a:pt x="479662" y="315404"/>
                  </a:lnTo>
                  <a:lnTo>
                    <a:pt x="483113" y="315404"/>
                  </a:lnTo>
                  <a:close/>
                  <a:moveTo>
                    <a:pt x="485587" y="311322"/>
                  </a:moveTo>
                  <a:lnTo>
                    <a:pt x="487540" y="313274"/>
                  </a:lnTo>
                  <a:lnTo>
                    <a:pt x="489265" y="311548"/>
                  </a:lnTo>
                  <a:lnTo>
                    <a:pt x="487313" y="309596"/>
                  </a:lnTo>
                  <a:lnTo>
                    <a:pt x="485587" y="311322"/>
                  </a:lnTo>
                  <a:close/>
                  <a:moveTo>
                    <a:pt x="475235" y="313274"/>
                  </a:moveTo>
                  <a:lnTo>
                    <a:pt x="477187" y="311322"/>
                  </a:lnTo>
                  <a:lnTo>
                    <a:pt x="475462" y="309596"/>
                  </a:lnTo>
                  <a:lnTo>
                    <a:pt x="473510" y="311548"/>
                  </a:lnTo>
                  <a:lnTo>
                    <a:pt x="475235" y="313274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96" name="Vector layer FC000E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66372" y="1536988"/>
                  </a:moveTo>
                  <a:lnTo>
                    <a:pt x="1166372" y="1534228"/>
                  </a:lnTo>
                  <a:lnTo>
                    <a:pt x="1162921" y="1534228"/>
                  </a:lnTo>
                  <a:lnTo>
                    <a:pt x="1162921" y="1536988"/>
                  </a:lnTo>
                  <a:lnTo>
                    <a:pt x="1166372" y="1536988"/>
                  </a:lnTo>
                  <a:close/>
                  <a:moveTo>
                    <a:pt x="1170572" y="1532907"/>
                  </a:moveTo>
                  <a:lnTo>
                    <a:pt x="1172524" y="1534859"/>
                  </a:lnTo>
                  <a:lnTo>
                    <a:pt x="1174250" y="1533133"/>
                  </a:lnTo>
                  <a:lnTo>
                    <a:pt x="1172298" y="1531181"/>
                  </a:lnTo>
                  <a:lnTo>
                    <a:pt x="1170572" y="1532907"/>
                  </a:lnTo>
                  <a:close/>
                  <a:moveTo>
                    <a:pt x="1175748" y="1527731"/>
                  </a:moveTo>
                  <a:lnTo>
                    <a:pt x="1177700" y="1529683"/>
                  </a:lnTo>
                  <a:lnTo>
                    <a:pt x="1179830" y="1527553"/>
                  </a:lnTo>
                  <a:lnTo>
                    <a:pt x="1179830" y="1525256"/>
                  </a:lnTo>
                  <a:lnTo>
                    <a:pt x="1177070" y="1525256"/>
                  </a:lnTo>
                  <a:lnTo>
                    <a:pt x="1177070" y="1526409"/>
                  </a:lnTo>
                  <a:lnTo>
                    <a:pt x="1175748" y="1527731"/>
                  </a:lnTo>
                  <a:close/>
                  <a:moveTo>
                    <a:pt x="1147738" y="1521805"/>
                  </a:moveTo>
                  <a:lnTo>
                    <a:pt x="1150498" y="1521805"/>
                  </a:lnTo>
                  <a:lnTo>
                    <a:pt x="1150498" y="1518354"/>
                  </a:lnTo>
                  <a:lnTo>
                    <a:pt x="1147738" y="1518354"/>
                  </a:lnTo>
                  <a:lnTo>
                    <a:pt x="1147738" y="1521805"/>
                  </a:lnTo>
                  <a:close/>
                  <a:moveTo>
                    <a:pt x="1149867" y="1512202"/>
                  </a:moveTo>
                  <a:lnTo>
                    <a:pt x="1151819" y="1514154"/>
                  </a:lnTo>
                  <a:lnTo>
                    <a:pt x="1153545" y="1512429"/>
                  </a:lnTo>
                  <a:lnTo>
                    <a:pt x="1151593" y="1510476"/>
                  </a:lnTo>
                  <a:lnTo>
                    <a:pt x="1149867" y="1512202"/>
                  </a:lnTo>
                  <a:close/>
                  <a:moveTo>
                    <a:pt x="1175748" y="1512429"/>
                  </a:moveTo>
                  <a:lnTo>
                    <a:pt x="1177700" y="1510476"/>
                  </a:lnTo>
                  <a:lnTo>
                    <a:pt x="1174250" y="1507026"/>
                  </a:lnTo>
                  <a:lnTo>
                    <a:pt x="1172298" y="1508978"/>
                  </a:lnTo>
                  <a:lnTo>
                    <a:pt x="1175748" y="1512429"/>
                  </a:lnTo>
                  <a:close/>
                  <a:moveTo>
                    <a:pt x="946674" y="1373765"/>
                  </a:moveTo>
                  <a:lnTo>
                    <a:pt x="943223" y="1377216"/>
                  </a:lnTo>
                  <a:lnTo>
                    <a:pt x="941498" y="1377216"/>
                  </a:lnTo>
                  <a:lnTo>
                    <a:pt x="939773" y="1378942"/>
                  </a:lnTo>
                  <a:lnTo>
                    <a:pt x="934596" y="1378942"/>
                  </a:lnTo>
                  <a:lnTo>
                    <a:pt x="932062" y="1381476"/>
                  </a:lnTo>
                  <a:lnTo>
                    <a:pt x="932062" y="1383201"/>
                  </a:lnTo>
                  <a:lnTo>
                    <a:pt x="930337" y="1384926"/>
                  </a:lnTo>
                  <a:lnTo>
                    <a:pt x="930337" y="1391246"/>
                  </a:lnTo>
                  <a:lnTo>
                    <a:pt x="932062" y="1392971"/>
                  </a:lnTo>
                  <a:lnTo>
                    <a:pt x="932062" y="1396422"/>
                  </a:lnTo>
                  <a:lnTo>
                    <a:pt x="938047" y="1402407"/>
                  </a:lnTo>
                  <a:lnTo>
                    <a:pt x="939773" y="1402407"/>
                  </a:lnTo>
                  <a:lnTo>
                    <a:pt x="941498" y="1404132"/>
                  </a:lnTo>
                  <a:lnTo>
                    <a:pt x="951268" y="1404132"/>
                  </a:lnTo>
                  <a:lnTo>
                    <a:pt x="952994" y="1402407"/>
                  </a:lnTo>
                  <a:lnTo>
                    <a:pt x="954719" y="1402407"/>
                  </a:lnTo>
                  <a:lnTo>
                    <a:pt x="958979" y="1398148"/>
                  </a:lnTo>
                  <a:lnTo>
                    <a:pt x="958979" y="1396422"/>
                  </a:lnTo>
                  <a:lnTo>
                    <a:pt x="960704" y="1394697"/>
                  </a:lnTo>
                  <a:lnTo>
                    <a:pt x="960704" y="1381476"/>
                  </a:lnTo>
                  <a:lnTo>
                    <a:pt x="954719" y="1375491"/>
                  </a:lnTo>
                  <a:lnTo>
                    <a:pt x="952994" y="1375491"/>
                  </a:lnTo>
                  <a:lnTo>
                    <a:pt x="951268" y="1373765"/>
                  </a:lnTo>
                  <a:lnTo>
                    <a:pt x="946674" y="1373765"/>
                  </a:lnTo>
                  <a:close/>
                  <a:moveTo>
                    <a:pt x="1761981" y="1275417"/>
                  </a:moveTo>
                  <a:lnTo>
                    <a:pt x="1761981" y="1285080"/>
                  </a:lnTo>
                  <a:lnTo>
                    <a:pt x="1813053" y="1285080"/>
                  </a:lnTo>
                  <a:lnTo>
                    <a:pt x="1813053" y="1275417"/>
                  </a:lnTo>
                  <a:lnTo>
                    <a:pt x="1761981" y="1275417"/>
                  </a:lnTo>
                  <a:close/>
                  <a:moveTo>
                    <a:pt x="79369" y="1041916"/>
                  </a:moveTo>
                  <a:lnTo>
                    <a:pt x="77071" y="1044214"/>
                  </a:lnTo>
                  <a:lnTo>
                    <a:pt x="71895" y="1044214"/>
                  </a:lnTo>
                  <a:lnTo>
                    <a:pt x="68444" y="1047664"/>
                  </a:lnTo>
                  <a:lnTo>
                    <a:pt x="65910" y="1047664"/>
                  </a:lnTo>
                  <a:lnTo>
                    <a:pt x="65910" y="1050198"/>
                  </a:lnTo>
                  <a:lnTo>
                    <a:pt x="62460" y="1053649"/>
                  </a:lnTo>
                  <a:lnTo>
                    <a:pt x="62460" y="1055375"/>
                  </a:lnTo>
                  <a:lnTo>
                    <a:pt x="60734" y="1057100"/>
                  </a:lnTo>
                  <a:lnTo>
                    <a:pt x="60734" y="1066870"/>
                  </a:lnTo>
                  <a:lnTo>
                    <a:pt x="62460" y="1068596"/>
                  </a:lnTo>
                  <a:lnTo>
                    <a:pt x="62460" y="1070321"/>
                  </a:lnTo>
                  <a:lnTo>
                    <a:pt x="64185" y="1072047"/>
                  </a:lnTo>
                  <a:lnTo>
                    <a:pt x="64185" y="1073772"/>
                  </a:lnTo>
                  <a:lnTo>
                    <a:pt x="66719" y="1076306"/>
                  </a:lnTo>
                  <a:lnTo>
                    <a:pt x="68444" y="1076306"/>
                  </a:lnTo>
                  <a:lnTo>
                    <a:pt x="71895" y="1079757"/>
                  </a:lnTo>
                  <a:lnTo>
                    <a:pt x="75346" y="1079757"/>
                  </a:lnTo>
                  <a:lnTo>
                    <a:pt x="77071" y="1081482"/>
                  </a:lnTo>
                  <a:lnTo>
                    <a:pt x="81666" y="1081482"/>
                  </a:lnTo>
                  <a:lnTo>
                    <a:pt x="83391" y="1079757"/>
                  </a:lnTo>
                  <a:lnTo>
                    <a:pt x="86842" y="1079757"/>
                  </a:lnTo>
                  <a:lnTo>
                    <a:pt x="88567" y="1078031"/>
                  </a:lnTo>
                  <a:lnTo>
                    <a:pt x="91101" y="1078031"/>
                  </a:lnTo>
                  <a:lnTo>
                    <a:pt x="91101" y="1070321"/>
                  </a:lnTo>
                  <a:lnTo>
                    <a:pt x="92018" y="1069404"/>
                  </a:lnTo>
                  <a:lnTo>
                    <a:pt x="93743" y="1069404"/>
                  </a:lnTo>
                  <a:lnTo>
                    <a:pt x="95469" y="1067679"/>
                  </a:lnTo>
                  <a:lnTo>
                    <a:pt x="98003" y="1067679"/>
                  </a:lnTo>
                  <a:lnTo>
                    <a:pt x="98003" y="1063193"/>
                  </a:lnTo>
                  <a:lnTo>
                    <a:pt x="95469" y="1063193"/>
                  </a:lnTo>
                  <a:lnTo>
                    <a:pt x="92827" y="1060551"/>
                  </a:lnTo>
                  <a:lnTo>
                    <a:pt x="92827" y="1058825"/>
                  </a:lnTo>
                  <a:lnTo>
                    <a:pt x="91101" y="1057100"/>
                  </a:lnTo>
                  <a:lnTo>
                    <a:pt x="91101" y="1051342"/>
                  </a:lnTo>
                  <a:lnTo>
                    <a:pt x="94779" y="1047664"/>
                  </a:lnTo>
                  <a:lnTo>
                    <a:pt x="90293" y="1047664"/>
                  </a:lnTo>
                  <a:lnTo>
                    <a:pt x="86842" y="1044214"/>
                  </a:lnTo>
                  <a:lnTo>
                    <a:pt x="81666" y="1044214"/>
                  </a:lnTo>
                  <a:lnTo>
                    <a:pt x="79369" y="1041916"/>
                  </a:lnTo>
                  <a:close/>
                  <a:moveTo>
                    <a:pt x="892033" y="965880"/>
                  </a:moveTo>
                  <a:lnTo>
                    <a:pt x="892033" y="963120"/>
                  </a:lnTo>
                  <a:lnTo>
                    <a:pt x="890308" y="963120"/>
                  </a:lnTo>
                  <a:lnTo>
                    <a:pt x="890308" y="965880"/>
                  </a:lnTo>
                  <a:lnTo>
                    <a:pt x="892033" y="965880"/>
                  </a:lnTo>
                  <a:close/>
                  <a:moveTo>
                    <a:pt x="910036" y="961799"/>
                  </a:moveTo>
                  <a:lnTo>
                    <a:pt x="911989" y="963751"/>
                  </a:lnTo>
                  <a:lnTo>
                    <a:pt x="913714" y="962025"/>
                  </a:lnTo>
                  <a:lnTo>
                    <a:pt x="911762" y="960073"/>
                  </a:lnTo>
                  <a:lnTo>
                    <a:pt x="910036" y="961799"/>
                  </a:lnTo>
                  <a:close/>
                  <a:moveTo>
                    <a:pt x="885881" y="963751"/>
                  </a:moveTo>
                  <a:lnTo>
                    <a:pt x="887833" y="961799"/>
                  </a:lnTo>
                  <a:lnTo>
                    <a:pt x="886107" y="960073"/>
                  </a:lnTo>
                  <a:lnTo>
                    <a:pt x="884155" y="962025"/>
                  </a:lnTo>
                  <a:lnTo>
                    <a:pt x="885881" y="963751"/>
                  </a:lnTo>
                  <a:close/>
                  <a:moveTo>
                    <a:pt x="878979" y="956849"/>
                  </a:moveTo>
                  <a:lnTo>
                    <a:pt x="880931" y="954897"/>
                  </a:lnTo>
                  <a:lnTo>
                    <a:pt x="879206" y="953172"/>
                  </a:lnTo>
                  <a:lnTo>
                    <a:pt x="877254" y="955124"/>
                  </a:lnTo>
                  <a:lnTo>
                    <a:pt x="878979" y="956849"/>
                  </a:lnTo>
                  <a:close/>
                  <a:moveTo>
                    <a:pt x="875124" y="950697"/>
                  </a:moveTo>
                  <a:lnTo>
                    <a:pt x="877885" y="950697"/>
                  </a:lnTo>
                  <a:lnTo>
                    <a:pt x="877885" y="948971"/>
                  </a:lnTo>
                  <a:lnTo>
                    <a:pt x="875124" y="948971"/>
                  </a:lnTo>
                  <a:lnTo>
                    <a:pt x="875124" y="950697"/>
                  </a:lnTo>
                  <a:close/>
                  <a:moveTo>
                    <a:pt x="477365" y="297114"/>
                  </a:moveTo>
                  <a:lnTo>
                    <a:pt x="473105" y="301374"/>
                  </a:lnTo>
                  <a:lnTo>
                    <a:pt x="473105" y="309419"/>
                  </a:lnTo>
                  <a:lnTo>
                    <a:pt x="477365" y="313678"/>
                  </a:lnTo>
                  <a:lnTo>
                    <a:pt x="485410" y="313678"/>
                  </a:lnTo>
                  <a:lnTo>
                    <a:pt x="489669" y="309419"/>
                  </a:lnTo>
                  <a:lnTo>
                    <a:pt x="489669" y="301374"/>
                  </a:lnTo>
                  <a:lnTo>
                    <a:pt x="485410" y="297114"/>
                  </a:lnTo>
                  <a:lnTo>
                    <a:pt x="477365" y="297114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97" name="Vector layer FF0001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1152914" y="1508347"/>
                  </a:moveTo>
                  <a:lnTo>
                    <a:pt x="1152914" y="1510881"/>
                  </a:lnTo>
                  <a:lnTo>
                    <a:pt x="1149463" y="1514332"/>
                  </a:lnTo>
                  <a:lnTo>
                    <a:pt x="1149463" y="1525827"/>
                  </a:lnTo>
                  <a:lnTo>
                    <a:pt x="1151188" y="1527553"/>
                  </a:lnTo>
                  <a:lnTo>
                    <a:pt x="1151188" y="1529278"/>
                  </a:lnTo>
                  <a:lnTo>
                    <a:pt x="1155448" y="1533538"/>
                  </a:lnTo>
                  <a:lnTo>
                    <a:pt x="1157173" y="1533538"/>
                  </a:lnTo>
                  <a:lnTo>
                    <a:pt x="1158899" y="1535263"/>
                  </a:lnTo>
                  <a:lnTo>
                    <a:pt x="1170395" y="1535263"/>
                  </a:lnTo>
                  <a:lnTo>
                    <a:pt x="1173845" y="1531812"/>
                  </a:lnTo>
                  <a:lnTo>
                    <a:pt x="1176379" y="1531812"/>
                  </a:lnTo>
                  <a:lnTo>
                    <a:pt x="1176379" y="1529278"/>
                  </a:lnTo>
                  <a:lnTo>
                    <a:pt x="1178105" y="1527553"/>
                  </a:lnTo>
                  <a:lnTo>
                    <a:pt x="1178105" y="1525827"/>
                  </a:lnTo>
                  <a:lnTo>
                    <a:pt x="1179830" y="1524102"/>
                  </a:lnTo>
                  <a:lnTo>
                    <a:pt x="1179830" y="1516057"/>
                  </a:lnTo>
                  <a:lnTo>
                    <a:pt x="1178105" y="1514332"/>
                  </a:lnTo>
                  <a:lnTo>
                    <a:pt x="1178105" y="1512606"/>
                  </a:lnTo>
                  <a:lnTo>
                    <a:pt x="1173845" y="1508347"/>
                  </a:lnTo>
                  <a:lnTo>
                    <a:pt x="1169251" y="1508347"/>
                  </a:lnTo>
                  <a:lnTo>
                    <a:pt x="1167526" y="1510072"/>
                  </a:lnTo>
                  <a:lnTo>
                    <a:pt x="1160042" y="1510072"/>
                  </a:lnTo>
                  <a:lnTo>
                    <a:pt x="1158317" y="1508347"/>
                  </a:lnTo>
                  <a:lnTo>
                    <a:pt x="1152914" y="1508347"/>
                  </a:lnTo>
                  <a:close/>
                  <a:moveTo>
                    <a:pt x="1761981" y="1284044"/>
                  </a:moveTo>
                  <a:lnTo>
                    <a:pt x="1761981" y="1290256"/>
                  </a:lnTo>
                  <a:lnTo>
                    <a:pt x="1813053" y="1290256"/>
                  </a:lnTo>
                  <a:lnTo>
                    <a:pt x="1813053" y="1284044"/>
                  </a:lnTo>
                  <a:lnTo>
                    <a:pt x="1761981" y="1284044"/>
                  </a:lnTo>
                  <a:close/>
                  <a:moveTo>
                    <a:pt x="881681" y="926314"/>
                  </a:moveTo>
                  <a:lnTo>
                    <a:pt x="876850" y="931146"/>
                  </a:lnTo>
                  <a:lnTo>
                    <a:pt x="876850" y="934596"/>
                  </a:lnTo>
                  <a:lnTo>
                    <a:pt x="875124" y="936322"/>
                  </a:lnTo>
                  <a:lnTo>
                    <a:pt x="875124" y="947818"/>
                  </a:lnTo>
                  <a:lnTo>
                    <a:pt x="876850" y="949543"/>
                  </a:lnTo>
                  <a:lnTo>
                    <a:pt x="876850" y="952994"/>
                  </a:lnTo>
                  <a:lnTo>
                    <a:pt x="880300" y="956445"/>
                  </a:lnTo>
                  <a:lnTo>
                    <a:pt x="880300" y="958170"/>
                  </a:lnTo>
                  <a:lnTo>
                    <a:pt x="882834" y="960704"/>
                  </a:lnTo>
                  <a:lnTo>
                    <a:pt x="884560" y="960704"/>
                  </a:lnTo>
                  <a:lnTo>
                    <a:pt x="888010" y="964155"/>
                  </a:lnTo>
                  <a:lnTo>
                    <a:pt x="891461" y="964155"/>
                  </a:lnTo>
                  <a:lnTo>
                    <a:pt x="893187" y="965880"/>
                  </a:lnTo>
                  <a:lnTo>
                    <a:pt x="904683" y="965880"/>
                  </a:lnTo>
                  <a:lnTo>
                    <a:pt x="906408" y="964155"/>
                  </a:lnTo>
                  <a:lnTo>
                    <a:pt x="909859" y="964155"/>
                  </a:lnTo>
                  <a:lnTo>
                    <a:pt x="913310" y="960704"/>
                  </a:lnTo>
                  <a:lnTo>
                    <a:pt x="915035" y="960704"/>
                  </a:lnTo>
                  <a:lnTo>
                    <a:pt x="917569" y="958170"/>
                  </a:lnTo>
                  <a:lnTo>
                    <a:pt x="917569" y="956445"/>
                  </a:lnTo>
                  <a:lnTo>
                    <a:pt x="921020" y="952994"/>
                  </a:lnTo>
                  <a:lnTo>
                    <a:pt x="921020" y="949543"/>
                  </a:lnTo>
                  <a:lnTo>
                    <a:pt x="922745" y="947818"/>
                  </a:lnTo>
                  <a:lnTo>
                    <a:pt x="922745" y="936322"/>
                  </a:lnTo>
                  <a:lnTo>
                    <a:pt x="921020" y="934596"/>
                  </a:lnTo>
                  <a:lnTo>
                    <a:pt x="921020" y="932062"/>
                  </a:lnTo>
                  <a:lnTo>
                    <a:pt x="909859" y="932062"/>
                  </a:lnTo>
                  <a:lnTo>
                    <a:pt x="908133" y="930337"/>
                  </a:lnTo>
                  <a:lnTo>
                    <a:pt x="906408" y="930337"/>
                  </a:lnTo>
                  <a:lnTo>
                    <a:pt x="904683" y="928612"/>
                  </a:lnTo>
                  <a:lnTo>
                    <a:pt x="901814" y="928612"/>
                  </a:lnTo>
                  <a:lnTo>
                    <a:pt x="900088" y="930337"/>
                  </a:lnTo>
                  <a:lnTo>
                    <a:pt x="898363" y="930337"/>
                  </a:lnTo>
                  <a:lnTo>
                    <a:pt x="896638" y="932062"/>
                  </a:lnTo>
                  <a:lnTo>
                    <a:pt x="889154" y="932062"/>
                  </a:lnTo>
                  <a:lnTo>
                    <a:pt x="887429" y="930337"/>
                  </a:lnTo>
                  <a:lnTo>
                    <a:pt x="885703" y="930337"/>
                  </a:lnTo>
                  <a:lnTo>
                    <a:pt x="881681" y="926314"/>
                  </a:lnTo>
                  <a:close/>
                </a:path>
              </a:pathLst>
            </a:custGeom>
            <a:solidFill>
              <a:srgbClr val="FF0001"/>
            </a:solidFill>
            <a:ln>
              <a:noFill/>
            </a:ln>
          </p:spPr>
        </p:sp>
        <p:sp>
          <p:nvSpPr>
            <p:cNvPr id="2098" name="Vector layer 670593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487313" y="642826"/>
                  </a:moveTo>
                  <a:lnTo>
                    <a:pt x="489265" y="640874"/>
                  </a:lnTo>
                  <a:lnTo>
                    <a:pt x="487540" y="639148"/>
                  </a:lnTo>
                  <a:lnTo>
                    <a:pt x="485587" y="641100"/>
                  </a:lnTo>
                  <a:lnTo>
                    <a:pt x="487313" y="642826"/>
                  </a:lnTo>
                  <a:close/>
                </a:path>
              </a:pathLst>
            </a:custGeom>
            <a:solidFill>
              <a:srgbClr val="670593"/>
            </a:solidFill>
            <a:ln>
              <a:noFill/>
            </a:ln>
          </p:spPr>
        </p:sp>
        <p:sp>
          <p:nvSpPr>
            <p:cNvPr id="2099" name="Vector layer 240067"/>
            <p:cNvSpPr/>
            <p:nvPr/>
          </p:nvSpPr>
          <p:spPr>
            <a:xfrm>
              <a:off x="0" y="0"/>
              <a:ext cx="1998016" cy="1842730"/>
            </a:xfrm>
            <a:custGeom>
              <a:avLst/>
              <a:gdLst/>
              <a:ahLst/>
              <a:cxnLst/>
              <a:rect l="0" t="0" r="r" b="b"/>
              <a:pathLst>
                <a:path w="1998016" h="1842730" stroke="0" extrusionOk="0">
                  <a:moveTo>
                    <a:pt x="438597" y="1765432"/>
                  </a:moveTo>
                  <a:lnTo>
                    <a:pt x="438597" y="1770835"/>
                  </a:lnTo>
                  <a:lnTo>
                    <a:pt x="440323" y="1772560"/>
                  </a:lnTo>
                  <a:lnTo>
                    <a:pt x="440323" y="1776011"/>
                  </a:lnTo>
                  <a:lnTo>
                    <a:pt x="442857" y="1778545"/>
                  </a:lnTo>
                  <a:lnTo>
                    <a:pt x="444582" y="1778545"/>
                  </a:lnTo>
                  <a:lnTo>
                    <a:pt x="446307" y="1780270"/>
                  </a:lnTo>
                  <a:lnTo>
                    <a:pt x="454353" y="1780270"/>
                  </a:lnTo>
                  <a:lnTo>
                    <a:pt x="456078" y="1778545"/>
                  </a:lnTo>
                  <a:lnTo>
                    <a:pt x="458612" y="1778545"/>
                  </a:lnTo>
                  <a:lnTo>
                    <a:pt x="458612" y="1776011"/>
                  </a:lnTo>
                  <a:lnTo>
                    <a:pt x="460337" y="1774285"/>
                  </a:lnTo>
                  <a:lnTo>
                    <a:pt x="460337" y="1772560"/>
                  </a:lnTo>
                  <a:lnTo>
                    <a:pt x="462063" y="1770835"/>
                  </a:lnTo>
                  <a:lnTo>
                    <a:pt x="462063" y="1767966"/>
                  </a:lnTo>
                  <a:lnTo>
                    <a:pt x="457577" y="1763480"/>
                  </a:lnTo>
                  <a:lnTo>
                    <a:pt x="457577" y="1773142"/>
                  </a:lnTo>
                  <a:lnTo>
                    <a:pt x="453209" y="1777510"/>
                  </a:lnTo>
                  <a:lnTo>
                    <a:pt x="447451" y="1777510"/>
                  </a:lnTo>
                  <a:lnTo>
                    <a:pt x="443083" y="1773142"/>
                  </a:lnTo>
                  <a:lnTo>
                    <a:pt x="443083" y="1771417"/>
                  </a:lnTo>
                  <a:lnTo>
                    <a:pt x="441358" y="1769691"/>
                  </a:lnTo>
                  <a:lnTo>
                    <a:pt x="441358" y="1769109"/>
                  </a:lnTo>
                  <a:lnTo>
                    <a:pt x="445035" y="1765432"/>
                  </a:lnTo>
                  <a:lnTo>
                    <a:pt x="438597" y="1765432"/>
                  </a:lnTo>
                  <a:close/>
                  <a:moveTo>
                    <a:pt x="442452" y="1762385"/>
                  </a:moveTo>
                  <a:lnTo>
                    <a:pt x="444404" y="1764337"/>
                  </a:lnTo>
                  <a:lnTo>
                    <a:pt x="446130" y="1762612"/>
                  </a:lnTo>
                  <a:lnTo>
                    <a:pt x="444178" y="1760660"/>
                  </a:lnTo>
                  <a:lnTo>
                    <a:pt x="442452" y="1762385"/>
                  </a:lnTo>
                  <a:close/>
                  <a:moveTo>
                    <a:pt x="222922" y="1599448"/>
                  </a:moveTo>
                  <a:lnTo>
                    <a:pt x="225683" y="1599448"/>
                  </a:lnTo>
                  <a:lnTo>
                    <a:pt x="225683" y="1597723"/>
                  </a:lnTo>
                  <a:lnTo>
                    <a:pt x="222922" y="1597723"/>
                  </a:lnTo>
                  <a:lnTo>
                    <a:pt x="222922" y="1599448"/>
                  </a:lnTo>
                  <a:close/>
                  <a:moveTo>
                    <a:pt x="1177474" y="1514154"/>
                  </a:moveTo>
                  <a:lnTo>
                    <a:pt x="1178795" y="1515475"/>
                  </a:lnTo>
                  <a:lnTo>
                    <a:pt x="1178795" y="1526409"/>
                  </a:lnTo>
                  <a:lnTo>
                    <a:pt x="1170976" y="1534228"/>
                  </a:lnTo>
                  <a:lnTo>
                    <a:pt x="1167526" y="1534228"/>
                  </a:lnTo>
                  <a:lnTo>
                    <a:pt x="1165800" y="1535953"/>
                  </a:lnTo>
                  <a:lnTo>
                    <a:pt x="1163493" y="1535953"/>
                  </a:lnTo>
                  <a:lnTo>
                    <a:pt x="1161768" y="1534228"/>
                  </a:lnTo>
                  <a:lnTo>
                    <a:pt x="1158317" y="1534228"/>
                  </a:lnTo>
                  <a:lnTo>
                    <a:pt x="1150498" y="1526409"/>
                  </a:lnTo>
                  <a:lnTo>
                    <a:pt x="1150498" y="1522959"/>
                  </a:lnTo>
                  <a:lnTo>
                    <a:pt x="1148773" y="1521233"/>
                  </a:lnTo>
                  <a:lnTo>
                    <a:pt x="1148773" y="1518926"/>
                  </a:lnTo>
                  <a:lnTo>
                    <a:pt x="1150498" y="1517200"/>
                  </a:lnTo>
                  <a:lnTo>
                    <a:pt x="1150498" y="1514903"/>
                  </a:lnTo>
                  <a:lnTo>
                    <a:pt x="1147738" y="1514903"/>
                  </a:lnTo>
                  <a:lnTo>
                    <a:pt x="1147738" y="1516057"/>
                  </a:lnTo>
                  <a:lnTo>
                    <a:pt x="1146012" y="1517782"/>
                  </a:lnTo>
                  <a:lnTo>
                    <a:pt x="1146012" y="1522377"/>
                  </a:lnTo>
                  <a:lnTo>
                    <a:pt x="1147738" y="1524102"/>
                  </a:lnTo>
                  <a:lnTo>
                    <a:pt x="1147738" y="1527553"/>
                  </a:lnTo>
                  <a:lnTo>
                    <a:pt x="1149463" y="1529278"/>
                  </a:lnTo>
                  <a:lnTo>
                    <a:pt x="1149463" y="1531004"/>
                  </a:lnTo>
                  <a:lnTo>
                    <a:pt x="1153722" y="1535263"/>
                  </a:lnTo>
                  <a:lnTo>
                    <a:pt x="1155448" y="1535263"/>
                  </a:lnTo>
                  <a:lnTo>
                    <a:pt x="1157173" y="1536988"/>
                  </a:lnTo>
                  <a:lnTo>
                    <a:pt x="1160624" y="1536988"/>
                  </a:lnTo>
                  <a:lnTo>
                    <a:pt x="1162349" y="1538714"/>
                  </a:lnTo>
                  <a:lnTo>
                    <a:pt x="1166944" y="1538714"/>
                  </a:lnTo>
                  <a:lnTo>
                    <a:pt x="1168669" y="1536988"/>
                  </a:lnTo>
                  <a:lnTo>
                    <a:pt x="1172120" y="1536988"/>
                  </a:lnTo>
                  <a:lnTo>
                    <a:pt x="1173845" y="1535263"/>
                  </a:lnTo>
                  <a:lnTo>
                    <a:pt x="1175571" y="1535263"/>
                  </a:lnTo>
                  <a:lnTo>
                    <a:pt x="1178105" y="1532729"/>
                  </a:lnTo>
                  <a:lnTo>
                    <a:pt x="1178105" y="1531004"/>
                  </a:lnTo>
                  <a:lnTo>
                    <a:pt x="1181556" y="1527553"/>
                  </a:lnTo>
                  <a:lnTo>
                    <a:pt x="1181556" y="1514332"/>
                  </a:lnTo>
                  <a:lnTo>
                    <a:pt x="1177474" y="1514154"/>
                  </a:lnTo>
                  <a:close/>
                  <a:moveTo>
                    <a:pt x="960073" y="1384749"/>
                  </a:moveTo>
                  <a:lnTo>
                    <a:pt x="961394" y="1386070"/>
                  </a:lnTo>
                  <a:lnTo>
                    <a:pt x="961394" y="1391828"/>
                  </a:lnTo>
                  <a:lnTo>
                    <a:pt x="959669" y="1393553"/>
                  </a:lnTo>
                  <a:lnTo>
                    <a:pt x="959669" y="1395279"/>
                  </a:lnTo>
                  <a:lnTo>
                    <a:pt x="951850" y="1403097"/>
                  </a:lnTo>
                  <a:lnTo>
                    <a:pt x="940916" y="1403097"/>
                  </a:lnTo>
                  <a:lnTo>
                    <a:pt x="939191" y="1401372"/>
                  </a:lnTo>
                  <a:lnTo>
                    <a:pt x="937465" y="1401372"/>
                  </a:lnTo>
                  <a:lnTo>
                    <a:pt x="934823" y="1398730"/>
                  </a:lnTo>
                  <a:lnTo>
                    <a:pt x="934823" y="1397004"/>
                  </a:lnTo>
                  <a:lnTo>
                    <a:pt x="931372" y="1393553"/>
                  </a:lnTo>
                  <a:lnTo>
                    <a:pt x="931372" y="1385498"/>
                  </a:lnTo>
                  <a:lnTo>
                    <a:pt x="928612" y="1385498"/>
                  </a:lnTo>
                  <a:lnTo>
                    <a:pt x="928612" y="1394697"/>
                  </a:lnTo>
                  <a:lnTo>
                    <a:pt x="930337" y="1396422"/>
                  </a:lnTo>
                  <a:lnTo>
                    <a:pt x="930337" y="1398148"/>
                  </a:lnTo>
                  <a:lnTo>
                    <a:pt x="936322" y="1404132"/>
                  </a:lnTo>
                  <a:lnTo>
                    <a:pt x="938047" y="1404132"/>
                  </a:lnTo>
                  <a:lnTo>
                    <a:pt x="939773" y="1405858"/>
                  </a:lnTo>
                  <a:lnTo>
                    <a:pt x="952994" y="1405858"/>
                  </a:lnTo>
                  <a:lnTo>
                    <a:pt x="954719" y="1404132"/>
                  </a:lnTo>
                  <a:lnTo>
                    <a:pt x="956445" y="1404132"/>
                  </a:lnTo>
                  <a:lnTo>
                    <a:pt x="960704" y="1399873"/>
                  </a:lnTo>
                  <a:lnTo>
                    <a:pt x="960704" y="1398148"/>
                  </a:lnTo>
                  <a:lnTo>
                    <a:pt x="962429" y="1396422"/>
                  </a:lnTo>
                  <a:lnTo>
                    <a:pt x="962429" y="1394697"/>
                  </a:lnTo>
                  <a:lnTo>
                    <a:pt x="964155" y="1392971"/>
                  </a:lnTo>
                  <a:lnTo>
                    <a:pt x="964155" y="1384926"/>
                  </a:lnTo>
                  <a:lnTo>
                    <a:pt x="960073" y="1384749"/>
                  </a:lnTo>
                  <a:close/>
                  <a:moveTo>
                    <a:pt x="950697" y="1374801"/>
                  </a:moveTo>
                  <a:lnTo>
                    <a:pt x="950697" y="1372040"/>
                  </a:lnTo>
                  <a:lnTo>
                    <a:pt x="948971" y="1372040"/>
                  </a:lnTo>
                  <a:lnTo>
                    <a:pt x="948971" y="1374801"/>
                  </a:lnTo>
                  <a:lnTo>
                    <a:pt x="950697" y="1374801"/>
                  </a:lnTo>
                  <a:close/>
                  <a:moveTo>
                    <a:pt x="1221585" y="1255866"/>
                  </a:moveTo>
                  <a:lnTo>
                    <a:pt x="1219288" y="1258163"/>
                  </a:lnTo>
                  <a:lnTo>
                    <a:pt x="1214112" y="1258163"/>
                  </a:lnTo>
                  <a:lnTo>
                    <a:pt x="1206401" y="1265874"/>
                  </a:lnTo>
                  <a:lnTo>
                    <a:pt x="1206401" y="1267599"/>
                  </a:lnTo>
                  <a:lnTo>
                    <a:pt x="1204676" y="1269324"/>
                  </a:lnTo>
                  <a:lnTo>
                    <a:pt x="1204676" y="1276798"/>
                  </a:lnTo>
                  <a:lnTo>
                    <a:pt x="1207437" y="1276798"/>
                  </a:lnTo>
                  <a:lnTo>
                    <a:pt x="1207437" y="1270468"/>
                  </a:lnTo>
                  <a:lnTo>
                    <a:pt x="1209162" y="1268743"/>
                  </a:lnTo>
                  <a:lnTo>
                    <a:pt x="1209162" y="1267017"/>
                  </a:lnTo>
                  <a:lnTo>
                    <a:pt x="1213530" y="1262649"/>
                  </a:lnTo>
                  <a:lnTo>
                    <a:pt x="1215255" y="1262649"/>
                  </a:lnTo>
                  <a:lnTo>
                    <a:pt x="1216980" y="1260924"/>
                  </a:lnTo>
                  <a:lnTo>
                    <a:pt x="1220431" y="1260924"/>
                  </a:lnTo>
                  <a:lnTo>
                    <a:pt x="1221585" y="1259770"/>
                  </a:lnTo>
                  <a:lnTo>
                    <a:pt x="1222739" y="1260924"/>
                  </a:lnTo>
                  <a:lnTo>
                    <a:pt x="1227915" y="1260924"/>
                  </a:lnTo>
                  <a:lnTo>
                    <a:pt x="1231366" y="1264375"/>
                  </a:lnTo>
                  <a:lnTo>
                    <a:pt x="1233091" y="1264375"/>
                  </a:lnTo>
                  <a:lnTo>
                    <a:pt x="1234008" y="1265292"/>
                  </a:lnTo>
                  <a:lnTo>
                    <a:pt x="1234008" y="1267017"/>
                  </a:lnTo>
                  <a:lnTo>
                    <a:pt x="1235733" y="1268743"/>
                  </a:lnTo>
                  <a:lnTo>
                    <a:pt x="1235733" y="1270468"/>
                  </a:lnTo>
                  <a:lnTo>
                    <a:pt x="1237459" y="1272193"/>
                  </a:lnTo>
                  <a:lnTo>
                    <a:pt x="1237459" y="1276798"/>
                  </a:lnTo>
                  <a:lnTo>
                    <a:pt x="1240219" y="1276798"/>
                  </a:lnTo>
                  <a:lnTo>
                    <a:pt x="1240219" y="1271050"/>
                  </a:lnTo>
                  <a:lnTo>
                    <a:pt x="1238494" y="1269324"/>
                  </a:lnTo>
                  <a:lnTo>
                    <a:pt x="1238494" y="1267599"/>
                  </a:lnTo>
                  <a:lnTo>
                    <a:pt x="1236768" y="1265874"/>
                  </a:lnTo>
                  <a:lnTo>
                    <a:pt x="1236768" y="1264148"/>
                  </a:lnTo>
                  <a:lnTo>
                    <a:pt x="1232509" y="1259889"/>
                  </a:lnTo>
                  <a:lnTo>
                    <a:pt x="1230784" y="1259889"/>
                  </a:lnTo>
                  <a:lnTo>
                    <a:pt x="1229058" y="1258163"/>
                  </a:lnTo>
                  <a:lnTo>
                    <a:pt x="1223882" y="1258163"/>
                  </a:lnTo>
                  <a:lnTo>
                    <a:pt x="1221585" y="1255866"/>
                  </a:lnTo>
                  <a:close/>
                  <a:moveTo>
                    <a:pt x="77071" y="1040763"/>
                  </a:moveTo>
                  <a:lnTo>
                    <a:pt x="75346" y="1042488"/>
                  </a:lnTo>
                  <a:lnTo>
                    <a:pt x="71895" y="1042488"/>
                  </a:lnTo>
                  <a:lnTo>
                    <a:pt x="70170" y="1044214"/>
                  </a:lnTo>
                  <a:lnTo>
                    <a:pt x="68444" y="1044214"/>
                  </a:lnTo>
                  <a:lnTo>
                    <a:pt x="60734" y="1051924"/>
                  </a:lnTo>
                  <a:lnTo>
                    <a:pt x="60734" y="1055375"/>
                  </a:lnTo>
                  <a:lnTo>
                    <a:pt x="59009" y="1057100"/>
                  </a:lnTo>
                  <a:lnTo>
                    <a:pt x="59009" y="1066870"/>
                  </a:lnTo>
                  <a:lnTo>
                    <a:pt x="60734" y="1068596"/>
                  </a:lnTo>
                  <a:lnTo>
                    <a:pt x="60734" y="1072047"/>
                  </a:lnTo>
                  <a:lnTo>
                    <a:pt x="68444" y="1079757"/>
                  </a:lnTo>
                  <a:lnTo>
                    <a:pt x="70170" y="1079757"/>
                  </a:lnTo>
                  <a:lnTo>
                    <a:pt x="71895" y="1081482"/>
                  </a:lnTo>
                  <a:lnTo>
                    <a:pt x="73621" y="1081482"/>
                  </a:lnTo>
                  <a:lnTo>
                    <a:pt x="75346" y="1083208"/>
                  </a:lnTo>
                  <a:lnTo>
                    <a:pt x="81094" y="1083208"/>
                  </a:lnTo>
                  <a:lnTo>
                    <a:pt x="81094" y="1080447"/>
                  </a:lnTo>
                  <a:lnTo>
                    <a:pt x="76489" y="1080447"/>
                  </a:lnTo>
                  <a:lnTo>
                    <a:pt x="74764" y="1078722"/>
                  </a:lnTo>
                  <a:lnTo>
                    <a:pt x="73039" y="1078722"/>
                  </a:lnTo>
                  <a:lnTo>
                    <a:pt x="71313" y="1076996"/>
                  </a:lnTo>
                  <a:lnTo>
                    <a:pt x="69588" y="1076996"/>
                  </a:lnTo>
                  <a:lnTo>
                    <a:pt x="65220" y="1072629"/>
                  </a:lnTo>
                  <a:lnTo>
                    <a:pt x="65220" y="1070903"/>
                  </a:lnTo>
                  <a:lnTo>
                    <a:pt x="63495" y="1069178"/>
                  </a:lnTo>
                  <a:lnTo>
                    <a:pt x="63495" y="1067452"/>
                  </a:lnTo>
                  <a:lnTo>
                    <a:pt x="61769" y="1065727"/>
                  </a:lnTo>
                  <a:lnTo>
                    <a:pt x="61769" y="1058243"/>
                  </a:lnTo>
                  <a:lnTo>
                    <a:pt x="63495" y="1056518"/>
                  </a:lnTo>
                  <a:lnTo>
                    <a:pt x="63495" y="1054793"/>
                  </a:lnTo>
                  <a:lnTo>
                    <a:pt x="65220" y="1053067"/>
                  </a:lnTo>
                  <a:lnTo>
                    <a:pt x="65220" y="1051342"/>
                  </a:lnTo>
                  <a:lnTo>
                    <a:pt x="67862" y="1048700"/>
                  </a:lnTo>
                  <a:lnTo>
                    <a:pt x="69588" y="1048700"/>
                  </a:lnTo>
                  <a:lnTo>
                    <a:pt x="73039" y="1045249"/>
                  </a:lnTo>
                  <a:lnTo>
                    <a:pt x="76489" y="1045249"/>
                  </a:lnTo>
                  <a:lnTo>
                    <a:pt x="78215" y="1043523"/>
                  </a:lnTo>
                  <a:lnTo>
                    <a:pt x="81094" y="1043523"/>
                  </a:lnTo>
                  <a:lnTo>
                    <a:pt x="81094" y="1040763"/>
                  </a:lnTo>
                  <a:lnTo>
                    <a:pt x="77071" y="1040763"/>
                  </a:lnTo>
                  <a:close/>
                  <a:moveTo>
                    <a:pt x="1636835" y="999353"/>
                  </a:moveTo>
                  <a:lnTo>
                    <a:pt x="1635110" y="1001078"/>
                  </a:lnTo>
                  <a:lnTo>
                    <a:pt x="1633956" y="1001078"/>
                  </a:lnTo>
                  <a:lnTo>
                    <a:pt x="1633956" y="1003839"/>
                  </a:lnTo>
                  <a:lnTo>
                    <a:pt x="1636253" y="1003839"/>
                  </a:lnTo>
                  <a:lnTo>
                    <a:pt x="1637979" y="1002114"/>
                  </a:lnTo>
                  <a:lnTo>
                    <a:pt x="1640286" y="1002114"/>
                  </a:lnTo>
                  <a:lnTo>
                    <a:pt x="1642011" y="1003839"/>
                  </a:lnTo>
                  <a:lnTo>
                    <a:pt x="1645462" y="1003839"/>
                  </a:lnTo>
                  <a:lnTo>
                    <a:pt x="1647188" y="1005565"/>
                  </a:lnTo>
                  <a:lnTo>
                    <a:pt x="1648913" y="1005565"/>
                  </a:lnTo>
                  <a:lnTo>
                    <a:pt x="1651555" y="1008207"/>
                  </a:lnTo>
                  <a:lnTo>
                    <a:pt x="1651555" y="1009932"/>
                  </a:lnTo>
                  <a:lnTo>
                    <a:pt x="1653281" y="1011658"/>
                  </a:lnTo>
                  <a:lnTo>
                    <a:pt x="1653281" y="1015108"/>
                  </a:lnTo>
                  <a:lnTo>
                    <a:pt x="1655006" y="1016834"/>
                  </a:lnTo>
                  <a:lnTo>
                    <a:pt x="1655006" y="1019141"/>
                  </a:lnTo>
                  <a:lnTo>
                    <a:pt x="1653281" y="1020866"/>
                  </a:lnTo>
                  <a:lnTo>
                    <a:pt x="1653281" y="1024317"/>
                  </a:lnTo>
                  <a:lnTo>
                    <a:pt x="1647188" y="1030410"/>
                  </a:lnTo>
                  <a:lnTo>
                    <a:pt x="1645462" y="1030410"/>
                  </a:lnTo>
                  <a:lnTo>
                    <a:pt x="1643737" y="1032136"/>
                  </a:lnTo>
                  <a:lnTo>
                    <a:pt x="1633956" y="1032136"/>
                  </a:lnTo>
                  <a:lnTo>
                    <a:pt x="1633956" y="1034896"/>
                  </a:lnTo>
                  <a:lnTo>
                    <a:pt x="1646606" y="1034896"/>
                  </a:lnTo>
                  <a:lnTo>
                    <a:pt x="1650056" y="1031446"/>
                  </a:lnTo>
                  <a:lnTo>
                    <a:pt x="1651782" y="1031446"/>
                  </a:lnTo>
                  <a:lnTo>
                    <a:pt x="1654316" y="1028912"/>
                  </a:lnTo>
                  <a:lnTo>
                    <a:pt x="1654316" y="1027186"/>
                  </a:lnTo>
                  <a:lnTo>
                    <a:pt x="1656041" y="1025461"/>
                  </a:lnTo>
                  <a:lnTo>
                    <a:pt x="1656041" y="1022010"/>
                  </a:lnTo>
                  <a:lnTo>
                    <a:pt x="1657767" y="1020285"/>
                  </a:lnTo>
                  <a:lnTo>
                    <a:pt x="1657767" y="1013965"/>
                  </a:lnTo>
                  <a:lnTo>
                    <a:pt x="1656041" y="1012239"/>
                  </a:lnTo>
                  <a:lnTo>
                    <a:pt x="1656041" y="1008789"/>
                  </a:lnTo>
                  <a:lnTo>
                    <a:pt x="1648331" y="1001078"/>
                  </a:lnTo>
                  <a:lnTo>
                    <a:pt x="1644880" y="1001078"/>
                  </a:lnTo>
                  <a:lnTo>
                    <a:pt x="1643155" y="999353"/>
                  </a:lnTo>
                  <a:lnTo>
                    <a:pt x="1636835" y="999353"/>
                  </a:lnTo>
                  <a:close/>
                  <a:moveTo>
                    <a:pt x="921710" y="938619"/>
                  </a:moveTo>
                  <a:lnTo>
                    <a:pt x="921710" y="948400"/>
                  </a:lnTo>
                  <a:lnTo>
                    <a:pt x="919985" y="950125"/>
                  </a:lnTo>
                  <a:lnTo>
                    <a:pt x="919985" y="951850"/>
                  </a:lnTo>
                  <a:lnTo>
                    <a:pt x="918259" y="953576"/>
                  </a:lnTo>
                  <a:lnTo>
                    <a:pt x="918259" y="955301"/>
                  </a:lnTo>
                  <a:lnTo>
                    <a:pt x="910441" y="963120"/>
                  </a:lnTo>
                  <a:lnTo>
                    <a:pt x="906990" y="963120"/>
                  </a:lnTo>
                  <a:lnTo>
                    <a:pt x="905265" y="964845"/>
                  </a:lnTo>
                  <a:lnTo>
                    <a:pt x="900088" y="964845"/>
                  </a:lnTo>
                  <a:lnTo>
                    <a:pt x="898935" y="965999"/>
                  </a:lnTo>
                  <a:lnTo>
                    <a:pt x="897781" y="964845"/>
                  </a:lnTo>
                  <a:lnTo>
                    <a:pt x="890879" y="964845"/>
                  </a:lnTo>
                  <a:lnTo>
                    <a:pt x="889154" y="963120"/>
                  </a:lnTo>
                  <a:lnTo>
                    <a:pt x="887429" y="963120"/>
                  </a:lnTo>
                  <a:lnTo>
                    <a:pt x="877885" y="953576"/>
                  </a:lnTo>
                  <a:lnTo>
                    <a:pt x="877885" y="951850"/>
                  </a:lnTo>
                  <a:lnTo>
                    <a:pt x="876159" y="950125"/>
                  </a:lnTo>
                  <a:lnTo>
                    <a:pt x="876159" y="943795"/>
                  </a:lnTo>
                  <a:lnTo>
                    <a:pt x="873399" y="943795"/>
                  </a:lnTo>
                  <a:lnTo>
                    <a:pt x="873399" y="951268"/>
                  </a:lnTo>
                  <a:lnTo>
                    <a:pt x="875124" y="952994"/>
                  </a:lnTo>
                  <a:lnTo>
                    <a:pt x="875124" y="954719"/>
                  </a:lnTo>
                  <a:lnTo>
                    <a:pt x="878575" y="958170"/>
                  </a:lnTo>
                  <a:lnTo>
                    <a:pt x="878575" y="959895"/>
                  </a:lnTo>
                  <a:lnTo>
                    <a:pt x="881109" y="962429"/>
                  </a:lnTo>
                  <a:lnTo>
                    <a:pt x="882834" y="962429"/>
                  </a:lnTo>
                  <a:lnTo>
                    <a:pt x="886285" y="965880"/>
                  </a:lnTo>
                  <a:lnTo>
                    <a:pt x="888010" y="965880"/>
                  </a:lnTo>
                  <a:lnTo>
                    <a:pt x="889736" y="967606"/>
                  </a:lnTo>
                  <a:lnTo>
                    <a:pt x="896638" y="967606"/>
                  </a:lnTo>
                  <a:lnTo>
                    <a:pt x="898935" y="969903"/>
                  </a:lnTo>
                  <a:lnTo>
                    <a:pt x="901232" y="967606"/>
                  </a:lnTo>
                  <a:lnTo>
                    <a:pt x="908133" y="967606"/>
                  </a:lnTo>
                  <a:lnTo>
                    <a:pt x="909859" y="965880"/>
                  </a:lnTo>
                  <a:lnTo>
                    <a:pt x="911584" y="965880"/>
                  </a:lnTo>
                  <a:lnTo>
                    <a:pt x="915035" y="962429"/>
                  </a:lnTo>
                  <a:lnTo>
                    <a:pt x="916760" y="962429"/>
                  </a:lnTo>
                  <a:lnTo>
                    <a:pt x="919294" y="959895"/>
                  </a:lnTo>
                  <a:lnTo>
                    <a:pt x="919294" y="958170"/>
                  </a:lnTo>
                  <a:lnTo>
                    <a:pt x="922745" y="954719"/>
                  </a:lnTo>
                  <a:lnTo>
                    <a:pt x="922745" y="951268"/>
                  </a:lnTo>
                  <a:lnTo>
                    <a:pt x="924471" y="949543"/>
                  </a:lnTo>
                  <a:lnTo>
                    <a:pt x="921710" y="938619"/>
                  </a:lnTo>
                  <a:close/>
                  <a:moveTo>
                    <a:pt x="873399" y="940344"/>
                  </a:moveTo>
                  <a:lnTo>
                    <a:pt x="876159" y="940344"/>
                  </a:lnTo>
                  <a:lnTo>
                    <a:pt x="876159" y="938619"/>
                  </a:lnTo>
                  <a:lnTo>
                    <a:pt x="873399" y="938619"/>
                  </a:lnTo>
                  <a:lnTo>
                    <a:pt x="873399" y="940344"/>
                  </a:lnTo>
                  <a:close/>
                  <a:moveTo>
                    <a:pt x="1803046" y="936548"/>
                  </a:moveTo>
                  <a:lnTo>
                    <a:pt x="1803046" y="933788"/>
                  </a:lnTo>
                  <a:lnTo>
                    <a:pt x="1797869" y="933788"/>
                  </a:lnTo>
                  <a:lnTo>
                    <a:pt x="1797869" y="936548"/>
                  </a:lnTo>
                  <a:lnTo>
                    <a:pt x="1803046" y="936548"/>
                  </a:lnTo>
                  <a:close/>
                  <a:moveTo>
                    <a:pt x="1770608" y="916189"/>
                  </a:moveTo>
                  <a:lnTo>
                    <a:pt x="1770608" y="920211"/>
                  </a:lnTo>
                  <a:lnTo>
                    <a:pt x="1772333" y="921937"/>
                  </a:lnTo>
                  <a:lnTo>
                    <a:pt x="1772333" y="923662"/>
                  </a:lnTo>
                  <a:lnTo>
                    <a:pt x="1774059" y="925387"/>
                  </a:lnTo>
                  <a:lnTo>
                    <a:pt x="1774059" y="927113"/>
                  </a:lnTo>
                  <a:lnTo>
                    <a:pt x="1780044" y="933098"/>
                  </a:lnTo>
                  <a:lnTo>
                    <a:pt x="1781769" y="933098"/>
                  </a:lnTo>
                  <a:lnTo>
                    <a:pt x="1783494" y="934823"/>
                  </a:lnTo>
                  <a:lnTo>
                    <a:pt x="1785220" y="934823"/>
                  </a:lnTo>
                  <a:lnTo>
                    <a:pt x="1786945" y="936548"/>
                  </a:lnTo>
                  <a:lnTo>
                    <a:pt x="1792693" y="936548"/>
                  </a:lnTo>
                  <a:lnTo>
                    <a:pt x="1792693" y="933788"/>
                  </a:lnTo>
                  <a:lnTo>
                    <a:pt x="1788089" y="933788"/>
                  </a:lnTo>
                  <a:lnTo>
                    <a:pt x="1786363" y="932062"/>
                  </a:lnTo>
                  <a:lnTo>
                    <a:pt x="1784638" y="932062"/>
                  </a:lnTo>
                  <a:lnTo>
                    <a:pt x="1781187" y="928612"/>
                  </a:lnTo>
                  <a:lnTo>
                    <a:pt x="1779462" y="928612"/>
                  </a:lnTo>
                  <a:lnTo>
                    <a:pt x="1778545" y="927695"/>
                  </a:lnTo>
                  <a:lnTo>
                    <a:pt x="1778545" y="925969"/>
                  </a:lnTo>
                  <a:lnTo>
                    <a:pt x="1775094" y="922519"/>
                  </a:lnTo>
                  <a:lnTo>
                    <a:pt x="1775094" y="920793"/>
                  </a:lnTo>
                  <a:lnTo>
                    <a:pt x="1770608" y="916189"/>
                  </a:lnTo>
                  <a:close/>
                  <a:moveTo>
                    <a:pt x="1768883" y="912738"/>
                  </a:moveTo>
                  <a:lnTo>
                    <a:pt x="1771643" y="912738"/>
                  </a:lnTo>
                  <a:lnTo>
                    <a:pt x="1771643" y="909287"/>
                  </a:lnTo>
                  <a:lnTo>
                    <a:pt x="1768883" y="909287"/>
                  </a:lnTo>
                  <a:lnTo>
                    <a:pt x="1768883" y="912738"/>
                  </a:lnTo>
                  <a:close/>
                  <a:moveTo>
                    <a:pt x="1803164" y="887202"/>
                  </a:moveTo>
                  <a:lnTo>
                    <a:pt x="1807650" y="891688"/>
                  </a:lnTo>
                  <a:lnTo>
                    <a:pt x="1809375" y="891688"/>
                  </a:lnTo>
                  <a:lnTo>
                    <a:pt x="1815468" y="897781"/>
                  </a:lnTo>
                  <a:lnTo>
                    <a:pt x="1815468" y="899506"/>
                  </a:lnTo>
                  <a:lnTo>
                    <a:pt x="1817194" y="901232"/>
                  </a:lnTo>
                  <a:lnTo>
                    <a:pt x="1817194" y="902957"/>
                  </a:lnTo>
                  <a:lnTo>
                    <a:pt x="1818919" y="904683"/>
                  </a:lnTo>
                  <a:lnTo>
                    <a:pt x="1818919" y="917342"/>
                  </a:lnTo>
                  <a:lnTo>
                    <a:pt x="1817194" y="919068"/>
                  </a:lnTo>
                  <a:lnTo>
                    <a:pt x="1817194" y="920793"/>
                  </a:lnTo>
                  <a:lnTo>
                    <a:pt x="1815468" y="922519"/>
                  </a:lnTo>
                  <a:lnTo>
                    <a:pt x="1815468" y="924244"/>
                  </a:lnTo>
                  <a:lnTo>
                    <a:pt x="1807650" y="932062"/>
                  </a:lnTo>
                  <a:lnTo>
                    <a:pt x="1806496" y="932062"/>
                  </a:lnTo>
                  <a:lnTo>
                    <a:pt x="1806496" y="934823"/>
                  </a:lnTo>
                  <a:lnTo>
                    <a:pt x="1808793" y="934823"/>
                  </a:lnTo>
                  <a:lnTo>
                    <a:pt x="1818229" y="925387"/>
                  </a:lnTo>
                  <a:lnTo>
                    <a:pt x="1818229" y="923662"/>
                  </a:lnTo>
                  <a:lnTo>
                    <a:pt x="1819954" y="921937"/>
                  </a:lnTo>
                  <a:lnTo>
                    <a:pt x="1819954" y="920211"/>
                  </a:lnTo>
                  <a:lnTo>
                    <a:pt x="1821680" y="918486"/>
                  </a:lnTo>
                  <a:lnTo>
                    <a:pt x="1821680" y="903539"/>
                  </a:lnTo>
                  <a:lnTo>
                    <a:pt x="1819954" y="901814"/>
                  </a:lnTo>
                  <a:lnTo>
                    <a:pt x="1819954" y="900088"/>
                  </a:lnTo>
                  <a:lnTo>
                    <a:pt x="1818229" y="898363"/>
                  </a:lnTo>
                  <a:lnTo>
                    <a:pt x="1818229" y="896638"/>
                  </a:lnTo>
                  <a:lnTo>
                    <a:pt x="1808793" y="887202"/>
                  </a:lnTo>
                  <a:lnTo>
                    <a:pt x="1803164" y="887202"/>
                  </a:lnTo>
                  <a:close/>
                  <a:moveTo>
                    <a:pt x="1783494" y="887202"/>
                  </a:moveTo>
                  <a:lnTo>
                    <a:pt x="1780044" y="890653"/>
                  </a:lnTo>
                  <a:lnTo>
                    <a:pt x="1778318" y="890653"/>
                  </a:lnTo>
                  <a:lnTo>
                    <a:pt x="1774059" y="894912"/>
                  </a:lnTo>
                  <a:lnTo>
                    <a:pt x="1774059" y="896638"/>
                  </a:lnTo>
                  <a:lnTo>
                    <a:pt x="1772333" y="898363"/>
                  </a:lnTo>
                  <a:lnTo>
                    <a:pt x="1772333" y="900088"/>
                  </a:lnTo>
                  <a:lnTo>
                    <a:pt x="1770608" y="901814"/>
                  </a:lnTo>
                  <a:lnTo>
                    <a:pt x="1770608" y="905836"/>
                  </a:lnTo>
                  <a:lnTo>
                    <a:pt x="1773369" y="905836"/>
                  </a:lnTo>
                  <a:lnTo>
                    <a:pt x="1773369" y="902957"/>
                  </a:lnTo>
                  <a:lnTo>
                    <a:pt x="1775094" y="901232"/>
                  </a:lnTo>
                  <a:lnTo>
                    <a:pt x="1775094" y="899506"/>
                  </a:lnTo>
                  <a:lnTo>
                    <a:pt x="1784638" y="889963"/>
                  </a:lnTo>
                  <a:lnTo>
                    <a:pt x="1785792" y="889963"/>
                  </a:lnTo>
                  <a:lnTo>
                    <a:pt x="1785792" y="887202"/>
                  </a:lnTo>
                  <a:lnTo>
                    <a:pt x="1783494" y="887202"/>
                  </a:lnTo>
                  <a:close/>
                  <a:moveTo>
                    <a:pt x="1803046" y="888237"/>
                  </a:moveTo>
                  <a:lnTo>
                    <a:pt x="1803046" y="885477"/>
                  </a:lnTo>
                  <a:lnTo>
                    <a:pt x="1797869" y="885477"/>
                  </a:lnTo>
                  <a:lnTo>
                    <a:pt x="1797869" y="888237"/>
                  </a:lnTo>
                  <a:lnTo>
                    <a:pt x="1803046" y="888237"/>
                  </a:lnTo>
                  <a:close/>
                  <a:moveTo>
                    <a:pt x="1794419" y="888237"/>
                  </a:moveTo>
                  <a:lnTo>
                    <a:pt x="1794419" y="885477"/>
                  </a:lnTo>
                  <a:lnTo>
                    <a:pt x="1789242" y="885477"/>
                  </a:lnTo>
                  <a:lnTo>
                    <a:pt x="1789242" y="888237"/>
                  </a:lnTo>
                  <a:lnTo>
                    <a:pt x="1794419" y="888237"/>
                  </a:lnTo>
                  <a:close/>
                  <a:moveTo>
                    <a:pt x="1815873" y="858274"/>
                  </a:moveTo>
                  <a:lnTo>
                    <a:pt x="1813743" y="860404"/>
                  </a:lnTo>
                  <a:lnTo>
                    <a:pt x="1813743" y="862129"/>
                  </a:lnTo>
                  <a:lnTo>
                    <a:pt x="1809375" y="866497"/>
                  </a:lnTo>
                  <a:lnTo>
                    <a:pt x="1807650" y="866497"/>
                  </a:lnTo>
                  <a:lnTo>
                    <a:pt x="1804199" y="869948"/>
                  </a:lnTo>
                  <a:lnTo>
                    <a:pt x="1800748" y="869948"/>
                  </a:lnTo>
                  <a:lnTo>
                    <a:pt x="1799023" y="871673"/>
                  </a:lnTo>
                  <a:lnTo>
                    <a:pt x="1792693" y="871673"/>
                  </a:lnTo>
                  <a:lnTo>
                    <a:pt x="1792693" y="874434"/>
                  </a:lnTo>
                  <a:lnTo>
                    <a:pt x="1800166" y="874434"/>
                  </a:lnTo>
                  <a:lnTo>
                    <a:pt x="1801892" y="872709"/>
                  </a:lnTo>
                  <a:lnTo>
                    <a:pt x="1805343" y="872709"/>
                  </a:lnTo>
                  <a:lnTo>
                    <a:pt x="1807068" y="870983"/>
                  </a:lnTo>
                  <a:lnTo>
                    <a:pt x="1808793" y="870983"/>
                  </a:lnTo>
                  <a:lnTo>
                    <a:pt x="1816504" y="863273"/>
                  </a:lnTo>
                  <a:lnTo>
                    <a:pt x="1815873" y="858274"/>
                  </a:lnTo>
                  <a:close/>
                  <a:moveTo>
                    <a:pt x="1772333" y="855800"/>
                  </a:moveTo>
                  <a:lnTo>
                    <a:pt x="1772333" y="858097"/>
                  </a:lnTo>
                  <a:lnTo>
                    <a:pt x="1774059" y="859822"/>
                  </a:lnTo>
                  <a:lnTo>
                    <a:pt x="1774059" y="861548"/>
                  </a:lnTo>
                  <a:lnTo>
                    <a:pt x="1777510" y="864998"/>
                  </a:lnTo>
                  <a:lnTo>
                    <a:pt x="1777510" y="867532"/>
                  </a:lnTo>
                  <a:lnTo>
                    <a:pt x="1780044" y="867532"/>
                  </a:lnTo>
                  <a:lnTo>
                    <a:pt x="1783494" y="870983"/>
                  </a:lnTo>
                  <a:lnTo>
                    <a:pt x="1785220" y="870983"/>
                  </a:lnTo>
                  <a:lnTo>
                    <a:pt x="1786945" y="872709"/>
                  </a:lnTo>
                  <a:lnTo>
                    <a:pt x="1789242" y="872709"/>
                  </a:lnTo>
                  <a:lnTo>
                    <a:pt x="1789242" y="869948"/>
                  </a:lnTo>
                  <a:lnTo>
                    <a:pt x="1788089" y="869948"/>
                  </a:lnTo>
                  <a:lnTo>
                    <a:pt x="1786363" y="868222"/>
                  </a:lnTo>
                  <a:lnTo>
                    <a:pt x="1784638" y="868222"/>
                  </a:lnTo>
                  <a:lnTo>
                    <a:pt x="1776819" y="860404"/>
                  </a:lnTo>
                  <a:lnTo>
                    <a:pt x="1776819" y="858679"/>
                  </a:lnTo>
                  <a:lnTo>
                    <a:pt x="1775094" y="856953"/>
                  </a:lnTo>
                  <a:lnTo>
                    <a:pt x="1772333" y="855800"/>
                  </a:lnTo>
                  <a:close/>
                  <a:moveTo>
                    <a:pt x="1770608" y="852349"/>
                  </a:moveTo>
                  <a:lnTo>
                    <a:pt x="1773369" y="852349"/>
                  </a:lnTo>
                  <a:lnTo>
                    <a:pt x="1773369" y="847173"/>
                  </a:lnTo>
                  <a:lnTo>
                    <a:pt x="1770608" y="847173"/>
                  </a:lnTo>
                  <a:lnTo>
                    <a:pt x="1770608" y="852349"/>
                  </a:lnTo>
                  <a:close/>
                  <a:moveTo>
                    <a:pt x="1772333" y="839699"/>
                  </a:moveTo>
                  <a:lnTo>
                    <a:pt x="1772333" y="843722"/>
                  </a:lnTo>
                  <a:lnTo>
                    <a:pt x="1775094" y="843722"/>
                  </a:lnTo>
                  <a:lnTo>
                    <a:pt x="1775094" y="840843"/>
                  </a:lnTo>
                  <a:lnTo>
                    <a:pt x="1778545" y="837392"/>
                  </a:lnTo>
                  <a:lnTo>
                    <a:pt x="1778545" y="835667"/>
                  </a:lnTo>
                  <a:lnTo>
                    <a:pt x="1782912" y="831299"/>
                  </a:lnTo>
                  <a:lnTo>
                    <a:pt x="1784638" y="831299"/>
                  </a:lnTo>
                  <a:lnTo>
                    <a:pt x="1786363" y="829573"/>
                  </a:lnTo>
                  <a:lnTo>
                    <a:pt x="1788089" y="829573"/>
                  </a:lnTo>
                  <a:lnTo>
                    <a:pt x="1789814" y="827848"/>
                  </a:lnTo>
                  <a:lnTo>
                    <a:pt x="1802474" y="827848"/>
                  </a:lnTo>
                  <a:lnTo>
                    <a:pt x="1804199" y="829573"/>
                  </a:lnTo>
                  <a:lnTo>
                    <a:pt x="1805925" y="829573"/>
                  </a:lnTo>
                  <a:lnTo>
                    <a:pt x="1809375" y="833024"/>
                  </a:lnTo>
                  <a:lnTo>
                    <a:pt x="1811101" y="833024"/>
                  </a:lnTo>
                  <a:lnTo>
                    <a:pt x="1812018" y="833941"/>
                  </a:lnTo>
                  <a:lnTo>
                    <a:pt x="1812018" y="835667"/>
                  </a:lnTo>
                  <a:lnTo>
                    <a:pt x="1815468" y="839117"/>
                  </a:lnTo>
                  <a:lnTo>
                    <a:pt x="1815468" y="840843"/>
                  </a:lnTo>
                  <a:lnTo>
                    <a:pt x="1817194" y="842568"/>
                  </a:lnTo>
                  <a:lnTo>
                    <a:pt x="1817194" y="855800"/>
                  </a:lnTo>
                  <a:lnTo>
                    <a:pt x="1819954" y="855800"/>
                  </a:lnTo>
                  <a:lnTo>
                    <a:pt x="1819954" y="841425"/>
                  </a:lnTo>
                  <a:lnTo>
                    <a:pt x="1818229" y="839699"/>
                  </a:lnTo>
                  <a:lnTo>
                    <a:pt x="1818229" y="837974"/>
                  </a:lnTo>
                  <a:lnTo>
                    <a:pt x="1814778" y="834523"/>
                  </a:lnTo>
                  <a:lnTo>
                    <a:pt x="1814778" y="832798"/>
                  </a:lnTo>
                  <a:lnTo>
                    <a:pt x="1812244" y="830264"/>
                  </a:lnTo>
                  <a:lnTo>
                    <a:pt x="1810519" y="830264"/>
                  </a:lnTo>
                  <a:lnTo>
                    <a:pt x="1807068" y="826813"/>
                  </a:lnTo>
                  <a:lnTo>
                    <a:pt x="1805343" y="826813"/>
                  </a:lnTo>
                  <a:lnTo>
                    <a:pt x="1803617" y="825087"/>
                  </a:lnTo>
                  <a:lnTo>
                    <a:pt x="1788671" y="825087"/>
                  </a:lnTo>
                  <a:lnTo>
                    <a:pt x="1786945" y="826813"/>
                  </a:lnTo>
                  <a:lnTo>
                    <a:pt x="1785220" y="826813"/>
                  </a:lnTo>
                  <a:lnTo>
                    <a:pt x="1783494" y="828538"/>
                  </a:lnTo>
                  <a:lnTo>
                    <a:pt x="1781769" y="828538"/>
                  </a:lnTo>
                  <a:lnTo>
                    <a:pt x="1775784" y="834523"/>
                  </a:lnTo>
                  <a:lnTo>
                    <a:pt x="1775784" y="836248"/>
                  </a:lnTo>
                  <a:lnTo>
                    <a:pt x="1772333" y="839699"/>
                  </a:lnTo>
                  <a:close/>
                  <a:moveTo>
                    <a:pt x="1792693" y="814045"/>
                  </a:moveTo>
                  <a:lnTo>
                    <a:pt x="1792693" y="811284"/>
                  </a:lnTo>
                  <a:lnTo>
                    <a:pt x="1789242" y="811284"/>
                  </a:lnTo>
                  <a:lnTo>
                    <a:pt x="1789242" y="814045"/>
                  </a:lnTo>
                  <a:lnTo>
                    <a:pt x="1792693" y="814045"/>
                  </a:lnTo>
                  <a:close/>
                  <a:moveTo>
                    <a:pt x="1774059" y="801158"/>
                  </a:moveTo>
                  <a:lnTo>
                    <a:pt x="1777510" y="804609"/>
                  </a:lnTo>
                  <a:lnTo>
                    <a:pt x="1777510" y="806335"/>
                  </a:lnTo>
                  <a:lnTo>
                    <a:pt x="1781769" y="810594"/>
                  </a:lnTo>
                  <a:lnTo>
                    <a:pt x="1783494" y="810594"/>
                  </a:lnTo>
                  <a:lnTo>
                    <a:pt x="1784815" y="811915"/>
                  </a:lnTo>
                  <a:lnTo>
                    <a:pt x="1786768" y="809963"/>
                  </a:lnTo>
                  <a:lnTo>
                    <a:pt x="1784638" y="807833"/>
                  </a:lnTo>
                  <a:lnTo>
                    <a:pt x="1782912" y="807833"/>
                  </a:lnTo>
                  <a:lnTo>
                    <a:pt x="1780270" y="805191"/>
                  </a:lnTo>
                  <a:lnTo>
                    <a:pt x="1780270" y="803466"/>
                  </a:lnTo>
                  <a:lnTo>
                    <a:pt x="1776819" y="800015"/>
                  </a:lnTo>
                  <a:lnTo>
                    <a:pt x="1776819" y="797136"/>
                  </a:lnTo>
                  <a:lnTo>
                    <a:pt x="1774059" y="797136"/>
                  </a:lnTo>
                  <a:lnTo>
                    <a:pt x="1774059" y="801158"/>
                  </a:lnTo>
                  <a:close/>
                  <a:moveTo>
                    <a:pt x="1772333" y="793685"/>
                  </a:moveTo>
                  <a:lnTo>
                    <a:pt x="1775094" y="793685"/>
                  </a:lnTo>
                  <a:lnTo>
                    <a:pt x="1775094" y="790234"/>
                  </a:lnTo>
                  <a:lnTo>
                    <a:pt x="1772333" y="790234"/>
                  </a:lnTo>
                  <a:lnTo>
                    <a:pt x="1772333" y="793685"/>
                  </a:lnTo>
                  <a:close/>
                  <a:moveTo>
                    <a:pt x="1797869" y="772635"/>
                  </a:moveTo>
                  <a:lnTo>
                    <a:pt x="1802474" y="772635"/>
                  </a:lnTo>
                  <a:lnTo>
                    <a:pt x="1804199" y="774361"/>
                  </a:lnTo>
                  <a:lnTo>
                    <a:pt x="1805925" y="774361"/>
                  </a:lnTo>
                  <a:lnTo>
                    <a:pt x="1813743" y="782179"/>
                  </a:lnTo>
                  <a:lnTo>
                    <a:pt x="1813743" y="783904"/>
                  </a:lnTo>
                  <a:lnTo>
                    <a:pt x="1815468" y="785630"/>
                  </a:lnTo>
                  <a:lnTo>
                    <a:pt x="1815468" y="798290"/>
                  </a:lnTo>
                  <a:lnTo>
                    <a:pt x="1813743" y="800015"/>
                  </a:lnTo>
                  <a:lnTo>
                    <a:pt x="1813743" y="801740"/>
                  </a:lnTo>
                  <a:lnTo>
                    <a:pt x="1805925" y="809559"/>
                  </a:lnTo>
                  <a:lnTo>
                    <a:pt x="1804199" y="809559"/>
                  </a:lnTo>
                  <a:lnTo>
                    <a:pt x="1802474" y="811284"/>
                  </a:lnTo>
                  <a:lnTo>
                    <a:pt x="1799595" y="811284"/>
                  </a:lnTo>
                  <a:lnTo>
                    <a:pt x="1799595" y="814045"/>
                  </a:lnTo>
                  <a:lnTo>
                    <a:pt x="1803617" y="814045"/>
                  </a:lnTo>
                  <a:lnTo>
                    <a:pt x="1805343" y="812319"/>
                  </a:lnTo>
                  <a:lnTo>
                    <a:pt x="1807068" y="812319"/>
                  </a:lnTo>
                  <a:lnTo>
                    <a:pt x="1810519" y="808869"/>
                  </a:lnTo>
                  <a:lnTo>
                    <a:pt x="1813053" y="808869"/>
                  </a:lnTo>
                  <a:lnTo>
                    <a:pt x="1813053" y="806335"/>
                  </a:lnTo>
                  <a:lnTo>
                    <a:pt x="1816504" y="802884"/>
                  </a:lnTo>
                  <a:lnTo>
                    <a:pt x="1816504" y="801158"/>
                  </a:lnTo>
                  <a:lnTo>
                    <a:pt x="1818229" y="799433"/>
                  </a:lnTo>
                  <a:lnTo>
                    <a:pt x="1818229" y="784486"/>
                  </a:lnTo>
                  <a:lnTo>
                    <a:pt x="1816504" y="782761"/>
                  </a:lnTo>
                  <a:lnTo>
                    <a:pt x="1816504" y="781036"/>
                  </a:lnTo>
                  <a:lnTo>
                    <a:pt x="1813053" y="777585"/>
                  </a:lnTo>
                  <a:lnTo>
                    <a:pt x="1813053" y="775051"/>
                  </a:lnTo>
                  <a:lnTo>
                    <a:pt x="1810519" y="775051"/>
                  </a:lnTo>
                  <a:lnTo>
                    <a:pt x="1807068" y="771600"/>
                  </a:lnTo>
                  <a:lnTo>
                    <a:pt x="1805343" y="771600"/>
                  </a:lnTo>
                  <a:lnTo>
                    <a:pt x="1803617" y="769875"/>
                  </a:lnTo>
                  <a:lnTo>
                    <a:pt x="1797869" y="772635"/>
                  </a:lnTo>
                  <a:close/>
                  <a:moveTo>
                    <a:pt x="1788671" y="769875"/>
                  </a:moveTo>
                  <a:lnTo>
                    <a:pt x="1786945" y="771600"/>
                  </a:lnTo>
                  <a:lnTo>
                    <a:pt x="1785220" y="771600"/>
                  </a:lnTo>
                  <a:lnTo>
                    <a:pt x="1783494" y="773325"/>
                  </a:lnTo>
                  <a:lnTo>
                    <a:pt x="1781769" y="773325"/>
                  </a:lnTo>
                  <a:lnTo>
                    <a:pt x="1777510" y="777585"/>
                  </a:lnTo>
                  <a:lnTo>
                    <a:pt x="1777510" y="779310"/>
                  </a:lnTo>
                  <a:lnTo>
                    <a:pt x="1774059" y="782761"/>
                  </a:lnTo>
                  <a:lnTo>
                    <a:pt x="1774059" y="786784"/>
                  </a:lnTo>
                  <a:lnTo>
                    <a:pt x="1776819" y="786784"/>
                  </a:lnTo>
                  <a:lnTo>
                    <a:pt x="1776819" y="783904"/>
                  </a:lnTo>
                  <a:lnTo>
                    <a:pt x="1780270" y="780454"/>
                  </a:lnTo>
                  <a:lnTo>
                    <a:pt x="1780270" y="778728"/>
                  </a:lnTo>
                  <a:lnTo>
                    <a:pt x="1781187" y="777811"/>
                  </a:lnTo>
                  <a:lnTo>
                    <a:pt x="1782912" y="777811"/>
                  </a:lnTo>
                  <a:lnTo>
                    <a:pt x="1786363" y="774361"/>
                  </a:lnTo>
                  <a:lnTo>
                    <a:pt x="1788089" y="774361"/>
                  </a:lnTo>
                  <a:lnTo>
                    <a:pt x="1789814" y="772635"/>
                  </a:lnTo>
                  <a:lnTo>
                    <a:pt x="1794419" y="772635"/>
                  </a:lnTo>
                  <a:lnTo>
                    <a:pt x="1794419" y="769875"/>
                  </a:lnTo>
                  <a:lnTo>
                    <a:pt x="1788671" y="769875"/>
                  </a:lnTo>
                  <a:close/>
                  <a:moveTo>
                    <a:pt x="1775784" y="747671"/>
                  </a:moveTo>
                  <a:lnTo>
                    <a:pt x="1779235" y="751122"/>
                  </a:lnTo>
                  <a:lnTo>
                    <a:pt x="1779235" y="752847"/>
                  </a:lnTo>
                  <a:lnTo>
                    <a:pt x="1783494" y="757107"/>
                  </a:lnTo>
                  <a:lnTo>
                    <a:pt x="1785220" y="757107"/>
                  </a:lnTo>
                  <a:lnTo>
                    <a:pt x="1786541" y="758428"/>
                  </a:lnTo>
                  <a:lnTo>
                    <a:pt x="1788493" y="756476"/>
                  </a:lnTo>
                  <a:lnTo>
                    <a:pt x="1786363" y="754346"/>
                  </a:lnTo>
                  <a:lnTo>
                    <a:pt x="1784638" y="754346"/>
                  </a:lnTo>
                  <a:lnTo>
                    <a:pt x="1781996" y="751704"/>
                  </a:lnTo>
                  <a:lnTo>
                    <a:pt x="1781996" y="749978"/>
                  </a:lnTo>
                  <a:lnTo>
                    <a:pt x="1778545" y="746527"/>
                  </a:lnTo>
                  <a:lnTo>
                    <a:pt x="1778545" y="741923"/>
                  </a:lnTo>
                  <a:lnTo>
                    <a:pt x="1775784" y="741923"/>
                  </a:lnTo>
                  <a:lnTo>
                    <a:pt x="1775784" y="747671"/>
                  </a:lnTo>
                  <a:close/>
                  <a:moveTo>
                    <a:pt x="1803795" y="723920"/>
                  </a:moveTo>
                  <a:lnTo>
                    <a:pt x="1805925" y="726049"/>
                  </a:lnTo>
                  <a:lnTo>
                    <a:pt x="1807650" y="726049"/>
                  </a:lnTo>
                  <a:lnTo>
                    <a:pt x="1808567" y="726966"/>
                  </a:lnTo>
                  <a:lnTo>
                    <a:pt x="1808567" y="728692"/>
                  </a:lnTo>
                  <a:lnTo>
                    <a:pt x="1812018" y="732142"/>
                  </a:lnTo>
                  <a:lnTo>
                    <a:pt x="1812018" y="733868"/>
                  </a:lnTo>
                  <a:lnTo>
                    <a:pt x="1813743" y="735593"/>
                  </a:lnTo>
                  <a:lnTo>
                    <a:pt x="1813743" y="744802"/>
                  </a:lnTo>
                  <a:lnTo>
                    <a:pt x="1812018" y="746527"/>
                  </a:lnTo>
                  <a:lnTo>
                    <a:pt x="1812018" y="748253"/>
                  </a:lnTo>
                  <a:lnTo>
                    <a:pt x="1804199" y="756071"/>
                  </a:lnTo>
                  <a:lnTo>
                    <a:pt x="1802474" y="756071"/>
                  </a:lnTo>
                  <a:lnTo>
                    <a:pt x="1800748" y="757797"/>
                  </a:lnTo>
                  <a:lnTo>
                    <a:pt x="1790968" y="757797"/>
                  </a:lnTo>
                  <a:lnTo>
                    <a:pt x="1790968" y="760557"/>
                  </a:lnTo>
                  <a:lnTo>
                    <a:pt x="1801892" y="760557"/>
                  </a:lnTo>
                  <a:lnTo>
                    <a:pt x="1803617" y="758832"/>
                  </a:lnTo>
                  <a:lnTo>
                    <a:pt x="1805343" y="758832"/>
                  </a:lnTo>
                  <a:lnTo>
                    <a:pt x="1808793" y="755381"/>
                  </a:lnTo>
                  <a:lnTo>
                    <a:pt x="1811327" y="755381"/>
                  </a:lnTo>
                  <a:lnTo>
                    <a:pt x="1811327" y="752847"/>
                  </a:lnTo>
                  <a:lnTo>
                    <a:pt x="1814778" y="749396"/>
                  </a:lnTo>
                  <a:lnTo>
                    <a:pt x="1814778" y="747671"/>
                  </a:lnTo>
                  <a:lnTo>
                    <a:pt x="1816504" y="745946"/>
                  </a:lnTo>
                  <a:lnTo>
                    <a:pt x="1816504" y="734450"/>
                  </a:lnTo>
                  <a:lnTo>
                    <a:pt x="1814778" y="732724"/>
                  </a:lnTo>
                  <a:lnTo>
                    <a:pt x="1814778" y="730999"/>
                  </a:lnTo>
                  <a:lnTo>
                    <a:pt x="1813053" y="729273"/>
                  </a:lnTo>
                  <a:lnTo>
                    <a:pt x="1813053" y="727548"/>
                  </a:lnTo>
                  <a:lnTo>
                    <a:pt x="1808793" y="723289"/>
                  </a:lnTo>
                  <a:lnTo>
                    <a:pt x="1803795" y="723920"/>
                  </a:lnTo>
                  <a:close/>
                  <a:moveTo>
                    <a:pt x="1775784" y="732724"/>
                  </a:moveTo>
                  <a:lnTo>
                    <a:pt x="1775784" y="738472"/>
                  </a:lnTo>
                  <a:lnTo>
                    <a:pt x="1778545" y="738472"/>
                  </a:lnTo>
                  <a:lnTo>
                    <a:pt x="1778545" y="733868"/>
                  </a:lnTo>
                  <a:lnTo>
                    <a:pt x="1780270" y="732142"/>
                  </a:lnTo>
                  <a:lnTo>
                    <a:pt x="1780270" y="730417"/>
                  </a:lnTo>
                  <a:lnTo>
                    <a:pt x="1786363" y="724324"/>
                  </a:lnTo>
                  <a:lnTo>
                    <a:pt x="1788089" y="724324"/>
                  </a:lnTo>
                  <a:lnTo>
                    <a:pt x="1789814" y="722599"/>
                  </a:lnTo>
                  <a:lnTo>
                    <a:pt x="1801320" y="722599"/>
                  </a:lnTo>
                  <a:lnTo>
                    <a:pt x="1801320" y="719838"/>
                  </a:lnTo>
                  <a:lnTo>
                    <a:pt x="1788671" y="719838"/>
                  </a:lnTo>
                  <a:lnTo>
                    <a:pt x="1786945" y="721563"/>
                  </a:lnTo>
                  <a:lnTo>
                    <a:pt x="1785220" y="721563"/>
                  </a:lnTo>
                  <a:lnTo>
                    <a:pt x="1777510" y="729273"/>
                  </a:lnTo>
                  <a:lnTo>
                    <a:pt x="1777510" y="730999"/>
                  </a:lnTo>
                  <a:lnTo>
                    <a:pt x="1775784" y="732724"/>
                  </a:lnTo>
                  <a:close/>
                  <a:moveTo>
                    <a:pt x="1810292" y="693612"/>
                  </a:moveTo>
                  <a:lnTo>
                    <a:pt x="1810292" y="696491"/>
                  </a:lnTo>
                  <a:lnTo>
                    <a:pt x="1808567" y="698216"/>
                  </a:lnTo>
                  <a:lnTo>
                    <a:pt x="1808567" y="699942"/>
                  </a:lnTo>
                  <a:lnTo>
                    <a:pt x="1805925" y="702584"/>
                  </a:lnTo>
                  <a:lnTo>
                    <a:pt x="1804199" y="702584"/>
                  </a:lnTo>
                  <a:lnTo>
                    <a:pt x="1800748" y="706035"/>
                  </a:lnTo>
                  <a:lnTo>
                    <a:pt x="1791539" y="706035"/>
                  </a:lnTo>
                  <a:lnTo>
                    <a:pt x="1789814" y="704309"/>
                  </a:lnTo>
                  <a:lnTo>
                    <a:pt x="1788089" y="704309"/>
                  </a:lnTo>
                  <a:lnTo>
                    <a:pt x="1781996" y="698216"/>
                  </a:lnTo>
                  <a:lnTo>
                    <a:pt x="1781996" y="695337"/>
                  </a:lnTo>
                  <a:lnTo>
                    <a:pt x="1779235" y="695337"/>
                  </a:lnTo>
                  <a:lnTo>
                    <a:pt x="1779235" y="699360"/>
                  </a:lnTo>
                  <a:lnTo>
                    <a:pt x="1786945" y="707070"/>
                  </a:lnTo>
                  <a:lnTo>
                    <a:pt x="1788671" y="707070"/>
                  </a:lnTo>
                  <a:lnTo>
                    <a:pt x="1790396" y="708795"/>
                  </a:lnTo>
                  <a:lnTo>
                    <a:pt x="1801892" y="708795"/>
                  </a:lnTo>
                  <a:lnTo>
                    <a:pt x="1803617" y="707070"/>
                  </a:lnTo>
                  <a:lnTo>
                    <a:pt x="1805343" y="707070"/>
                  </a:lnTo>
                  <a:lnTo>
                    <a:pt x="1811327" y="701085"/>
                  </a:lnTo>
                  <a:lnTo>
                    <a:pt x="1811327" y="699360"/>
                  </a:lnTo>
                  <a:lnTo>
                    <a:pt x="1813053" y="697634"/>
                  </a:lnTo>
                  <a:lnTo>
                    <a:pt x="1810292" y="693612"/>
                  </a:lnTo>
                  <a:close/>
                  <a:moveTo>
                    <a:pt x="1777510" y="691886"/>
                  </a:moveTo>
                  <a:lnTo>
                    <a:pt x="1780270" y="691886"/>
                  </a:lnTo>
                  <a:lnTo>
                    <a:pt x="1780270" y="690161"/>
                  </a:lnTo>
                  <a:lnTo>
                    <a:pt x="1777510" y="690161"/>
                  </a:lnTo>
                  <a:lnTo>
                    <a:pt x="1777510" y="691886"/>
                  </a:lnTo>
                  <a:close/>
                  <a:moveTo>
                    <a:pt x="1804199" y="679463"/>
                  </a:moveTo>
                  <a:lnTo>
                    <a:pt x="1805925" y="679463"/>
                  </a:lnTo>
                  <a:lnTo>
                    <a:pt x="1808567" y="682106"/>
                  </a:lnTo>
                  <a:lnTo>
                    <a:pt x="1808567" y="683831"/>
                  </a:lnTo>
                  <a:lnTo>
                    <a:pt x="1810292" y="685557"/>
                  </a:lnTo>
                  <a:lnTo>
                    <a:pt x="1810292" y="690161"/>
                  </a:lnTo>
                  <a:lnTo>
                    <a:pt x="1813053" y="690161"/>
                  </a:lnTo>
                  <a:lnTo>
                    <a:pt x="1813053" y="684413"/>
                  </a:lnTo>
                  <a:lnTo>
                    <a:pt x="1811327" y="682688"/>
                  </a:lnTo>
                  <a:lnTo>
                    <a:pt x="1811327" y="680962"/>
                  </a:lnTo>
                  <a:lnTo>
                    <a:pt x="1807068" y="676703"/>
                  </a:lnTo>
                  <a:lnTo>
                    <a:pt x="1805343" y="676703"/>
                  </a:lnTo>
                  <a:lnTo>
                    <a:pt x="1804022" y="675382"/>
                  </a:lnTo>
                  <a:lnTo>
                    <a:pt x="1802069" y="677334"/>
                  </a:lnTo>
                  <a:lnTo>
                    <a:pt x="1804199" y="679463"/>
                  </a:lnTo>
                  <a:close/>
                  <a:moveTo>
                    <a:pt x="1779235" y="682688"/>
                  </a:moveTo>
                  <a:lnTo>
                    <a:pt x="1779235" y="686710"/>
                  </a:lnTo>
                  <a:lnTo>
                    <a:pt x="1781996" y="686710"/>
                  </a:lnTo>
                  <a:lnTo>
                    <a:pt x="1781996" y="683831"/>
                  </a:lnTo>
                  <a:lnTo>
                    <a:pt x="1788089" y="677738"/>
                  </a:lnTo>
                  <a:lnTo>
                    <a:pt x="1789242" y="677738"/>
                  </a:lnTo>
                  <a:lnTo>
                    <a:pt x="1789242" y="674977"/>
                  </a:lnTo>
                  <a:lnTo>
                    <a:pt x="1786945" y="674977"/>
                  </a:lnTo>
                  <a:lnTo>
                    <a:pt x="1779235" y="682688"/>
                  </a:lnTo>
                  <a:close/>
                  <a:moveTo>
                    <a:pt x="1799595" y="676013"/>
                  </a:moveTo>
                  <a:lnTo>
                    <a:pt x="1799595" y="673252"/>
                  </a:lnTo>
                  <a:lnTo>
                    <a:pt x="1792693" y="673252"/>
                  </a:lnTo>
                  <a:lnTo>
                    <a:pt x="1792693" y="676013"/>
                  </a:lnTo>
                  <a:lnTo>
                    <a:pt x="1799595" y="676013"/>
                  </a:lnTo>
                  <a:close/>
                  <a:moveTo>
                    <a:pt x="1790396" y="631842"/>
                  </a:moveTo>
                  <a:lnTo>
                    <a:pt x="1786137" y="636102"/>
                  </a:lnTo>
                  <a:lnTo>
                    <a:pt x="1786137" y="637827"/>
                  </a:lnTo>
                  <a:lnTo>
                    <a:pt x="1784411" y="639553"/>
                  </a:lnTo>
                  <a:lnTo>
                    <a:pt x="1784411" y="645872"/>
                  </a:lnTo>
                  <a:lnTo>
                    <a:pt x="1786137" y="647598"/>
                  </a:lnTo>
                  <a:lnTo>
                    <a:pt x="1786137" y="649323"/>
                  </a:lnTo>
                  <a:lnTo>
                    <a:pt x="1788671" y="651857"/>
                  </a:lnTo>
                  <a:lnTo>
                    <a:pt x="1790396" y="651857"/>
                  </a:lnTo>
                  <a:lnTo>
                    <a:pt x="1792121" y="653582"/>
                  </a:lnTo>
                  <a:lnTo>
                    <a:pt x="1800166" y="653582"/>
                  </a:lnTo>
                  <a:lnTo>
                    <a:pt x="1806151" y="647598"/>
                  </a:lnTo>
                  <a:lnTo>
                    <a:pt x="1806151" y="645301"/>
                  </a:lnTo>
                  <a:lnTo>
                    <a:pt x="1803391" y="645301"/>
                  </a:lnTo>
                  <a:lnTo>
                    <a:pt x="1803391" y="646454"/>
                  </a:lnTo>
                  <a:lnTo>
                    <a:pt x="1799023" y="650822"/>
                  </a:lnTo>
                  <a:lnTo>
                    <a:pt x="1793265" y="650822"/>
                  </a:lnTo>
                  <a:lnTo>
                    <a:pt x="1787172" y="644729"/>
                  </a:lnTo>
                  <a:lnTo>
                    <a:pt x="1787172" y="640696"/>
                  </a:lnTo>
                  <a:lnTo>
                    <a:pt x="1788897" y="638971"/>
                  </a:lnTo>
                  <a:lnTo>
                    <a:pt x="1788897" y="637245"/>
                  </a:lnTo>
                  <a:lnTo>
                    <a:pt x="1791539" y="634603"/>
                  </a:lnTo>
                  <a:lnTo>
                    <a:pt x="1799023" y="634603"/>
                  </a:lnTo>
                  <a:lnTo>
                    <a:pt x="1803391" y="638971"/>
                  </a:lnTo>
                  <a:lnTo>
                    <a:pt x="1803391" y="640124"/>
                  </a:lnTo>
                  <a:lnTo>
                    <a:pt x="1806151" y="640124"/>
                  </a:lnTo>
                  <a:lnTo>
                    <a:pt x="1806151" y="637827"/>
                  </a:lnTo>
                  <a:lnTo>
                    <a:pt x="1804426" y="636102"/>
                  </a:lnTo>
                  <a:lnTo>
                    <a:pt x="1804426" y="633568"/>
                  </a:lnTo>
                  <a:lnTo>
                    <a:pt x="1801892" y="633568"/>
                  </a:lnTo>
                  <a:lnTo>
                    <a:pt x="1800166" y="631842"/>
                  </a:lnTo>
                  <a:lnTo>
                    <a:pt x="1790396" y="631842"/>
                  </a:lnTo>
                  <a:close/>
                  <a:moveTo>
                    <a:pt x="492893" y="623215"/>
                  </a:moveTo>
                  <a:lnTo>
                    <a:pt x="491168" y="624941"/>
                  </a:lnTo>
                  <a:lnTo>
                    <a:pt x="487717" y="624941"/>
                  </a:lnTo>
                  <a:lnTo>
                    <a:pt x="483458" y="629200"/>
                  </a:lnTo>
                  <a:lnTo>
                    <a:pt x="483458" y="636673"/>
                  </a:lnTo>
                  <a:lnTo>
                    <a:pt x="486218" y="636673"/>
                  </a:lnTo>
                  <a:lnTo>
                    <a:pt x="486218" y="632069"/>
                  </a:lnTo>
                  <a:lnTo>
                    <a:pt x="490586" y="627701"/>
                  </a:lnTo>
                  <a:lnTo>
                    <a:pt x="496344" y="627701"/>
                  </a:lnTo>
                  <a:lnTo>
                    <a:pt x="498070" y="629427"/>
                  </a:lnTo>
                  <a:lnTo>
                    <a:pt x="499795" y="629427"/>
                  </a:lnTo>
                  <a:lnTo>
                    <a:pt x="500712" y="630344"/>
                  </a:lnTo>
                  <a:lnTo>
                    <a:pt x="500712" y="632069"/>
                  </a:lnTo>
                  <a:lnTo>
                    <a:pt x="502841" y="634199"/>
                  </a:lnTo>
                  <a:lnTo>
                    <a:pt x="504794" y="632247"/>
                  </a:lnTo>
                  <a:lnTo>
                    <a:pt x="503472" y="630926"/>
                  </a:lnTo>
                  <a:lnTo>
                    <a:pt x="503472" y="629200"/>
                  </a:lnTo>
                  <a:lnTo>
                    <a:pt x="499213" y="624941"/>
                  </a:lnTo>
                  <a:lnTo>
                    <a:pt x="497488" y="624941"/>
                  </a:lnTo>
                  <a:lnTo>
                    <a:pt x="495762" y="623215"/>
                  </a:lnTo>
                  <a:lnTo>
                    <a:pt x="492893" y="623215"/>
                  </a:lnTo>
                  <a:close/>
                  <a:moveTo>
                    <a:pt x="1433238" y="578355"/>
                  </a:moveTo>
                  <a:lnTo>
                    <a:pt x="1428978" y="582614"/>
                  </a:lnTo>
                  <a:lnTo>
                    <a:pt x="1428978" y="586065"/>
                  </a:lnTo>
                  <a:lnTo>
                    <a:pt x="1427253" y="587790"/>
                  </a:lnTo>
                  <a:lnTo>
                    <a:pt x="1427253" y="590659"/>
                  </a:lnTo>
                  <a:lnTo>
                    <a:pt x="1431739" y="595145"/>
                  </a:lnTo>
                  <a:lnTo>
                    <a:pt x="1431739" y="589516"/>
                  </a:lnTo>
                  <a:lnTo>
                    <a:pt x="1430585" y="588362"/>
                  </a:lnTo>
                  <a:lnTo>
                    <a:pt x="1431739" y="587209"/>
                  </a:lnTo>
                  <a:lnTo>
                    <a:pt x="1431739" y="585483"/>
                  </a:lnTo>
                  <a:lnTo>
                    <a:pt x="1436107" y="581116"/>
                  </a:lnTo>
                  <a:lnTo>
                    <a:pt x="1441865" y="581116"/>
                  </a:lnTo>
                  <a:lnTo>
                    <a:pt x="1446232" y="585483"/>
                  </a:lnTo>
                  <a:lnTo>
                    <a:pt x="1446232" y="587209"/>
                  </a:lnTo>
                  <a:lnTo>
                    <a:pt x="1447386" y="588362"/>
                  </a:lnTo>
                  <a:lnTo>
                    <a:pt x="1446232" y="589516"/>
                  </a:lnTo>
                  <a:lnTo>
                    <a:pt x="1446232" y="595145"/>
                  </a:lnTo>
                  <a:lnTo>
                    <a:pt x="1450718" y="590659"/>
                  </a:lnTo>
                  <a:lnTo>
                    <a:pt x="1450718" y="587790"/>
                  </a:lnTo>
                  <a:lnTo>
                    <a:pt x="1448993" y="586065"/>
                  </a:lnTo>
                  <a:lnTo>
                    <a:pt x="1448993" y="582614"/>
                  </a:lnTo>
                  <a:lnTo>
                    <a:pt x="1444734" y="578355"/>
                  </a:lnTo>
                  <a:lnTo>
                    <a:pt x="1433238" y="578355"/>
                  </a:lnTo>
                  <a:close/>
                  <a:moveTo>
                    <a:pt x="314023" y="477710"/>
                  </a:moveTo>
                  <a:lnTo>
                    <a:pt x="311726" y="480007"/>
                  </a:lnTo>
                  <a:lnTo>
                    <a:pt x="308275" y="480007"/>
                  </a:lnTo>
                  <a:lnTo>
                    <a:pt x="304016" y="484266"/>
                  </a:lnTo>
                  <a:lnTo>
                    <a:pt x="304016" y="485992"/>
                  </a:lnTo>
                  <a:lnTo>
                    <a:pt x="302291" y="487717"/>
                  </a:lnTo>
                  <a:lnTo>
                    <a:pt x="302291" y="492311"/>
                  </a:lnTo>
                  <a:lnTo>
                    <a:pt x="304420" y="494441"/>
                  </a:lnTo>
                  <a:lnTo>
                    <a:pt x="306372" y="492489"/>
                  </a:lnTo>
                  <a:lnTo>
                    <a:pt x="305051" y="491168"/>
                  </a:lnTo>
                  <a:lnTo>
                    <a:pt x="305051" y="488861"/>
                  </a:lnTo>
                  <a:lnTo>
                    <a:pt x="306777" y="487135"/>
                  </a:lnTo>
                  <a:lnTo>
                    <a:pt x="306777" y="485410"/>
                  </a:lnTo>
                  <a:lnTo>
                    <a:pt x="309419" y="482768"/>
                  </a:lnTo>
                  <a:lnTo>
                    <a:pt x="316902" y="482768"/>
                  </a:lnTo>
                  <a:lnTo>
                    <a:pt x="321270" y="487135"/>
                  </a:lnTo>
                  <a:lnTo>
                    <a:pt x="321270" y="495072"/>
                  </a:lnTo>
                  <a:lnTo>
                    <a:pt x="326328" y="490014"/>
                  </a:lnTo>
                  <a:lnTo>
                    <a:pt x="324031" y="487717"/>
                  </a:lnTo>
                  <a:lnTo>
                    <a:pt x="324031" y="484266"/>
                  </a:lnTo>
                  <a:lnTo>
                    <a:pt x="319771" y="480007"/>
                  </a:lnTo>
                  <a:lnTo>
                    <a:pt x="316320" y="480007"/>
                  </a:lnTo>
                  <a:lnTo>
                    <a:pt x="314023" y="477710"/>
                  </a:lnTo>
                  <a:close/>
                  <a:moveTo>
                    <a:pt x="659449" y="439978"/>
                  </a:moveTo>
                  <a:lnTo>
                    <a:pt x="659449" y="445726"/>
                  </a:lnTo>
                  <a:lnTo>
                    <a:pt x="661174" y="447451"/>
                  </a:lnTo>
                  <a:lnTo>
                    <a:pt x="661174" y="449985"/>
                  </a:lnTo>
                  <a:lnTo>
                    <a:pt x="663708" y="449985"/>
                  </a:lnTo>
                  <a:lnTo>
                    <a:pt x="665434" y="451710"/>
                  </a:lnTo>
                  <a:lnTo>
                    <a:pt x="675204" y="451710"/>
                  </a:lnTo>
                  <a:lnTo>
                    <a:pt x="681189" y="445726"/>
                  </a:lnTo>
                  <a:lnTo>
                    <a:pt x="681189" y="439978"/>
                  </a:lnTo>
                  <a:lnTo>
                    <a:pt x="678428" y="439978"/>
                  </a:lnTo>
                  <a:lnTo>
                    <a:pt x="678428" y="442857"/>
                  </a:lnTo>
                  <a:lnTo>
                    <a:pt x="676703" y="444582"/>
                  </a:lnTo>
                  <a:lnTo>
                    <a:pt x="676703" y="446307"/>
                  </a:lnTo>
                  <a:lnTo>
                    <a:pt x="675786" y="447224"/>
                  </a:lnTo>
                  <a:lnTo>
                    <a:pt x="674061" y="447224"/>
                  </a:lnTo>
                  <a:lnTo>
                    <a:pt x="672335" y="448950"/>
                  </a:lnTo>
                  <a:lnTo>
                    <a:pt x="668302" y="448950"/>
                  </a:lnTo>
                  <a:lnTo>
                    <a:pt x="666577" y="447224"/>
                  </a:lnTo>
                  <a:lnTo>
                    <a:pt x="664852" y="447224"/>
                  </a:lnTo>
                  <a:lnTo>
                    <a:pt x="663935" y="446307"/>
                  </a:lnTo>
                  <a:lnTo>
                    <a:pt x="663935" y="444582"/>
                  </a:lnTo>
                  <a:lnTo>
                    <a:pt x="659449" y="439978"/>
                  </a:lnTo>
                  <a:close/>
                  <a:moveTo>
                    <a:pt x="674061" y="434456"/>
                  </a:moveTo>
                  <a:lnTo>
                    <a:pt x="677107" y="437503"/>
                  </a:lnTo>
                  <a:lnTo>
                    <a:pt x="679059" y="435551"/>
                  </a:lnTo>
                  <a:lnTo>
                    <a:pt x="675204" y="431696"/>
                  </a:lnTo>
                  <a:lnTo>
                    <a:pt x="672907" y="431696"/>
                  </a:lnTo>
                  <a:lnTo>
                    <a:pt x="672907" y="434456"/>
                  </a:lnTo>
                  <a:lnTo>
                    <a:pt x="674061" y="434456"/>
                  </a:lnTo>
                  <a:close/>
                  <a:moveTo>
                    <a:pt x="661578" y="435551"/>
                  </a:moveTo>
                  <a:lnTo>
                    <a:pt x="663531" y="437503"/>
                  </a:lnTo>
                  <a:lnTo>
                    <a:pt x="666577" y="434456"/>
                  </a:lnTo>
                  <a:lnTo>
                    <a:pt x="667731" y="434456"/>
                  </a:lnTo>
                  <a:lnTo>
                    <a:pt x="667731" y="431696"/>
                  </a:lnTo>
                  <a:lnTo>
                    <a:pt x="665434" y="431696"/>
                  </a:lnTo>
                  <a:lnTo>
                    <a:pt x="661578" y="435551"/>
                  </a:lnTo>
                  <a:close/>
                  <a:moveTo>
                    <a:pt x="481387" y="293092"/>
                  </a:moveTo>
                  <a:lnTo>
                    <a:pt x="479090" y="295389"/>
                  </a:lnTo>
                  <a:lnTo>
                    <a:pt x="475639" y="295389"/>
                  </a:lnTo>
                  <a:lnTo>
                    <a:pt x="471380" y="299648"/>
                  </a:lnTo>
                  <a:lnTo>
                    <a:pt x="471380" y="301374"/>
                  </a:lnTo>
                  <a:lnTo>
                    <a:pt x="469655" y="303099"/>
                  </a:lnTo>
                  <a:lnTo>
                    <a:pt x="469655" y="307693"/>
                  </a:lnTo>
                  <a:lnTo>
                    <a:pt x="471784" y="309823"/>
                  </a:lnTo>
                  <a:lnTo>
                    <a:pt x="473736" y="307871"/>
                  </a:lnTo>
                  <a:lnTo>
                    <a:pt x="472415" y="306550"/>
                  </a:lnTo>
                  <a:lnTo>
                    <a:pt x="472415" y="304243"/>
                  </a:lnTo>
                  <a:lnTo>
                    <a:pt x="474141" y="302517"/>
                  </a:lnTo>
                  <a:lnTo>
                    <a:pt x="474141" y="300792"/>
                  </a:lnTo>
                  <a:lnTo>
                    <a:pt x="475057" y="299875"/>
                  </a:lnTo>
                  <a:lnTo>
                    <a:pt x="476783" y="299875"/>
                  </a:lnTo>
                  <a:lnTo>
                    <a:pt x="478508" y="298150"/>
                  </a:lnTo>
                  <a:lnTo>
                    <a:pt x="480234" y="298150"/>
                  </a:lnTo>
                  <a:lnTo>
                    <a:pt x="481387" y="296996"/>
                  </a:lnTo>
                  <a:lnTo>
                    <a:pt x="482541" y="298150"/>
                  </a:lnTo>
                  <a:lnTo>
                    <a:pt x="484266" y="298150"/>
                  </a:lnTo>
                  <a:lnTo>
                    <a:pt x="488634" y="302517"/>
                  </a:lnTo>
                  <a:lnTo>
                    <a:pt x="488634" y="304243"/>
                  </a:lnTo>
                  <a:lnTo>
                    <a:pt x="490359" y="305968"/>
                  </a:lnTo>
                  <a:lnTo>
                    <a:pt x="490359" y="306550"/>
                  </a:lnTo>
                  <a:lnTo>
                    <a:pt x="489038" y="307871"/>
                  </a:lnTo>
                  <a:lnTo>
                    <a:pt x="490990" y="309823"/>
                  </a:lnTo>
                  <a:lnTo>
                    <a:pt x="493120" y="307693"/>
                  </a:lnTo>
                  <a:lnTo>
                    <a:pt x="493120" y="304824"/>
                  </a:lnTo>
                  <a:lnTo>
                    <a:pt x="491395" y="303099"/>
                  </a:lnTo>
                  <a:lnTo>
                    <a:pt x="491395" y="299648"/>
                  </a:lnTo>
                  <a:lnTo>
                    <a:pt x="487135" y="295389"/>
                  </a:lnTo>
                  <a:lnTo>
                    <a:pt x="483684" y="295389"/>
                  </a:lnTo>
                  <a:lnTo>
                    <a:pt x="481387" y="293092"/>
                  </a:lnTo>
                  <a:close/>
                  <a:moveTo>
                    <a:pt x="1262019" y="94148"/>
                  </a:moveTo>
                  <a:lnTo>
                    <a:pt x="1263340" y="95469"/>
                  </a:lnTo>
                  <a:lnTo>
                    <a:pt x="1263340" y="97776"/>
                  </a:lnTo>
                  <a:lnTo>
                    <a:pt x="1261614" y="99502"/>
                  </a:lnTo>
                  <a:lnTo>
                    <a:pt x="1261614" y="102952"/>
                  </a:lnTo>
                  <a:lnTo>
                    <a:pt x="1253796" y="110771"/>
                  </a:lnTo>
                  <a:lnTo>
                    <a:pt x="1250345" y="110771"/>
                  </a:lnTo>
                  <a:lnTo>
                    <a:pt x="1248620" y="112496"/>
                  </a:lnTo>
                  <a:lnTo>
                    <a:pt x="1248038" y="112496"/>
                  </a:lnTo>
                  <a:lnTo>
                    <a:pt x="1246312" y="110771"/>
                  </a:lnTo>
                  <a:lnTo>
                    <a:pt x="1242861" y="110771"/>
                  </a:lnTo>
                  <a:lnTo>
                    <a:pt x="1241136" y="109045"/>
                  </a:lnTo>
                  <a:lnTo>
                    <a:pt x="1239411" y="109045"/>
                  </a:lnTo>
                  <a:lnTo>
                    <a:pt x="1235043" y="104678"/>
                  </a:lnTo>
                  <a:lnTo>
                    <a:pt x="1235043" y="102952"/>
                  </a:lnTo>
                  <a:lnTo>
                    <a:pt x="1233318" y="101227"/>
                  </a:lnTo>
                  <a:lnTo>
                    <a:pt x="1233318" y="96623"/>
                  </a:lnTo>
                  <a:lnTo>
                    <a:pt x="1230557" y="96623"/>
                  </a:lnTo>
                  <a:lnTo>
                    <a:pt x="1230557" y="102370"/>
                  </a:lnTo>
                  <a:lnTo>
                    <a:pt x="1232282" y="104096"/>
                  </a:lnTo>
                  <a:lnTo>
                    <a:pt x="1232282" y="105821"/>
                  </a:lnTo>
                  <a:lnTo>
                    <a:pt x="1234008" y="107547"/>
                  </a:lnTo>
                  <a:lnTo>
                    <a:pt x="1234008" y="110081"/>
                  </a:lnTo>
                  <a:lnTo>
                    <a:pt x="1236542" y="110081"/>
                  </a:lnTo>
                  <a:lnTo>
                    <a:pt x="1239993" y="113531"/>
                  </a:lnTo>
                  <a:lnTo>
                    <a:pt x="1245169" y="113531"/>
                  </a:lnTo>
                  <a:lnTo>
                    <a:pt x="1246894" y="115257"/>
                  </a:lnTo>
                  <a:lnTo>
                    <a:pt x="1249763" y="115257"/>
                  </a:lnTo>
                  <a:lnTo>
                    <a:pt x="1251489" y="113531"/>
                  </a:lnTo>
                  <a:lnTo>
                    <a:pt x="1254939" y="113531"/>
                  </a:lnTo>
                  <a:lnTo>
                    <a:pt x="1256665" y="111806"/>
                  </a:lnTo>
                  <a:lnTo>
                    <a:pt x="1258390" y="111806"/>
                  </a:lnTo>
                  <a:lnTo>
                    <a:pt x="1262649" y="107547"/>
                  </a:lnTo>
                  <a:lnTo>
                    <a:pt x="1262649" y="105821"/>
                  </a:lnTo>
                  <a:lnTo>
                    <a:pt x="1264375" y="104096"/>
                  </a:lnTo>
                  <a:lnTo>
                    <a:pt x="1264375" y="102370"/>
                  </a:lnTo>
                  <a:lnTo>
                    <a:pt x="1266100" y="100645"/>
                  </a:lnTo>
                  <a:lnTo>
                    <a:pt x="1266100" y="94325"/>
                  </a:lnTo>
                  <a:lnTo>
                    <a:pt x="1262019" y="94148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100" name="Text: Arginine and proline metabolism"/>
            <p:cNvSpPr/>
            <p:nvPr/>
          </p:nvSpPr>
          <p:spPr>
            <a:xfrm>
              <a:off x="994027" y="50714"/>
              <a:ext cx="575664" cy="528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2101" name="Text: Serotonin receptor agonists/antagonists"/>
            <p:cNvSpPr/>
            <p:nvPr/>
          </p:nvSpPr>
          <p:spPr>
            <a:xfrm>
              <a:off x="112151" y="315345"/>
              <a:ext cx="698788" cy="520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2102" name="Text: cAMP signaling pathway"/>
            <p:cNvSpPr/>
            <p:nvPr/>
          </p:nvSpPr>
          <p:spPr>
            <a:xfrm>
              <a:off x="484838" y="394061"/>
              <a:ext cx="440328" cy="529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2103" name="Text: Gap junction"/>
            <p:cNvSpPr/>
            <p:nvPr/>
          </p:nvSpPr>
          <p:spPr>
            <a:xfrm>
              <a:off x="181167" y="499784"/>
              <a:ext cx="224302" cy="518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2104" name="Text: number of genes"/>
            <p:cNvSpPr/>
            <p:nvPr/>
          </p:nvSpPr>
          <p:spPr>
            <a:xfrm>
              <a:off x="1766812" y="578554"/>
              <a:ext cx="217401" cy="373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1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number of genes</a:t>
              </a:r>
            </a:p>
          </p:txBody>
        </p:sp>
        <p:sp>
          <p:nvSpPr>
            <p:cNvPr id="2105" name="Text: Thermogenesis"/>
            <p:cNvSpPr/>
            <p:nvPr/>
          </p:nvSpPr>
          <p:spPr>
            <a:xfrm>
              <a:off x="1278523" y="597644"/>
              <a:ext cx="282184" cy="5307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2106" name="Text: 1"/>
            <p:cNvSpPr/>
            <p:nvPr/>
          </p:nvSpPr>
          <p:spPr>
            <a:xfrm>
              <a:off x="1844455" y="629893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8" b="0" dirty="0">
                  <a:solidFill>
                    <a:srgbClr val="0f0f0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107" name="Text: Synaptic vesicle cycle"/>
            <p:cNvSpPr/>
            <p:nvPr/>
          </p:nvSpPr>
          <p:spPr>
            <a:xfrm>
              <a:off x="279515" y="634301"/>
              <a:ext cx="394659" cy="5269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2108" name="Text: 2"/>
            <p:cNvSpPr/>
            <p:nvPr/>
          </p:nvSpPr>
          <p:spPr>
            <a:xfrm>
              <a:off x="1844455" y="678204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109" name="Text: 3"/>
            <p:cNvSpPr/>
            <p:nvPr/>
          </p:nvSpPr>
          <p:spPr>
            <a:xfrm>
              <a:off x="1844455" y="726561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20202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110" name="Text: 4"/>
            <p:cNvSpPr/>
            <p:nvPr/>
          </p:nvSpPr>
          <p:spPr>
            <a:xfrm>
              <a:off x="1844455" y="780280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111" name="Text: 5"/>
            <p:cNvSpPr/>
            <p:nvPr/>
          </p:nvSpPr>
          <p:spPr>
            <a:xfrm>
              <a:off x="1844455" y="838678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112" name="Text: 6"/>
            <p:cNvSpPr/>
            <p:nvPr/>
          </p:nvSpPr>
          <p:spPr>
            <a:xfrm>
              <a:off x="1844455" y="897376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113" name="Text: Bile secretion"/>
            <p:cNvSpPr/>
            <p:nvPr/>
          </p:nvSpPr>
          <p:spPr>
            <a:xfrm>
              <a:off x="810939" y="894507"/>
              <a:ext cx="239831" cy="5197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2114" name="Text: pvalue"/>
            <p:cNvSpPr/>
            <p:nvPr/>
          </p:nvSpPr>
          <p:spPr>
            <a:xfrm>
              <a:off x="1766812" y="1004536"/>
              <a:ext cx="90044" cy="363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pvalue</a:t>
              </a:r>
            </a:p>
          </p:txBody>
        </p:sp>
        <p:sp>
          <p:nvSpPr>
            <p:cNvPr id="2115" name="Text: Pentose and glucuronate interconversions"/>
            <p:cNvSpPr/>
            <p:nvPr/>
          </p:nvSpPr>
          <p:spPr>
            <a:xfrm>
              <a:off x="898935" y="997976"/>
              <a:ext cx="750065" cy="5262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2116" name="Text: Steroid hormone biosynthesis"/>
            <p:cNvSpPr/>
            <p:nvPr/>
          </p:nvSpPr>
          <p:spPr>
            <a:xfrm>
              <a:off x="94897" y="1043250"/>
              <a:ext cx="524522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2117" name="Text: Primary bile acid biosynthesis"/>
            <p:cNvSpPr/>
            <p:nvPr/>
          </p:nvSpPr>
          <p:spPr>
            <a:xfrm>
              <a:off x="940344" y="1284371"/>
              <a:ext cx="531424" cy="5288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2118" name="Text: Secondary bile acid biosynthesis"/>
            <p:cNvSpPr/>
            <p:nvPr/>
          </p:nvSpPr>
          <p:spPr>
            <a:xfrm>
              <a:off x="688436" y="1341745"/>
              <a:ext cx="578010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2119" name="Text: Cholesterol metabolism"/>
            <p:cNvSpPr/>
            <p:nvPr/>
          </p:nvSpPr>
          <p:spPr>
            <a:xfrm>
              <a:off x="986930" y="1474561"/>
              <a:ext cx="423344" cy="5282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2120" name="Text: Folate transport and metabolism"/>
            <p:cNvSpPr/>
            <p:nvPr/>
          </p:nvSpPr>
          <p:spPr>
            <a:xfrm>
              <a:off x="205323" y="1579365"/>
              <a:ext cx="595264" cy="5345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2121" name="Text: Choline metabolism in cancer"/>
            <p:cNvSpPr/>
            <p:nvPr/>
          </p:nvSpPr>
          <p:spPr>
            <a:xfrm>
              <a:off x="220852" y="1723018"/>
              <a:ext cx="529267" cy="5284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2122" name="Text: 0.04"/>
            <p:cNvSpPr/>
            <p:nvPr/>
          </p:nvSpPr>
          <p:spPr>
            <a:xfrm>
              <a:off x="1828927" y="1069916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0.04</a:t>
              </a:r>
            </a:p>
          </p:txBody>
        </p:sp>
        <p:sp>
          <p:nvSpPr>
            <p:cNvPr id="2123" name="Text: 0.03"/>
            <p:cNvSpPr/>
            <p:nvPr/>
          </p:nvSpPr>
          <p:spPr>
            <a:xfrm>
              <a:off x="1828927" y="1121678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0.03</a:t>
              </a:r>
            </a:p>
          </p:txBody>
        </p:sp>
        <p:sp>
          <p:nvSpPr>
            <p:cNvPr id="2124" name="Text: 0.02"/>
            <p:cNvSpPr/>
            <p:nvPr/>
          </p:nvSpPr>
          <p:spPr>
            <a:xfrm>
              <a:off x="1828927" y="1171715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0.02</a:t>
              </a:r>
            </a:p>
          </p:txBody>
        </p:sp>
        <p:sp>
          <p:nvSpPr>
            <p:cNvPr id="2125" name="Text: 0.01"/>
            <p:cNvSpPr/>
            <p:nvPr/>
          </p:nvSpPr>
          <p:spPr>
            <a:xfrm>
              <a:off x="1828927" y="1223477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</a:t>
              </a: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671AE27-B4E4-1FB5-12E8-D811FEDA90A2}"/>
              </a:ext>
            </a:extLst>
          </p:cNvPr>
          <p:cNvSpPr txBox="1"/>
          <p:nvPr/>
        </p:nvSpPr>
        <p:spPr>
          <a:xfrm>
            <a:off x="2673235" y="457869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16E3B4D-22BA-FC4A-A6B1-0AB9A27B446C}"/>
              </a:ext>
            </a:extLst>
          </p:cNvPr>
          <p:cNvSpPr txBox="1"/>
          <p:nvPr/>
        </p:nvSpPr>
        <p:spPr>
          <a:xfrm>
            <a:off x="4810847" y="4579334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3" name="图片 82 — editable">
            <a:extLst>
              <a:ext uri="{FF2B5EF4-FFF2-40B4-BE49-F238E27FC236}">
                <a16:creationId xmlns:a16="http://schemas.microsoft.com/office/drawing/2014/main" id="{C3DD3F81-20BF-D265-D6A1-8A5DCC125E4D}"/>
              </a:ext>
            </a:extLst>
          </p:cNvPr>
          <p:cNvGrpSpPr/>
          <p:nvPr/>
        </p:nvGrpSpPr>
        <p:grpSpPr>
          <a:xfrm>
            <a:off x="5126863" y="4692969"/>
            <a:ext cx="1998016" cy="1985153"/>
            <a:chOff x="0" y="0"/>
            <a:chExt cx="1998016" cy="1985153"/>
          </a:xfrm>
        </p:grpSpPr>
        <p:sp>
          <p:nvSpPr>
            <p:cNvPr id="2126" name="Panel background"/>
            <p:cNvSpPr/>
            <p:nvPr/>
          </p:nvSpPr>
          <p:spPr>
            <a:xfrm>
              <a:off x="0" y="0"/>
              <a:ext cx="1998016" cy="19851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27" name="Vector layer F5F5F5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49137" y="1830800"/>
                  </a:moveTo>
                  <a:lnTo>
                    <a:pt x="1952568" y="1830800"/>
                  </a:lnTo>
                  <a:lnTo>
                    <a:pt x="1952568" y="1802931"/>
                  </a:lnTo>
                  <a:lnTo>
                    <a:pt x="1949137" y="1802931"/>
                  </a:lnTo>
                  <a:lnTo>
                    <a:pt x="1949137" y="1830800"/>
                  </a:lnTo>
                  <a:close/>
                  <a:moveTo>
                    <a:pt x="1779778" y="1830800"/>
                  </a:moveTo>
                  <a:lnTo>
                    <a:pt x="1783208" y="1830800"/>
                  </a:lnTo>
                  <a:lnTo>
                    <a:pt x="1783208" y="1706460"/>
                  </a:lnTo>
                  <a:lnTo>
                    <a:pt x="1779778" y="1706460"/>
                  </a:lnTo>
                  <a:lnTo>
                    <a:pt x="1779778" y="1830800"/>
                  </a:lnTo>
                  <a:close/>
                  <a:moveTo>
                    <a:pt x="1252404" y="1830800"/>
                  </a:moveTo>
                  <a:lnTo>
                    <a:pt x="1255835" y="1830800"/>
                  </a:lnTo>
                  <a:lnTo>
                    <a:pt x="1255835" y="1687166"/>
                  </a:lnTo>
                  <a:lnTo>
                    <a:pt x="1252404" y="1687166"/>
                  </a:lnTo>
                  <a:lnTo>
                    <a:pt x="1252404" y="1830800"/>
                  </a:lnTo>
                  <a:close/>
                  <a:moveTo>
                    <a:pt x="1949137" y="1480651"/>
                  </a:moveTo>
                  <a:lnTo>
                    <a:pt x="1949137" y="1682878"/>
                  </a:lnTo>
                  <a:lnTo>
                    <a:pt x="1952568" y="1682878"/>
                  </a:lnTo>
                  <a:lnTo>
                    <a:pt x="1952568" y="1482072"/>
                  </a:lnTo>
                  <a:lnTo>
                    <a:pt x="1954209" y="1480431"/>
                  </a:lnTo>
                  <a:lnTo>
                    <a:pt x="1951784" y="1478005"/>
                  </a:lnTo>
                  <a:lnTo>
                    <a:pt x="1949137" y="1480651"/>
                  </a:lnTo>
                  <a:close/>
                  <a:moveTo>
                    <a:pt x="1779778" y="1482072"/>
                  </a:moveTo>
                  <a:lnTo>
                    <a:pt x="1779778" y="1682878"/>
                  </a:lnTo>
                  <a:lnTo>
                    <a:pt x="1783208" y="1682878"/>
                  </a:lnTo>
                  <a:lnTo>
                    <a:pt x="1783208" y="1480651"/>
                  </a:lnTo>
                  <a:lnTo>
                    <a:pt x="1780562" y="1478005"/>
                  </a:lnTo>
                  <a:lnTo>
                    <a:pt x="1778136" y="1480431"/>
                  </a:lnTo>
                  <a:lnTo>
                    <a:pt x="1779778" y="1482072"/>
                  </a:lnTo>
                  <a:close/>
                  <a:moveTo>
                    <a:pt x="1605702" y="1480933"/>
                  </a:moveTo>
                  <a:lnTo>
                    <a:pt x="1605702" y="1477503"/>
                  </a:lnTo>
                  <a:lnTo>
                    <a:pt x="1603558" y="1477503"/>
                  </a:lnTo>
                  <a:lnTo>
                    <a:pt x="1603558" y="1480933"/>
                  </a:lnTo>
                  <a:lnTo>
                    <a:pt x="1605702" y="1480933"/>
                  </a:lnTo>
                  <a:close/>
                  <a:moveTo>
                    <a:pt x="1432054" y="1480933"/>
                  </a:moveTo>
                  <a:lnTo>
                    <a:pt x="1432054" y="1477503"/>
                  </a:lnTo>
                  <a:lnTo>
                    <a:pt x="1429911" y="1477503"/>
                  </a:lnTo>
                  <a:lnTo>
                    <a:pt x="1429911" y="1480933"/>
                  </a:lnTo>
                  <a:lnTo>
                    <a:pt x="1432054" y="1480933"/>
                  </a:lnTo>
                  <a:close/>
                  <a:moveTo>
                    <a:pt x="1252404" y="1480651"/>
                  </a:moveTo>
                  <a:lnTo>
                    <a:pt x="1252404" y="1680734"/>
                  </a:lnTo>
                  <a:lnTo>
                    <a:pt x="1255835" y="1680734"/>
                  </a:lnTo>
                  <a:lnTo>
                    <a:pt x="1255835" y="1482072"/>
                  </a:lnTo>
                  <a:lnTo>
                    <a:pt x="1257476" y="1480431"/>
                  </a:lnTo>
                  <a:lnTo>
                    <a:pt x="1255051" y="1478005"/>
                  </a:lnTo>
                  <a:lnTo>
                    <a:pt x="1252404" y="1480651"/>
                  </a:lnTo>
                  <a:close/>
                  <a:moveTo>
                    <a:pt x="908258" y="1480933"/>
                  </a:moveTo>
                  <a:lnTo>
                    <a:pt x="909397" y="1482072"/>
                  </a:lnTo>
                  <a:lnTo>
                    <a:pt x="909397" y="1830800"/>
                  </a:lnTo>
                  <a:lnTo>
                    <a:pt x="912827" y="1830800"/>
                  </a:lnTo>
                  <a:lnTo>
                    <a:pt x="912827" y="1480651"/>
                  </a:lnTo>
                  <a:lnTo>
                    <a:pt x="909679" y="1477503"/>
                  </a:lnTo>
                  <a:lnTo>
                    <a:pt x="906825" y="1477503"/>
                  </a:lnTo>
                  <a:lnTo>
                    <a:pt x="906825" y="1480933"/>
                  </a:lnTo>
                  <a:lnTo>
                    <a:pt x="908258" y="1480933"/>
                  </a:lnTo>
                  <a:close/>
                  <a:moveTo>
                    <a:pt x="735321" y="1480933"/>
                  </a:moveTo>
                  <a:lnTo>
                    <a:pt x="735321" y="1477503"/>
                  </a:lnTo>
                  <a:lnTo>
                    <a:pt x="733178" y="1477503"/>
                  </a:lnTo>
                  <a:lnTo>
                    <a:pt x="733178" y="1480933"/>
                  </a:lnTo>
                  <a:lnTo>
                    <a:pt x="735321" y="1480933"/>
                  </a:lnTo>
                  <a:close/>
                  <a:moveTo>
                    <a:pt x="555671" y="1480651"/>
                  </a:moveTo>
                  <a:lnTo>
                    <a:pt x="555671" y="1830800"/>
                  </a:lnTo>
                  <a:lnTo>
                    <a:pt x="559101" y="1830800"/>
                  </a:lnTo>
                  <a:lnTo>
                    <a:pt x="559101" y="1482072"/>
                  </a:lnTo>
                  <a:lnTo>
                    <a:pt x="560241" y="1480933"/>
                  </a:lnTo>
                  <a:lnTo>
                    <a:pt x="561674" y="1480933"/>
                  </a:lnTo>
                  <a:lnTo>
                    <a:pt x="561674" y="1477503"/>
                  </a:lnTo>
                  <a:lnTo>
                    <a:pt x="558820" y="1477503"/>
                  </a:lnTo>
                  <a:lnTo>
                    <a:pt x="555671" y="1480651"/>
                  </a:lnTo>
                  <a:close/>
                  <a:moveTo>
                    <a:pt x="1605702" y="1099338"/>
                  </a:moveTo>
                  <a:lnTo>
                    <a:pt x="1605702" y="1095907"/>
                  </a:lnTo>
                  <a:lnTo>
                    <a:pt x="1603558" y="1095907"/>
                  </a:lnTo>
                  <a:lnTo>
                    <a:pt x="1603558" y="1099338"/>
                  </a:lnTo>
                  <a:lnTo>
                    <a:pt x="1605702" y="1099338"/>
                  </a:lnTo>
                  <a:close/>
                  <a:moveTo>
                    <a:pt x="1432054" y="1099338"/>
                  </a:moveTo>
                  <a:lnTo>
                    <a:pt x="1432054" y="1095907"/>
                  </a:lnTo>
                  <a:lnTo>
                    <a:pt x="1429911" y="1095907"/>
                  </a:lnTo>
                  <a:lnTo>
                    <a:pt x="1429911" y="1099338"/>
                  </a:lnTo>
                  <a:lnTo>
                    <a:pt x="1432054" y="1099338"/>
                  </a:lnTo>
                  <a:close/>
                  <a:moveTo>
                    <a:pt x="735321" y="1099338"/>
                  </a:moveTo>
                  <a:lnTo>
                    <a:pt x="735321" y="1095907"/>
                  </a:lnTo>
                  <a:lnTo>
                    <a:pt x="733178" y="1095907"/>
                  </a:lnTo>
                  <a:lnTo>
                    <a:pt x="733178" y="1099338"/>
                  </a:lnTo>
                  <a:lnTo>
                    <a:pt x="735321" y="1099338"/>
                  </a:lnTo>
                  <a:close/>
                  <a:moveTo>
                    <a:pt x="1778136" y="1096410"/>
                  </a:moveTo>
                  <a:lnTo>
                    <a:pt x="1780562" y="1098835"/>
                  </a:lnTo>
                  <a:lnTo>
                    <a:pt x="1783208" y="1096189"/>
                  </a:lnTo>
                  <a:lnTo>
                    <a:pt x="1783208" y="883243"/>
                  </a:lnTo>
                  <a:lnTo>
                    <a:pt x="1779778" y="883243"/>
                  </a:lnTo>
                  <a:lnTo>
                    <a:pt x="1779778" y="1094768"/>
                  </a:lnTo>
                  <a:lnTo>
                    <a:pt x="1778136" y="1096410"/>
                  </a:lnTo>
                  <a:close/>
                  <a:moveTo>
                    <a:pt x="1779778" y="857518"/>
                  </a:moveTo>
                  <a:lnTo>
                    <a:pt x="1783208" y="857518"/>
                  </a:lnTo>
                  <a:lnTo>
                    <a:pt x="1783208" y="821073"/>
                  </a:lnTo>
                  <a:lnTo>
                    <a:pt x="1779778" y="821073"/>
                  </a:lnTo>
                  <a:lnTo>
                    <a:pt x="1779778" y="857518"/>
                  </a:lnTo>
                  <a:close/>
                  <a:moveTo>
                    <a:pt x="1252404" y="1096189"/>
                  </a:moveTo>
                  <a:lnTo>
                    <a:pt x="1255051" y="1098835"/>
                  </a:lnTo>
                  <a:lnTo>
                    <a:pt x="1257476" y="1096410"/>
                  </a:lnTo>
                  <a:lnTo>
                    <a:pt x="1255835" y="1094768"/>
                  </a:lnTo>
                  <a:lnTo>
                    <a:pt x="1255835" y="782485"/>
                  </a:lnTo>
                  <a:lnTo>
                    <a:pt x="1252404" y="782485"/>
                  </a:lnTo>
                  <a:lnTo>
                    <a:pt x="1252404" y="1096189"/>
                  </a:lnTo>
                  <a:close/>
                  <a:moveTo>
                    <a:pt x="1779778" y="795348"/>
                  </a:moveTo>
                  <a:lnTo>
                    <a:pt x="1783208" y="795348"/>
                  </a:lnTo>
                  <a:lnTo>
                    <a:pt x="1783208" y="692445"/>
                  </a:lnTo>
                  <a:lnTo>
                    <a:pt x="1779778" y="692445"/>
                  </a:lnTo>
                  <a:lnTo>
                    <a:pt x="1779778" y="795348"/>
                  </a:lnTo>
                  <a:close/>
                  <a:moveTo>
                    <a:pt x="1252404" y="756759"/>
                  </a:moveTo>
                  <a:lnTo>
                    <a:pt x="1255835" y="756759"/>
                  </a:lnTo>
                  <a:lnTo>
                    <a:pt x="1255835" y="686014"/>
                  </a:lnTo>
                  <a:lnTo>
                    <a:pt x="1252404" y="686014"/>
                  </a:lnTo>
                  <a:lnTo>
                    <a:pt x="1252404" y="756759"/>
                  </a:lnTo>
                  <a:close/>
                  <a:moveTo>
                    <a:pt x="1252404" y="660289"/>
                  </a:moveTo>
                  <a:lnTo>
                    <a:pt x="1255835" y="660289"/>
                  </a:lnTo>
                  <a:lnTo>
                    <a:pt x="1255835" y="658145"/>
                  </a:lnTo>
                  <a:lnTo>
                    <a:pt x="1252404" y="658145"/>
                  </a:lnTo>
                  <a:lnTo>
                    <a:pt x="1252404" y="660289"/>
                  </a:lnTo>
                  <a:close/>
                  <a:moveTo>
                    <a:pt x="906825" y="1095907"/>
                  </a:moveTo>
                  <a:lnTo>
                    <a:pt x="906825" y="1099338"/>
                  </a:lnTo>
                  <a:lnTo>
                    <a:pt x="909679" y="1099338"/>
                  </a:lnTo>
                  <a:lnTo>
                    <a:pt x="912827" y="1096189"/>
                  </a:lnTo>
                  <a:lnTo>
                    <a:pt x="912827" y="568105"/>
                  </a:lnTo>
                  <a:lnTo>
                    <a:pt x="909397" y="568105"/>
                  </a:lnTo>
                  <a:lnTo>
                    <a:pt x="909397" y="1094768"/>
                  </a:lnTo>
                  <a:lnTo>
                    <a:pt x="908258" y="1095907"/>
                  </a:lnTo>
                  <a:lnTo>
                    <a:pt x="906825" y="1095907"/>
                  </a:lnTo>
                  <a:close/>
                  <a:moveTo>
                    <a:pt x="909397" y="478066"/>
                  </a:moveTo>
                  <a:lnTo>
                    <a:pt x="912827" y="478066"/>
                  </a:lnTo>
                  <a:lnTo>
                    <a:pt x="912827" y="433046"/>
                  </a:lnTo>
                  <a:lnTo>
                    <a:pt x="909397" y="433046"/>
                  </a:lnTo>
                  <a:lnTo>
                    <a:pt x="909397" y="478066"/>
                  </a:lnTo>
                  <a:close/>
                  <a:moveTo>
                    <a:pt x="555671" y="1096189"/>
                  </a:moveTo>
                  <a:lnTo>
                    <a:pt x="558820" y="1099338"/>
                  </a:lnTo>
                  <a:lnTo>
                    <a:pt x="561674" y="1099338"/>
                  </a:lnTo>
                  <a:lnTo>
                    <a:pt x="561674" y="1095907"/>
                  </a:lnTo>
                  <a:lnTo>
                    <a:pt x="560241" y="1095907"/>
                  </a:lnTo>
                  <a:lnTo>
                    <a:pt x="559101" y="1094768"/>
                  </a:lnTo>
                  <a:lnTo>
                    <a:pt x="559101" y="347295"/>
                  </a:lnTo>
                  <a:lnTo>
                    <a:pt x="555671" y="347295"/>
                  </a:lnTo>
                  <a:lnTo>
                    <a:pt x="555671" y="1096189"/>
                  </a:lnTo>
                  <a:close/>
                  <a:moveTo>
                    <a:pt x="555671" y="321569"/>
                  </a:moveTo>
                  <a:lnTo>
                    <a:pt x="559101" y="321569"/>
                  </a:lnTo>
                  <a:lnTo>
                    <a:pt x="559101" y="280837"/>
                  </a:lnTo>
                  <a:lnTo>
                    <a:pt x="555671" y="280837"/>
                  </a:lnTo>
                  <a:lnTo>
                    <a:pt x="555671" y="321569"/>
                  </a:lnTo>
                  <a:close/>
                  <a:moveTo>
                    <a:pt x="1252404" y="632419"/>
                  </a:moveTo>
                  <a:lnTo>
                    <a:pt x="1255835" y="632419"/>
                  </a:lnTo>
                  <a:lnTo>
                    <a:pt x="1255835" y="199373"/>
                  </a:lnTo>
                  <a:lnTo>
                    <a:pt x="1252404" y="199373"/>
                  </a:lnTo>
                  <a:lnTo>
                    <a:pt x="1252404" y="632419"/>
                  </a:lnTo>
                  <a:close/>
                  <a:moveTo>
                    <a:pt x="909397" y="407321"/>
                  </a:moveTo>
                  <a:lnTo>
                    <a:pt x="912827" y="407321"/>
                  </a:lnTo>
                  <a:lnTo>
                    <a:pt x="912827" y="199373"/>
                  </a:lnTo>
                  <a:lnTo>
                    <a:pt x="909397" y="199373"/>
                  </a:lnTo>
                  <a:lnTo>
                    <a:pt x="909397" y="407321"/>
                  </a:lnTo>
                  <a:close/>
                  <a:moveTo>
                    <a:pt x="909397" y="162928"/>
                  </a:moveTo>
                  <a:lnTo>
                    <a:pt x="912827" y="162928"/>
                  </a:lnTo>
                  <a:lnTo>
                    <a:pt x="912827" y="139347"/>
                  </a:lnTo>
                  <a:lnTo>
                    <a:pt x="909397" y="139347"/>
                  </a:lnTo>
                  <a:lnTo>
                    <a:pt x="909397" y="162928"/>
                  </a:lnTo>
                  <a:close/>
                  <a:moveTo>
                    <a:pt x="1949137" y="1096189"/>
                  </a:moveTo>
                  <a:lnTo>
                    <a:pt x="1951784" y="1098835"/>
                  </a:lnTo>
                  <a:lnTo>
                    <a:pt x="1954209" y="1096410"/>
                  </a:lnTo>
                  <a:lnTo>
                    <a:pt x="1952568" y="1094768"/>
                  </a:lnTo>
                  <a:lnTo>
                    <a:pt x="1952568" y="124340"/>
                  </a:lnTo>
                  <a:lnTo>
                    <a:pt x="1949137" y="124340"/>
                  </a:lnTo>
                  <a:lnTo>
                    <a:pt x="1949137" y="1096189"/>
                  </a:lnTo>
                  <a:close/>
                  <a:moveTo>
                    <a:pt x="909397" y="109333"/>
                  </a:moveTo>
                  <a:lnTo>
                    <a:pt x="912827" y="109333"/>
                  </a:lnTo>
                  <a:lnTo>
                    <a:pt x="912827" y="60026"/>
                  </a:lnTo>
                  <a:lnTo>
                    <a:pt x="909397" y="60026"/>
                  </a:lnTo>
                  <a:lnTo>
                    <a:pt x="909397" y="109333"/>
                  </a:lnTo>
                  <a:close/>
                  <a:moveTo>
                    <a:pt x="1949137" y="98615"/>
                  </a:moveTo>
                  <a:lnTo>
                    <a:pt x="1952568" y="98615"/>
                  </a:lnTo>
                  <a:lnTo>
                    <a:pt x="1952568" y="30013"/>
                  </a:lnTo>
                  <a:lnTo>
                    <a:pt x="1949137" y="30013"/>
                  </a:lnTo>
                  <a:lnTo>
                    <a:pt x="1949137" y="98615"/>
                  </a:lnTo>
                  <a:close/>
                  <a:moveTo>
                    <a:pt x="1779778" y="668864"/>
                  </a:moveTo>
                  <a:lnTo>
                    <a:pt x="1783208" y="668864"/>
                  </a:lnTo>
                  <a:lnTo>
                    <a:pt x="1783208" y="30013"/>
                  </a:lnTo>
                  <a:lnTo>
                    <a:pt x="1779778" y="30013"/>
                  </a:lnTo>
                  <a:lnTo>
                    <a:pt x="1779778" y="668864"/>
                  </a:lnTo>
                  <a:close/>
                  <a:moveTo>
                    <a:pt x="1252404" y="162928"/>
                  </a:moveTo>
                  <a:lnTo>
                    <a:pt x="1255835" y="162928"/>
                  </a:lnTo>
                  <a:lnTo>
                    <a:pt x="1255835" y="30013"/>
                  </a:lnTo>
                  <a:lnTo>
                    <a:pt x="1252404" y="30013"/>
                  </a:lnTo>
                  <a:lnTo>
                    <a:pt x="1252404" y="162928"/>
                  </a:lnTo>
                  <a:close/>
                  <a:moveTo>
                    <a:pt x="909397" y="49307"/>
                  </a:moveTo>
                  <a:lnTo>
                    <a:pt x="912827" y="49307"/>
                  </a:lnTo>
                  <a:lnTo>
                    <a:pt x="912827" y="30013"/>
                  </a:lnTo>
                  <a:lnTo>
                    <a:pt x="909397" y="30013"/>
                  </a:lnTo>
                  <a:lnTo>
                    <a:pt x="909397" y="49307"/>
                  </a:lnTo>
                  <a:close/>
                  <a:moveTo>
                    <a:pt x="555671" y="255111"/>
                  </a:moveTo>
                  <a:lnTo>
                    <a:pt x="559101" y="255111"/>
                  </a:lnTo>
                  <a:lnTo>
                    <a:pt x="559101" y="30013"/>
                  </a:lnTo>
                  <a:lnTo>
                    <a:pt x="555671" y="30013"/>
                  </a:lnTo>
                  <a:lnTo>
                    <a:pt x="555671" y="25511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128" name="Vector layer F0F5F9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735260" y="954919"/>
                  </a:moveTo>
                  <a:lnTo>
                    <a:pt x="1737686" y="957345"/>
                  </a:lnTo>
                  <a:lnTo>
                    <a:pt x="1739830" y="955201"/>
                  </a:lnTo>
                  <a:lnTo>
                    <a:pt x="1737404" y="952776"/>
                  </a:lnTo>
                  <a:lnTo>
                    <a:pt x="1735260" y="954919"/>
                  </a:lnTo>
                  <a:close/>
                  <a:moveTo>
                    <a:pt x="1728829" y="834867"/>
                  </a:moveTo>
                  <a:lnTo>
                    <a:pt x="1731254" y="837292"/>
                  </a:lnTo>
                  <a:lnTo>
                    <a:pt x="1733398" y="835149"/>
                  </a:lnTo>
                  <a:lnTo>
                    <a:pt x="1730973" y="832723"/>
                  </a:lnTo>
                  <a:lnTo>
                    <a:pt x="1728829" y="834867"/>
                  </a:lnTo>
                  <a:close/>
                  <a:moveTo>
                    <a:pt x="1670947" y="828436"/>
                  </a:moveTo>
                  <a:lnTo>
                    <a:pt x="1673372" y="830861"/>
                  </a:lnTo>
                  <a:lnTo>
                    <a:pt x="1675516" y="828717"/>
                  </a:lnTo>
                  <a:lnTo>
                    <a:pt x="1673090" y="826292"/>
                  </a:lnTo>
                  <a:lnTo>
                    <a:pt x="1670947" y="828436"/>
                  </a:lnTo>
                  <a:close/>
                  <a:moveTo>
                    <a:pt x="1490868" y="789847"/>
                  </a:moveTo>
                  <a:lnTo>
                    <a:pt x="1493293" y="792273"/>
                  </a:lnTo>
                  <a:lnTo>
                    <a:pt x="1495437" y="790129"/>
                  </a:lnTo>
                  <a:lnTo>
                    <a:pt x="1493012" y="787703"/>
                  </a:lnTo>
                  <a:lnTo>
                    <a:pt x="1490868" y="789847"/>
                  </a:lnTo>
                  <a:close/>
                  <a:moveTo>
                    <a:pt x="1713822" y="637638"/>
                  </a:moveTo>
                  <a:lnTo>
                    <a:pt x="1716248" y="640063"/>
                  </a:lnTo>
                  <a:lnTo>
                    <a:pt x="1718392" y="637920"/>
                  </a:lnTo>
                  <a:lnTo>
                    <a:pt x="1715966" y="635494"/>
                  </a:lnTo>
                  <a:lnTo>
                    <a:pt x="1713822" y="637638"/>
                  </a:lnTo>
                  <a:close/>
                  <a:moveTo>
                    <a:pt x="704096" y="320356"/>
                  </a:moveTo>
                  <a:lnTo>
                    <a:pt x="706521" y="322782"/>
                  </a:lnTo>
                  <a:lnTo>
                    <a:pt x="708665" y="320638"/>
                  </a:lnTo>
                  <a:lnTo>
                    <a:pt x="706239" y="318213"/>
                  </a:lnTo>
                  <a:lnTo>
                    <a:pt x="704096" y="320356"/>
                  </a:lnTo>
                  <a:close/>
                  <a:moveTo>
                    <a:pt x="379452" y="237532"/>
                  </a:moveTo>
                  <a:lnTo>
                    <a:pt x="379452" y="234102"/>
                  </a:lnTo>
                  <a:lnTo>
                    <a:pt x="377308" y="234102"/>
                  </a:lnTo>
                  <a:lnTo>
                    <a:pt x="377308" y="237532"/>
                  </a:lnTo>
                  <a:lnTo>
                    <a:pt x="379452" y="237532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129" name="Vector layer F3F3F3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727898" y="1701744"/>
                  </a:moveTo>
                  <a:lnTo>
                    <a:pt x="1727898" y="1698314"/>
                  </a:lnTo>
                  <a:lnTo>
                    <a:pt x="1725754" y="1698314"/>
                  </a:lnTo>
                  <a:lnTo>
                    <a:pt x="1725754" y="1701744"/>
                  </a:lnTo>
                  <a:lnTo>
                    <a:pt x="1727898" y="1701744"/>
                  </a:lnTo>
                  <a:close/>
                  <a:moveTo>
                    <a:pt x="1532813" y="1691025"/>
                  </a:moveTo>
                  <a:lnTo>
                    <a:pt x="1532813" y="1687595"/>
                  </a:lnTo>
                  <a:lnTo>
                    <a:pt x="1530669" y="1687595"/>
                  </a:lnTo>
                  <a:lnTo>
                    <a:pt x="1530669" y="1691025"/>
                  </a:lnTo>
                  <a:lnTo>
                    <a:pt x="1532813" y="1691025"/>
                  </a:lnTo>
                  <a:close/>
                  <a:moveTo>
                    <a:pt x="1449205" y="1688881"/>
                  </a:moveTo>
                  <a:lnTo>
                    <a:pt x="1449205" y="1685451"/>
                  </a:lnTo>
                  <a:lnTo>
                    <a:pt x="1447061" y="1685451"/>
                  </a:lnTo>
                  <a:lnTo>
                    <a:pt x="1447061" y="1688881"/>
                  </a:lnTo>
                  <a:lnTo>
                    <a:pt x="1449205" y="1688881"/>
                  </a:lnTo>
                  <a:close/>
                  <a:moveTo>
                    <a:pt x="1365597" y="1686737"/>
                  </a:moveTo>
                  <a:lnTo>
                    <a:pt x="1365597" y="1683307"/>
                  </a:lnTo>
                  <a:lnTo>
                    <a:pt x="1363453" y="1683307"/>
                  </a:lnTo>
                  <a:lnTo>
                    <a:pt x="1363453" y="1686737"/>
                  </a:lnTo>
                  <a:lnTo>
                    <a:pt x="1365597" y="1686737"/>
                  </a:lnTo>
                  <a:close/>
                  <a:moveTo>
                    <a:pt x="1309858" y="1686737"/>
                  </a:moveTo>
                  <a:lnTo>
                    <a:pt x="1309858" y="1683307"/>
                  </a:lnTo>
                  <a:lnTo>
                    <a:pt x="1307714" y="1683307"/>
                  </a:lnTo>
                  <a:lnTo>
                    <a:pt x="1307714" y="1686737"/>
                  </a:lnTo>
                  <a:lnTo>
                    <a:pt x="1309858" y="1686737"/>
                  </a:lnTo>
                  <a:close/>
                  <a:moveTo>
                    <a:pt x="1226250" y="1686737"/>
                  </a:moveTo>
                  <a:lnTo>
                    <a:pt x="1226250" y="1683307"/>
                  </a:lnTo>
                  <a:lnTo>
                    <a:pt x="1224106" y="1683307"/>
                  </a:lnTo>
                  <a:lnTo>
                    <a:pt x="1224106" y="1686737"/>
                  </a:lnTo>
                  <a:lnTo>
                    <a:pt x="1226250" y="1686737"/>
                  </a:lnTo>
                  <a:close/>
                  <a:moveTo>
                    <a:pt x="1170512" y="1686737"/>
                  </a:moveTo>
                  <a:lnTo>
                    <a:pt x="1170512" y="1683307"/>
                  </a:lnTo>
                  <a:lnTo>
                    <a:pt x="1168368" y="1683307"/>
                  </a:lnTo>
                  <a:lnTo>
                    <a:pt x="1168368" y="1686737"/>
                  </a:lnTo>
                  <a:lnTo>
                    <a:pt x="1170512" y="1686737"/>
                  </a:lnTo>
                  <a:close/>
                  <a:moveTo>
                    <a:pt x="1142642" y="1686737"/>
                  </a:moveTo>
                  <a:lnTo>
                    <a:pt x="1142642" y="1683307"/>
                  </a:lnTo>
                  <a:lnTo>
                    <a:pt x="1140498" y="1683307"/>
                  </a:lnTo>
                  <a:lnTo>
                    <a:pt x="1140498" y="1686737"/>
                  </a:lnTo>
                  <a:lnTo>
                    <a:pt x="1142642" y="1686737"/>
                  </a:lnTo>
                  <a:close/>
                  <a:moveTo>
                    <a:pt x="1031165" y="1686737"/>
                  </a:moveTo>
                  <a:lnTo>
                    <a:pt x="1031165" y="1683307"/>
                  </a:lnTo>
                  <a:lnTo>
                    <a:pt x="1029021" y="1683307"/>
                  </a:lnTo>
                  <a:lnTo>
                    <a:pt x="1029021" y="1686737"/>
                  </a:lnTo>
                  <a:lnTo>
                    <a:pt x="1031165" y="1686737"/>
                  </a:lnTo>
                  <a:close/>
                  <a:moveTo>
                    <a:pt x="1003296" y="1686737"/>
                  </a:moveTo>
                  <a:lnTo>
                    <a:pt x="1003296" y="1683307"/>
                  </a:lnTo>
                  <a:lnTo>
                    <a:pt x="1001152" y="1683307"/>
                  </a:lnTo>
                  <a:lnTo>
                    <a:pt x="1001152" y="1686737"/>
                  </a:lnTo>
                  <a:lnTo>
                    <a:pt x="1003296" y="1686737"/>
                  </a:lnTo>
                  <a:close/>
                  <a:moveTo>
                    <a:pt x="947557" y="1686737"/>
                  </a:moveTo>
                  <a:lnTo>
                    <a:pt x="947557" y="1683307"/>
                  </a:lnTo>
                  <a:lnTo>
                    <a:pt x="945413" y="1683307"/>
                  </a:lnTo>
                  <a:lnTo>
                    <a:pt x="945413" y="1686737"/>
                  </a:lnTo>
                  <a:lnTo>
                    <a:pt x="947557" y="1686737"/>
                  </a:lnTo>
                  <a:close/>
                  <a:moveTo>
                    <a:pt x="919688" y="1686737"/>
                  </a:moveTo>
                  <a:lnTo>
                    <a:pt x="919688" y="1683307"/>
                  </a:lnTo>
                  <a:lnTo>
                    <a:pt x="917544" y="1683307"/>
                  </a:lnTo>
                  <a:lnTo>
                    <a:pt x="917544" y="1686737"/>
                  </a:lnTo>
                  <a:lnTo>
                    <a:pt x="919688" y="1686737"/>
                  </a:lnTo>
                  <a:close/>
                  <a:moveTo>
                    <a:pt x="891818" y="1686737"/>
                  </a:moveTo>
                  <a:lnTo>
                    <a:pt x="891818" y="1683307"/>
                  </a:lnTo>
                  <a:lnTo>
                    <a:pt x="889675" y="1683307"/>
                  </a:lnTo>
                  <a:lnTo>
                    <a:pt x="889675" y="1686737"/>
                  </a:lnTo>
                  <a:lnTo>
                    <a:pt x="891818" y="1686737"/>
                  </a:lnTo>
                  <a:close/>
                  <a:moveTo>
                    <a:pt x="863949" y="1686737"/>
                  </a:moveTo>
                  <a:lnTo>
                    <a:pt x="863949" y="1683307"/>
                  </a:lnTo>
                  <a:lnTo>
                    <a:pt x="861805" y="1683307"/>
                  </a:lnTo>
                  <a:lnTo>
                    <a:pt x="861805" y="1686737"/>
                  </a:lnTo>
                  <a:lnTo>
                    <a:pt x="863949" y="1686737"/>
                  </a:lnTo>
                  <a:close/>
                  <a:moveTo>
                    <a:pt x="836080" y="1686737"/>
                  </a:moveTo>
                  <a:lnTo>
                    <a:pt x="836080" y="1683307"/>
                  </a:lnTo>
                  <a:lnTo>
                    <a:pt x="833936" y="1683307"/>
                  </a:lnTo>
                  <a:lnTo>
                    <a:pt x="833936" y="1686737"/>
                  </a:lnTo>
                  <a:lnTo>
                    <a:pt x="836080" y="1686737"/>
                  </a:lnTo>
                  <a:close/>
                  <a:moveTo>
                    <a:pt x="808210" y="1686737"/>
                  </a:moveTo>
                  <a:lnTo>
                    <a:pt x="808210" y="1683307"/>
                  </a:lnTo>
                  <a:lnTo>
                    <a:pt x="806067" y="1683307"/>
                  </a:lnTo>
                  <a:lnTo>
                    <a:pt x="806067" y="1686737"/>
                  </a:lnTo>
                  <a:lnTo>
                    <a:pt x="808210" y="1686737"/>
                  </a:lnTo>
                  <a:close/>
                  <a:moveTo>
                    <a:pt x="780341" y="1686737"/>
                  </a:moveTo>
                  <a:lnTo>
                    <a:pt x="780341" y="1683307"/>
                  </a:lnTo>
                  <a:lnTo>
                    <a:pt x="778197" y="1683307"/>
                  </a:lnTo>
                  <a:lnTo>
                    <a:pt x="778197" y="1686737"/>
                  </a:lnTo>
                  <a:lnTo>
                    <a:pt x="780341" y="1686737"/>
                  </a:lnTo>
                  <a:close/>
                  <a:moveTo>
                    <a:pt x="752472" y="1686737"/>
                  </a:moveTo>
                  <a:lnTo>
                    <a:pt x="752472" y="1683307"/>
                  </a:lnTo>
                  <a:lnTo>
                    <a:pt x="750328" y="1683307"/>
                  </a:lnTo>
                  <a:lnTo>
                    <a:pt x="750328" y="1686737"/>
                  </a:lnTo>
                  <a:lnTo>
                    <a:pt x="752472" y="1686737"/>
                  </a:lnTo>
                  <a:close/>
                  <a:moveTo>
                    <a:pt x="696733" y="1686737"/>
                  </a:moveTo>
                  <a:lnTo>
                    <a:pt x="696733" y="1683307"/>
                  </a:lnTo>
                  <a:lnTo>
                    <a:pt x="694589" y="1683307"/>
                  </a:lnTo>
                  <a:lnTo>
                    <a:pt x="694589" y="1686737"/>
                  </a:lnTo>
                  <a:lnTo>
                    <a:pt x="696733" y="1686737"/>
                  </a:lnTo>
                  <a:close/>
                  <a:moveTo>
                    <a:pt x="668864" y="1686737"/>
                  </a:moveTo>
                  <a:lnTo>
                    <a:pt x="668864" y="1683307"/>
                  </a:lnTo>
                  <a:lnTo>
                    <a:pt x="666720" y="1683307"/>
                  </a:lnTo>
                  <a:lnTo>
                    <a:pt x="666720" y="1686737"/>
                  </a:lnTo>
                  <a:lnTo>
                    <a:pt x="668864" y="1686737"/>
                  </a:lnTo>
                  <a:close/>
                  <a:moveTo>
                    <a:pt x="640994" y="1686737"/>
                  </a:moveTo>
                  <a:lnTo>
                    <a:pt x="640994" y="1683307"/>
                  </a:lnTo>
                  <a:lnTo>
                    <a:pt x="638851" y="1683307"/>
                  </a:lnTo>
                  <a:lnTo>
                    <a:pt x="638851" y="1686737"/>
                  </a:lnTo>
                  <a:lnTo>
                    <a:pt x="640994" y="1686737"/>
                  </a:lnTo>
                  <a:close/>
                  <a:moveTo>
                    <a:pt x="523086" y="1686737"/>
                  </a:moveTo>
                  <a:lnTo>
                    <a:pt x="523086" y="1683307"/>
                  </a:lnTo>
                  <a:lnTo>
                    <a:pt x="520942" y="1683307"/>
                  </a:lnTo>
                  <a:lnTo>
                    <a:pt x="520942" y="1686737"/>
                  </a:lnTo>
                  <a:lnTo>
                    <a:pt x="523086" y="1686737"/>
                  </a:lnTo>
                  <a:close/>
                  <a:moveTo>
                    <a:pt x="467347" y="1686737"/>
                  </a:moveTo>
                  <a:lnTo>
                    <a:pt x="467347" y="1683307"/>
                  </a:lnTo>
                  <a:lnTo>
                    <a:pt x="465203" y="1683307"/>
                  </a:lnTo>
                  <a:lnTo>
                    <a:pt x="465203" y="1686737"/>
                  </a:lnTo>
                  <a:lnTo>
                    <a:pt x="467347" y="1686737"/>
                  </a:lnTo>
                  <a:close/>
                  <a:moveTo>
                    <a:pt x="439478" y="1686737"/>
                  </a:moveTo>
                  <a:lnTo>
                    <a:pt x="439478" y="1683307"/>
                  </a:lnTo>
                  <a:lnTo>
                    <a:pt x="437334" y="1683307"/>
                  </a:lnTo>
                  <a:lnTo>
                    <a:pt x="437334" y="1686737"/>
                  </a:lnTo>
                  <a:lnTo>
                    <a:pt x="439478" y="1686737"/>
                  </a:lnTo>
                  <a:close/>
                  <a:moveTo>
                    <a:pt x="411608" y="1686737"/>
                  </a:moveTo>
                  <a:lnTo>
                    <a:pt x="411608" y="1683307"/>
                  </a:lnTo>
                  <a:lnTo>
                    <a:pt x="409465" y="1683307"/>
                  </a:lnTo>
                  <a:lnTo>
                    <a:pt x="409465" y="1686737"/>
                  </a:lnTo>
                  <a:lnTo>
                    <a:pt x="411608" y="1686737"/>
                  </a:lnTo>
                  <a:close/>
                  <a:moveTo>
                    <a:pt x="355870" y="1686737"/>
                  </a:moveTo>
                  <a:lnTo>
                    <a:pt x="355870" y="1683307"/>
                  </a:lnTo>
                  <a:lnTo>
                    <a:pt x="353726" y="1683307"/>
                  </a:lnTo>
                  <a:lnTo>
                    <a:pt x="353726" y="1686737"/>
                  </a:lnTo>
                  <a:lnTo>
                    <a:pt x="355870" y="1686737"/>
                  </a:lnTo>
                  <a:close/>
                  <a:moveTo>
                    <a:pt x="328000" y="1686737"/>
                  </a:moveTo>
                  <a:lnTo>
                    <a:pt x="328000" y="1683307"/>
                  </a:lnTo>
                  <a:lnTo>
                    <a:pt x="325857" y="1683307"/>
                  </a:lnTo>
                  <a:lnTo>
                    <a:pt x="325857" y="1686737"/>
                  </a:lnTo>
                  <a:lnTo>
                    <a:pt x="328000" y="1686737"/>
                  </a:lnTo>
                  <a:close/>
                  <a:moveTo>
                    <a:pt x="300131" y="1686737"/>
                  </a:moveTo>
                  <a:lnTo>
                    <a:pt x="300131" y="1683307"/>
                  </a:lnTo>
                  <a:lnTo>
                    <a:pt x="297987" y="1683307"/>
                  </a:lnTo>
                  <a:lnTo>
                    <a:pt x="297987" y="1686737"/>
                  </a:lnTo>
                  <a:lnTo>
                    <a:pt x="300131" y="1686737"/>
                  </a:lnTo>
                  <a:close/>
                  <a:moveTo>
                    <a:pt x="272262" y="1686737"/>
                  </a:moveTo>
                  <a:lnTo>
                    <a:pt x="272262" y="1683307"/>
                  </a:lnTo>
                  <a:lnTo>
                    <a:pt x="270118" y="1683307"/>
                  </a:lnTo>
                  <a:lnTo>
                    <a:pt x="270118" y="1686737"/>
                  </a:lnTo>
                  <a:lnTo>
                    <a:pt x="272262" y="1686737"/>
                  </a:lnTo>
                  <a:close/>
                  <a:moveTo>
                    <a:pt x="244393" y="1686737"/>
                  </a:moveTo>
                  <a:lnTo>
                    <a:pt x="244393" y="1683307"/>
                  </a:lnTo>
                  <a:lnTo>
                    <a:pt x="242249" y="1683307"/>
                  </a:lnTo>
                  <a:lnTo>
                    <a:pt x="242249" y="1686737"/>
                  </a:lnTo>
                  <a:lnTo>
                    <a:pt x="244393" y="1686737"/>
                  </a:lnTo>
                  <a:close/>
                  <a:moveTo>
                    <a:pt x="1333869" y="1681163"/>
                  </a:moveTo>
                  <a:lnTo>
                    <a:pt x="1333869" y="1686737"/>
                  </a:lnTo>
                  <a:lnTo>
                    <a:pt x="1339442" y="1686737"/>
                  </a:lnTo>
                  <a:lnTo>
                    <a:pt x="1339442" y="1681163"/>
                  </a:lnTo>
                  <a:lnTo>
                    <a:pt x="1333869" y="1681163"/>
                  </a:lnTo>
                  <a:close/>
                  <a:moveTo>
                    <a:pt x="1031165" y="1678162"/>
                  </a:moveTo>
                  <a:lnTo>
                    <a:pt x="1031165" y="1674732"/>
                  </a:lnTo>
                  <a:lnTo>
                    <a:pt x="1029021" y="1674732"/>
                  </a:lnTo>
                  <a:lnTo>
                    <a:pt x="1029021" y="1678162"/>
                  </a:lnTo>
                  <a:lnTo>
                    <a:pt x="1031165" y="1678162"/>
                  </a:lnTo>
                  <a:close/>
                  <a:moveTo>
                    <a:pt x="780341" y="1673874"/>
                  </a:moveTo>
                  <a:lnTo>
                    <a:pt x="780341" y="1670444"/>
                  </a:lnTo>
                  <a:lnTo>
                    <a:pt x="778197" y="1670444"/>
                  </a:lnTo>
                  <a:lnTo>
                    <a:pt x="778197" y="1673874"/>
                  </a:lnTo>
                  <a:lnTo>
                    <a:pt x="780341" y="1673874"/>
                  </a:lnTo>
                  <a:close/>
                  <a:moveTo>
                    <a:pt x="724602" y="1671731"/>
                  </a:moveTo>
                  <a:lnTo>
                    <a:pt x="724602" y="1668300"/>
                  </a:lnTo>
                  <a:lnTo>
                    <a:pt x="722459" y="1668300"/>
                  </a:lnTo>
                  <a:lnTo>
                    <a:pt x="722459" y="1671731"/>
                  </a:lnTo>
                  <a:lnTo>
                    <a:pt x="724602" y="1671731"/>
                  </a:lnTo>
                  <a:close/>
                  <a:moveTo>
                    <a:pt x="523086" y="1667443"/>
                  </a:moveTo>
                  <a:lnTo>
                    <a:pt x="523086" y="1664013"/>
                  </a:lnTo>
                  <a:lnTo>
                    <a:pt x="520942" y="1664013"/>
                  </a:lnTo>
                  <a:lnTo>
                    <a:pt x="520942" y="1667443"/>
                  </a:lnTo>
                  <a:lnTo>
                    <a:pt x="523086" y="1667443"/>
                  </a:lnTo>
                  <a:close/>
                  <a:moveTo>
                    <a:pt x="467347" y="1663155"/>
                  </a:moveTo>
                  <a:lnTo>
                    <a:pt x="467347" y="1659725"/>
                  </a:lnTo>
                  <a:lnTo>
                    <a:pt x="465203" y="1659725"/>
                  </a:lnTo>
                  <a:lnTo>
                    <a:pt x="465203" y="1663155"/>
                  </a:lnTo>
                  <a:lnTo>
                    <a:pt x="467347" y="1663155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130" name="Vector layer F0F0F0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3425" y="1830800"/>
                  </a:moveTo>
                  <a:lnTo>
                    <a:pt x="1956855" y="1830800"/>
                  </a:lnTo>
                  <a:lnTo>
                    <a:pt x="1956855" y="1802931"/>
                  </a:lnTo>
                  <a:lnTo>
                    <a:pt x="1953425" y="1802931"/>
                  </a:lnTo>
                  <a:lnTo>
                    <a:pt x="1953425" y="1830800"/>
                  </a:lnTo>
                  <a:close/>
                  <a:moveTo>
                    <a:pt x="1775490" y="1830800"/>
                  </a:moveTo>
                  <a:lnTo>
                    <a:pt x="1778920" y="1830800"/>
                  </a:lnTo>
                  <a:lnTo>
                    <a:pt x="1778920" y="1706460"/>
                  </a:lnTo>
                  <a:lnTo>
                    <a:pt x="1775490" y="1706460"/>
                  </a:lnTo>
                  <a:lnTo>
                    <a:pt x="1775490" y="1830800"/>
                  </a:lnTo>
                  <a:close/>
                  <a:moveTo>
                    <a:pt x="1256692" y="1830800"/>
                  </a:moveTo>
                  <a:lnTo>
                    <a:pt x="1260122" y="1830800"/>
                  </a:lnTo>
                  <a:lnTo>
                    <a:pt x="1260122" y="1687166"/>
                  </a:lnTo>
                  <a:lnTo>
                    <a:pt x="1256692" y="1687166"/>
                  </a:lnTo>
                  <a:lnTo>
                    <a:pt x="1256692" y="1830800"/>
                  </a:lnTo>
                  <a:close/>
                  <a:moveTo>
                    <a:pt x="1083045" y="1830800"/>
                  </a:moveTo>
                  <a:lnTo>
                    <a:pt x="1086475" y="1830800"/>
                  </a:lnTo>
                  <a:lnTo>
                    <a:pt x="1086475" y="1687166"/>
                  </a:lnTo>
                  <a:lnTo>
                    <a:pt x="1083045" y="1687166"/>
                  </a:lnTo>
                  <a:lnTo>
                    <a:pt x="1083045" y="1830800"/>
                  </a:lnTo>
                  <a:close/>
                  <a:moveTo>
                    <a:pt x="1078757" y="1830800"/>
                  </a:moveTo>
                  <a:lnTo>
                    <a:pt x="1082187" y="1830800"/>
                  </a:lnTo>
                  <a:lnTo>
                    <a:pt x="1082187" y="1687166"/>
                  </a:lnTo>
                  <a:lnTo>
                    <a:pt x="1078757" y="1687166"/>
                  </a:lnTo>
                  <a:lnTo>
                    <a:pt x="1078757" y="1830800"/>
                  </a:lnTo>
                  <a:close/>
                  <a:moveTo>
                    <a:pt x="386312" y="1830800"/>
                  </a:moveTo>
                  <a:lnTo>
                    <a:pt x="389742" y="1830800"/>
                  </a:lnTo>
                  <a:lnTo>
                    <a:pt x="389742" y="1687166"/>
                  </a:lnTo>
                  <a:lnTo>
                    <a:pt x="386312" y="1687166"/>
                  </a:lnTo>
                  <a:lnTo>
                    <a:pt x="386312" y="1830800"/>
                  </a:lnTo>
                  <a:close/>
                  <a:moveTo>
                    <a:pt x="382024" y="1830800"/>
                  </a:moveTo>
                  <a:lnTo>
                    <a:pt x="385454" y="1830800"/>
                  </a:lnTo>
                  <a:lnTo>
                    <a:pt x="385454" y="1687166"/>
                  </a:lnTo>
                  <a:lnTo>
                    <a:pt x="382024" y="1687166"/>
                  </a:lnTo>
                  <a:lnTo>
                    <a:pt x="382024" y="1830800"/>
                  </a:lnTo>
                  <a:close/>
                  <a:moveTo>
                    <a:pt x="1953425" y="1682878"/>
                  </a:moveTo>
                  <a:lnTo>
                    <a:pt x="1956855" y="1682878"/>
                  </a:lnTo>
                  <a:lnTo>
                    <a:pt x="1956855" y="1481362"/>
                  </a:lnTo>
                  <a:lnTo>
                    <a:pt x="1953425" y="1481362"/>
                  </a:lnTo>
                  <a:lnTo>
                    <a:pt x="1953425" y="1682878"/>
                  </a:lnTo>
                  <a:close/>
                  <a:moveTo>
                    <a:pt x="1775490" y="1682878"/>
                  </a:moveTo>
                  <a:lnTo>
                    <a:pt x="1778920" y="1682878"/>
                  </a:lnTo>
                  <a:lnTo>
                    <a:pt x="1778920" y="1481362"/>
                  </a:lnTo>
                  <a:lnTo>
                    <a:pt x="1775490" y="1481362"/>
                  </a:lnTo>
                  <a:lnTo>
                    <a:pt x="1775490" y="1682878"/>
                  </a:lnTo>
                  <a:close/>
                  <a:moveTo>
                    <a:pt x="1256692" y="1680734"/>
                  </a:moveTo>
                  <a:lnTo>
                    <a:pt x="1260122" y="1680734"/>
                  </a:lnTo>
                  <a:lnTo>
                    <a:pt x="1260122" y="1481362"/>
                  </a:lnTo>
                  <a:lnTo>
                    <a:pt x="1256692" y="1481362"/>
                  </a:lnTo>
                  <a:lnTo>
                    <a:pt x="1256692" y="1680734"/>
                  </a:lnTo>
                  <a:close/>
                  <a:moveTo>
                    <a:pt x="1083045" y="1676447"/>
                  </a:moveTo>
                  <a:lnTo>
                    <a:pt x="1086475" y="1676447"/>
                  </a:lnTo>
                  <a:lnTo>
                    <a:pt x="1086475" y="1481362"/>
                  </a:lnTo>
                  <a:lnTo>
                    <a:pt x="1083045" y="1481362"/>
                  </a:lnTo>
                  <a:lnTo>
                    <a:pt x="1083045" y="1676447"/>
                  </a:lnTo>
                  <a:close/>
                  <a:moveTo>
                    <a:pt x="1078757" y="1676447"/>
                  </a:moveTo>
                  <a:lnTo>
                    <a:pt x="1082187" y="1676447"/>
                  </a:lnTo>
                  <a:lnTo>
                    <a:pt x="1082187" y="1481362"/>
                  </a:lnTo>
                  <a:lnTo>
                    <a:pt x="1078757" y="1481362"/>
                  </a:lnTo>
                  <a:lnTo>
                    <a:pt x="1078757" y="1676447"/>
                  </a:lnTo>
                  <a:close/>
                  <a:moveTo>
                    <a:pt x="386312" y="1657153"/>
                  </a:moveTo>
                  <a:lnTo>
                    <a:pt x="389742" y="1657153"/>
                  </a:lnTo>
                  <a:lnTo>
                    <a:pt x="389742" y="1481362"/>
                  </a:lnTo>
                  <a:lnTo>
                    <a:pt x="386312" y="1481362"/>
                  </a:lnTo>
                  <a:lnTo>
                    <a:pt x="386312" y="1657153"/>
                  </a:lnTo>
                  <a:close/>
                  <a:moveTo>
                    <a:pt x="382024" y="1657153"/>
                  </a:moveTo>
                  <a:lnTo>
                    <a:pt x="385454" y="1657153"/>
                  </a:lnTo>
                  <a:lnTo>
                    <a:pt x="385454" y="1481362"/>
                  </a:lnTo>
                  <a:lnTo>
                    <a:pt x="382024" y="1481362"/>
                  </a:lnTo>
                  <a:lnTo>
                    <a:pt x="382024" y="1657153"/>
                  </a:lnTo>
                  <a:close/>
                  <a:moveTo>
                    <a:pt x="1775490" y="1095479"/>
                  </a:moveTo>
                  <a:lnTo>
                    <a:pt x="1778920" y="1095479"/>
                  </a:lnTo>
                  <a:lnTo>
                    <a:pt x="1778920" y="878956"/>
                  </a:lnTo>
                  <a:lnTo>
                    <a:pt x="1775490" y="878956"/>
                  </a:lnTo>
                  <a:lnTo>
                    <a:pt x="1775490" y="1095479"/>
                  </a:lnTo>
                  <a:close/>
                  <a:moveTo>
                    <a:pt x="1775490" y="855374"/>
                  </a:moveTo>
                  <a:lnTo>
                    <a:pt x="1778920" y="855374"/>
                  </a:lnTo>
                  <a:lnTo>
                    <a:pt x="1778920" y="816786"/>
                  </a:lnTo>
                  <a:lnTo>
                    <a:pt x="1775490" y="816786"/>
                  </a:lnTo>
                  <a:lnTo>
                    <a:pt x="1775490" y="855374"/>
                  </a:lnTo>
                  <a:close/>
                  <a:moveTo>
                    <a:pt x="1256692" y="1095479"/>
                  </a:moveTo>
                  <a:lnTo>
                    <a:pt x="1260122" y="1095479"/>
                  </a:lnTo>
                  <a:lnTo>
                    <a:pt x="1260122" y="784629"/>
                  </a:lnTo>
                  <a:lnTo>
                    <a:pt x="1256692" y="784629"/>
                  </a:lnTo>
                  <a:lnTo>
                    <a:pt x="1256692" y="1095479"/>
                  </a:lnTo>
                  <a:close/>
                  <a:moveTo>
                    <a:pt x="1775490" y="791060"/>
                  </a:moveTo>
                  <a:lnTo>
                    <a:pt x="1778920" y="791060"/>
                  </a:lnTo>
                  <a:lnTo>
                    <a:pt x="1778920" y="690302"/>
                  </a:lnTo>
                  <a:lnTo>
                    <a:pt x="1775490" y="690302"/>
                  </a:lnTo>
                  <a:lnTo>
                    <a:pt x="1775490" y="791060"/>
                  </a:lnTo>
                  <a:close/>
                  <a:moveTo>
                    <a:pt x="1256692" y="758903"/>
                  </a:moveTo>
                  <a:lnTo>
                    <a:pt x="1260122" y="758903"/>
                  </a:lnTo>
                  <a:lnTo>
                    <a:pt x="1260122" y="688158"/>
                  </a:lnTo>
                  <a:lnTo>
                    <a:pt x="1256692" y="688158"/>
                  </a:lnTo>
                  <a:lnTo>
                    <a:pt x="1256692" y="758903"/>
                  </a:lnTo>
                  <a:close/>
                  <a:moveTo>
                    <a:pt x="1083045" y="1095479"/>
                  </a:moveTo>
                  <a:lnTo>
                    <a:pt x="1086475" y="1095479"/>
                  </a:lnTo>
                  <a:lnTo>
                    <a:pt x="1086475" y="675295"/>
                  </a:lnTo>
                  <a:lnTo>
                    <a:pt x="1083045" y="675295"/>
                  </a:lnTo>
                  <a:lnTo>
                    <a:pt x="1083045" y="1095479"/>
                  </a:lnTo>
                  <a:close/>
                  <a:moveTo>
                    <a:pt x="1078757" y="1095479"/>
                  </a:moveTo>
                  <a:lnTo>
                    <a:pt x="1082187" y="1095479"/>
                  </a:lnTo>
                  <a:lnTo>
                    <a:pt x="1082187" y="673151"/>
                  </a:lnTo>
                  <a:lnTo>
                    <a:pt x="1078757" y="673151"/>
                  </a:lnTo>
                  <a:lnTo>
                    <a:pt x="1078757" y="1095479"/>
                  </a:lnTo>
                  <a:close/>
                  <a:moveTo>
                    <a:pt x="1256692" y="662432"/>
                  </a:moveTo>
                  <a:lnTo>
                    <a:pt x="1260122" y="662432"/>
                  </a:lnTo>
                  <a:lnTo>
                    <a:pt x="1260122" y="660289"/>
                  </a:lnTo>
                  <a:lnTo>
                    <a:pt x="1256692" y="660289"/>
                  </a:lnTo>
                  <a:lnTo>
                    <a:pt x="1256692" y="662432"/>
                  </a:lnTo>
                  <a:close/>
                  <a:moveTo>
                    <a:pt x="1083045" y="651713"/>
                  </a:moveTo>
                  <a:lnTo>
                    <a:pt x="1086475" y="651713"/>
                  </a:lnTo>
                  <a:lnTo>
                    <a:pt x="1086475" y="608837"/>
                  </a:lnTo>
                  <a:lnTo>
                    <a:pt x="1083045" y="608837"/>
                  </a:lnTo>
                  <a:lnTo>
                    <a:pt x="1083045" y="651713"/>
                  </a:lnTo>
                  <a:close/>
                  <a:moveTo>
                    <a:pt x="1078757" y="647426"/>
                  </a:moveTo>
                  <a:lnTo>
                    <a:pt x="1082187" y="647426"/>
                  </a:lnTo>
                  <a:lnTo>
                    <a:pt x="1082187" y="606694"/>
                  </a:lnTo>
                  <a:lnTo>
                    <a:pt x="1078757" y="606694"/>
                  </a:lnTo>
                  <a:lnTo>
                    <a:pt x="1078757" y="647426"/>
                  </a:lnTo>
                  <a:close/>
                  <a:moveTo>
                    <a:pt x="1083045" y="583112"/>
                  </a:moveTo>
                  <a:lnTo>
                    <a:pt x="1086475" y="583112"/>
                  </a:lnTo>
                  <a:lnTo>
                    <a:pt x="1086475" y="546667"/>
                  </a:lnTo>
                  <a:lnTo>
                    <a:pt x="1083045" y="546667"/>
                  </a:lnTo>
                  <a:lnTo>
                    <a:pt x="1083045" y="583112"/>
                  </a:lnTo>
                  <a:close/>
                  <a:moveTo>
                    <a:pt x="1078757" y="580968"/>
                  </a:moveTo>
                  <a:lnTo>
                    <a:pt x="1082187" y="580968"/>
                  </a:lnTo>
                  <a:lnTo>
                    <a:pt x="1082187" y="544524"/>
                  </a:lnTo>
                  <a:lnTo>
                    <a:pt x="1078757" y="544524"/>
                  </a:lnTo>
                  <a:lnTo>
                    <a:pt x="1078757" y="580968"/>
                  </a:lnTo>
                  <a:close/>
                  <a:moveTo>
                    <a:pt x="386312" y="1095479"/>
                  </a:moveTo>
                  <a:lnTo>
                    <a:pt x="389742" y="1095479"/>
                  </a:lnTo>
                  <a:lnTo>
                    <a:pt x="389742" y="242249"/>
                  </a:lnTo>
                  <a:lnTo>
                    <a:pt x="386312" y="242249"/>
                  </a:lnTo>
                  <a:lnTo>
                    <a:pt x="386312" y="1095479"/>
                  </a:lnTo>
                  <a:close/>
                  <a:moveTo>
                    <a:pt x="382024" y="1095479"/>
                  </a:moveTo>
                  <a:lnTo>
                    <a:pt x="385454" y="1095479"/>
                  </a:lnTo>
                  <a:lnTo>
                    <a:pt x="385454" y="237961"/>
                  </a:lnTo>
                  <a:lnTo>
                    <a:pt x="382024" y="237961"/>
                  </a:lnTo>
                  <a:lnTo>
                    <a:pt x="382024" y="1095479"/>
                  </a:lnTo>
                  <a:close/>
                  <a:moveTo>
                    <a:pt x="1083045" y="520942"/>
                  </a:moveTo>
                  <a:lnTo>
                    <a:pt x="1086475" y="520942"/>
                  </a:lnTo>
                  <a:lnTo>
                    <a:pt x="1086475" y="199373"/>
                  </a:lnTo>
                  <a:lnTo>
                    <a:pt x="1083045" y="199373"/>
                  </a:lnTo>
                  <a:lnTo>
                    <a:pt x="1083045" y="520942"/>
                  </a:lnTo>
                  <a:close/>
                  <a:moveTo>
                    <a:pt x="1256692" y="634563"/>
                  </a:moveTo>
                  <a:lnTo>
                    <a:pt x="1260122" y="634563"/>
                  </a:lnTo>
                  <a:lnTo>
                    <a:pt x="1260122" y="197229"/>
                  </a:lnTo>
                  <a:lnTo>
                    <a:pt x="1256692" y="197229"/>
                  </a:lnTo>
                  <a:lnTo>
                    <a:pt x="1256692" y="634563"/>
                  </a:lnTo>
                  <a:close/>
                  <a:moveTo>
                    <a:pt x="1078757" y="518798"/>
                  </a:moveTo>
                  <a:lnTo>
                    <a:pt x="1082187" y="518798"/>
                  </a:lnTo>
                  <a:lnTo>
                    <a:pt x="1082187" y="195085"/>
                  </a:lnTo>
                  <a:lnTo>
                    <a:pt x="1078757" y="195085"/>
                  </a:lnTo>
                  <a:lnTo>
                    <a:pt x="1078757" y="518798"/>
                  </a:lnTo>
                  <a:close/>
                  <a:moveTo>
                    <a:pt x="1256692" y="188654"/>
                  </a:moveTo>
                  <a:lnTo>
                    <a:pt x="1260122" y="188654"/>
                  </a:lnTo>
                  <a:lnTo>
                    <a:pt x="1260122" y="186510"/>
                  </a:lnTo>
                  <a:lnTo>
                    <a:pt x="1256692" y="186510"/>
                  </a:lnTo>
                  <a:lnTo>
                    <a:pt x="1256692" y="188654"/>
                  </a:lnTo>
                  <a:close/>
                  <a:moveTo>
                    <a:pt x="1078757" y="175791"/>
                  </a:moveTo>
                  <a:lnTo>
                    <a:pt x="1082187" y="175791"/>
                  </a:lnTo>
                  <a:lnTo>
                    <a:pt x="1082187" y="150066"/>
                  </a:lnTo>
                  <a:lnTo>
                    <a:pt x="1078757" y="150066"/>
                  </a:lnTo>
                  <a:lnTo>
                    <a:pt x="1078757" y="175791"/>
                  </a:lnTo>
                  <a:close/>
                  <a:moveTo>
                    <a:pt x="1083045" y="171504"/>
                  </a:moveTo>
                  <a:lnTo>
                    <a:pt x="1086475" y="171504"/>
                  </a:lnTo>
                  <a:lnTo>
                    <a:pt x="1086475" y="141490"/>
                  </a:lnTo>
                  <a:lnTo>
                    <a:pt x="1083045" y="141490"/>
                  </a:lnTo>
                  <a:lnTo>
                    <a:pt x="1083045" y="171504"/>
                  </a:lnTo>
                  <a:close/>
                  <a:moveTo>
                    <a:pt x="1953425" y="1095479"/>
                  </a:moveTo>
                  <a:lnTo>
                    <a:pt x="1956855" y="1095479"/>
                  </a:lnTo>
                  <a:lnTo>
                    <a:pt x="1956855" y="126484"/>
                  </a:lnTo>
                  <a:lnTo>
                    <a:pt x="1953425" y="126484"/>
                  </a:lnTo>
                  <a:lnTo>
                    <a:pt x="1953425" y="1095479"/>
                  </a:lnTo>
                  <a:close/>
                  <a:moveTo>
                    <a:pt x="1953425" y="100758"/>
                  </a:moveTo>
                  <a:lnTo>
                    <a:pt x="1956855" y="100758"/>
                  </a:lnTo>
                  <a:lnTo>
                    <a:pt x="1956855" y="30013"/>
                  </a:lnTo>
                  <a:lnTo>
                    <a:pt x="1953425" y="30013"/>
                  </a:lnTo>
                  <a:lnTo>
                    <a:pt x="1953425" y="100758"/>
                  </a:lnTo>
                  <a:close/>
                  <a:moveTo>
                    <a:pt x="1775490" y="664576"/>
                  </a:moveTo>
                  <a:lnTo>
                    <a:pt x="1778920" y="664576"/>
                  </a:lnTo>
                  <a:lnTo>
                    <a:pt x="1778920" y="30013"/>
                  </a:lnTo>
                  <a:lnTo>
                    <a:pt x="1775490" y="30013"/>
                  </a:lnTo>
                  <a:lnTo>
                    <a:pt x="1775490" y="664576"/>
                  </a:lnTo>
                  <a:close/>
                  <a:moveTo>
                    <a:pt x="1256692" y="171504"/>
                  </a:moveTo>
                  <a:lnTo>
                    <a:pt x="1260122" y="171504"/>
                  </a:lnTo>
                  <a:lnTo>
                    <a:pt x="1260122" y="30013"/>
                  </a:lnTo>
                  <a:lnTo>
                    <a:pt x="1256692" y="30013"/>
                  </a:lnTo>
                  <a:lnTo>
                    <a:pt x="1256692" y="171504"/>
                  </a:lnTo>
                  <a:close/>
                  <a:moveTo>
                    <a:pt x="1083045" y="109333"/>
                  </a:moveTo>
                  <a:lnTo>
                    <a:pt x="1086475" y="109333"/>
                  </a:lnTo>
                  <a:lnTo>
                    <a:pt x="1086475" y="30013"/>
                  </a:lnTo>
                  <a:lnTo>
                    <a:pt x="1083045" y="30013"/>
                  </a:lnTo>
                  <a:lnTo>
                    <a:pt x="1083045" y="109333"/>
                  </a:lnTo>
                  <a:close/>
                  <a:moveTo>
                    <a:pt x="1078757" y="120052"/>
                  </a:moveTo>
                  <a:lnTo>
                    <a:pt x="1082187" y="120052"/>
                  </a:lnTo>
                  <a:lnTo>
                    <a:pt x="1082187" y="30013"/>
                  </a:lnTo>
                  <a:lnTo>
                    <a:pt x="1078757" y="30013"/>
                  </a:lnTo>
                  <a:lnTo>
                    <a:pt x="1078757" y="120052"/>
                  </a:lnTo>
                  <a:close/>
                  <a:moveTo>
                    <a:pt x="386312" y="145778"/>
                  </a:moveTo>
                  <a:lnTo>
                    <a:pt x="389742" y="145778"/>
                  </a:lnTo>
                  <a:lnTo>
                    <a:pt x="389742" y="30013"/>
                  </a:lnTo>
                  <a:lnTo>
                    <a:pt x="386312" y="30013"/>
                  </a:lnTo>
                  <a:lnTo>
                    <a:pt x="386312" y="145778"/>
                  </a:lnTo>
                  <a:close/>
                  <a:moveTo>
                    <a:pt x="382024" y="145778"/>
                  </a:moveTo>
                  <a:lnTo>
                    <a:pt x="385454" y="145778"/>
                  </a:lnTo>
                  <a:lnTo>
                    <a:pt x="385454" y="30013"/>
                  </a:lnTo>
                  <a:lnTo>
                    <a:pt x="382024" y="30013"/>
                  </a:lnTo>
                  <a:lnTo>
                    <a:pt x="382024" y="145778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131" name="Vector layer EBEBEB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1281" y="1830800"/>
                  </a:moveTo>
                  <a:lnTo>
                    <a:pt x="1954711" y="1830800"/>
                  </a:lnTo>
                  <a:lnTo>
                    <a:pt x="1954711" y="1802931"/>
                  </a:lnTo>
                  <a:lnTo>
                    <a:pt x="1951281" y="1802931"/>
                  </a:lnTo>
                  <a:lnTo>
                    <a:pt x="1951281" y="1830800"/>
                  </a:lnTo>
                  <a:close/>
                  <a:moveTo>
                    <a:pt x="1777634" y="1705750"/>
                  </a:moveTo>
                  <a:lnTo>
                    <a:pt x="1777634" y="1830800"/>
                  </a:lnTo>
                  <a:lnTo>
                    <a:pt x="1781064" y="1830800"/>
                  </a:lnTo>
                  <a:lnTo>
                    <a:pt x="1781064" y="1707170"/>
                  </a:lnTo>
                  <a:lnTo>
                    <a:pt x="1782706" y="1705529"/>
                  </a:lnTo>
                  <a:lnTo>
                    <a:pt x="1780280" y="1703104"/>
                  </a:lnTo>
                  <a:lnTo>
                    <a:pt x="1777634" y="1705750"/>
                  </a:lnTo>
                  <a:close/>
                  <a:moveTo>
                    <a:pt x="1601843" y="1691882"/>
                  </a:moveTo>
                  <a:lnTo>
                    <a:pt x="1601843" y="1832515"/>
                  </a:lnTo>
                  <a:lnTo>
                    <a:pt x="1607417" y="1832515"/>
                  </a:lnTo>
                  <a:lnTo>
                    <a:pt x="1607417" y="1691882"/>
                  </a:lnTo>
                  <a:lnTo>
                    <a:pt x="1601843" y="1691882"/>
                  </a:lnTo>
                  <a:close/>
                  <a:moveTo>
                    <a:pt x="1616421" y="1693168"/>
                  </a:moveTo>
                  <a:lnTo>
                    <a:pt x="1616421" y="1689738"/>
                  </a:lnTo>
                  <a:lnTo>
                    <a:pt x="1614277" y="1689738"/>
                  </a:lnTo>
                  <a:lnTo>
                    <a:pt x="1614277" y="1693168"/>
                  </a:lnTo>
                  <a:lnTo>
                    <a:pt x="1616421" y="1693168"/>
                  </a:lnTo>
                  <a:close/>
                  <a:moveTo>
                    <a:pt x="1560682" y="1691025"/>
                  </a:moveTo>
                  <a:lnTo>
                    <a:pt x="1560682" y="1687595"/>
                  </a:lnTo>
                  <a:lnTo>
                    <a:pt x="1558538" y="1687595"/>
                  </a:lnTo>
                  <a:lnTo>
                    <a:pt x="1558538" y="1691025"/>
                  </a:lnTo>
                  <a:lnTo>
                    <a:pt x="1560682" y="1691025"/>
                  </a:lnTo>
                  <a:close/>
                  <a:moveTo>
                    <a:pt x="1428196" y="1685451"/>
                  </a:moveTo>
                  <a:lnTo>
                    <a:pt x="1428196" y="1832515"/>
                  </a:lnTo>
                  <a:lnTo>
                    <a:pt x="1433769" y="1832515"/>
                  </a:lnTo>
                  <a:lnTo>
                    <a:pt x="1433769" y="1685451"/>
                  </a:lnTo>
                  <a:lnTo>
                    <a:pt x="1428196" y="1685451"/>
                  </a:lnTo>
                  <a:close/>
                  <a:moveTo>
                    <a:pt x="905110" y="1685451"/>
                  </a:moveTo>
                  <a:lnTo>
                    <a:pt x="905110" y="1832515"/>
                  </a:lnTo>
                  <a:lnTo>
                    <a:pt x="910684" y="1832515"/>
                  </a:lnTo>
                  <a:lnTo>
                    <a:pt x="910684" y="1685451"/>
                  </a:lnTo>
                  <a:lnTo>
                    <a:pt x="905110" y="1685451"/>
                  </a:lnTo>
                  <a:close/>
                  <a:moveTo>
                    <a:pt x="731463" y="1685451"/>
                  </a:moveTo>
                  <a:lnTo>
                    <a:pt x="731463" y="1832515"/>
                  </a:lnTo>
                  <a:lnTo>
                    <a:pt x="737036" y="1832515"/>
                  </a:lnTo>
                  <a:lnTo>
                    <a:pt x="737036" y="1685451"/>
                  </a:lnTo>
                  <a:lnTo>
                    <a:pt x="731463" y="1685451"/>
                  </a:lnTo>
                  <a:close/>
                  <a:moveTo>
                    <a:pt x="557815" y="1685451"/>
                  </a:moveTo>
                  <a:lnTo>
                    <a:pt x="557815" y="1832515"/>
                  </a:lnTo>
                  <a:lnTo>
                    <a:pt x="563389" y="1832515"/>
                  </a:lnTo>
                  <a:lnTo>
                    <a:pt x="563389" y="1685451"/>
                  </a:lnTo>
                  <a:lnTo>
                    <a:pt x="557815" y="1685451"/>
                  </a:lnTo>
                  <a:close/>
                  <a:moveTo>
                    <a:pt x="1393466" y="1686737"/>
                  </a:moveTo>
                  <a:lnTo>
                    <a:pt x="1393466" y="1683307"/>
                  </a:lnTo>
                  <a:lnTo>
                    <a:pt x="1391322" y="1683307"/>
                  </a:lnTo>
                  <a:lnTo>
                    <a:pt x="1391322" y="1686737"/>
                  </a:lnTo>
                  <a:lnTo>
                    <a:pt x="1393466" y="1686737"/>
                  </a:lnTo>
                  <a:close/>
                  <a:moveTo>
                    <a:pt x="1254548" y="1687876"/>
                  </a:moveTo>
                  <a:lnTo>
                    <a:pt x="1254548" y="1830800"/>
                  </a:lnTo>
                  <a:lnTo>
                    <a:pt x="1257978" y="1830800"/>
                  </a:lnTo>
                  <a:lnTo>
                    <a:pt x="1257978" y="1686455"/>
                  </a:lnTo>
                  <a:lnTo>
                    <a:pt x="1255332" y="1683809"/>
                  </a:lnTo>
                  <a:lnTo>
                    <a:pt x="1252907" y="1686235"/>
                  </a:lnTo>
                  <a:lnTo>
                    <a:pt x="1254548" y="1687876"/>
                  </a:lnTo>
                  <a:close/>
                  <a:moveTo>
                    <a:pt x="1080901" y="1686455"/>
                  </a:moveTo>
                  <a:lnTo>
                    <a:pt x="1080901" y="1830800"/>
                  </a:lnTo>
                  <a:lnTo>
                    <a:pt x="1084331" y="1830800"/>
                  </a:lnTo>
                  <a:lnTo>
                    <a:pt x="1084331" y="1687876"/>
                  </a:lnTo>
                  <a:lnTo>
                    <a:pt x="1085972" y="1686235"/>
                  </a:lnTo>
                  <a:lnTo>
                    <a:pt x="1083547" y="1683809"/>
                  </a:lnTo>
                  <a:lnTo>
                    <a:pt x="1080901" y="1686455"/>
                  </a:lnTo>
                  <a:close/>
                  <a:moveTo>
                    <a:pt x="384168" y="1687876"/>
                  </a:moveTo>
                  <a:lnTo>
                    <a:pt x="384168" y="1830800"/>
                  </a:lnTo>
                  <a:lnTo>
                    <a:pt x="387598" y="1830800"/>
                  </a:lnTo>
                  <a:lnTo>
                    <a:pt x="387598" y="1686455"/>
                  </a:lnTo>
                  <a:lnTo>
                    <a:pt x="384952" y="1683809"/>
                  </a:lnTo>
                  <a:lnTo>
                    <a:pt x="382526" y="1686235"/>
                  </a:lnTo>
                  <a:lnTo>
                    <a:pt x="384168" y="1687876"/>
                  </a:lnTo>
                  <a:close/>
                  <a:moveTo>
                    <a:pt x="1340300" y="1685022"/>
                  </a:moveTo>
                  <a:lnTo>
                    <a:pt x="1343730" y="1685022"/>
                  </a:lnTo>
                  <a:lnTo>
                    <a:pt x="1343730" y="1682878"/>
                  </a:lnTo>
                  <a:lnTo>
                    <a:pt x="1340300" y="1682878"/>
                  </a:lnTo>
                  <a:lnTo>
                    <a:pt x="1340300" y="1685022"/>
                  </a:lnTo>
                  <a:close/>
                  <a:moveTo>
                    <a:pt x="1329581" y="1685022"/>
                  </a:moveTo>
                  <a:lnTo>
                    <a:pt x="1333011" y="1685022"/>
                  </a:lnTo>
                  <a:lnTo>
                    <a:pt x="1333011" y="1682878"/>
                  </a:lnTo>
                  <a:lnTo>
                    <a:pt x="1329581" y="1682878"/>
                  </a:lnTo>
                  <a:lnTo>
                    <a:pt x="1329581" y="1685022"/>
                  </a:lnTo>
                  <a:close/>
                  <a:moveTo>
                    <a:pt x="1226250" y="1682450"/>
                  </a:moveTo>
                  <a:lnTo>
                    <a:pt x="1226250" y="1679019"/>
                  </a:lnTo>
                  <a:lnTo>
                    <a:pt x="1224106" y="1679019"/>
                  </a:lnTo>
                  <a:lnTo>
                    <a:pt x="1224106" y="1682450"/>
                  </a:lnTo>
                  <a:lnTo>
                    <a:pt x="1226250" y="1682450"/>
                  </a:lnTo>
                  <a:close/>
                  <a:moveTo>
                    <a:pt x="1198381" y="1682450"/>
                  </a:moveTo>
                  <a:lnTo>
                    <a:pt x="1198381" y="1679019"/>
                  </a:lnTo>
                  <a:lnTo>
                    <a:pt x="1196237" y="1679019"/>
                  </a:lnTo>
                  <a:lnTo>
                    <a:pt x="1196237" y="1682450"/>
                  </a:lnTo>
                  <a:lnTo>
                    <a:pt x="1198381" y="1682450"/>
                  </a:lnTo>
                  <a:close/>
                  <a:moveTo>
                    <a:pt x="1114773" y="1680306"/>
                  </a:moveTo>
                  <a:lnTo>
                    <a:pt x="1114773" y="1676876"/>
                  </a:lnTo>
                  <a:lnTo>
                    <a:pt x="1112629" y="1676876"/>
                  </a:lnTo>
                  <a:lnTo>
                    <a:pt x="1112629" y="1680306"/>
                  </a:lnTo>
                  <a:lnTo>
                    <a:pt x="1114773" y="1680306"/>
                  </a:lnTo>
                  <a:close/>
                  <a:moveTo>
                    <a:pt x="1003296" y="1678162"/>
                  </a:moveTo>
                  <a:lnTo>
                    <a:pt x="1003296" y="1674732"/>
                  </a:lnTo>
                  <a:lnTo>
                    <a:pt x="1001152" y="1674732"/>
                  </a:lnTo>
                  <a:lnTo>
                    <a:pt x="1001152" y="1678162"/>
                  </a:lnTo>
                  <a:lnTo>
                    <a:pt x="1003296" y="1678162"/>
                  </a:lnTo>
                  <a:close/>
                  <a:moveTo>
                    <a:pt x="891818" y="1676018"/>
                  </a:moveTo>
                  <a:lnTo>
                    <a:pt x="891818" y="1672588"/>
                  </a:lnTo>
                  <a:lnTo>
                    <a:pt x="889675" y="1672588"/>
                  </a:lnTo>
                  <a:lnTo>
                    <a:pt x="889675" y="1676018"/>
                  </a:lnTo>
                  <a:lnTo>
                    <a:pt x="891818" y="1676018"/>
                  </a:lnTo>
                  <a:close/>
                  <a:moveTo>
                    <a:pt x="696733" y="1671731"/>
                  </a:moveTo>
                  <a:lnTo>
                    <a:pt x="696733" y="1668300"/>
                  </a:lnTo>
                  <a:lnTo>
                    <a:pt x="694589" y="1668300"/>
                  </a:lnTo>
                  <a:lnTo>
                    <a:pt x="694589" y="1671731"/>
                  </a:lnTo>
                  <a:lnTo>
                    <a:pt x="696733" y="1671731"/>
                  </a:lnTo>
                  <a:close/>
                  <a:moveTo>
                    <a:pt x="668864" y="1671731"/>
                  </a:moveTo>
                  <a:lnTo>
                    <a:pt x="668864" y="1668300"/>
                  </a:lnTo>
                  <a:lnTo>
                    <a:pt x="666720" y="1668300"/>
                  </a:lnTo>
                  <a:lnTo>
                    <a:pt x="666720" y="1671731"/>
                  </a:lnTo>
                  <a:lnTo>
                    <a:pt x="668864" y="1671731"/>
                  </a:lnTo>
                  <a:close/>
                  <a:moveTo>
                    <a:pt x="578824" y="1669587"/>
                  </a:moveTo>
                  <a:lnTo>
                    <a:pt x="578824" y="1666157"/>
                  </a:lnTo>
                  <a:lnTo>
                    <a:pt x="576681" y="1666157"/>
                  </a:lnTo>
                  <a:lnTo>
                    <a:pt x="576681" y="1669587"/>
                  </a:lnTo>
                  <a:lnTo>
                    <a:pt x="578824" y="1669587"/>
                  </a:lnTo>
                  <a:close/>
                  <a:moveTo>
                    <a:pt x="272262" y="1639574"/>
                  </a:moveTo>
                  <a:lnTo>
                    <a:pt x="272262" y="1636144"/>
                  </a:lnTo>
                  <a:lnTo>
                    <a:pt x="270118" y="1636144"/>
                  </a:lnTo>
                  <a:lnTo>
                    <a:pt x="270118" y="1639574"/>
                  </a:lnTo>
                  <a:lnTo>
                    <a:pt x="272262" y="1639574"/>
                  </a:lnTo>
                  <a:close/>
                  <a:moveTo>
                    <a:pt x="1951281" y="1682878"/>
                  </a:moveTo>
                  <a:lnTo>
                    <a:pt x="1954711" y="1682878"/>
                  </a:lnTo>
                  <a:lnTo>
                    <a:pt x="1954711" y="1481362"/>
                  </a:lnTo>
                  <a:lnTo>
                    <a:pt x="1951281" y="1481362"/>
                  </a:lnTo>
                  <a:lnTo>
                    <a:pt x="1951281" y="1682878"/>
                  </a:lnTo>
                  <a:close/>
                  <a:moveTo>
                    <a:pt x="1777634" y="1682878"/>
                  </a:moveTo>
                  <a:lnTo>
                    <a:pt x="1781064" y="1682878"/>
                  </a:lnTo>
                  <a:lnTo>
                    <a:pt x="1781064" y="1481362"/>
                  </a:lnTo>
                  <a:lnTo>
                    <a:pt x="1777634" y="1481362"/>
                  </a:lnTo>
                  <a:lnTo>
                    <a:pt x="1777634" y="1682878"/>
                  </a:lnTo>
                  <a:close/>
                  <a:moveTo>
                    <a:pt x="1601843" y="1479647"/>
                  </a:moveTo>
                  <a:lnTo>
                    <a:pt x="1601843" y="1684593"/>
                  </a:lnTo>
                  <a:lnTo>
                    <a:pt x="1607417" y="1684593"/>
                  </a:lnTo>
                  <a:lnTo>
                    <a:pt x="1607417" y="1479647"/>
                  </a:lnTo>
                  <a:lnTo>
                    <a:pt x="1601843" y="1479647"/>
                  </a:lnTo>
                  <a:close/>
                  <a:moveTo>
                    <a:pt x="1428196" y="1479647"/>
                  </a:moveTo>
                  <a:lnTo>
                    <a:pt x="1428196" y="1684593"/>
                  </a:lnTo>
                  <a:lnTo>
                    <a:pt x="1433769" y="1684593"/>
                  </a:lnTo>
                  <a:lnTo>
                    <a:pt x="1433769" y="1479647"/>
                  </a:lnTo>
                  <a:lnTo>
                    <a:pt x="1428196" y="1479647"/>
                  </a:lnTo>
                  <a:close/>
                  <a:moveTo>
                    <a:pt x="1254548" y="1680734"/>
                  </a:moveTo>
                  <a:lnTo>
                    <a:pt x="1257978" y="1680734"/>
                  </a:lnTo>
                  <a:lnTo>
                    <a:pt x="1257978" y="1481362"/>
                  </a:lnTo>
                  <a:lnTo>
                    <a:pt x="1254548" y="1481362"/>
                  </a:lnTo>
                  <a:lnTo>
                    <a:pt x="1254548" y="1680734"/>
                  </a:lnTo>
                  <a:close/>
                  <a:moveTo>
                    <a:pt x="1080901" y="1676447"/>
                  </a:moveTo>
                  <a:lnTo>
                    <a:pt x="1084331" y="1676447"/>
                  </a:lnTo>
                  <a:lnTo>
                    <a:pt x="1084331" y="1481362"/>
                  </a:lnTo>
                  <a:lnTo>
                    <a:pt x="1080901" y="1481362"/>
                  </a:lnTo>
                  <a:lnTo>
                    <a:pt x="1080901" y="1676447"/>
                  </a:lnTo>
                  <a:close/>
                  <a:moveTo>
                    <a:pt x="905110" y="1479647"/>
                  </a:moveTo>
                  <a:lnTo>
                    <a:pt x="905110" y="1673874"/>
                  </a:lnTo>
                  <a:lnTo>
                    <a:pt x="910684" y="1673874"/>
                  </a:lnTo>
                  <a:lnTo>
                    <a:pt x="910684" y="1479647"/>
                  </a:lnTo>
                  <a:lnTo>
                    <a:pt x="905110" y="1479647"/>
                  </a:lnTo>
                  <a:close/>
                  <a:moveTo>
                    <a:pt x="731463" y="1479647"/>
                  </a:moveTo>
                  <a:lnTo>
                    <a:pt x="731463" y="1669587"/>
                  </a:lnTo>
                  <a:lnTo>
                    <a:pt x="737036" y="1669587"/>
                  </a:lnTo>
                  <a:lnTo>
                    <a:pt x="737036" y="1479647"/>
                  </a:lnTo>
                  <a:lnTo>
                    <a:pt x="731463" y="1479647"/>
                  </a:lnTo>
                  <a:close/>
                  <a:moveTo>
                    <a:pt x="557815" y="1479647"/>
                  </a:moveTo>
                  <a:lnTo>
                    <a:pt x="557815" y="1667443"/>
                  </a:lnTo>
                  <a:lnTo>
                    <a:pt x="563389" y="1667443"/>
                  </a:lnTo>
                  <a:lnTo>
                    <a:pt x="563389" y="1479647"/>
                  </a:lnTo>
                  <a:lnTo>
                    <a:pt x="557815" y="1479647"/>
                  </a:lnTo>
                  <a:close/>
                  <a:moveTo>
                    <a:pt x="384168" y="1657153"/>
                  </a:moveTo>
                  <a:lnTo>
                    <a:pt x="387598" y="1657153"/>
                  </a:lnTo>
                  <a:lnTo>
                    <a:pt x="387598" y="1481362"/>
                  </a:lnTo>
                  <a:lnTo>
                    <a:pt x="384168" y="1481362"/>
                  </a:lnTo>
                  <a:lnTo>
                    <a:pt x="384168" y="1657153"/>
                  </a:lnTo>
                  <a:close/>
                  <a:moveTo>
                    <a:pt x="1601843" y="986292"/>
                  </a:moveTo>
                  <a:lnTo>
                    <a:pt x="1601843" y="1097194"/>
                  </a:lnTo>
                  <a:lnTo>
                    <a:pt x="1607417" y="1097194"/>
                  </a:lnTo>
                  <a:lnTo>
                    <a:pt x="1607417" y="991866"/>
                  </a:lnTo>
                  <a:lnTo>
                    <a:pt x="1601843" y="986292"/>
                  </a:lnTo>
                  <a:close/>
                  <a:moveTo>
                    <a:pt x="1601843" y="894391"/>
                  </a:moveTo>
                  <a:lnTo>
                    <a:pt x="1601843" y="965418"/>
                  </a:lnTo>
                  <a:lnTo>
                    <a:pt x="1607417" y="970992"/>
                  </a:lnTo>
                  <a:lnTo>
                    <a:pt x="1607417" y="894391"/>
                  </a:lnTo>
                  <a:lnTo>
                    <a:pt x="1601843" y="894391"/>
                  </a:lnTo>
                  <a:close/>
                  <a:moveTo>
                    <a:pt x="1428196" y="881528"/>
                  </a:moveTo>
                  <a:lnTo>
                    <a:pt x="1428196" y="1097194"/>
                  </a:lnTo>
                  <a:lnTo>
                    <a:pt x="1433769" y="1097194"/>
                  </a:lnTo>
                  <a:lnTo>
                    <a:pt x="1433769" y="881528"/>
                  </a:lnTo>
                  <a:lnTo>
                    <a:pt x="1428196" y="881528"/>
                  </a:lnTo>
                  <a:close/>
                  <a:moveTo>
                    <a:pt x="1777634" y="1095479"/>
                  </a:moveTo>
                  <a:lnTo>
                    <a:pt x="1781064" y="1095479"/>
                  </a:lnTo>
                  <a:lnTo>
                    <a:pt x="1781064" y="881099"/>
                  </a:lnTo>
                  <a:lnTo>
                    <a:pt x="1777634" y="881099"/>
                  </a:lnTo>
                  <a:lnTo>
                    <a:pt x="1777634" y="1095479"/>
                  </a:lnTo>
                  <a:close/>
                  <a:moveTo>
                    <a:pt x="1601843" y="834365"/>
                  </a:moveTo>
                  <a:lnTo>
                    <a:pt x="1601843" y="872095"/>
                  </a:lnTo>
                  <a:lnTo>
                    <a:pt x="1607417" y="872095"/>
                  </a:lnTo>
                  <a:lnTo>
                    <a:pt x="1607417" y="834365"/>
                  </a:lnTo>
                  <a:lnTo>
                    <a:pt x="1601843" y="834365"/>
                  </a:lnTo>
                  <a:close/>
                  <a:moveTo>
                    <a:pt x="1777634" y="855374"/>
                  </a:moveTo>
                  <a:lnTo>
                    <a:pt x="1781064" y="855374"/>
                  </a:lnTo>
                  <a:lnTo>
                    <a:pt x="1781064" y="818929"/>
                  </a:lnTo>
                  <a:lnTo>
                    <a:pt x="1777634" y="818929"/>
                  </a:lnTo>
                  <a:lnTo>
                    <a:pt x="1777634" y="855374"/>
                  </a:lnTo>
                  <a:close/>
                  <a:moveTo>
                    <a:pt x="1428196" y="785057"/>
                  </a:moveTo>
                  <a:lnTo>
                    <a:pt x="1428196" y="859233"/>
                  </a:lnTo>
                  <a:lnTo>
                    <a:pt x="1433769" y="859233"/>
                  </a:lnTo>
                  <a:lnTo>
                    <a:pt x="1433769" y="785057"/>
                  </a:lnTo>
                  <a:lnTo>
                    <a:pt x="1428196" y="785057"/>
                  </a:lnTo>
                  <a:close/>
                  <a:moveTo>
                    <a:pt x="1254548" y="1095479"/>
                  </a:moveTo>
                  <a:lnTo>
                    <a:pt x="1257978" y="1095479"/>
                  </a:lnTo>
                  <a:lnTo>
                    <a:pt x="1257978" y="784629"/>
                  </a:lnTo>
                  <a:lnTo>
                    <a:pt x="1254548" y="784629"/>
                  </a:lnTo>
                  <a:lnTo>
                    <a:pt x="1254548" y="1095479"/>
                  </a:lnTo>
                  <a:close/>
                  <a:moveTo>
                    <a:pt x="1428196" y="754763"/>
                  </a:moveTo>
                  <a:lnTo>
                    <a:pt x="1428196" y="762762"/>
                  </a:lnTo>
                  <a:lnTo>
                    <a:pt x="1436195" y="762762"/>
                  </a:lnTo>
                  <a:lnTo>
                    <a:pt x="1428196" y="754763"/>
                  </a:lnTo>
                  <a:close/>
                  <a:moveTo>
                    <a:pt x="1777634" y="793204"/>
                  </a:moveTo>
                  <a:lnTo>
                    <a:pt x="1781064" y="793204"/>
                  </a:lnTo>
                  <a:lnTo>
                    <a:pt x="1781064" y="692445"/>
                  </a:lnTo>
                  <a:lnTo>
                    <a:pt x="1777634" y="692445"/>
                  </a:lnTo>
                  <a:lnTo>
                    <a:pt x="1777634" y="793204"/>
                  </a:lnTo>
                  <a:close/>
                  <a:moveTo>
                    <a:pt x="1254548" y="758903"/>
                  </a:moveTo>
                  <a:lnTo>
                    <a:pt x="1257978" y="758903"/>
                  </a:lnTo>
                  <a:lnTo>
                    <a:pt x="1257978" y="688158"/>
                  </a:lnTo>
                  <a:lnTo>
                    <a:pt x="1254548" y="688158"/>
                  </a:lnTo>
                  <a:lnTo>
                    <a:pt x="1254548" y="758903"/>
                  </a:lnTo>
                  <a:close/>
                  <a:moveTo>
                    <a:pt x="1080901" y="1095479"/>
                  </a:moveTo>
                  <a:lnTo>
                    <a:pt x="1084331" y="1095479"/>
                  </a:lnTo>
                  <a:lnTo>
                    <a:pt x="1084331" y="675295"/>
                  </a:lnTo>
                  <a:lnTo>
                    <a:pt x="1080901" y="675295"/>
                  </a:lnTo>
                  <a:lnTo>
                    <a:pt x="1080901" y="1095479"/>
                  </a:lnTo>
                  <a:close/>
                  <a:moveTo>
                    <a:pt x="1254548" y="662432"/>
                  </a:moveTo>
                  <a:lnTo>
                    <a:pt x="1257978" y="662432"/>
                  </a:lnTo>
                  <a:lnTo>
                    <a:pt x="1257978" y="658145"/>
                  </a:lnTo>
                  <a:lnTo>
                    <a:pt x="1254548" y="658145"/>
                  </a:lnTo>
                  <a:lnTo>
                    <a:pt x="1254548" y="662432"/>
                  </a:lnTo>
                  <a:close/>
                  <a:moveTo>
                    <a:pt x="1080901" y="649570"/>
                  </a:moveTo>
                  <a:lnTo>
                    <a:pt x="1084331" y="649570"/>
                  </a:lnTo>
                  <a:lnTo>
                    <a:pt x="1084331" y="606694"/>
                  </a:lnTo>
                  <a:lnTo>
                    <a:pt x="1080901" y="606694"/>
                  </a:lnTo>
                  <a:lnTo>
                    <a:pt x="1080901" y="649570"/>
                  </a:lnTo>
                  <a:close/>
                  <a:moveTo>
                    <a:pt x="905110" y="566390"/>
                  </a:moveTo>
                  <a:lnTo>
                    <a:pt x="905110" y="1097194"/>
                  </a:lnTo>
                  <a:lnTo>
                    <a:pt x="910684" y="1097194"/>
                  </a:lnTo>
                  <a:lnTo>
                    <a:pt x="910684" y="566390"/>
                  </a:lnTo>
                  <a:lnTo>
                    <a:pt x="905110" y="566390"/>
                  </a:lnTo>
                  <a:close/>
                  <a:moveTo>
                    <a:pt x="1080901" y="580968"/>
                  </a:moveTo>
                  <a:lnTo>
                    <a:pt x="1084331" y="580968"/>
                  </a:lnTo>
                  <a:lnTo>
                    <a:pt x="1084331" y="544524"/>
                  </a:lnTo>
                  <a:lnTo>
                    <a:pt x="1080901" y="544524"/>
                  </a:lnTo>
                  <a:lnTo>
                    <a:pt x="1080901" y="580968"/>
                  </a:lnTo>
                  <a:close/>
                  <a:moveTo>
                    <a:pt x="731463" y="454631"/>
                  </a:moveTo>
                  <a:lnTo>
                    <a:pt x="731463" y="1097194"/>
                  </a:lnTo>
                  <a:lnTo>
                    <a:pt x="737036" y="1097194"/>
                  </a:lnTo>
                  <a:lnTo>
                    <a:pt x="737036" y="460205"/>
                  </a:lnTo>
                  <a:lnTo>
                    <a:pt x="731463" y="454631"/>
                  </a:lnTo>
                  <a:close/>
                  <a:moveTo>
                    <a:pt x="905110" y="426762"/>
                  </a:moveTo>
                  <a:lnTo>
                    <a:pt x="905110" y="486494"/>
                  </a:lnTo>
                  <a:lnTo>
                    <a:pt x="910684" y="480920"/>
                  </a:lnTo>
                  <a:lnTo>
                    <a:pt x="910684" y="432336"/>
                  </a:lnTo>
                  <a:lnTo>
                    <a:pt x="905110" y="426762"/>
                  </a:lnTo>
                  <a:close/>
                  <a:moveTo>
                    <a:pt x="731463" y="352011"/>
                  </a:moveTo>
                  <a:lnTo>
                    <a:pt x="731463" y="431613"/>
                  </a:lnTo>
                  <a:lnTo>
                    <a:pt x="737036" y="437187"/>
                  </a:lnTo>
                  <a:lnTo>
                    <a:pt x="737036" y="352011"/>
                  </a:lnTo>
                  <a:lnTo>
                    <a:pt x="731463" y="352011"/>
                  </a:lnTo>
                  <a:close/>
                  <a:moveTo>
                    <a:pt x="557815" y="345298"/>
                  </a:moveTo>
                  <a:lnTo>
                    <a:pt x="557815" y="1097194"/>
                  </a:lnTo>
                  <a:lnTo>
                    <a:pt x="563389" y="1097194"/>
                  </a:lnTo>
                  <a:lnTo>
                    <a:pt x="563389" y="350872"/>
                  </a:lnTo>
                  <a:lnTo>
                    <a:pt x="557815" y="345298"/>
                  </a:lnTo>
                  <a:close/>
                  <a:moveTo>
                    <a:pt x="557815" y="281266"/>
                  </a:moveTo>
                  <a:lnTo>
                    <a:pt x="557815" y="322279"/>
                  </a:lnTo>
                  <a:lnTo>
                    <a:pt x="563389" y="327853"/>
                  </a:lnTo>
                  <a:lnTo>
                    <a:pt x="563389" y="281266"/>
                  </a:lnTo>
                  <a:lnTo>
                    <a:pt x="557815" y="281266"/>
                  </a:lnTo>
                  <a:close/>
                  <a:moveTo>
                    <a:pt x="384168" y="1095479"/>
                  </a:moveTo>
                  <a:lnTo>
                    <a:pt x="387598" y="1095479"/>
                  </a:lnTo>
                  <a:lnTo>
                    <a:pt x="387598" y="240105"/>
                  </a:lnTo>
                  <a:lnTo>
                    <a:pt x="384168" y="240105"/>
                  </a:lnTo>
                  <a:lnTo>
                    <a:pt x="384168" y="1095479"/>
                  </a:lnTo>
                  <a:close/>
                  <a:moveTo>
                    <a:pt x="1254548" y="632419"/>
                  </a:moveTo>
                  <a:lnTo>
                    <a:pt x="1257978" y="632419"/>
                  </a:lnTo>
                  <a:lnTo>
                    <a:pt x="1257978" y="199373"/>
                  </a:lnTo>
                  <a:lnTo>
                    <a:pt x="1254548" y="199373"/>
                  </a:lnTo>
                  <a:lnTo>
                    <a:pt x="1254548" y="632419"/>
                  </a:lnTo>
                  <a:close/>
                  <a:moveTo>
                    <a:pt x="905110" y="197658"/>
                  </a:moveTo>
                  <a:lnTo>
                    <a:pt x="905110" y="405887"/>
                  </a:lnTo>
                  <a:lnTo>
                    <a:pt x="910684" y="411461"/>
                  </a:lnTo>
                  <a:lnTo>
                    <a:pt x="910684" y="197658"/>
                  </a:lnTo>
                  <a:lnTo>
                    <a:pt x="905110" y="197658"/>
                  </a:lnTo>
                  <a:close/>
                  <a:moveTo>
                    <a:pt x="731463" y="197658"/>
                  </a:moveTo>
                  <a:lnTo>
                    <a:pt x="731463" y="329716"/>
                  </a:lnTo>
                  <a:lnTo>
                    <a:pt x="737036" y="329716"/>
                  </a:lnTo>
                  <a:lnTo>
                    <a:pt x="737036" y="197658"/>
                  </a:lnTo>
                  <a:lnTo>
                    <a:pt x="731463" y="197658"/>
                  </a:lnTo>
                  <a:close/>
                  <a:moveTo>
                    <a:pt x="1080901" y="518798"/>
                  </a:moveTo>
                  <a:lnTo>
                    <a:pt x="1084331" y="518798"/>
                  </a:lnTo>
                  <a:lnTo>
                    <a:pt x="1084331" y="197229"/>
                  </a:lnTo>
                  <a:lnTo>
                    <a:pt x="1080901" y="197229"/>
                  </a:lnTo>
                  <a:lnTo>
                    <a:pt x="1080901" y="518798"/>
                  </a:lnTo>
                  <a:close/>
                  <a:moveTo>
                    <a:pt x="731463" y="180507"/>
                  </a:moveTo>
                  <a:lnTo>
                    <a:pt x="731463" y="192794"/>
                  </a:lnTo>
                  <a:lnTo>
                    <a:pt x="737036" y="187220"/>
                  </a:lnTo>
                  <a:lnTo>
                    <a:pt x="737036" y="180507"/>
                  </a:lnTo>
                  <a:lnTo>
                    <a:pt x="731463" y="180507"/>
                  </a:lnTo>
                  <a:close/>
                  <a:moveTo>
                    <a:pt x="1080901" y="173647"/>
                  </a:moveTo>
                  <a:lnTo>
                    <a:pt x="1084331" y="173647"/>
                  </a:lnTo>
                  <a:lnTo>
                    <a:pt x="1084331" y="147922"/>
                  </a:lnTo>
                  <a:lnTo>
                    <a:pt x="1080901" y="147922"/>
                  </a:lnTo>
                  <a:lnTo>
                    <a:pt x="1080901" y="173647"/>
                  </a:lnTo>
                  <a:close/>
                  <a:moveTo>
                    <a:pt x="905110" y="137632"/>
                  </a:moveTo>
                  <a:lnTo>
                    <a:pt x="905110" y="164643"/>
                  </a:lnTo>
                  <a:lnTo>
                    <a:pt x="910684" y="164643"/>
                  </a:lnTo>
                  <a:lnTo>
                    <a:pt x="910684" y="137632"/>
                  </a:lnTo>
                  <a:lnTo>
                    <a:pt x="905110" y="137632"/>
                  </a:lnTo>
                  <a:close/>
                  <a:moveTo>
                    <a:pt x="1951281" y="1095479"/>
                  </a:moveTo>
                  <a:lnTo>
                    <a:pt x="1954711" y="1095479"/>
                  </a:lnTo>
                  <a:lnTo>
                    <a:pt x="1954711" y="126484"/>
                  </a:lnTo>
                  <a:lnTo>
                    <a:pt x="1951281" y="126484"/>
                  </a:lnTo>
                  <a:lnTo>
                    <a:pt x="1951281" y="1095479"/>
                  </a:lnTo>
                  <a:close/>
                  <a:moveTo>
                    <a:pt x="731463" y="120052"/>
                  </a:moveTo>
                  <a:lnTo>
                    <a:pt x="731463" y="171075"/>
                  </a:lnTo>
                  <a:lnTo>
                    <a:pt x="737036" y="171075"/>
                  </a:lnTo>
                  <a:lnTo>
                    <a:pt x="737036" y="138636"/>
                  </a:lnTo>
                  <a:lnTo>
                    <a:pt x="734893" y="136492"/>
                  </a:lnTo>
                  <a:lnTo>
                    <a:pt x="731463" y="120052"/>
                  </a:lnTo>
                  <a:close/>
                  <a:moveTo>
                    <a:pt x="731463" y="77605"/>
                  </a:moveTo>
                  <a:lnTo>
                    <a:pt x="731463" y="111049"/>
                  </a:lnTo>
                  <a:lnTo>
                    <a:pt x="737036" y="111049"/>
                  </a:lnTo>
                  <a:lnTo>
                    <a:pt x="737036" y="77605"/>
                  </a:lnTo>
                  <a:lnTo>
                    <a:pt x="731463" y="77605"/>
                  </a:lnTo>
                  <a:close/>
                  <a:moveTo>
                    <a:pt x="910684" y="58030"/>
                  </a:moveTo>
                  <a:lnTo>
                    <a:pt x="905110" y="63603"/>
                  </a:lnTo>
                  <a:lnTo>
                    <a:pt x="905110" y="113192"/>
                  </a:lnTo>
                  <a:lnTo>
                    <a:pt x="910684" y="113192"/>
                  </a:lnTo>
                  <a:lnTo>
                    <a:pt x="910684" y="58030"/>
                  </a:lnTo>
                  <a:close/>
                  <a:moveTo>
                    <a:pt x="1951281" y="100758"/>
                  </a:moveTo>
                  <a:lnTo>
                    <a:pt x="1954711" y="100758"/>
                  </a:lnTo>
                  <a:lnTo>
                    <a:pt x="1954711" y="30013"/>
                  </a:lnTo>
                  <a:lnTo>
                    <a:pt x="1951281" y="30013"/>
                  </a:lnTo>
                  <a:lnTo>
                    <a:pt x="1951281" y="100758"/>
                  </a:lnTo>
                  <a:close/>
                  <a:moveTo>
                    <a:pt x="1777634" y="666720"/>
                  </a:moveTo>
                  <a:lnTo>
                    <a:pt x="1781064" y="666720"/>
                  </a:lnTo>
                  <a:lnTo>
                    <a:pt x="1781064" y="30013"/>
                  </a:lnTo>
                  <a:lnTo>
                    <a:pt x="1777634" y="30013"/>
                  </a:lnTo>
                  <a:lnTo>
                    <a:pt x="1777634" y="666720"/>
                  </a:lnTo>
                  <a:close/>
                  <a:moveTo>
                    <a:pt x="1601843" y="28298"/>
                  </a:moveTo>
                  <a:lnTo>
                    <a:pt x="1601843" y="812069"/>
                  </a:lnTo>
                  <a:lnTo>
                    <a:pt x="1607417" y="812069"/>
                  </a:lnTo>
                  <a:lnTo>
                    <a:pt x="1607417" y="28298"/>
                  </a:lnTo>
                  <a:lnTo>
                    <a:pt x="1601843" y="28298"/>
                  </a:lnTo>
                  <a:close/>
                  <a:moveTo>
                    <a:pt x="1428196" y="28298"/>
                  </a:moveTo>
                  <a:lnTo>
                    <a:pt x="1428196" y="733888"/>
                  </a:lnTo>
                  <a:lnTo>
                    <a:pt x="1433769" y="739462"/>
                  </a:lnTo>
                  <a:lnTo>
                    <a:pt x="1433769" y="28298"/>
                  </a:lnTo>
                  <a:lnTo>
                    <a:pt x="1428196" y="28298"/>
                  </a:lnTo>
                  <a:close/>
                  <a:moveTo>
                    <a:pt x="1254548" y="162928"/>
                  </a:moveTo>
                  <a:lnTo>
                    <a:pt x="1257978" y="162928"/>
                  </a:lnTo>
                  <a:lnTo>
                    <a:pt x="1257978" y="30013"/>
                  </a:lnTo>
                  <a:lnTo>
                    <a:pt x="1254548" y="30013"/>
                  </a:lnTo>
                  <a:lnTo>
                    <a:pt x="1254548" y="162928"/>
                  </a:lnTo>
                  <a:close/>
                  <a:moveTo>
                    <a:pt x="1080901" y="111477"/>
                  </a:moveTo>
                  <a:lnTo>
                    <a:pt x="1084331" y="111477"/>
                  </a:lnTo>
                  <a:lnTo>
                    <a:pt x="1084331" y="30013"/>
                  </a:lnTo>
                  <a:lnTo>
                    <a:pt x="1080901" y="30013"/>
                  </a:lnTo>
                  <a:lnTo>
                    <a:pt x="1080901" y="111477"/>
                  </a:lnTo>
                  <a:close/>
                  <a:moveTo>
                    <a:pt x="905110" y="28298"/>
                  </a:moveTo>
                  <a:lnTo>
                    <a:pt x="905110" y="51022"/>
                  </a:lnTo>
                  <a:lnTo>
                    <a:pt x="910684" y="51022"/>
                  </a:lnTo>
                  <a:lnTo>
                    <a:pt x="910684" y="28298"/>
                  </a:lnTo>
                  <a:lnTo>
                    <a:pt x="905110" y="28298"/>
                  </a:lnTo>
                  <a:close/>
                  <a:moveTo>
                    <a:pt x="731463" y="28298"/>
                  </a:moveTo>
                  <a:lnTo>
                    <a:pt x="731463" y="50018"/>
                  </a:lnTo>
                  <a:lnTo>
                    <a:pt x="737036" y="55592"/>
                  </a:lnTo>
                  <a:lnTo>
                    <a:pt x="737036" y="28298"/>
                  </a:lnTo>
                  <a:lnTo>
                    <a:pt x="731463" y="28298"/>
                  </a:lnTo>
                  <a:close/>
                  <a:moveTo>
                    <a:pt x="557815" y="28298"/>
                  </a:moveTo>
                  <a:lnTo>
                    <a:pt x="557815" y="258970"/>
                  </a:lnTo>
                  <a:lnTo>
                    <a:pt x="563389" y="258970"/>
                  </a:lnTo>
                  <a:lnTo>
                    <a:pt x="563389" y="28298"/>
                  </a:lnTo>
                  <a:lnTo>
                    <a:pt x="557815" y="28298"/>
                  </a:lnTo>
                  <a:close/>
                  <a:moveTo>
                    <a:pt x="384168" y="145778"/>
                  </a:moveTo>
                  <a:lnTo>
                    <a:pt x="387598" y="145778"/>
                  </a:lnTo>
                  <a:lnTo>
                    <a:pt x="387598" y="30013"/>
                  </a:lnTo>
                  <a:lnTo>
                    <a:pt x="384168" y="30013"/>
                  </a:lnTo>
                  <a:lnTo>
                    <a:pt x="384168" y="14577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132" name="Vector layer E4EBF1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658084" y="920619"/>
                  </a:moveTo>
                  <a:lnTo>
                    <a:pt x="1660509" y="923044"/>
                  </a:lnTo>
                  <a:lnTo>
                    <a:pt x="1662653" y="920900"/>
                  </a:lnTo>
                  <a:lnTo>
                    <a:pt x="1660228" y="918475"/>
                  </a:lnTo>
                  <a:lnTo>
                    <a:pt x="1658084" y="920619"/>
                  </a:lnTo>
                  <a:close/>
                  <a:moveTo>
                    <a:pt x="1454423" y="776985"/>
                  </a:moveTo>
                  <a:lnTo>
                    <a:pt x="1456849" y="779410"/>
                  </a:lnTo>
                  <a:lnTo>
                    <a:pt x="1458993" y="777266"/>
                  </a:lnTo>
                  <a:lnTo>
                    <a:pt x="1456567" y="774841"/>
                  </a:lnTo>
                  <a:lnTo>
                    <a:pt x="1454423" y="776985"/>
                  </a:lnTo>
                  <a:close/>
                </a:path>
              </a:pathLst>
            </a:custGeom>
            <a:solidFill>
              <a:srgbClr val="E4EBF1"/>
            </a:solidFill>
            <a:ln>
              <a:noFill/>
            </a:ln>
          </p:spPr>
        </p:sp>
        <p:sp>
          <p:nvSpPr>
            <p:cNvPr id="2133" name="Vector layer DFE6ED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588551" y="1691025"/>
                  </a:moveTo>
                  <a:lnTo>
                    <a:pt x="1588551" y="1687595"/>
                  </a:lnTo>
                  <a:lnTo>
                    <a:pt x="1586408" y="1687595"/>
                  </a:lnTo>
                  <a:lnTo>
                    <a:pt x="1586408" y="1691025"/>
                  </a:lnTo>
                  <a:lnTo>
                    <a:pt x="1588551" y="1691025"/>
                  </a:lnTo>
                  <a:close/>
                  <a:moveTo>
                    <a:pt x="1477074" y="1688881"/>
                  </a:moveTo>
                  <a:lnTo>
                    <a:pt x="1477074" y="1685451"/>
                  </a:lnTo>
                  <a:lnTo>
                    <a:pt x="1474930" y="1685451"/>
                  </a:lnTo>
                  <a:lnTo>
                    <a:pt x="1474930" y="1688881"/>
                  </a:lnTo>
                  <a:lnTo>
                    <a:pt x="1477074" y="1688881"/>
                  </a:lnTo>
                  <a:close/>
                  <a:moveTo>
                    <a:pt x="1421335" y="1686737"/>
                  </a:moveTo>
                  <a:lnTo>
                    <a:pt x="1421335" y="1683307"/>
                  </a:lnTo>
                  <a:lnTo>
                    <a:pt x="1419192" y="1683307"/>
                  </a:lnTo>
                  <a:lnTo>
                    <a:pt x="1419192" y="1686737"/>
                  </a:lnTo>
                  <a:lnTo>
                    <a:pt x="1421335" y="1686737"/>
                  </a:lnTo>
                  <a:close/>
                  <a:moveTo>
                    <a:pt x="679583" y="1686737"/>
                  </a:moveTo>
                  <a:lnTo>
                    <a:pt x="679583" y="1683307"/>
                  </a:lnTo>
                  <a:lnTo>
                    <a:pt x="677439" y="1683307"/>
                  </a:lnTo>
                  <a:lnTo>
                    <a:pt x="677439" y="1686737"/>
                  </a:lnTo>
                  <a:lnTo>
                    <a:pt x="679583" y="1686737"/>
                  </a:lnTo>
                  <a:close/>
                  <a:moveTo>
                    <a:pt x="568105" y="1686737"/>
                  </a:moveTo>
                  <a:lnTo>
                    <a:pt x="568105" y="1683307"/>
                  </a:lnTo>
                  <a:lnTo>
                    <a:pt x="565962" y="1683307"/>
                  </a:lnTo>
                  <a:lnTo>
                    <a:pt x="565962" y="1686737"/>
                  </a:lnTo>
                  <a:lnTo>
                    <a:pt x="568105" y="1686737"/>
                  </a:lnTo>
                  <a:close/>
                  <a:moveTo>
                    <a:pt x="1309858" y="1684593"/>
                  </a:moveTo>
                  <a:lnTo>
                    <a:pt x="1309858" y="1681163"/>
                  </a:lnTo>
                  <a:lnTo>
                    <a:pt x="1307714" y="1681163"/>
                  </a:lnTo>
                  <a:lnTo>
                    <a:pt x="1307714" y="1684593"/>
                  </a:lnTo>
                  <a:lnTo>
                    <a:pt x="1309858" y="1684593"/>
                  </a:lnTo>
                  <a:close/>
                  <a:moveTo>
                    <a:pt x="1170512" y="1682450"/>
                  </a:moveTo>
                  <a:lnTo>
                    <a:pt x="1170512" y="1679019"/>
                  </a:lnTo>
                  <a:lnTo>
                    <a:pt x="1168368" y="1679019"/>
                  </a:lnTo>
                  <a:lnTo>
                    <a:pt x="1168368" y="1682450"/>
                  </a:lnTo>
                  <a:lnTo>
                    <a:pt x="1170512" y="1682450"/>
                  </a:lnTo>
                  <a:close/>
                  <a:moveTo>
                    <a:pt x="975426" y="1678162"/>
                  </a:moveTo>
                  <a:lnTo>
                    <a:pt x="975426" y="1674732"/>
                  </a:lnTo>
                  <a:lnTo>
                    <a:pt x="973282" y="1674732"/>
                  </a:lnTo>
                  <a:lnTo>
                    <a:pt x="973282" y="1678162"/>
                  </a:lnTo>
                  <a:lnTo>
                    <a:pt x="975426" y="1678162"/>
                  </a:lnTo>
                  <a:close/>
                  <a:moveTo>
                    <a:pt x="1484437" y="766266"/>
                  </a:moveTo>
                  <a:lnTo>
                    <a:pt x="1486862" y="768691"/>
                  </a:lnTo>
                  <a:lnTo>
                    <a:pt x="1489006" y="766547"/>
                  </a:lnTo>
                  <a:lnTo>
                    <a:pt x="1486580" y="764122"/>
                  </a:lnTo>
                  <a:lnTo>
                    <a:pt x="1484437" y="766266"/>
                  </a:lnTo>
                  <a:close/>
                  <a:moveTo>
                    <a:pt x="1881038" y="517585"/>
                  </a:moveTo>
                  <a:lnTo>
                    <a:pt x="1883464" y="520011"/>
                  </a:lnTo>
                  <a:lnTo>
                    <a:pt x="1885608" y="517867"/>
                  </a:lnTo>
                  <a:lnTo>
                    <a:pt x="1883182" y="515442"/>
                  </a:lnTo>
                  <a:lnTo>
                    <a:pt x="1881038" y="517585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134" name="Vector layer D9D9D9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605702" y="1693168"/>
                  </a:moveTo>
                  <a:lnTo>
                    <a:pt x="1605702" y="1689738"/>
                  </a:lnTo>
                  <a:lnTo>
                    <a:pt x="1603558" y="1689738"/>
                  </a:lnTo>
                  <a:lnTo>
                    <a:pt x="1603558" y="1693168"/>
                  </a:lnTo>
                  <a:lnTo>
                    <a:pt x="1605702" y="1693168"/>
                  </a:lnTo>
                  <a:close/>
                  <a:moveTo>
                    <a:pt x="1946994" y="1683307"/>
                  </a:moveTo>
                  <a:lnTo>
                    <a:pt x="1946994" y="1758621"/>
                  </a:lnTo>
                  <a:lnTo>
                    <a:pt x="1949137" y="1760765"/>
                  </a:lnTo>
                  <a:lnTo>
                    <a:pt x="1949137" y="1800787"/>
                  </a:lnTo>
                  <a:lnTo>
                    <a:pt x="1952568" y="1800787"/>
                  </a:lnTo>
                  <a:lnTo>
                    <a:pt x="1952568" y="1683307"/>
                  </a:lnTo>
                  <a:lnTo>
                    <a:pt x="1946994" y="1683307"/>
                  </a:lnTo>
                  <a:close/>
                  <a:moveTo>
                    <a:pt x="1919124" y="1683307"/>
                  </a:moveTo>
                  <a:lnTo>
                    <a:pt x="1919124" y="1739327"/>
                  </a:lnTo>
                  <a:lnTo>
                    <a:pt x="1921268" y="1741471"/>
                  </a:lnTo>
                  <a:lnTo>
                    <a:pt x="1921268" y="1742905"/>
                  </a:lnTo>
                  <a:lnTo>
                    <a:pt x="1924698" y="1742905"/>
                  </a:lnTo>
                  <a:lnTo>
                    <a:pt x="1924698" y="1683307"/>
                  </a:lnTo>
                  <a:lnTo>
                    <a:pt x="1919124" y="1683307"/>
                  </a:lnTo>
                  <a:close/>
                  <a:moveTo>
                    <a:pt x="1891255" y="1683307"/>
                  </a:moveTo>
                  <a:lnTo>
                    <a:pt x="1891255" y="1730752"/>
                  </a:lnTo>
                  <a:lnTo>
                    <a:pt x="1896829" y="1736326"/>
                  </a:lnTo>
                  <a:lnTo>
                    <a:pt x="1896829" y="1683307"/>
                  </a:lnTo>
                  <a:lnTo>
                    <a:pt x="1891255" y="1683307"/>
                  </a:lnTo>
                  <a:close/>
                  <a:moveTo>
                    <a:pt x="1863386" y="1683307"/>
                  </a:moveTo>
                  <a:lnTo>
                    <a:pt x="1863386" y="1724321"/>
                  </a:lnTo>
                  <a:lnTo>
                    <a:pt x="1868176" y="1729111"/>
                  </a:lnTo>
                  <a:lnTo>
                    <a:pt x="1870601" y="1726685"/>
                  </a:lnTo>
                  <a:lnTo>
                    <a:pt x="1868960" y="1725044"/>
                  </a:lnTo>
                  <a:lnTo>
                    <a:pt x="1868960" y="1683307"/>
                  </a:lnTo>
                  <a:lnTo>
                    <a:pt x="1863386" y="1683307"/>
                  </a:lnTo>
                  <a:close/>
                  <a:moveTo>
                    <a:pt x="1835516" y="1683307"/>
                  </a:moveTo>
                  <a:lnTo>
                    <a:pt x="1835516" y="1717889"/>
                  </a:lnTo>
                  <a:lnTo>
                    <a:pt x="1841090" y="1723463"/>
                  </a:lnTo>
                  <a:lnTo>
                    <a:pt x="1841090" y="1683307"/>
                  </a:lnTo>
                  <a:lnTo>
                    <a:pt x="1835516" y="1683307"/>
                  </a:lnTo>
                  <a:close/>
                  <a:moveTo>
                    <a:pt x="1807647" y="1683307"/>
                  </a:moveTo>
                  <a:lnTo>
                    <a:pt x="1807647" y="1709314"/>
                  </a:lnTo>
                  <a:lnTo>
                    <a:pt x="1809791" y="1711458"/>
                  </a:lnTo>
                  <a:lnTo>
                    <a:pt x="1809791" y="1712891"/>
                  </a:lnTo>
                  <a:lnTo>
                    <a:pt x="1813221" y="1712891"/>
                  </a:lnTo>
                  <a:lnTo>
                    <a:pt x="1813221" y="1683307"/>
                  </a:lnTo>
                  <a:lnTo>
                    <a:pt x="1807647" y="1683307"/>
                  </a:lnTo>
                  <a:close/>
                  <a:moveTo>
                    <a:pt x="1779778" y="1683307"/>
                  </a:moveTo>
                  <a:lnTo>
                    <a:pt x="1779778" y="1701462"/>
                  </a:lnTo>
                  <a:lnTo>
                    <a:pt x="1778639" y="1702601"/>
                  </a:lnTo>
                  <a:lnTo>
                    <a:pt x="1777205" y="1702601"/>
                  </a:lnTo>
                  <a:lnTo>
                    <a:pt x="1777205" y="1706031"/>
                  </a:lnTo>
                  <a:lnTo>
                    <a:pt x="1780059" y="1706031"/>
                  </a:lnTo>
                  <a:lnTo>
                    <a:pt x="1781493" y="1704598"/>
                  </a:lnTo>
                  <a:lnTo>
                    <a:pt x="1785352" y="1708457"/>
                  </a:lnTo>
                  <a:lnTo>
                    <a:pt x="1785352" y="1683307"/>
                  </a:lnTo>
                  <a:lnTo>
                    <a:pt x="1779778" y="1683307"/>
                  </a:lnTo>
                  <a:close/>
                  <a:moveTo>
                    <a:pt x="1751908" y="1683307"/>
                  </a:moveTo>
                  <a:lnTo>
                    <a:pt x="1751908" y="1698595"/>
                  </a:lnTo>
                  <a:lnTo>
                    <a:pt x="1757482" y="1704169"/>
                  </a:lnTo>
                  <a:lnTo>
                    <a:pt x="1757482" y="1683307"/>
                  </a:lnTo>
                  <a:lnTo>
                    <a:pt x="1751908" y="1683307"/>
                  </a:lnTo>
                  <a:close/>
                  <a:moveTo>
                    <a:pt x="1724039" y="1683307"/>
                  </a:moveTo>
                  <a:lnTo>
                    <a:pt x="1724039" y="1697174"/>
                  </a:lnTo>
                  <a:lnTo>
                    <a:pt x="1722398" y="1698816"/>
                  </a:lnTo>
                  <a:lnTo>
                    <a:pt x="1724823" y="1701241"/>
                  </a:lnTo>
                  <a:lnTo>
                    <a:pt x="1726465" y="1699600"/>
                  </a:lnTo>
                  <a:lnTo>
                    <a:pt x="1727188" y="1699600"/>
                  </a:lnTo>
                  <a:lnTo>
                    <a:pt x="1728829" y="1701241"/>
                  </a:lnTo>
                  <a:lnTo>
                    <a:pt x="1731254" y="1698816"/>
                  </a:lnTo>
                  <a:lnTo>
                    <a:pt x="1729613" y="1697174"/>
                  </a:lnTo>
                  <a:lnTo>
                    <a:pt x="1729613" y="1683307"/>
                  </a:lnTo>
                  <a:lnTo>
                    <a:pt x="1724039" y="1683307"/>
                  </a:lnTo>
                  <a:close/>
                  <a:moveTo>
                    <a:pt x="1696170" y="1683307"/>
                  </a:moveTo>
                  <a:lnTo>
                    <a:pt x="1696170" y="1697456"/>
                  </a:lnTo>
                  <a:lnTo>
                    <a:pt x="1699318" y="1697456"/>
                  </a:lnTo>
                  <a:lnTo>
                    <a:pt x="1700960" y="1699098"/>
                  </a:lnTo>
                  <a:lnTo>
                    <a:pt x="1703385" y="1696672"/>
                  </a:lnTo>
                  <a:lnTo>
                    <a:pt x="1701744" y="1695031"/>
                  </a:lnTo>
                  <a:lnTo>
                    <a:pt x="1701744" y="1683307"/>
                  </a:lnTo>
                  <a:lnTo>
                    <a:pt x="1696170" y="1683307"/>
                  </a:lnTo>
                  <a:close/>
                  <a:moveTo>
                    <a:pt x="1668300" y="1683307"/>
                  </a:moveTo>
                  <a:lnTo>
                    <a:pt x="1668300" y="1692887"/>
                  </a:lnTo>
                  <a:lnTo>
                    <a:pt x="1666659" y="1694528"/>
                  </a:lnTo>
                  <a:lnTo>
                    <a:pt x="1669084" y="1696954"/>
                  </a:lnTo>
                  <a:lnTo>
                    <a:pt x="1670726" y="1695312"/>
                  </a:lnTo>
                  <a:lnTo>
                    <a:pt x="1673874" y="1695312"/>
                  </a:lnTo>
                  <a:lnTo>
                    <a:pt x="1673874" y="1683307"/>
                  </a:lnTo>
                  <a:lnTo>
                    <a:pt x="1668300" y="1683307"/>
                  </a:lnTo>
                  <a:close/>
                  <a:moveTo>
                    <a:pt x="1640431" y="1683307"/>
                  </a:moveTo>
                  <a:lnTo>
                    <a:pt x="1640431" y="1692164"/>
                  </a:lnTo>
                  <a:lnTo>
                    <a:pt x="1646005" y="1697738"/>
                  </a:lnTo>
                  <a:lnTo>
                    <a:pt x="1646005" y="1683307"/>
                  </a:lnTo>
                  <a:lnTo>
                    <a:pt x="1640431" y="1683307"/>
                  </a:lnTo>
                  <a:close/>
                  <a:moveTo>
                    <a:pt x="1612562" y="1683307"/>
                  </a:moveTo>
                  <a:lnTo>
                    <a:pt x="1612562" y="1691025"/>
                  </a:lnTo>
                  <a:lnTo>
                    <a:pt x="1618136" y="1691025"/>
                  </a:lnTo>
                  <a:lnTo>
                    <a:pt x="1618136" y="1683307"/>
                  </a:lnTo>
                  <a:lnTo>
                    <a:pt x="1612562" y="1683307"/>
                  </a:lnTo>
                  <a:close/>
                  <a:moveTo>
                    <a:pt x="1584693" y="1683307"/>
                  </a:moveTo>
                  <a:lnTo>
                    <a:pt x="1584693" y="1688881"/>
                  </a:lnTo>
                  <a:lnTo>
                    <a:pt x="1590266" y="1688881"/>
                  </a:lnTo>
                  <a:lnTo>
                    <a:pt x="1590266" y="1683307"/>
                  </a:lnTo>
                  <a:lnTo>
                    <a:pt x="1584693" y="1683307"/>
                  </a:lnTo>
                  <a:close/>
                  <a:moveTo>
                    <a:pt x="1556823" y="1683307"/>
                  </a:moveTo>
                  <a:lnTo>
                    <a:pt x="1556823" y="1688881"/>
                  </a:lnTo>
                  <a:lnTo>
                    <a:pt x="1562397" y="1688881"/>
                  </a:lnTo>
                  <a:lnTo>
                    <a:pt x="1562397" y="1683307"/>
                  </a:lnTo>
                  <a:lnTo>
                    <a:pt x="1556823" y="1683307"/>
                  </a:lnTo>
                  <a:close/>
                  <a:moveTo>
                    <a:pt x="1528954" y="1683307"/>
                  </a:moveTo>
                  <a:lnTo>
                    <a:pt x="1528954" y="1686455"/>
                  </a:lnTo>
                  <a:lnTo>
                    <a:pt x="1527312" y="1688097"/>
                  </a:lnTo>
                  <a:lnTo>
                    <a:pt x="1529738" y="1690522"/>
                  </a:lnTo>
                  <a:lnTo>
                    <a:pt x="1531379" y="1688881"/>
                  </a:lnTo>
                  <a:lnTo>
                    <a:pt x="1532102" y="1688881"/>
                  </a:lnTo>
                  <a:lnTo>
                    <a:pt x="1533744" y="1690522"/>
                  </a:lnTo>
                  <a:lnTo>
                    <a:pt x="1536169" y="1688097"/>
                  </a:lnTo>
                  <a:lnTo>
                    <a:pt x="1534528" y="1686455"/>
                  </a:lnTo>
                  <a:lnTo>
                    <a:pt x="1534528" y="1683307"/>
                  </a:lnTo>
                  <a:lnTo>
                    <a:pt x="1528954" y="1683307"/>
                  </a:lnTo>
                  <a:close/>
                  <a:moveTo>
                    <a:pt x="1498659" y="1683307"/>
                  </a:moveTo>
                  <a:lnTo>
                    <a:pt x="1506658" y="1691306"/>
                  </a:lnTo>
                  <a:lnTo>
                    <a:pt x="1506658" y="1683307"/>
                  </a:lnTo>
                  <a:lnTo>
                    <a:pt x="1498659" y="1683307"/>
                  </a:lnTo>
                  <a:close/>
                  <a:moveTo>
                    <a:pt x="1477074" y="1686737"/>
                  </a:moveTo>
                  <a:lnTo>
                    <a:pt x="1477074" y="1683307"/>
                  </a:lnTo>
                  <a:lnTo>
                    <a:pt x="1474930" y="1683307"/>
                  </a:lnTo>
                  <a:lnTo>
                    <a:pt x="1474930" y="1686737"/>
                  </a:lnTo>
                  <a:lnTo>
                    <a:pt x="1477074" y="1686737"/>
                  </a:lnTo>
                  <a:close/>
                  <a:moveTo>
                    <a:pt x="1443704" y="1685953"/>
                  </a:moveTo>
                  <a:lnTo>
                    <a:pt x="1446130" y="1688379"/>
                  </a:lnTo>
                  <a:lnTo>
                    <a:pt x="1447771" y="1686737"/>
                  </a:lnTo>
                  <a:lnTo>
                    <a:pt x="1448494" y="1686737"/>
                  </a:lnTo>
                  <a:lnTo>
                    <a:pt x="1450136" y="1688379"/>
                  </a:lnTo>
                  <a:lnTo>
                    <a:pt x="1452561" y="1685953"/>
                  </a:lnTo>
                  <a:lnTo>
                    <a:pt x="1449915" y="1683307"/>
                  </a:lnTo>
                  <a:lnTo>
                    <a:pt x="1446351" y="1683307"/>
                  </a:lnTo>
                  <a:lnTo>
                    <a:pt x="1443704" y="1685953"/>
                  </a:lnTo>
                  <a:close/>
                  <a:moveTo>
                    <a:pt x="908969" y="1686737"/>
                  </a:moveTo>
                  <a:lnTo>
                    <a:pt x="908969" y="1683307"/>
                  </a:lnTo>
                  <a:lnTo>
                    <a:pt x="906825" y="1683307"/>
                  </a:lnTo>
                  <a:lnTo>
                    <a:pt x="906825" y="1686737"/>
                  </a:lnTo>
                  <a:lnTo>
                    <a:pt x="908969" y="1686737"/>
                  </a:lnTo>
                  <a:close/>
                  <a:moveTo>
                    <a:pt x="735321" y="1686737"/>
                  </a:moveTo>
                  <a:lnTo>
                    <a:pt x="735321" y="1683307"/>
                  </a:lnTo>
                  <a:lnTo>
                    <a:pt x="733178" y="1683307"/>
                  </a:lnTo>
                  <a:lnTo>
                    <a:pt x="733178" y="1686737"/>
                  </a:lnTo>
                  <a:lnTo>
                    <a:pt x="735321" y="1686737"/>
                  </a:lnTo>
                  <a:close/>
                  <a:moveTo>
                    <a:pt x="561674" y="1686737"/>
                  </a:moveTo>
                  <a:lnTo>
                    <a:pt x="561674" y="1683307"/>
                  </a:lnTo>
                  <a:lnTo>
                    <a:pt x="559530" y="1683307"/>
                  </a:lnTo>
                  <a:lnTo>
                    <a:pt x="559530" y="1686737"/>
                  </a:lnTo>
                  <a:lnTo>
                    <a:pt x="561674" y="1686737"/>
                  </a:lnTo>
                  <a:close/>
                  <a:moveTo>
                    <a:pt x="1338156" y="1685022"/>
                  </a:moveTo>
                  <a:lnTo>
                    <a:pt x="1341586" y="1685022"/>
                  </a:lnTo>
                  <a:lnTo>
                    <a:pt x="1341586" y="1682878"/>
                  </a:lnTo>
                  <a:lnTo>
                    <a:pt x="1338156" y="1682878"/>
                  </a:lnTo>
                  <a:lnTo>
                    <a:pt x="1338156" y="1685022"/>
                  </a:lnTo>
                  <a:close/>
                  <a:moveTo>
                    <a:pt x="1331725" y="1685022"/>
                  </a:moveTo>
                  <a:lnTo>
                    <a:pt x="1335155" y="1685022"/>
                  </a:lnTo>
                  <a:lnTo>
                    <a:pt x="1335155" y="1682878"/>
                  </a:lnTo>
                  <a:lnTo>
                    <a:pt x="1331725" y="1682878"/>
                  </a:lnTo>
                  <a:lnTo>
                    <a:pt x="1331725" y="1685022"/>
                  </a:lnTo>
                  <a:close/>
                  <a:moveTo>
                    <a:pt x="1281278" y="1684593"/>
                  </a:moveTo>
                  <a:lnTo>
                    <a:pt x="1282920" y="1686235"/>
                  </a:lnTo>
                  <a:lnTo>
                    <a:pt x="1285345" y="1683809"/>
                  </a:lnTo>
                  <a:lnTo>
                    <a:pt x="1282699" y="1681163"/>
                  </a:lnTo>
                  <a:lnTo>
                    <a:pt x="1279845" y="1681163"/>
                  </a:lnTo>
                  <a:lnTo>
                    <a:pt x="1279845" y="1684593"/>
                  </a:lnTo>
                  <a:lnTo>
                    <a:pt x="1281278" y="1684593"/>
                  </a:lnTo>
                  <a:close/>
                  <a:moveTo>
                    <a:pt x="1248619" y="1683809"/>
                  </a:moveTo>
                  <a:lnTo>
                    <a:pt x="1251045" y="1686235"/>
                  </a:lnTo>
                  <a:lnTo>
                    <a:pt x="1252686" y="1684593"/>
                  </a:lnTo>
                  <a:lnTo>
                    <a:pt x="1253409" y="1684593"/>
                  </a:lnTo>
                  <a:lnTo>
                    <a:pt x="1255553" y="1686737"/>
                  </a:lnTo>
                  <a:lnTo>
                    <a:pt x="1258407" y="1686737"/>
                  </a:lnTo>
                  <a:lnTo>
                    <a:pt x="1258407" y="1683307"/>
                  </a:lnTo>
                  <a:lnTo>
                    <a:pt x="1256974" y="1683307"/>
                  </a:lnTo>
                  <a:lnTo>
                    <a:pt x="1254830" y="1681163"/>
                  </a:lnTo>
                  <a:lnTo>
                    <a:pt x="1251265" y="1681163"/>
                  </a:lnTo>
                  <a:lnTo>
                    <a:pt x="1248619" y="1683809"/>
                  </a:lnTo>
                  <a:close/>
                  <a:moveTo>
                    <a:pt x="1220750" y="1683809"/>
                  </a:moveTo>
                  <a:lnTo>
                    <a:pt x="1223175" y="1686235"/>
                  </a:lnTo>
                  <a:lnTo>
                    <a:pt x="1224817" y="1684593"/>
                  </a:lnTo>
                  <a:lnTo>
                    <a:pt x="1225540" y="1684593"/>
                  </a:lnTo>
                  <a:lnTo>
                    <a:pt x="1227181" y="1686235"/>
                  </a:lnTo>
                  <a:lnTo>
                    <a:pt x="1229607" y="1683809"/>
                  </a:lnTo>
                  <a:lnTo>
                    <a:pt x="1226961" y="1681163"/>
                  </a:lnTo>
                  <a:lnTo>
                    <a:pt x="1223396" y="1681163"/>
                  </a:lnTo>
                  <a:lnTo>
                    <a:pt x="1220750" y="1683809"/>
                  </a:lnTo>
                  <a:close/>
                  <a:moveTo>
                    <a:pt x="1197670" y="1684593"/>
                  </a:moveTo>
                  <a:lnTo>
                    <a:pt x="1199312" y="1686235"/>
                  </a:lnTo>
                  <a:lnTo>
                    <a:pt x="1201737" y="1683809"/>
                  </a:lnTo>
                  <a:lnTo>
                    <a:pt x="1199091" y="1681163"/>
                  </a:lnTo>
                  <a:lnTo>
                    <a:pt x="1196237" y="1681163"/>
                  </a:lnTo>
                  <a:lnTo>
                    <a:pt x="1196237" y="1684593"/>
                  </a:lnTo>
                  <a:lnTo>
                    <a:pt x="1197670" y="1684593"/>
                  </a:lnTo>
                  <a:close/>
                  <a:moveTo>
                    <a:pt x="1165011" y="1683809"/>
                  </a:moveTo>
                  <a:lnTo>
                    <a:pt x="1167437" y="1686235"/>
                  </a:lnTo>
                  <a:lnTo>
                    <a:pt x="1169078" y="1684593"/>
                  </a:lnTo>
                  <a:lnTo>
                    <a:pt x="1169801" y="1684593"/>
                  </a:lnTo>
                  <a:lnTo>
                    <a:pt x="1171443" y="1686235"/>
                  </a:lnTo>
                  <a:lnTo>
                    <a:pt x="1173868" y="1683809"/>
                  </a:lnTo>
                  <a:lnTo>
                    <a:pt x="1171222" y="1681163"/>
                  </a:lnTo>
                  <a:lnTo>
                    <a:pt x="1167657" y="1681163"/>
                  </a:lnTo>
                  <a:lnTo>
                    <a:pt x="1165011" y="1683809"/>
                  </a:lnTo>
                  <a:close/>
                  <a:moveTo>
                    <a:pt x="1138783" y="1679019"/>
                  </a:moveTo>
                  <a:lnTo>
                    <a:pt x="1138783" y="1682168"/>
                  </a:lnTo>
                  <a:lnTo>
                    <a:pt x="1137142" y="1683809"/>
                  </a:lnTo>
                  <a:lnTo>
                    <a:pt x="1139567" y="1686235"/>
                  </a:lnTo>
                  <a:lnTo>
                    <a:pt x="1141209" y="1684593"/>
                  </a:lnTo>
                  <a:lnTo>
                    <a:pt x="1141932" y="1684593"/>
                  </a:lnTo>
                  <a:lnTo>
                    <a:pt x="1143573" y="1686235"/>
                  </a:lnTo>
                  <a:lnTo>
                    <a:pt x="1145999" y="1683809"/>
                  </a:lnTo>
                  <a:lnTo>
                    <a:pt x="1144357" y="1682168"/>
                  </a:lnTo>
                  <a:lnTo>
                    <a:pt x="1144357" y="1679019"/>
                  </a:lnTo>
                  <a:lnTo>
                    <a:pt x="1138783" y="1679019"/>
                  </a:lnTo>
                  <a:close/>
                  <a:moveTo>
                    <a:pt x="1110914" y="1679019"/>
                  </a:moveTo>
                  <a:lnTo>
                    <a:pt x="1110914" y="1684593"/>
                  </a:lnTo>
                  <a:lnTo>
                    <a:pt x="1114062" y="1684593"/>
                  </a:lnTo>
                  <a:lnTo>
                    <a:pt x="1115704" y="1686235"/>
                  </a:lnTo>
                  <a:lnTo>
                    <a:pt x="1118129" y="1683809"/>
                  </a:lnTo>
                  <a:lnTo>
                    <a:pt x="1116488" y="1682168"/>
                  </a:lnTo>
                  <a:lnTo>
                    <a:pt x="1116488" y="1679019"/>
                  </a:lnTo>
                  <a:lnTo>
                    <a:pt x="1110914" y="1679019"/>
                  </a:lnTo>
                  <a:close/>
                  <a:moveTo>
                    <a:pt x="1083045" y="1676876"/>
                  </a:moveTo>
                  <a:lnTo>
                    <a:pt x="1083045" y="1682168"/>
                  </a:lnTo>
                  <a:lnTo>
                    <a:pt x="1081906" y="1683307"/>
                  </a:lnTo>
                  <a:lnTo>
                    <a:pt x="1080472" y="1683307"/>
                  </a:lnTo>
                  <a:lnTo>
                    <a:pt x="1080472" y="1686737"/>
                  </a:lnTo>
                  <a:lnTo>
                    <a:pt x="1083326" y="1686737"/>
                  </a:lnTo>
                  <a:lnTo>
                    <a:pt x="1085470" y="1684593"/>
                  </a:lnTo>
                  <a:lnTo>
                    <a:pt x="1086193" y="1684593"/>
                  </a:lnTo>
                  <a:lnTo>
                    <a:pt x="1087835" y="1686235"/>
                  </a:lnTo>
                  <a:lnTo>
                    <a:pt x="1090260" y="1683809"/>
                  </a:lnTo>
                  <a:lnTo>
                    <a:pt x="1088619" y="1682168"/>
                  </a:lnTo>
                  <a:lnTo>
                    <a:pt x="1088619" y="1676876"/>
                  </a:lnTo>
                  <a:lnTo>
                    <a:pt x="1083045" y="1676876"/>
                  </a:lnTo>
                  <a:close/>
                  <a:moveTo>
                    <a:pt x="1055175" y="1676876"/>
                  </a:moveTo>
                  <a:lnTo>
                    <a:pt x="1055175" y="1684593"/>
                  </a:lnTo>
                  <a:lnTo>
                    <a:pt x="1060749" y="1684593"/>
                  </a:lnTo>
                  <a:lnTo>
                    <a:pt x="1060749" y="1676876"/>
                  </a:lnTo>
                  <a:lnTo>
                    <a:pt x="1055175" y="1676876"/>
                  </a:lnTo>
                  <a:close/>
                  <a:moveTo>
                    <a:pt x="999437" y="1676876"/>
                  </a:moveTo>
                  <a:lnTo>
                    <a:pt x="999437" y="1682168"/>
                  </a:lnTo>
                  <a:lnTo>
                    <a:pt x="997795" y="1683809"/>
                  </a:lnTo>
                  <a:lnTo>
                    <a:pt x="1000221" y="1686235"/>
                  </a:lnTo>
                  <a:lnTo>
                    <a:pt x="1001862" y="1684593"/>
                  </a:lnTo>
                  <a:lnTo>
                    <a:pt x="1002585" y="1684593"/>
                  </a:lnTo>
                  <a:lnTo>
                    <a:pt x="1004227" y="1686235"/>
                  </a:lnTo>
                  <a:lnTo>
                    <a:pt x="1006652" y="1683809"/>
                  </a:lnTo>
                  <a:lnTo>
                    <a:pt x="1005011" y="1682168"/>
                  </a:lnTo>
                  <a:lnTo>
                    <a:pt x="1005011" y="1676876"/>
                  </a:lnTo>
                  <a:lnTo>
                    <a:pt x="999437" y="1676876"/>
                  </a:lnTo>
                  <a:close/>
                  <a:moveTo>
                    <a:pt x="971567" y="1676876"/>
                  </a:moveTo>
                  <a:lnTo>
                    <a:pt x="971567" y="1684593"/>
                  </a:lnTo>
                  <a:lnTo>
                    <a:pt x="974716" y="1684593"/>
                  </a:lnTo>
                  <a:lnTo>
                    <a:pt x="976357" y="1686235"/>
                  </a:lnTo>
                  <a:lnTo>
                    <a:pt x="978783" y="1683809"/>
                  </a:lnTo>
                  <a:lnTo>
                    <a:pt x="977141" y="1682168"/>
                  </a:lnTo>
                  <a:lnTo>
                    <a:pt x="977141" y="1676876"/>
                  </a:lnTo>
                  <a:lnTo>
                    <a:pt x="971567" y="1676876"/>
                  </a:lnTo>
                  <a:close/>
                  <a:moveTo>
                    <a:pt x="1025665" y="1677660"/>
                  </a:moveTo>
                  <a:lnTo>
                    <a:pt x="1027306" y="1679301"/>
                  </a:lnTo>
                  <a:lnTo>
                    <a:pt x="1027306" y="1682168"/>
                  </a:lnTo>
                  <a:lnTo>
                    <a:pt x="1025665" y="1683809"/>
                  </a:lnTo>
                  <a:lnTo>
                    <a:pt x="1028090" y="1686235"/>
                  </a:lnTo>
                  <a:lnTo>
                    <a:pt x="1029732" y="1684593"/>
                  </a:lnTo>
                  <a:lnTo>
                    <a:pt x="1030455" y="1684593"/>
                  </a:lnTo>
                  <a:lnTo>
                    <a:pt x="1032096" y="1686235"/>
                  </a:lnTo>
                  <a:lnTo>
                    <a:pt x="1034521" y="1683809"/>
                  </a:lnTo>
                  <a:lnTo>
                    <a:pt x="1032880" y="1682168"/>
                  </a:lnTo>
                  <a:lnTo>
                    <a:pt x="1032880" y="1679301"/>
                  </a:lnTo>
                  <a:lnTo>
                    <a:pt x="1034521" y="1677660"/>
                  </a:lnTo>
                  <a:lnTo>
                    <a:pt x="1032096" y="1675234"/>
                  </a:lnTo>
                  <a:lnTo>
                    <a:pt x="1030455" y="1676876"/>
                  </a:lnTo>
                  <a:lnTo>
                    <a:pt x="1025665" y="1677660"/>
                  </a:lnTo>
                  <a:close/>
                  <a:moveTo>
                    <a:pt x="943698" y="1674732"/>
                  </a:moveTo>
                  <a:lnTo>
                    <a:pt x="943698" y="1682168"/>
                  </a:lnTo>
                  <a:lnTo>
                    <a:pt x="942057" y="1683809"/>
                  </a:lnTo>
                  <a:lnTo>
                    <a:pt x="944482" y="1686235"/>
                  </a:lnTo>
                  <a:lnTo>
                    <a:pt x="946124" y="1684593"/>
                  </a:lnTo>
                  <a:lnTo>
                    <a:pt x="946847" y="1684593"/>
                  </a:lnTo>
                  <a:lnTo>
                    <a:pt x="948488" y="1686235"/>
                  </a:lnTo>
                  <a:lnTo>
                    <a:pt x="950913" y="1683809"/>
                  </a:lnTo>
                  <a:lnTo>
                    <a:pt x="949272" y="1682168"/>
                  </a:lnTo>
                  <a:lnTo>
                    <a:pt x="949272" y="1674732"/>
                  </a:lnTo>
                  <a:lnTo>
                    <a:pt x="943698" y="1674732"/>
                  </a:lnTo>
                  <a:close/>
                  <a:moveTo>
                    <a:pt x="887959" y="1674732"/>
                  </a:moveTo>
                  <a:lnTo>
                    <a:pt x="887959" y="1682168"/>
                  </a:lnTo>
                  <a:lnTo>
                    <a:pt x="886318" y="1683809"/>
                  </a:lnTo>
                  <a:lnTo>
                    <a:pt x="888743" y="1686235"/>
                  </a:lnTo>
                  <a:lnTo>
                    <a:pt x="890385" y="1684593"/>
                  </a:lnTo>
                  <a:lnTo>
                    <a:pt x="891108" y="1684593"/>
                  </a:lnTo>
                  <a:lnTo>
                    <a:pt x="892749" y="1686235"/>
                  </a:lnTo>
                  <a:lnTo>
                    <a:pt x="895175" y="1683809"/>
                  </a:lnTo>
                  <a:lnTo>
                    <a:pt x="893533" y="1682168"/>
                  </a:lnTo>
                  <a:lnTo>
                    <a:pt x="893533" y="1674732"/>
                  </a:lnTo>
                  <a:lnTo>
                    <a:pt x="887959" y="1674732"/>
                  </a:lnTo>
                  <a:close/>
                  <a:moveTo>
                    <a:pt x="860090" y="1674732"/>
                  </a:moveTo>
                  <a:lnTo>
                    <a:pt x="860090" y="1682168"/>
                  </a:lnTo>
                  <a:lnTo>
                    <a:pt x="858449" y="1683809"/>
                  </a:lnTo>
                  <a:lnTo>
                    <a:pt x="860874" y="1686235"/>
                  </a:lnTo>
                  <a:lnTo>
                    <a:pt x="862516" y="1684593"/>
                  </a:lnTo>
                  <a:lnTo>
                    <a:pt x="863239" y="1684593"/>
                  </a:lnTo>
                  <a:lnTo>
                    <a:pt x="864880" y="1686235"/>
                  </a:lnTo>
                  <a:lnTo>
                    <a:pt x="867305" y="1683809"/>
                  </a:lnTo>
                  <a:lnTo>
                    <a:pt x="865664" y="1682168"/>
                  </a:lnTo>
                  <a:lnTo>
                    <a:pt x="865664" y="1674732"/>
                  </a:lnTo>
                  <a:lnTo>
                    <a:pt x="860090" y="1674732"/>
                  </a:lnTo>
                  <a:close/>
                  <a:moveTo>
                    <a:pt x="914187" y="1675516"/>
                  </a:moveTo>
                  <a:lnTo>
                    <a:pt x="915829" y="1677157"/>
                  </a:lnTo>
                  <a:lnTo>
                    <a:pt x="915829" y="1682168"/>
                  </a:lnTo>
                  <a:lnTo>
                    <a:pt x="914187" y="1683809"/>
                  </a:lnTo>
                  <a:lnTo>
                    <a:pt x="916613" y="1686235"/>
                  </a:lnTo>
                  <a:lnTo>
                    <a:pt x="918254" y="1684593"/>
                  </a:lnTo>
                  <a:lnTo>
                    <a:pt x="918977" y="1684593"/>
                  </a:lnTo>
                  <a:lnTo>
                    <a:pt x="920619" y="1686235"/>
                  </a:lnTo>
                  <a:lnTo>
                    <a:pt x="923044" y="1683809"/>
                  </a:lnTo>
                  <a:lnTo>
                    <a:pt x="921403" y="1682168"/>
                  </a:lnTo>
                  <a:lnTo>
                    <a:pt x="921403" y="1674732"/>
                  </a:lnTo>
                  <a:lnTo>
                    <a:pt x="914187" y="1675516"/>
                  </a:lnTo>
                  <a:close/>
                  <a:moveTo>
                    <a:pt x="908969" y="1676018"/>
                  </a:moveTo>
                  <a:lnTo>
                    <a:pt x="908969" y="1672588"/>
                  </a:lnTo>
                  <a:lnTo>
                    <a:pt x="906825" y="1672588"/>
                  </a:lnTo>
                  <a:lnTo>
                    <a:pt x="906825" y="1676018"/>
                  </a:lnTo>
                  <a:lnTo>
                    <a:pt x="908969" y="1676018"/>
                  </a:lnTo>
                  <a:close/>
                  <a:moveTo>
                    <a:pt x="832221" y="1672588"/>
                  </a:moveTo>
                  <a:lnTo>
                    <a:pt x="832221" y="1682168"/>
                  </a:lnTo>
                  <a:lnTo>
                    <a:pt x="830579" y="1683809"/>
                  </a:lnTo>
                  <a:lnTo>
                    <a:pt x="833005" y="1686235"/>
                  </a:lnTo>
                  <a:lnTo>
                    <a:pt x="834646" y="1684593"/>
                  </a:lnTo>
                  <a:lnTo>
                    <a:pt x="835369" y="1684593"/>
                  </a:lnTo>
                  <a:lnTo>
                    <a:pt x="837011" y="1686235"/>
                  </a:lnTo>
                  <a:lnTo>
                    <a:pt x="839436" y="1683809"/>
                  </a:lnTo>
                  <a:lnTo>
                    <a:pt x="837795" y="1682168"/>
                  </a:lnTo>
                  <a:lnTo>
                    <a:pt x="837795" y="1672588"/>
                  </a:lnTo>
                  <a:lnTo>
                    <a:pt x="832221" y="1672588"/>
                  </a:lnTo>
                  <a:close/>
                  <a:moveTo>
                    <a:pt x="804352" y="1672588"/>
                  </a:moveTo>
                  <a:lnTo>
                    <a:pt x="804352" y="1682168"/>
                  </a:lnTo>
                  <a:lnTo>
                    <a:pt x="802710" y="1683809"/>
                  </a:lnTo>
                  <a:lnTo>
                    <a:pt x="805135" y="1686235"/>
                  </a:lnTo>
                  <a:lnTo>
                    <a:pt x="806777" y="1684593"/>
                  </a:lnTo>
                  <a:lnTo>
                    <a:pt x="807500" y="1684593"/>
                  </a:lnTo>
                  <a:lnTo>
                    <a:pt x="809141" y="1686235"/>
                  </a:lnTo>
                  <a:lnTo>
                    <a:pt x="811567" y="1683809"/>
                  </a:lnTo>
                  <a:lnTo>
                    <a:pt x="809925" y="1682168"/>
                  </a:lnTo>
                  <a:lnTo>
                    <a:pt x="809925" y="1672588"/>
                  </a:lnTo>
                  <a:lnTo>
                    <a:pt x="804352" y="1672588"/>
                  </a:lnTo>
                  <a:close/>
                  <a:moveTo>
                    <a:pt x="774841" y="1673372"/>
                  </a:moveTo>
                  <a:lnTo>
                    <a:pt x="776482" y="1675013"/>
                  </a:lnTo>
                  <a:lnTo>
                    <a:pt x="776482" y="1682168"/>
                  </a:lnTo>
                  <a:lnTo>
                    <a:pt x="774841" y="1683809"/>
                  </a:lnTo>
                  <a:lnTo>
                    <a:pt x="777266" y="1686235"/>
                  </a:lnTo>
                  <a:lnTo>
                    <a:pt x="778908" y="1684593"/>
                  </a:lnTo>
                  <a:lnTo>
                    <a:pt x="779631" y="1684593"/>
                  </a:lnTo>
                  <a:lnTo>
                    <a:pt x="781272" y="1686235"/>
                  </a:lnTo>
                  <a:lnTo>
                    <a:pt x="783698" y="1683809"/>
                  </a:lnTo>
                  <a:lnTo>
                    <a:pt x="782056" y="1682168"/>
                  </a:lnTo>
                  <a:lnTo>
                    <a:pt x="782056" y="1675013"/>
                  </a:lnTo>
                  <a:lnTo>
                    <a:pt x="783698" y="1673372"/>
                  </a:lnTo>
                  <a:lnTo>
                    <a:pt x="781272" y="1670947"/>
                  </a:lnTo>
                  <a:lnTo>
                    <a:pt x="779631" y="1672588"/>
                  </a:lnTo>
                  <a:lnTo>
                    <a:pt x="774841" y="1673372"/>
                  </a:lnTo>
                  <a:close/>
                  <a:moveTo>
                    <a:pt x="748613" y="1668019"/>
                  </a:moveTo>
                  <a:lnTo>
                    <a:pt x="748613" y="1682168"/>
                  </a:lnTo>
                  <a:lnTo>
                    <a:pt x="746971" y="1683809"/>
                  </a:lnTo>
                  <a:lnTo>
                    <a:pt x="749397" y="1686235"/>
                  </a:lnTo>
                  <a:lnTo>
                    <a:pt x="751038" y="1684593"/>
                  </a:lnTo>
                  <a:lnTo>
                    <a:pt x="751761" y="1684593"/>
                  </a:lnTo>
                  <a:lnTo>
                    <a:pt x="753403" y="1686235"/>
                  </a:lnTo>
                  <a:lnTo>
                    <a:pt x="755828" y="1683809"/>
                  </a:lnTo>
                  <a:lnTo>
                    <a:pt x="754187" y="1682168"/>
                  </a:lnTo>
                  <a:lnTo>
                    <a:pt x="754187" y="1673593"/>
                  </a:lnTo>
                  <a:lnTo>
                    <a:pt x="748613" y="1668019"/>
                  </a:lnTo>
                  <a:close/>
                  <a:moveTo>
                    <a:pt x="692874" y="1670444"/>
                  </a:moveTo>
                  <a:lnTo>
                    <a:pt x="692874" y="1682168"/>
                  </a:lnTo>
                  <a:lnTo>
                    <a:pt x="691233" y="1683809"/>
                  </a:lnTo>
                  <a:lnTo>
                    <a:pt x="693658" y="1686235"/>
                  </a:lnTo>
                  <a:lnTo>
                    <a:pt x="695300" y="1684593"/>
                  </a:lnTo>
                  <a:lnTo>
                    <a:pt x="696023" y="1684593"/>
                  </a:lnTo>
                  <a:lnTo>
                    <a:pt x="697664" y="1686235"/>
                  </a:lnTo>
                  <a:lnTo>
                    <a:pt x="700090" y="1683809"/>
                  </a:lnTo>
                  <a:lnTo>
                    <a:pt x="698448" y="1682168"/>
                  </a:lnTo>
                  <a:lnTo>
                    <a:pt x="698448" y="1670444"/>
                  </a:lnTo>
                  <a:lnTo>
                    <a:pt x="692874" y="1670444"/>
                  </a:lnTo>
                  <a:close/>
                  <a:moveTo>
                    <a:pt x="660717" y="1672159"/>
                  </a:moveTo>
                  <a:lnTo>
                    <a:pt x="660717" y="1683589"/>
                  </a:lnTo>
                  <a:lnTo>
                    <a:pt x="664576" y="1687448"/>
                  </a:lnTo>
                  <a:lnTo>
                    <a:pt x="667430" y="1684593"/>
                  </a:lnTo>
                  <a:lnTo>
                    <a:pt x="668153" y="1684593"/>
                  </a:lnTo>
                  <a:lnTo>
                    <a:pt x="669795" y="1686235"/>
                  </a:lnTo>
                  <a:lnTo>
                    <a:pt x="672220" y="1683809"/>
                  </a:lnTo>
                  <a:lnTo>
                    <a:pt x="670579" y="1682168"/>
                  </a:lnTo>
                  <a:lnTo>
                    <a:pt x="670579" y="1670444"/>
                  </a:lnTo>
                  <a:lnTo>
                    <a:pt x="665005" y="1670444"/>
                  </a:lnTo>
                  <a:lnTo>
                    <a:pt x="665005" y="1682168"/>
                  </a:lnTo>
                  <a:lnTo>
                    <a:pt x="664576" y="1682597"/>
                  </a:lnTo>
                  <a:lnTo>
                    <a:pt x="660717" y="1672159"/>
                  </a:lnTo>
                  <a:close/>
                  <a:moveTo>
                    <a:pt x="735321" y="1671731"/>
                  </a:moveTo>
                  <a:lnTo>
                    <a:pt x="735321" y="1668300"/>
                  </a:lnTo>
                  <a:lnTo>
                    <a:pt x="733178" y="1668300"/>
                  </a:lnTo>
                  <a:lnTo>
                    <a:pt x="733178" y="1671731"/>
                  </a:lnTo>
                  <a:lnTo>
                    <a:pt x="735321" y="1671731"/>
                  </a:lnTo>
                  <a:close/>
                  <a:moveTo>
                    <a:pt x="719102" y="1671228"/>
                  </a:moveTo>
                  <a:lnTo>
                    <a:pt x="720744" y="1672870"/>
                  </a:lnTo>
                  <a:lnTo>
                    <a:pt x="720744" y="1684593"/>
                  </a:lnTo>
                  <a:lnTo>
                    <a:pt x="726317" y="1684593"/>
                  </a:lnTo>
                  <a:lnTo>
                    <a:pt x="726317" y="1672870"/>
                  </a:lnTo>
                  <a:lnTo>
                    <a:pt x="727959" y="1671228"/>
                  </a:lnTo>
                  <a:lnTo>
                    <a:pt x="725533" y="1668803"/>
                  </a:lnTo>
                  <a:lnTo>
                    <a:pt x="723892" y="1670444"/>
                  </a:lnTo>
                  <a:lnTo>
                    <a:pt x="719102" y="1671228"/>
                  </a:lnTo>
                  <a:close/>
                  <a:moveTo>
                    <a:pt x="637136" y="1665875"/>
                  </a:moveTo>
                  <a:lnTo>
                    <a:pt x="637136" y="1682168"/>
                  </a:lnTo>
                  <a:lnTo>
                    <a:pt x="635494" y="1683809"/>
                  </a:lnTo>
                  <a:lnTo>
                    <a:pt x="637920" y="1686235"/>
                  </a:lnTo>
                  <a:lnTo>
                    <a:pt x="639561" y="1684593"/>
                  </a:lnTo>
                  <a:lnTo>
                    <a:pt x="640284" y="1684593"/>
                  </a:lnTo>
                  <a:lnTo>
                    <a:pt x="641925" y="1686235"/>
                  </a:lnTo>
                  <a:lnTo>
                    <a:pt x="644351" y="1683809"/>
                  </a:lnTo>
                  <a:lnTo>
                    <a:pt x="642709" y="1682168"/>
                  </a:lnTo>
                  <a:lnTo>
                    <a:pt x="642709" y="1671449"/>
                  </a:lnTo>
                  <a:lnTo>
                    <a:pt x="637136" y="1665875"/>
                  </a:lnTo>
                  <a:close/>
                  <a:moveTo>
                    <a:pt x="581397" y="1682878"/>
                  </a:moveTo>
                  <a:lnTo>
                    <a:pt x="584827" y="1682878"/>
                  </a:lnTo>
                  <a:lnTo>
                    <a:pt x="584827" y="1670016"/>
                  </a:lnTo>
                  <a:lnTo>
                    <a:pt x="581397" y="1670016"/>
                  </a:lnTo>
                  <a:lnTo>
                    <a:pt x="581397" y="1682878"/>
                  </a:lnTo>
                  <a:close/>
                  <a:moveTo>
                    <a:pt x="574966" y="1668300"/>
                  </a:moveTo>
                  <a:lnTo>
                    <a:pt x="574966" y="1682168"/>
                  </a:lnTo>
                  <a:lnTo>
                    <a:pt x="573324" y="1683809"/>
                  </a:lnTo>
                  <a:lnTo>
                    <a:pt x="575750" y="1686235"/>
                  </a:lnTo>
                  <a:lnTo>
                    <a:pt x="577391" y="1684593"/>
                  </a:lnTo>
                  <a:lnTo>
                    <a:pt x="580539" y="1684593"/>
                  </a:lnTo>
                  <a:lnTo>
                    <a:pt x="580539" y="1668300"/>
                  </a:lnTo>
                  <a:lnTo>
                    <a:pt x="574966" y="1668300"/>
                  </a:lnTo>
                  <a:close/>
                  <a:moveTo>
                    <a:pt x="553528" y="1682878"/>
                  </a:moveTo>
                  <a:lnTo>
                    <a:pt x="556958" y="1682878"/>
                  </a:lnTo>
                  <a:lnTo>
                    <a:pt x="556958" y="1670016"/>
                  </a:lnTo>
                  <a:lnTo>
                    <a:pt x="553528" y="1670016"/>
                  </a:lnTo>
                  <a:lnTo>
                    <a:pt x="553528" y="1682878"/>
                  </a:lnTo>
                  <a:close/>
                  <a:moveTo>
                    <a:pt x="607625" y="1683809"/>
                  </a:moveTo>
                  <a:lnTo>
                    <a:pt x="610050" y="1686235"/>
                  </a:lnTo>
                  <a:lnTo>
                    <a:pt x="612696" y="1683589"/>
                  </a:lnTo>
                  <a:lnTo>
                    <a:pt x="612696" y="1669305"/>
                  </a:lnTo>
                  <a:lnTo>
                    <a:pt x="610050" y="1666659"/>
                  </a:lnTo>
                  <a:lnTo>
                    <a:pt x="607625" y="1669084"/>
                  </a:lnTo>
                  <a:lnTo>
                    <a:pt x="609266" y="1670726"/>
                  </a:lnTo>
                  <a:lnTo>
                    <a:pt x="609266" y="1682168"/>
                  </a:lnTo>
                  <a:lnTo>
                    <a:pt x="607625" y="1683809"/>
                  </a:lnTo>
                  <a:close/>
                  <a:moveTo>
                    <a:pt x="547096" y="1663731"/>
                  </a:moveTo>
                  <a:lnTo>
                    <a:pt x="547096" y="1682168"/>
                  </a:lnTo>
                  <a:lnTo>
                    <a:pt x="545455" y="1683809"/>
                  </a:lnTo>
                  <a:lnTo>
                    <a:pt x="547880" y="1686235"/>
                  </a:lnTo>
                  <a:lnTo>
                    <a:pt x="549522" y="1684593"/>
                  </a:lnTo>
                  <a:lnTo>
                    <a:pt x="552670" y="1684593"/>
                  </a:lnTo>
                  <a:lnTo>
                    <a:pt x="552670" y="1669305"/>
                  </a:lnTo>
                  <a:lnTo>
                    <a:pt x="547096" y="1663731"/>
                  </a:lnTo>
                  <a:close/>
                  <a:moveTo>
                    <a:pt x="517585" y="1666941"/>
                  </a:moveTo>
                  <a:lnTo>
                    <a:pt x="519227" y="1668582"/>
                  </a:lnTo>
                  <a:lnTo>
                    <a:pt x="519227" y="1682168"/>
                  </a:lnTo>
                  <a:lnTo>
                    <a:pt x="517585" y="1683809"/>
                  </a:lnTo>
                  <a:lnTo>
                    <a:pt x="520011" y="1686235"/>
                  </a:lnTo>
                  <a:lnTo>
                    <a:pt x="521652" y="1684593"/>
                  </a:lnTo>
                  <a:lnTo>
                    <a:pt x="522375" y="1684593"/>
                  </a:lnTo>
                  <a:lnTo>
                    <a:pt x="524017" y="1686235"/>
                  </a:lnTo>
                  <a:lnTo>
                    <a:pt x="526442" y="1683809"/>
                  </a:lnTo>
                  <a:lnTo>
                    <a:pt x="524801" y="1682168"/>
                  </a:lnTo>
                  <a:lnTo>
                    <a:pt x="524801" y="1668582"/>
                  </a:lnTo>
                  <a:lnTo>
                    <a:pt x="526442" y="1666941"/>
                  </a:lnTo>
                  <a:lnTo>
                    <a:pt x="524017" y="1664515"/>
                  </a:lnTo>
                  <a:lnTo>
                    <a:pt x="522375" y="1666157"/>
                  </a:lnTo>
                  <a:lnTo>
                    <a:pt x="517585" y="1666941"/>
                  </a:lnTo>
                  <a:close/>
                  <a:moveTo>
                    <a:pt x="489716" y="1664797"/>
                  </a:moveTo>
                  <a:lnTo>
                    <a:pt x="491358" y="1666438"/>
                  </a:lnTo>
                  <a:lnTo>
                    <a:pt x="491358" y="1682168"/>
                  </a:lnTo>
                  <a:lnTo>
                    <a:pt x="489716" y="1683809"/>
                  </a:lnTo>
                  <a:lnTo>
                    <a:pt x="492142" y="1686235"/>
                  </a:lnTo>
                  <a:lnTo>
                    <a:pt x="493783" y="1684593"/>
                  </a:lnTo>
                  <a:lnTo>
                    <a:pt x="496931" y="1684593"/>
                  </a:lnTo>
                  <a:lnTo>
                    <a:pt x="496931" y="1664013"/>
                  </a:lnTo>
                  <a:lnTo>
                    <a:pt x="489716" y="1664797"/>
                  </a:lnTo>
                  <a:close/>
                  <a:moveTo>
                    <a:pt x="435619" y="1661869"/>
                  </a:moveTo>
                  <a:lnTo>
                    <a:pt x="435619" y="1682168"/>
                  </a:lnTo>
                  <a:lnTo>
                    <a:pt x="433977" y="1683809"/>
                  </a:lnTo>
                  <a:lnTo>
                    <a:pt x="436403" y="1686235"/>
                  </a:lnTo>
                  <a:lnTo>
                    <a:pt x="438044" y="1684593"/>
                  </a:lnTo>
                  <a:lnTo>
                    <a:pt x="438767" y="1684593"/>
                  </a:lnTo>
                  <a:lnTo>
                    <a:pt x="440409" y="1686235"/>
                  </a:lnTo>
                  <a:lnTo>
                    <a:pt x="442834" y="1683809"/>
                  </a:lnTo>
                  <a:lnTo>
                    <a:pt x="441193" y="1682168"/>
                  </a:lnTo>
                  <a:lnTo>
                    <a:pt x="441193" y="1661869"/>
                  </a:lnTo>
                  <a:lnTo>
                    <a:pt x="435619" y="1661869"/>
                  </a:lnTo>
                  <a:close/>
                  <a:moveTo>
                    <a:pt x="461847" y="1662653"/>
                  </a:moveTo>
                  <a:lnTo>
                    <a:pt x="463488" y="1664295"/>
                  </a:lnTo>
                  <a:lnTo>
                    <a:pt x="463488" y="1682168"/>
                  </a:lnTo>
                  <a:lnTo>
                    <a:pt x="461847" y="1683809"/>
                  </a:lnTo>
                  <a:lnTo>
                    <a:pt x="464272" y="1686235"/>
                  </a:lnTo>
                  <a:lnTo>
                    <a:pt x="465914" y="1684593"/>
                  </a:lnTo>
                  <a:lnTo>
                    <a:pt x="466637" y="1684593"/>
                  </a:lnTo>
                  <a:lnTo>
                    <a:pt x="468278" y="1686235"/>
                  </a:lnTo>
                  <a:lnTo>
                    <a:pt x="470704" y="1683809"/>
                  </a:lnTo>
                  <a:lnTo>
                    <a:pt x="469062" y="1682168"/>
                  </a:lnTo>
                  <a:lnTo>
                    <a:pt x="469062" y="1664295"/>
                  </a:lnTo>
                  <a:lnTo>
                    <a:pt x="470704" y="1662653"/>
                  </a:lnTo>
                  <a:lnTo>
                    <a:pt x="468278" y="1660228"/>
                  </a:lnTo>
                  <a:lnTo>
                    <a:pt x="466637" y="1661869"/>
                  </a:lnTo>
                  <a:lnTo>
                    <a:pt x="461847" y="1662653"/>
                  </a:lnTo>
                  <a:close/>
                  <a:moveTo>
                    <a:pt x="407750" y="1659725"/>
                  </a:moveTo>
                  <a:lnTo>
                    <a:pt x="407750" y="1682168"/>
                  </a:lnTo>
                  <a:lnTo>
                    <a:pt x="406108" y="1683809"/>
                  </a:lnTo>
                  <a:lnTo>
                    <a:pt x="408534" y="1686235"/>
                  </a:lnTo>
                  <a:lnTo>
                    <a:pt x="410175" y="1684593"/>
                  </a:lnTo>
                  <a:lnTo>
                    <a:pt x="410898" y="1684593"/>
                  </a:lnTo>
                  <a:lnTo>
                    <a:pt x="412540" y="1686235"/>
                  </a:lnTo>
                  <a:lnTo>
                    <a:pt x="414965" y="1683809"/>
                  </a:lnTo>
                  <a:lnTo>
                    <a:pt x="413323" y="1682168"/>
                  </a:lnTo>
                  <a:lnTo>
                    <a:pt x="413323" y="1659725"/>
                  </a:lnTo>
                  <a:lnTo>
                    <a:pt x="407750" y="1659725"/>
                  </a:lnTo>
                  <a:close/>
                  <a:moveTo>
                    <a:pt x="385454" y="1655156"/>
                  </a:moveTo>
                  <a:lnTo>
                    <a:pt x="379880" y="1660730"/>
                  </a:lnTo>
                  <a:lnTo>
                    <a:pt x="379880" y="1682168"/>
                  </a:lnTo>
                  <a:lnTo>
                    <a:pt x="378239" y="1683809"/>
                  </a:lnTo>
                  <a:lnTo>
                    <a:pt x="380664" y="1686235"/>
                  </a:lnTo>
                  <a:lnTo>
                    <a:pt x="382306" y="1684593"/>
                  </a:lnTo>
                  <a:lnTo>
                    <a:pt x="383029" y="1684593"/>
                  </a:lnTo>
                  <a:lnTo>
                    <a:pt x="385173" y="1686737"/>
                  </a:lnTo>
                  <a:lnTo>
                    <a:pt x="388027" y="1686737"/>
                  </a:lnTo>
                  <a:lnTo>
                    <a:pt x="388027" y="1683307"/>
                  </a:lnTo>
                  <a:lnTo>
                    <a:pt x="386593" y="1683307"/>
                  </a:lnTo>
                  <a:lnTo>
                    <a:pt x="385454" y="1682168"/>
                  </a:lnTo>
                  <a:lnTo>
                    <a:pt x="385454" y="1655156"/>
                  </a:lnTo>
                  <a:close/>
                  <a:moveTo>
                    <a:pt x="350370" y="1656222"/>
                  </a:moveTo>
                  <a:lnTo>
                    <a:pt x="352011" y="1657863"/>
                  </a:lnTo>
                  <a:lnTo>
                    <a:pt x="352011" y="1682168"/>
                  </a:lnTo>
                  <a:lnTo>
                    <a:pt x="350370" y="1683809"/>
                  </a:lnTo>
                  <a:lnTo>
                    <a:pt x="352795" y="1686235"/>
                  </a:lnTo>
                  <a:lnTo>
                    <a:pt x="354436" y="1684593"/>
                  </a:lnTo>
                  <a:lnTo>
                    <a:pt x="355159" y="1684593"/>
                  </a:lnTo>
                  <a:lnTo>
                    <a:pt x="356801" y="1686235"/>
                  </a:lnTo>
                  <a:lnTo>
                    <a:pt x="359226" y="1683809"/>
                  </a:lnTo>
                  <a:lnTo>
                    <a:pt x="357585" y="1682168"/>
                  </a:lnTo>
                  <a:lnTo>
                    <a:pt x="357585" y="1658586"/>
                  </a:lnTo>
                  <a:lnTo>
                    <a:pt x="350370" y="1656222"/>
                  </a:lnTo>
                  <a:close/>
                  <a:moveTo>
                    <a:pt x="324142" y="1646581"/>
                  </a:moveTo>
                  <a:lnTo>
                    <a:pt x="324142" y="1682168"/>
                  </a:lnTo>
                  <a:lnTo>
                    <a:pt x="322500" y="1683809"/>
                  </a:lnTo>
                  <a:lnTo>
                    <a:pt x="324926" y="1686235"/>
                  </a:lnTo>
                  <a:lnTo>
                    <a:pt x="326567" y="1684593"/>
                  </a:lnTo>
                  <a:lnTo>
                    <a:pt x="327290" y="1684593"/>
                  </a:lnTo>
                  <a:lnTo>
                    <a:pt x="328932" y="1686235"/>
                  </a:lnTo>
                  <a:lnTo>
                    <a:pt x="331357" y="1683809"/>
                  </a:lnTo>
                  <a:lnTo>
                    <a:pt x="329716" y="1682168"/>
                  </a:lnTo>
                  <a:lnTo>
                    <a:pt x="329716" y="1652155"/>
                  </a:lnTo>
                  <a:lnTo>
                    <a:pt x="324142" y="1646581"/>
                  </a:lnTo>
                  <a:close/>
                  <a:moveTo>
                    <a:pt x="296272" y="1646863"/>
                  </a:moveTo>
                  <a:lnTo>
                    <a:pt x="296272" y="1682168"/>
                  </a:lnTo>
                  <a:lnTo>
                    <a:pt x="294631" y="1683809"/>
                  </a:lnTo>
                  <a:lnTo>
                    <a:pt x="297056" y="1686235"/>
                  </a:lnTo>
                  <a:lnTo>
                    <a:pt x="298698" y="1684593"/>
                  </a:lnTo>
                  <a:lnTo>
                    <a:pt x="299421" y="1684593"/>
                  </a:lnTo>
                  <a:lnTo>
                    <a:pt x="301062" y="1686235"/>
                  </a:lnTo>
                  <a:lnTo>
                    <a:pt x="303488" y="1683809"/>
                  </a:lnTo>
                  <a:lnTo>
                    <a:pt x="301846" y="1682168"/>
                  </a:lnTo>
                  <a:lnTo>
                    <a:pt x="301846" y="1646863"/>
                  </a:lnTo>
                  <a:lnTo>
                    <a:pt x="296272" y="1646863"/>
                  </a:lnTo>
                  <a:close/>
                  <a:moveTo>
                    <a:pt x="268403" y="1638287"/>
                  </a:moveTo>
                  <a:lnTo>
                    <a:pt x="268403" y="1682168"/>
                  </a:lnTo>
                  <a:lnTo>
                    <a:pt x="266762" y="1683809"/>
                  </a:lnTo>
                  <a:lnTo>
                    <a:pt x="269187" y="1686235"/>
                  </a:lnTo>
                  <a:lnTo>
                    <a:pt x="270828" y="1684593"/>
                  </a:lnTo>
                  <a:lnTo>
                    <a:pt x="271551" y="1684593"/>
                  </a:lnTo>
                  <a:lnTo>
                    <a:pt x="273193" y="1686235"/>
                  </a:lnTo>
                  <a:lnTo>
                    <a:pt x="275618" y="1683809"/>
                  </a:lnTo>
                  <a:lnTo>
                    <a:pt x="273977" y="1682168"/>
                  </a:lnTo>
                  <a:lnTo>
                    <a:pt x="273977" y="1638287"/>
                  </a:lnTo>
                  <a:lnTo>
                    <a:pt x="268403" y="1638287"/>
                  </a:lnTo>
                  <a:close/>
                  <a:moveTo>
                    <a:pt x="240534" y="1629283"/>
                  </a:moveTo>
                  <a:lnTo>
                    <a:pt x="240534" y="1682168"/>
                  </a:lnTo>
                  <a:lnTo>
                    <a:pt x="238892" y="1683809"/>
                  </a:lnTo>
                  <a:lnTo>
                    <a:pt x="241318" y="1686235"/>
                  </a:lnTo>
                  <a:lnTo>
                    <a:pt x="242959" y="1684593"/>
                  </a:lnTo>
                  <a:lnTo>
                    <a:pt x="243682" y="1684593"/>
                  </a:lnTo>
                  <a:lnTo>
                    <a:pt x="245324" y="1686235"/>
                  </a:lnTo>
                  <a:lnTo>
                    <a:pt x="247749" y="1683809"/>
                  </a:lnTo>
                  <a:lnTo>
                    <a:pt x="246108" y="1682168"/>
                  </a:lnTo>
                  <a:lnTo>
                    <a:pt x="246108" y="1632861"/>
                  </a:lnTo>
                  <a:lnTo>
                    <a:pt x="243964" y="1630717"/>
                  </a:lnTo>
                  <a:lnTo>
                    <a:pt x="240534" y="162928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135" name="Vector layer C4D6E6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865530" y="1464211"/>
                  </a:moveTo>
                  <a:lnTo>
                    <a:pt x="1868960" y="1464211"/>
                  </a:lnTo>
                  <a:lnTo>
                    <a:pt x="1868960" y="1348446"/>
                  </a:lnTo>
                  <a:lnTo>
                    <a:pt x="1865530" y="1348446"/>
                  </a:lnTo>
                  <a:lnTo>
                    <a:pt x="1865530" y="1464211"/>
                  </a:lnTo>
                  <a:close/>
                  <a:moveTo>
                    <a:pt x="1363882" y="1464211"/>
                  </a:moveTo>
                  <a:lnTo>
                    <a:pt x="1367312" y="1464211"/>
                  </a:lnTo>
                  <a:lnTo>
                    <a:pt x="1367312" y="1348446"/>
                  </a:lnTo>
                  <a:lnTo>
                    <a:pt x="1363882" y="1348446"/>
                  </a:lnTo>
                  <a:lnTo>
                    <a:pt x="1363882" y="1464211"/>
                  </a:lnTo>
                  <a:close/>
                  <a:moveTo>
                    <a:pt x="382024" y="1464211"/>
                  </a:moveTo>
                  <a:lnTo>
                    <a:pt x="385454" y="1464211"/>
                  </a:lnTo>
                  <a:lnTo>
                    <a:pt x="385454" y="1348446"/>
                  </a:lnTo>
                  <a:lnTo>
                    <a:pt x="382024" y="1348446"/>
                  </a:lnTo>
                  <a:lnTo>
                    <a:pt x="382024" y="1464211"/>
                  </a:lnTo>
                  <a:close/>
                  <a:moveTo>
                    <a:pt x="914187" y="1347234"/>
                  </a:moveTo>
                  <a:lnTo>
                    <a:pt x="916613" y="1349659"/>
                  </a:lnTo>
                  <a:lnTo>
                    <a:pt x="919259" y="1347013"/>
                  </a:lnTo>
                  <a:lnTo>
                    <a:pt x="919259" y="1229827"/>
                  </a:lnTo>
                  <a:lnTo>
                    <a:pt x="916613" y="1227181"/>
                  </a:lnTo>
                  <a:lnTo>
                    <a:pt x="914187" y="1229607"/>
                  </a:lnTo>
                  <a:lnTo>
                    <a:pt x="915829" y="1231248"/>
                  </a:lnTo>
                  <a:lnTo>
                    <a:pt x="915829" y="1345592"/>
                  </a:lnTo>
                  <a:lnTo>
                    <a:pt x="914187" y="1347234"/>
                  </a:lnTo>
                  <a:close/>
                  <a:moveTo>
                    <a:pt x="1893399" y="1464211"/>
                  </a:moveTo>
                  <a:lnTo>
                    <a:pt x="1896829" y="1464211"/>
                  </a:lnTo>
                  <a:lnTo>
                    <a:pt x="1896829" y="1112629"/>
                  </a:lnTo>
                  <a:lnTo>
                    <a:pt x="1893399" y="1112629"/>
                  </a:lnTo>
                  <a:lnTo>
                    <a:pt x="1893399" y="1464211"/>
                  </a:lnTo>
                  <a:close/>
                  <a:moveTo>
                    <a:pt x="1837660" y="1228394"/>
                  </a:moveTo>
                  <a:lnTo>
                    <a:pt x="1841090" y="1228394"/>
                  </a:lnTo>
                  <a:lnTo>
                    <a:pt x="1841090" y="1112629"/>
                  </a:lnTo>
                  <a:lnTo>
                    <a:pt x="1837660" y="1112629"/>
                  </a:lnTo>
                  <a:lnTo>
                    <a:pt x="1837660" y="1228394"/>
                  </a:lnTo>
                  <a:close/>
                  <a:moveTo>
                    <a:pt x="1724039" y="1464211"/>
                  </a:moveTo>
                  <a:lnTo>
                    <a:pt x="1727469" y="1464211"/>
                  </a:lnTo>
                  <a:lnTo>
                    <a:pt x="1727469" y="1112629"/>
                  </a:lnTo>
                  <a:lnTo>
                    <a:pt x="1724039" y="1112629"/>
                  </a:lnTo>
                  <a:lnTo>
                    <a:pt x="1724039" y="1464211"/>
                  </a:lnTo>
                  <a:close/>
                  <a:moveTo>
                    <a:pt x="1724039" y="1048315"/>
                  </a:moveTo>
                  <a:lnTo>
                    <a:pt x="1727469" y="1048315"/>
                  </a:lnTo>
                  <a:lnTo>
                    <a:pt x="1727469" y="1044028"/>
                  </a:lnTo>
                  <a:lnTo>
                    <a:pt x="1724039" y="1044028"/>
                  </a:lnTo>
                  <a:lnTo>
                    <a:pt x="1724039" y="1048315"/>
                  </a:lnTo>
                  <a:close/>
                  <a:moveTo>
                    <a:pt x="1706889" y="1029021"/>
                  </a:moveTo>
                  <a:lnTo>
                    <a:pt x="1710319" y="1029021"/>
                  </a:lnTo>
                  <a:lnTo>
                    <a:pt x="1710319" y="1024734"/>
                  </a:lnTo>
                  <a:lnTo>
                    <a:pt x="1706889" y="1024734"/>
                  </a:lnTo>
                  <a:lnTo>
                    <a:pt x="1706889" y="1029021"/>
                  </a:lnTo>
                  <a:close/>
                  <a:moveTo>
                    <a:pt x="1726183" y="1018302"/>
                  </a:moveTo>
                  <a:lnTo>
                    <a:pt x="1729613" y="1018302"/>
                  </a:lnTo>
                  <a:lnTo>
                    <a:pt x="1729613" y="1011871"/>
                  </a:lnTo>
                  <a:lnTo>
                    <a:pt x="1726183" y="1011871"/>
                  </a:lnTo>
                  <a:lnTo>
                    <a:pt x="1726183" y="1018302"/>
                  </a:lnTo>
                  <a:close/>
                  <a:moveTo>
                    <a:pt x="1709033" y="996864"/>
                  </a:moveTo>
                  <a:lnTo>
                    <a:pt x="1712463" y="996864"/>
                  </a:lnTo>
                  <a:lnTo>
                    <a:pt x="1712463" y="992577"/>
                  </a:lnTo>
                  <a:lnTo>
                    <a:pt x="1709033" y="992577"/>
                  </a:lnTo>
                  <a:lnTo>
                    <a:pt x="1709033" y="996864"/>
                  </a:lnTo>
                  <a:close/>
                  <a:moveTo>
                    <a:pt x="1728327" y="986145"/>
                  </a:moveTo>
                  <a:lnTo>
                    <a:pt x="1731757" y="986145"/>
                  </a:lnTo>
                  <a:lnTo>
                    <a:pt x="1731757" y="979714"/>
                  </a:lnTo>
                  <a:lnTo>
                    <a:pt x="1728327" y="979714"/>
                  </a:lnTo>
                  <a:lnTo>
                    <a:pt x="1728327" y="986145"/>
                  </a:lnTo>
                  <a:close/>
                  <a:moveTo>
                    <a:pt x="1711176" y="964707"/>
                  </a:moveTo>
                  <a:lnTo>
                    <a:pt x="1714606" y="964707"/>
                  </a:lnTo>
                  <a:lnTo>
                    <a:pt x="1714606" y="958276"/>
                  </a:lnTo>
                  <a:lnTo>
                    <a:pt x="1711176" y="958276"/>
                  </a:lnTo>
                  <a:lnTo>
                    <a:pt x="1711176" y="964707"/>
                  </a:lnTo>
                  <a:close/>
                  <a:moveTo>
                    <a:pt x="1739046" y="932550"/>
                  </a:moveTo>
                  <a:lnTo>
                    <a:pt x="1742476" y="932550"/>
                  </a:lnTo>
                  <a:lnTo>
                    <a:pt x="1742476" y="928263"/>
                  </a:lnTo>
                  <a:lnTo>
                    <a:pt x="1739046" y="928263"/>
                  </a:lnTo>
                  <a:lnTo>
                    <a:pt x="1739046" y="932550"/>
                  </a:lnTo>
                  <a:close/>
                  <a:moveTo>
                    <a:pt x="1721895" y="911112"/>
                  </a:moveTo>
                  <a:lnTo>
                    <a:pt x="1725325" y="911112"/>
                  </a:lnTo>
                  <a:lnTo>
                    <a:pt x="1725325" y="906825"/>
                  </a:lnTo>
                  <a:lnTo>
                    <a:pt x="1721895" y="906825"/>
                  </a:lnTo>
                  <a:lnTo>
                    <a:pt x="1721895" y="911112"/>
                  </a:lnTo>
                  <a:close/>
                  <a:moveTo>
                    <a:pt x="1661869" y="908969"/>
                  </a:moveTo>
                  <a:lnTo>
                    <a:pt x="1665299" y="908969"/>
                  </a:lnTo>
                  <a:lnTo>
                    <a:pt x="1665299" y="906825"/>
                  </a:lnTo>
                  <a:lnTo>
                    <a:pt x="1661869" y="906825"/>
                  </a:lnTo>
                  <a:lnTo>
                    <a:pt x="1661869" y="908969"/>
                  </a:lnTo>
                  <a:close/>
                  <a:moveTo>
                    <a:pt x="1741189" y="900393"/>
                  </a:moveTo>
                  <a:lnTo>
                    <a:pt x="1744620" y="900393"/>
                  </a:lnTo>
                  <a:lnTo>
                    <a:pt x="1744620" y="896106"/>
                  </a:lnTo>
                  <a:lnTo>
                    <a:pt x="1741189" y="896106"/>
                  </a:lnTo>
                  <a:lnTo>
                    <a:pt x="1741189" y="900393"/>
                  </a:lnTo>
                  <a:close/>
                  <a:moveTo>
                    <a:pt x="1644719" y="891818"/>
                  </a:moveTo>
                  <a:lnTo>
                    <a:pt x="1648149" y="891818"/>
                  </a:lnTo>
                  <a:lnTo>
                    <a:pt x="1648149" y="889675"/>
                  </a:lnTo>
                  <a:lnTo>
                    <a:pt x="1644719" y="889675"/>
                  </a:lnTo>
                  <a:lnTo>
                    <a:pt x="1644719" y="891818"/>
                  </a:lnTo>
                  <a:close/>
                  <a:moveTo>
                    <a:pt x="1664013" y="883243"/>
                  </a:moveTo>
                  <a:lnTo>
                    <a:pt x="1667443" y="883243"/>
                  </a:lnTo>
                  <a:lnTo>
                    <a:pt x="1667443" y="881099"/>
                  </a:lnTo>
                  <a:lnTo>
                    <a:pt x="1664013" y="881099"/>
                  </a:lnTo>
                  <a:lnTo>
                    <a:pt x="1664013" y="883243"/>
                  </a:lnTo>
                  <a:close/>
                  <a:moveTo>
                    <a:pt x="1724039" y="878956"/>
                  </a:moveTo>
                  <a:lnTo>
                    <a:pt x="1727469" y="878956"/>
                  </a:lnTo>
                  <a:lnTo>
                    <a:pt x="1727469" y="874668"/>
                  </a:lnTo>
                  <a:lnTo>
                    <a:pt x="1724039" y="874668"/>
                  </a:lnTo>
                  <a:lnTo>
                    <a:pt x="1724039" y="878956"/>
                  </a:lnTo>
                  <a:close/>
                  <a:moveTo>
                    <a:pt x="1743333" y="868237"/>
                  </a:moveTo>
                  <a:lnTo>
                    <a:pt x="1746763" y="868237"/>
                  </a:lnTo>
                  <a:lnTo>
                    <a:pt x="1746763" y="861805"/>
                  </a:lnTo>
                  <a:lnTo>
                    <a:pt x="1743333" y="861805"/>
                  </a:lnTo>
                  <a:lnTo>
                    <a:pt x="1743333" y="868237"/>
                  </a:lnTo>
                  <a:close/>
                  <a:moveTo>
                    <a:pt x="1646863" y="864659"/>
                  </a:moveTo>
                  <a:lnTo>
                    <a:pt x="1646863" y="868237"/>
                  </a:lnTo>
                  <a:lnTo>
                    <a:pt x="1650293" y="868237"/>
                  </a:lnTo>
                  <a:lnTo>
                    <a:pt x="1650293" y="863239"/>
                  </a:lnTo>
                  <a:lnTo>
                    <a:pt x="1647646" y="860592"/>
                  </a:lnTo>
                  <a:lnTo>
                    <a:pt x="1645221" y="863018"/>
                  </a:lnTo>
                  <a:lnTo>
                    <a:pt x="1646863" y="864659"/>
                  </a:lnTo>
                  <a:close/>
                  <a:moveTo>
                    <a:pt x="1824797" y="876812"/>
                  </a:moveTo>
                  <a:lnTo>
                    <a:pt x="1828228" y="876812"/>
                  </a:lnTo>
                  <a:lnTo>
                    <a:pt x="1828228" y="859661"/>
                  </a:lnTo>
                  <a:lnTo>
                    <a:pt x="1824797" y="859661"/>
                  </a:lnTo>
                  <a:lnTo>
                    <a:pt x="1824797" y="876812"/>
                  </a:lnTo>
                  <a:close/>
                  <a:moveTo>
                    <a:pt x="1726183" y="846799"/>
                  </a:moveTo>
                  <a:lnTo>
                    <a:pt x="1729613" y="846799"/>
                  </a:lnTo>
                  <a:lnTo>
                    <a:pt x="1729613" y="842511"/>
                  </a:lnTo>
                  <a:lnTo>
                    <a:pt x="1726183" y="842511"/>
                  </a:lnTo>
                  <a:lnTo>
                    <a:pt x="1726183" y="846799"/>
                  </a:lnTo>
                  <a:close/>
                  <a:moveTo>
                    <a:pt x="1850523" y="829648"/>
                  </a:moveTo>
                  <a:lnTo>
                    <a:pt x="1853953" y="829648"/>
                  </a:lnTo>
                  <a:lnTo>
                    <a:pt x="1853953" y="825361"/>
                  </a:lnTo>
                  <a:lnTo>
                    <a:pt x="1850523" y="825361"/>
                  </a:lnTo>
                  <a:lnTo>
                    <a:pt x="1850523" y="829648"/>
                  </a:lnTo>
                  <a:close/>
                  <a:moveTo>
                    <a:pt x="1694026" y="823217"/>
                  </a:moveTo>
                  <a:lnTo>
                    <a:pt x="1697456" y="823217"/>
                  </a:lnTo>
                  <a:lnTo>
                    <a:pt x="1697456" y="818929"/>
                  </a:lnTo>
                  <a:lnTo>
                    <a:pt x="1694026" y="818929"/>
                  </a:lnTo>
                  <a:lnTo>
                    <a:pt x="1694026" y="823217"/>
                  </a:lnTo>
                  <a:close/>
                  <a:moveTo>
                    <a:pt x="1852667" y="797491"/>
                  </a:moveTo>
                  <a:lnTo>
                    <a:pt x="1856097" y="797491"/>
                  </a:lnTo>
                  <a:lnTo>
                    <a:pt x="1856097" y="793204"/>
                  </a:lnTo>
                  <a:lnTo>
                    <a:pt x="1852667" y="793204"/>
                  </a:lnTo>
                  <a:lnTo>
                    <a:pt x="1852667" y="797491"/>
                  </a:lnTo>
                  <a:close/>
                  <a:moveTo>
                    <a:pt x="1696170" y="791060"/>
                  </a:moveTo>
                  <a:lnTo>
                    <a:pt x="1699600" y="791060"/>
                  </a:lnTo>
                  <a:lnTo>
                    <a:pt x="1699600" y="786772"/>
                  </a:lnTo>
                  <a:lnTo>
                    <a:pt x="1696170" y="786772"/>
                  </a:lnTo>
                  <a:lnTo>
                    <a:pt x="1696170" y="791060"/>
                  </a:lnTo>
                  <a:close/>
                  <a:moveTo>
                    <a:pt x="1826941" y="799635"/>
                  </a:moveTo>
                  <a:lnTo>
                    <a:pt x="1830371" y="799635"/>
                  </a:lnTo>
                  <a:lnTo>
                    <a:pt x="1830371" y="782485"/>
                  </a:lnTo>
                  <a:lnTo>
                    <a:pt x="1826941" y="782485"/>
                  </a:lnTo>
                  <a:lnTo>
                    <a:pt x="1826941" y="799635"/>
                  </a:lnTo>
                  <a:close/>
                  <a:moveTo>
                    <a:pt x="1854811" y="763191"/>
                  </a:moveTo>
                  <a:lnTo>
                    <a:pt x="1858241" y="763191"/>
                  </a:lnTo>
                  <a:lnTo>
                    <a:pt x="1858241" y="758903"/>
                  </a:lnTo>
                  <a:lnTo>
                    <a:pt x="1854811" y="758903"/>
                  </a:lnTo>
                  <a:lnTo>
                    <a:pt x="1854811" y="763191"/>
                  </a:lnTo>
                  <a:close/>
                  <a:moveTo>
                    <a:pt x="1724039" y="758903"/>
                  </a:moveTo>
                  <a:lnTo>
                    <a:pt x="1727469" y="758903"/>
                  </a:lnTo>
                  <a:lnTo>
                    <a:pt x="1727469" y="754615"/>
                  </a:lnTo>
                  <a:lnTo>
                    <a:pt x="1724039" y="754615"/>
                  </a:lnTo>
                  <a:lnTo>
                    <a:pt x="1724039" y="758903"/>
                  </a:lnTo>
                  <a:close/>
                  <a:moveTo>
                    <a:pt x="1698314" y="758903"/>
                  </a:moveTo>
                  <a:lnTo>
                    <a:pt x="1701744" y="758903"/>
                  </a:lnTo>
                  <a:lnTo>
                    <a:pt x="1701744" y="754615"/>
                  </a:lnTo>
                  <a:lnTo>
                    <a:pt x="1698314" y="754615"/>
                  </a:lnTo>
                  <a:lnTo>
                    <a:pt x="1698314" y="758903"/>
                  </a:lnTo>
                  <a:close/>
                  <a:moveTo>
                    <a:pt x="1706889" y="737465"/>
                  </a:moveTo>
                  <a:lnTo>
                    <a:pt x="1710319" y="737465"/>
                  </a:lnTo>
                  <a:lnTo>
                    <a:pt x="1710319" y="731034"/>
                  </a:lnTo>
                  <a:lnTo>
                    <a:pt x="1706889" y="731034"/>
                  </a:lnTo>
                  <a:lnTo>
                    <a:pt x="1706889" y="737465"/>
                  </a:lnTo>
                  <a:close/>
                  <a:moveTo>
                    <a:pt x="1856954" y="731034"/>
                  </a:moveTo>
                  <a:lnTo>
                    <a:pt x="1860384" y="731034"/>
                  </a:lnTo>
                  <a:lnTo>
                    <a:pt x="1860384" y="724602"/>
                  </a:lnTo>
                  <a:lnTo>
                    <a:pt x="1856954" y="724602"/>
                  </a:lnTo>
                  <a:lnTo>
                    <a:pt x="1856954" y="731034"/>
                  </a:lnTo>
                  <a:close/>
                  <a:moveTo>
                    <a:pt x="1726183" y="724602"/>
                  </a:moveTo>
                  <a:lnTo>
                    <a:pt x="1729613" y="724602"/>
                  </a:lnTo>
                  <a:lnTo>
                    <a:pt x="1729613" y="718171"/>
                  </a:lnTo>
                  <a:lnTo>
                    <a:pt x="1726183" y="718171"/>
                  </a:lnTo>
                  <a:lnTo>
                    <a:pt x="1726183" y="724602"/>
                  </a:lnTo>
                  <a:close/>
                  <a:moveTo>
                    <a:pt x="1345090" y="710809"/>
                  </a:moveTo>
                  <a:lnTo>
                    <a:pt x="1347515" y="708383"/>
                  </a:lnTo>
                  <a:lnTo>
                    <a:pt x="1345372" y="706239"/>
                  </a:lnTo>
                  <a:lnTo>
                    <a:pt x="1342946" y="708665"/>
                  </a:lnTo>
                  <a:lnTo>
                    <a:pt x="1345090" y="710809"/>
                  </a:lnTo>
                  <a:close/>
                  <a:moveTo>
                    <a:pt x="1327008" y="700592"/>
                  </a:moveTo>
                  <a:lnTo>
                    <a:pt x="1327008" y="697162"/>
                  </a:lnTo>
                  <a:lnTo>
                    <a:pt x="1324865" y="697162"/>
                  </a:lnTo>
                  <a:lnTo>
                    <a:pt x="1324865" y="700592"/>
                  </a:lnTo>
                  <a:lnTo>
                    <a:pt x="1327008" y="700592"/>
                  </a:lnTo>
                  <a:close/>
                  <a:moveTo>
                    <a:pt x="1709033" y="701021"/>
                  </a:moveTo>
                  <a:lnTo>
                    <a:pt x="1712463" y="701021"/>
                  </a:lnTo>
                  <a:lnTo>
                    <a:pt x="1712463" y="696733"/>
                  </a:lnTo>
                  <a:lnTo>
                    <a:pt x="1709033" y="696733"/>
                  </a:lnTo>
                  <a:lnTo>
                    <a:pt x="1709033" y="701021"/>
                  </a:lnTo>
                  <a:close/>
                  <a:moveTo>
                    <a:pt x="1859098" y="694589"/>
                  </a:moveTo>
                  <a:lnTo>
                    <a:pt x="1862528" y="694589"/>
                  </a:lnTo>
                  <a:lnTo>
                    <a:pt x="1862528" y="690302"/>
                  </a:lnTo>
                  <a:lnTo>
                    <a:pt x="1859098" y="690302"/>
                  </a:lnTo>
                  <a:lnTo>
                    <a:pt x="1859098" y="694589"/>
                  </a:lnTo>
                  <a:close/>
                  <a:moveTo>
                    <a:pt x="1728327" y="690302"/>
                  </a:moveTo>
                  <a:lnTo>
                    <a:pt x="1731757" y="690302"/>
                  </a:lnTo>
                  <a:lnTo>
                    <a:pt x="1731757" y="683870"/>
                  </a:lnTo>
                  <a:lnTo>
                    <a:pt x="1728327" y="683870"/>
                  </a:lnTo>
                  <a:lnTo>
                    <a:pt x="1728327" y="690302"/>
                  </a:lnTo>
                  <a:close/>
                  <a:moveTo>
                    <a:pt x="1711176" y="666720"/>
                  </a:moveTo>
                  <a:lnTo>
                    <a:pt x="1714606" y="666720"/>
                  </a:lnTo>
                  <a:lnTo>
                    <a:pt x="1714606" y="660289"/>
                  </a:lnTo>
                  <a:lnTo>
                    <a:pt x="1711176" y="660289"/>
                  </a:lnTo>
                  <a:lnTo>
                    <a:pt x="1711176" y="666720"/>
                  </a:lnTo>
                  <a:close/>
                  <a:moveTo>
                    <a:pt x="1861242" y="660289"/>
                  </a:moveTo>
                  <a:lnTo>
                    <a:pt x="1864672" y="660289"/>
                  </a:lnTo>
                  <a:lnTo>
                    <a:pt x="1864672" y="653857"/>
                  </a:lnTo>
                  <a:lnTo>
                    <a:pt x="1861242" y="653857"/>
                  </a:lnTo>
                  <a:lnTo>
                    <a:pt x="1861242" y="660289"/>
                  </a:lnTo>
                  <a:close/>
                  <a:moveTo>
                    <a:pt x="1831229" y="645282"/>
                  </a:moveTo>
                  <a:lnTo>
                    <a:pt x="1834659" y="645282"/>
                  </a:lnTo>
                  <a:lnTo>
                    <a:pt x="1834659" y="630275"/>
                  </a:lnTo>
                  <a:lnTo>
                    <a:pt x="1831229" y="630275"/>
                  </a:lnTo>
                  <a:lnTo>
                    <a:pt x="1831229" y="645282"/>
                  </a:lnTo>
                  <a:close/>
                  <a:moveTo>
                    <a:pt x="1852667" y="615269"/>
                  </a:moveTo>
                  <a:lnTo>
                    <a:pt x="1856097" y="615269"/>
                  </a:lnTo>
                  <a:lnTo>
                    <a:pt x="1856097" y="608837"/>
                  </a:lnTo>
                  <a:lnTo>
                    <a:pt x="1852667" y="608837"/>
                  </a:lnTo>
                  <a:lnTo>
                    <a:pt x="1852667" y="615269"/>
                  </a:lnTo>
                  <a:close/>
                  <a:moveTo>
                    <a:pt x="1871961" y="602406"/>
                  </a:moveTo>
                  <a:lnTo>
                    <a:pt x="1875391" y="602406"/>
                  </a:lnTo>
                  <a:lnTo>
                    <a:pt x="1875391" y="595975"/>
                  </a:lnTo>
                  <a:lnTo>
                    <a:pt x="1871961" y="595975"/>
                  </a:lnTo>
                  <a:lnTo>
                    <a:pt x="1871961" y="602406"/>
                  </a:lnTo>
                  <a:close/>
                  <a:moveTo>
                    <a:pt x="1852667" y="568534"/>
                  </a:moveTo>
                  <a:lnTo>
                    <a:pt x="1852667" y="589543"/>
                  </a:lnTo>
                  <a:lnTo>
                    <a:pt x="1856097" y="589543"/>
                  </a:lnTo>
                  <a:lnTo>
                    <a:pt x="1856097" y="579535"/>
                  </a:lnTo>
                  <a:lnTo>
                    <a:pt x="1858241" y="577391"/>
                  </a:lnTo>
                  <a:lnTo>
                    <a:pt x="1858241" y="568534"/>
                  </a:lnTo>
                  <a:lnTo>
                    <a:pt x="1852667" y="568534"/>
                  </a:lnTo>
                  <a:close/>
                  <a:moveTo>
                    <a:pt x="1874105" y="563818"/>
                  </a:moveTo>
                  <a:lnTo>
                    <a:pt x="1877535" y="563818"/>
                  </a:lnTo>
                  <a:lnTo>
                    <a:pt x="1877535" y="557386"/>
                  </a:lnTo>
                  <a:lnTo>
                    <a:pt x="1874105" y="557386"/>
                  </a:lnTo>
                  <a:lnTo>
                    <a:pt x="1874105" y="563818"/>
                  </a:lnTo>
                  <a:close/>
                  <a:moveTo>
                    <a:pt x="1833373" y="565962"/>
                  </a:moveTo>
                  <a:lnTo>
                    <a:pt x="1836803" y="565962"/>
                  </a:lnTo>
                  <a:lnTo>
                    <a:pt x="1836803" y="548811"/>
                  </a:lnTo>
                  <a:lnTo>
                    <a:pt x="1833373" y="548811"/>
                  </a:lnTo>
                  <a:lnTo>
                    <a:pt x="1833373" y="565962"/>
                  </a:lnTo>
                  <a:close/>
                  <a:moveTo>
                    <a:pt x="917973" y="538092"/>
                  </a:moveTo>
                  <a:lnTo>
                    <a:pt x="921403" y="538092"/>
                  </a:lnTo>
                  <a:lnTo>
                    <a:pt x="921403" y="535948"/>
                  </a:lnTo>
                  <a:lnTo>
                    <a:pt x="917973" y="535948"/>
                  </a:lnTo>
                  <a:lnTo>
                    <a:pt x="917973" y="538092"/>
                  </a:lnTo>
                  <a:close/>
                  <a:moveTo>
                    <a:pt x="1856954" y="540236"/>
                  </a:moveTo>
                  <a:lnTo>
                    <a:pt x="1860384" y="540236"/>
                  </a:lnTo>
                  <a:lnTo>
                    <a:pt x="1860384" y="533805"/>
                  </a:lnTo>
                  <a:lnTo>
                    <a:pt x="1856954" y="533805"/>
                  </a:lnTo>
                  <a:lnTo>
                    <a:pt x="1856954" y="540236"/>
                  </a:lnTo>
                  <a:close/>
                  <a:moveTo>
                    <a:pt x="1876249" y="525230"/>
                  </a:moveTo>
                  <a:lnTo>
                    <a:pt x="1879679" y="525230"/>
                  </a:lnTo>
                  <a:lnTo>
                    <a:pt x="1879679" y="520942"/>
                  </a:lnTo>
                  <a:lnTo>
                    <a:pt x="1876249" y="520942"/>
                  </a:lnTo>
                  <a:lnTo>
                    <a:pt x="1876249" y="525230"/>
                  </a:lnTo>
                  <a:close/>
                  <a:moveTo>
                    <a:pt x="900822" y="523086"/>
                  </a:moveTo>
                  <a:lnTo>
                    <a:pt x="904252" y="523086"/>
                  </a:lnTo>
                  <a:lnTo>
                    <a:pt x="904252" y="520942"/>
                  </a:lnTo>
                  <a:lnTo>
                    <a:pt x="900822" y="520942"/>
                  </a:lnTo>
                  <a:lnTo>
                    <a:pt x="900822" y="523086"/>
                  </a:lnTo>
                  <a:close/>
                  <a:moveTo>
                    <a:pt x="920116" y="516654"/>
                  </a:moveTo>
                  <a:lnTo>
                    <a:pt x="923546" y="516654"/>
                  </a:lnTo>
                  <a:lnTo>
                    <a:pt x="923546" y="514511"/>
                  </a:lnTo>
                  <a:lnTo>
                    <a:pt x="920116" y="514511"/>
                  </a:lnTo>
                  <a:lnTo>
                    <a:pt x="920116" y="516654"/>
                  </a:lnTo>
                  <a:close/>
                  <a:moveTo>
                    <a:pt x="902966" y="503792"/>
                  </a:moveTo>
                  <a:lnTo>
                    <a:pt x="906396" y="503792"/>
                  </a:lnTo>
                  <a:lnTo>
                    <a:pt x="906396" y="501648"/>
                  </a:lnTo>
                  <a:lnTo>
                    <a:pt x="902966" y="501648"/>
                  </a:lnTo>
                  <a:lnTo>
                    <a:pt x="902966" y="503792"/>
                  </a:lnTo>
                  <a:close/>
                  <a:moveTo>
                    <a:pt x="1884824" y="501648"/>
                  </a:moveTo>
                  <a:lnTo>
                    <a:pt x="1888254" y="501648"/>
                  </a:lnTo>
                  <a:lnTo>
                    <a:pt x="1888254" y="495216"/>
                  </a:lnTo>
                  <a:lnTo>
                    <a:pt x="1884824" y="495216"/>
                  </a:lnTo>
                  <a:lnTo>
                    <a:pt x="1884824" y="501648"/>
                  </a:lnTo>
                  <a:close/>
                  <a:moveTo>
                    <a:pt x="1854811" y="501648"/>
                  </a:moveTo>
                  <a:lnTo>
                    <a:pt x="1858241" y="501648"/>
                  </a:lnTo>
                  <a:lnTo>
                    <a:pt x="1858241" y="482354"/>
                  </a:lnTo>
                  <a:lnTo>
                    <a:pt x="1854811" y="482354"/>
                  </a:lnTo>
                  <a:lnTo>
                    <a:pt x="1854811" y="501648"/>
                  </a:lnTo>
                  <a:close/>
                  <a:moveTo>
                    <a:pt x="1835516" y="486641"/>
                  </a:moveTo>
                  <a:lnTo>
                    <a:pt x="1838946" y="486641"/>
                  </a:lnTo>
                  <a:lnTo>
                    <a:pt x="1838946" y="469491"/>
                  </a:lnTo>
                  <a:lnTo>
                    <a:pt x="1835516" y="469491"/>
                  </a:lnTo>
                  <a:lnTo>
                    <a:pt x="1835516" y="486641"/>
                  </a:lnTo>
                  <a:close/>
                  <a:moveTo>
                    <a:pt x="1867673" y="473778"/>
                  </a:moveTo>
                  <a:lnTo>
                    <a:pt x="1871103" y="473778"/>
                  </a:lnTo>
                  <a:lnTo>
                    <a:pt x="1871103" y="467347"/>
                  </a:lnTo>
                  <a:lnTo>
                    <a:pt x="1867673" y="467347"/>
                  </a:lnTo>
                  <a:lnTo>
                    <a:pt x="1867673" y="473778"/>
                  </a:lnTo>
                  <a:close/>
                  <a:moveTo>
                    <a:pt x="1869817" y="433046"/>
                  </a:moveTo>
                  <a:lnTo>
                    <a:pt x="1873247" y="433046"/>
                  </a:lnTo>
                  <a:lnTo>
                    <a:pt x="1873247" y="424471"/>
                  </a:lnTo>
                  <a:lnTo>
                    <a:pt x="1869817" y="424471"/>
                  </a:lnTo>
                  <a:lnTo>
                    <a:pt x="1869817" y="433046"/>
                  </a:lnTo>
                  <a:close/>
                  <a:moveTo>
                    <a:pt x="1837660" y="407321"/>
                  </a:moveTo>
                  <a:lnTo>
                    <a:pt x="1841090" y="407321"/>
                  </a:lnTo>
                  <a:lnTo>
                    <a:pt x="1841090" y="396602"/>
                  </a:lnTo>
                  <a:lnTo>
                    <a:pt x="1837660" y="396602"/>
                  </a:lnTo>
                  <a:lnTo>
                    <a:pt x="1837660" y="407321"/>
                  </a:lnTo>
                  <a:close/>
                  <a:moveTo>
                    <a:pt x="1871961" y="390171"/>
                  </a:moveTo>
                  <a:lnTo>
                    <a:pt x="1875391" y="390171"/>
                  </a:lnTo>
                  <a:lnTo>
                    <a:pt x="1875391" y="383739"/>
                  </a:lnTo>
                  <a:lnTo>
                    <a:pt x="1871961" y="383739"/>
                  </a:lnTo>
                  <a:lnTo>
                    <a:pt x="1871961" y="390171"/>
                  </a:lnTo>
                  <a:close/>
                  <a:moveTo>
                    <a:pt x="784629" y="383310"/>
                  </a:moveTo>
                  <a:lnTo>
                    <a:pt x="784629" y="379880"/>
                  </a:lnTo>
                  <a:lnTo>
                    <a:pt x="782485" y="379880"/>
                  </a:lnTo>
                  <a:lnTo>
                    <a:pt x="782485" y="383310"/>
                  </a:lnTo>
                  <a:lnTo>
                    <a:pt x="784629" y="383310"/>
                  </a:lnTo>
                  <a:close/>
                  <a:moveTo>
                    <a:pt x="1880536" y="358014"/>
                  </a:moveTo>
                  <a:lnTo>
                    <a:pt x="1883966" y="358014"/>
                  </a:lnTo>
                  <a:lnTo>
                    <a:pt x="1883966" y="355870"/>
                  </a:lnTo>
                  <a:lnTo>
                    <a:pt x="1880536" y="355870"/>
                  </a:lnTo>
                  <a:lnTo>
                    <a:pt x="1880536" y="358014"/>
                  </a:lnTo>
                  <a:close/>
                  <a:moveTo>
                    <a:pt x="1899830" y="375164"/>
                  </a:moveTo>
                  <a:lnTo>
                    <a:pt x="1903260" y="375164"/>
                  </a:lnTo>
                  <a:lnTo>
                    <a:pt x="1903260" y="351582"/>
                  </a:lnTo>
                  <a:lnTo>
                    <a:pt x="1899830" y="351582"/>
                  </a:lnTo>
                  <a:lnTo>
                    <a:pt x="1899830" y="375164"/>
                  </a:lnTo>
                  <a:close/>
                  <a:moveTo>
                    <a:pt x="781272" y="335363"/>
                  </a:moveTo>
                  <a:lnTo>
                    <a:pt x="783698" y="337788"/>
                  </a:lnTo>
                  <a:lnTo>
                    <a:pt x="785841" y="335645"/>
                  </a:lnTo>
                  <a:lnTo>
                    <a:pt x="783416" y="333219"/>
                  </a:lnTo>
                  <a:lnTo>
                    <a:pt x="781272" y="335363"/>
                  </a:lnTo>
                  <a:close/>
                  <a:moveTo>
                    <a:pt x="1901974" y="304419"/>
                  </a:moveTo>
                  <a:lnTo>
                    <a:pt x="1905404" y="304419"/>
                  </a:lnTo>
                  <a:lnTo>
                    <a:pt x="1905404" y="295844"/>
                  </a:lnTo>
                  <a:lnTo>
                    <a:pt x="1901974" y="295844"/>
                  </a:lnTo>
                  <a:lnTo>
                    <a:pt x="1901974" y="304419"/>
                  </a:lnTo>
                  <a:close/>
                  <a:moveTo>
                    <a:pt x="1882680" y="270118"/>
                  </a:moveTo>
                  <a:lnTo>
                    <a:pt x="1886110" y="270118"/>
                  </a:lnTo>
                  <a:lnTo>
                    <a:pt x="1886110" y="255111"/>
                  </a:lnTo>
                  <a:lnTo>
                    <a:pt x="1882680" y="255111"/>
                  </a:lnTo>
                  <a:lnTo>
                    <a:pt x="1882680" y="270118"/>
                  </a:lnTo>
                  <a:close/>
                  <a:moveTo>
                    <a:pt x="1904118" y="259399"/>
                  </a:moveTo>
                  <a:lnTo>
                    <a:pt x="1907548" y="259399"/>
                  </a:lnTo>
                  <a:lnTo>
                    <a:pt x="1907548" y="252968"/>
                  </a:lnTo>
                  <a:lnTo>
                    <a:pt x="1904118" y="252968"/>
                  </a:lnTo>
                  <a:lnTo>
                    <a:pt x="1904118" y="259399"/>
                  </a:lnTo>
                  <a:close/>
                  <a:moveTo>
                    <a:pt x="1908908" y="247467"/>
                  </a:moveTo>
                  <a:lnTo>
                    <a:pt x="1911333" y="249893"/>
                  </a:lnTo>
                  <a:lnTo>
                    <a:pt x="1913477" y="247749"/>
                  </a:lnTo>
                  <a:lnTo>
                    <a:pt x="1911052" y="245324"/>
                  </a:lnTo>
                  <a:lnTo>
                    <a:pt x="1908908" y="247467"/>
                  </a:lnTo>
                  <a:close/>
                  <a:moveTo>
                    <a:pt x="1912693" y="231530"/>
                  </a:moveTo>
                  <a:lnTo>
                    <a:pt x="1916123" y="231530"/>
                  </a:lnTo>
                  <a:lnTo>
                    <a:pt x="1916123" y="220811"/>
                  </a:lnTo>
                  <a:lnTo>
                    <a:pt x="1912693" y="220811"/>
                  </a:lnTo>
                  <a:lnTo>
                    <a:pt x="1912693" y="231530"/>
                  </a:lnTo>
                  <a:close/>
                  <a:moveTo>
                    <a:pt x="388455" y="207948"/>
                  </a:moveTo>
                  <a:lnTo>
                    <a:pt x="391886" y="207948"/>
                  </a:lnTo>
                  <a:lnTo>
                    <a:pt x="391886" y="205804"/>
                  </a:lnTo>
                  <a:lnTo>
                    <a:pt x="388455" y="205804"/>
                  </a:lnTo>
                  <a:lnTo>
                    <a:pt x="388455" y="207948"/>
                  </a:lnTo>
                  <a:close/>
                  <a:moveTo>
                    <a:pt x="371305" y="192941"/>
                  </a:moveTo>
                  <a:lnTo>
                    <a:pt x="374735" y="192941"/>
                  </a:lnTo>
                  <a:lnTo>
                    <a:pt x="374735" y="190798"/>
                  </a:lnTo>
                  <a:lnTo>
                    <a:pt x="371305" y="190798"/>
                  </a:lnTo>
                  <a:lnTo>
                    <a:pt x="371305" y="192941"/>
                  </a:lnTo>
                  <a:close/>
                  <a:moveTo>
                    <a:pt x="390599" y="186510"/>
                  </a:moveTo>
                  <a:lnTo>
                    <a:pt x="394029" y="186510"/>
                  </a:lnTo>
                  <a:lnTo>
                    <a:pt x="394029" y="184366"/>
                  </a:lnTo>
                  <a:lnTo>
                    <a:pt x="390599" y="184366"/>
                  </a:lnTo>
                  <a:lnTo>
                    <a:pt x="390599" y="186510"/>
                  </a:lnTo>
                  <a:close/>
                  <a:moveTo>
                    <a:pt x="1914837" y="182222"/>
                  </a:moveTo>
                  <a:lnTo>
                    <a:pt x="1918267" y="182222"/>
                  </a:lnTo>
                  <a:lnTo>
                    <a:pt x="1918267" y="173647"/>
                  </a:lnTo>
                  <a:lnTo>
                    <a:pt x="1914837" y="173647"/>
                  </a:lnTo>
                  <a:lnTo>
                    <a:pt x="1914837" y="182222"/>
                  </a:lnTo>
                  <a:close/>
                  <a:moveTo>
                    <a:pt x="373449" y="171504"/>
                  </a:moveTo>
                  <a:lnTo>
                    <a:pt x="376879" y="171504"/>
                  </a:lnTo>
                  <a:lnTo>
                    <a:pt x="376879" y="169360"/>
                  </a:lnTo>
                  <a:lnTo>
                    <a:pt x="373449" y="169360"/>
                  </a:lnTo>
                  <a:lnTo>
                    <a:pt x="373449" y="171504"/>
                  </a:lnTo>
                  <a:close/>
                  <a:moveTo>
                    <a:pt x="1884824" y="152209"/>
                  </a:moveTo>
                  <a:lnTo>
                    <a:pt x="1888254" y="152209"/>
                  </a:lnTo>
                  <a:lnTo>
                    <a:pt x="1888254" y="147922"/>
                  </a:lnTo>
                  <a:lnTo>
                    <a:pt x="1884824" y="147922"/>
                  </a:lnTo>
                  <a:lnTo>
                    <a:pt x="1884824" y="152209"/>
                  </a:lnTo>
                  <a:close/>
                  <a:moveTo>
                    <a:pt x="1916981" y="135059"/>
                  </a:moveTo>
                  <a:lnTo>
                    <a:pt x="1920411" y="135059"/>
                  </a:lnTo>
                  <a:lnTo>
                    <a:pt x="1920411" y="124340"/>
                  </a:lnTo>
                  <a:lnTo>
                    <a:pt x="1916981" y="124340"/>
                  </a:lnTo>
                  <a:lnTo>
                    <a:pt x="1916981" y="135059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136" name="Vector layer C3C8CC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606130" y="1841519"/>
                  </a:moveTo>
                  <a:lnTo>
                    <a:pt x="1609561" y="1841519"/>
                  </a:lnTo>
                  <a:lnTo>
                    <a:pt x="1609561" y="1839375"/>
                  </a:lnTo>
                  <a:lnTo>
                    <a:pt x="1606130" y="1839375"/>
                  </a:lnTo>
                  <a:lnTo>
                    <a:pt x="1606130" y="1841519"/>
                  </a:lnTo>
                  <a:close/>
                  <a:moveTo>
                    <a:pt x="1884395" y="1733901"/>
                  </a:moveTo>
                  <a:lnTo>
                    <a:pt x="1884395" y="1730471"/>
                  </a:lnTo>
                  <a:lnTo>
                    <a:pt x="1882251" y="1730471"/>
                  </a:lnTo>
                  <a:lnTo>
                    <a:pt x="1882251" y="1733901"/>
                  </a:lnTo>
                  <a:lnTo>
                    <a:pt x="1884395" y="1733901"/>
                  </a:lnTo>
                  <a:close/>
                  <a:moveTo>
                    <a:pt x="1794356" y="1708175"/>
                  </a:moveTo>
                  <a:lnTo>
                    <a:pt x="1794356" y="1704745"/>
                  </a:lnTo>
                  <a:lnTo>
                    <a:pt x="1792212" y="1704745"/>
                  </a:lnTo>
                  <a:lnTo>
                    <a:pt x="1792212" y="1708175"/>
                  </a:lnTo>
                  <a:lnTo>
                    <a:pt x="1794356" y="1708175"/>
                  </a:lnTo>
                  <a:close/>
                  <a:moveTo>
                    <a:pt x="1766486" y="1703887"/>
                  </a:moveTo>
                  <a:lnTo>
                    <a:pt x="1766486" y="1700457"/>
                  </a:lnTo>
                  <a:lnTo>
                    <a:pt x="1764342" y="1700457"/>
                  </a:lnTo>
                  <a:lnTo>
                    <a:pt x="1764342" y="1703887"/>
                  </a:lnTo>
                  <a:lnTo>
                    <a:pt x="1766486" y="1703887"/>
                  </a:lnTo>
                  <a:close/>
                  <a:moveTo>
                    <a:pt x="1745048" y="1701744"/>
                  </a:moveTo>
                  <a:lnTo>
                    <a:pt x="1745048" y="1698314"/>
                  </a:lnTo>
                  <a:lnTo>
                    <a:pt x="1742905" y="1698314"/>
                  </a:lnTo>
                  <a:lnTo>
                    <a:pt x="1742905" y="1701744"/>
                  </a:lnTo>
                  <a:lnTo>
                    <a:pt x="1745048" y="1701744"/>
                  </a:lnTo>
                  <a:close/>
                  <a:moveTo>
                    <a:pt x="1738617" y="1701744"/>
                  </a:moveTo>
                  <a:lnTo>
                    <a:pt x="1738617" y="1698314"/>
                  </a:lnTo>
                  <a:lnTo>
                    <a:pt x="1736473" y="1698314"/>
                  </a:lnTo>
                  <a:lnTo>
                    <a:pt x="1736473" y="1701744"/>
                  </a:lnTo>
                  <a:lnTo>
                    <a:pt x="1738617" y="1701744"/>
                  </a:lnTo>
                  <a:close/>
                  <a:moveTo>
                    <a:pt x="1717179" y="1699600"/>
                  </a:moveTo>
                  <a:lnTo>
                    <a:pt x="1717179" y="1696170"/>
                  </a:lnTo>
                  <a:lnTo>
                    <a:pt x="1715035" y="1696170"/>
                  </a:lnTo>
                  <a:lnTo>
                    <a:pt x="1715035" y="1699600"/>
                  </a:lnTo>
                  <a:lnTo>
                    <a:pt x="1717179" y="1699600"/>
                  </a:lnTo>
                  <a:close/>
                  <a:moveTo>
                    <a:pt x="1710748" y="1699600"/>
                  </a:moveTo>
                  <a:lnTo>
                    <a:pt x="1710748" y="1696170"/>
                  </a:lnTo>
                  <a:lnTo>
                    <a:pt x="1708604" y="1696170"/>
                  </a:lnTo>
                  <a:lnTo>
                    <a:pt x="1708604" y="1699600"/>
                  </a:lnTo>
                  <a:lnTo>
                    <a:pt x="1710748" y="1699600"/>
                  </a:lnTo>
                  <a:close/>
                  <a:moveTo>
                    <a:pt x="1633571" y="1695312"/>
                  </a:moveTo>
                  <a:lnTo>
                    <a:pt x="1633571" y="1691882"/>
                  </a:lnTo>
                  <a:lnTo>
                    <a:pt x="1631427" y="1691882"/>
                  </a:lnTo>
                  <a:lnTo>
                    <a:pt x="1631427" y="1695312"/>
                  </a:lnTo>
                  <a:lnTo>
                    <a:pt x="1633571" y="1695312"/>
                  </a:lnTo>
                  <a:close/>
                  <a:moveTo>
                    <a:pt x="1571401" y="1691025"/>
                  </a:moveTo>
                  <a:lnTo>
                    <a:pt x="1571401" y="1687595"/>
                  </a:lnTo>
                  <a:lnTo>
                    <a:pt x="1569257" y="1687595"/>
                  </a:lnTo>
                  <a:lnTo>
                    <a:pt x="1569257" y="1691025"/>
                  </a:lnTo>
                  <a:lnTo>
                    <a:pt x="1571401" y="1691025"/>
                  </a:lnTo>
                  <a:close/>
                  <a:moveTo>
                    <a:pt x="1466355" y="1688881"/>
                  </a:moveTo>
                  <a:lnTo>
                    <a:pt x="1466355" y="1685451"/>
                  </a:lnTo>
                  <a:lnTo>
                    <a:pt x="1464211" y="1685451"/>
                  </a:lnTo>
                  <a:lnTo>
                    <a:pt x="1464211" y="1688881"/>
                  </a:lnTo>
                  <a:lnTo>
                    <a:pt x="1466355" y="1688881"/>
                  </a:lnTo>
                  <a:close/>
                  <a:moveTo>
                    <a:pt x="214379" y="1688881"/>
                  </a:moveTo>
                  <a:lnTo>
                    <a:pt x="214379" y="1685451"/>
                  </a:lnTo>
                  <a:lnTo>
                    <a:pt x="207948" y="1685451"/>
                  </a:lnTo>
                  <a:lnTo>
                    <a:pt x="207948" y="1688881"/>
                  </a:lnTo>
                  <a:lnTo>
                    <a:pt x="214379" y="1688881"/>
                  </a:lnTo>
                  <a:close/>
                  <a:moveTo>
                    <a:pt x="1942706" y="1758621"/>
                  </a:moveTo>
                  <a:lnTo>
                    <a:pt x="1945352" y="1761268"/>
                  </a:lnTo>
                  <a:lnTo>
                    <a:pt x="1947778" y="1758842"/>
                  </a:lnTo>
                  <a:lnTo>
                    <a:pt x="1946136" y="1757201"/>
                  </a:lnTo>
                  <a:lnTo>
                    <a:pt x="1946136" y="1685022"/>
                  </a:lnTo>
                  <a:lnTo>
                    <a:pt x="1942706" y="1685022"/>
                  </a:lnTo>
                  <a:lnTo>
                    <a:pt x="1942706" y="1758621"/>
                  </a:lnTo>
                  <a:close/>
                  <a:moveTo>
                    <a:pt x="1925556" y="1742905"/>
                  </a:moveTo>
                  <a:lnTo>
                    <a:pt x="1928986" y="1742905"/>
                  </a:lnTo>
                  <a:lnTo>
                    <a:pt x="1928986" y="1685022"/>
                  </a:lnTo>
                  <a:lnTo>
                    <a:pt x="1925556" y="1685022"/>
                  </a:lnTo>
                  <a:lnTo>
                    <a:pt x="1925556" y="1742905"/>
                  </a:lnTo>
                  <a:close/>
                  <a:moveTo>
                    <a:pt x="1914837" y="1738617"/>
                  </a:moveTo>
                  <a:lnTo>
                    <a:pt x="1918267" y="1738617"/>
                  </a:lnTo>
                  <a:lnTo>
                    <a:pt x="1918267" y="1685022"/>
                  </a:lnTo>
                  <a:lnTo>
                    <a:pt x="1914837" y="1685022"/>
                  </a:lnTo>
                  <a:lnTo>
                    <a:pt x="1914837" y="1738617"/>
                  </a:lnTo>
                  <a:close/>
                  <a:moveTo>
                    <a:pt x="1896045" y="1733117"/>
                  </a:moveTo>
                  <a:lnTo>
                    <a:pt x="1898470" y="1735542"/>
                  </a:lnTo>
                  <a:lnTo>
                    <a:pt x="1901117" y="1732896"/>
                  </a:lnTo>
                  <a:lnTo>
                    <a:pt x="1901117" y="1685022"/>
                  </a:lnTo>
                  <a:lnTo>
                    <a:pt x="1897686" y="1685022"/>
                  </a:lnTo>
                  <a:lnTo>
                    <a:pt x="1897686" y="1731475"/>
                  </a:lnTo>
                  <a:lnTo>
                    <a:pt x="1896045" y="1733117"/>
                  </a:lnTo>
                  <a:close/>
                  <a:moveTo>
                    <a:pt x="1886967" y="1732186"/>
                  </a:moveTo>
                  <a:lnTo>
                    <a:pt x="1890398" y="1732186"/>
                  </a:lnTo>
                  <a:lnTo>
                    <a:pt x="1890398" y="1685022"/>
                  </a:lnTo>
                  <a:lnTo>
                    <a:pt x="1886967" y="1685022"/>
                  </a:lnTo>
                  <a:lnTo>
                    <a:pt x="1886967" y="1732186"/>
                  </a:lnTo>
                  <a:close/>
                  <a:moveTo>
                    <a:pt x="1869817" y="1725754"/>
                  </a:moveTo>
                  <a:lnTo>
                    <a:pt x="1873247" y="1725754"/>
                  </a:lnTo>
                  <a:lnTo>
                    <a:pt x="1873247" y="1685022"/>
                  </a:lnTo>
                  <a:lnTo>
                    <a:pt x="1869817" y="1685022"/>
                  </a:lnTo>
                  <a:lnTo>
                    <a:pt x="1869817" y="1725754"/>
                  </a:lnTo>
                  <a:close/>
                  <a:moveTo>
                    <a:pt x="1859098" y="1723610"/>
                  </a:moveTo>
                  <a:lnTo>
                    <a:pt x="1862528" y="1723610"/>
                  </a:lnTo>
                  <a:lnTo>
                    <a:pt x="1862528" y="1685022"/>
                  </a:lnTo>
                  <a:lnTo>
                    <a:pt x="1859098" y="1685022"/>
                  </a:lnTo>
                  <a:lnTo>
                    <a:pt x="1859098" y="1723610"/>
                  </a:lnTo>
                  <a:close/>
                  <a:moveTo>
                    <a:pt x="1841948" y="1719323"/>
                  </a:moveTo>
                  <a:lnTo>
                    <a:pt x="1845378" y="1719323"/>
                  </a:lnTo>
                  <a:lnTo>
                    <a:pt x="1845378" y="1685022"/>
                  </a:lnTo>
                  <a:lnTo>
                    <a:pt x="1841948" y="1685022"/>
                  </a:lnTo>
                  <a:lnTo>
                    <a:pt x="1841948" y="1719323"/>
                  </a:lnTo>
                  <a:close/>
                  <a:moveTo>
                    <a:pt x="1831229" y="1717179"/>
                  </a:moveTo>
                  <a:lnTo>
                    <a:pt x="1834659" y="1717179"/>
                  </a:lnTo>
                  <a:lnTo>
                    <a:pt x="1834659" y="1685022"/>
                  </a:lnTo>
                  <a:lnTo>
                    <a:pt x="1831229" y="1685022"/>
                  </a:lnTo>
                  <a:lnTo>
                    <a:pt x="1831229" y="1717179"/>
                  </a:lnTo>
                  <a:close/>
                  <a:moveTo>
                    <a:pt x="1812437" y="1713822"/>
                  </a:moveTo>
                  <a:lnTo>
                    <a:pt x="1814862" y="1716248"/>
                  </a:lnTo>
                  <a:lnTo>
                    <a:pt x="1817509" y="1713602"/>
                  </a:lnTo>
                  <a:lnTo>
                    <a:pt x="1817509" y="1685022"/>
                  </a:lnTo>
                  <a:lnTo>
                    <a:pt x="1814078" y="1685022"/>
                  </a:lnTo>
                  <a:lnTo>
                    <a:pt x="1814078" y="1712181"/>
                  </a:lnTo>
                  <a:lnTo>
                    <a:pt x="1812437" y="1713822"/>
                  </a:lnTo>
                  <a:close/>
                  <a:moveTo>
                    <a:pt x="1803360" y="1708604"/>
                  </a:moveTo>
                  <a:lnTo>
                    <a:pt x="1806790" y="1708604"/>
                  </a:lnTo>
                  <a:lnTo>
                    <a:pt x="1806790" y="1685022"/>
                  </a:lnTo>
                  <a:lnTo>
                    <a:pt x="1803360" y="1685022"/>
                  </a:lnTo>
                  <a:lnTo>
                    <a:pt x="1803360" y="1708604"/>
                  </a:lnTo>
                  <a:close/>
                  <a:moveTo>
                    <a:pt x="1786209" y="1704316"/>
                  </a:moveTo>
                  <a:lnTo>
                    <a:pt x="1789639" y="1704316"/>
                  </a:lnTo>
                  <a:lnTo>
                    <a:pt x="1789639" y="1685022"/>
                  </a:lnTo>
                  <a:lnTo>
                    <a:pt x="1786209" y="1685022"/>
                  </a:lnTo>
                  <a:lnTo>
                    <a:pt x="1786209" y="1704316"/>
                  </a:lnTo>
                  <a:close/>
                  <a:moveTo>
                    <a:pt x="1758340" y="1700029"/>
                  </a:moveTo>
                  <a:lnTo>
                    <a:pt x="1761770" y="1700029"/>
                  </a:lnTo>
                  <a:lnTo>
                    <a:pt x="1761770" y="1685022"/>
                  </a:lnTo>
                  <a:lnTo>
                    <a:pt x="1758340" y="1685022"/>
                  </a:lnTo>
                  <a:lnTo>
                    <a:pt x="1758340" y="1700029"/>
                  </a:lnTo>
                  <a:close/>
                  <a:moveTo>
                    <a:pt x="1747621" y="1698595"/>
                  </a:moveTo>
                  <a:lnTo>
                    <a:pt x="1750267" y="1701241"/>
                  </a:lnTo>
                  <a:lnTo>
                    <a:pt x="1752692" y="1698816"/>
                  </a:lnTo>
                  <a:lnTo>
                    <a:pt x="1751051" y="1697174"/>
                  </a:lnTo>
                  <a:lnTo>
                    <a:pt x="1751051" y="1685022"/>
                  </a:lnTo>
                  <a:lnTo>
                    <a:pt x="1747621" y="1685022"/>
                  </a:lnTo>
                  <a:lnTo>
                    <a:pt x="1747621" y="1698595"/>
                  </a:lnTo>
                  <a:close/>
                  <a:moveTo>
                    <a:pt x="1730471" y="1697885"/>
                  </a:moveTo>
                  <a:lnTo>
                    <a:pt x="1733901" y="1697885"/>
                  </a:lnTo>
                  <a:lnTo>
                    <a:pt x="1733901" y="1685022"/>
                  </a:lnTo>
                  <a:lnTo>
                    <a:pt x="1730471" y="1685022"/>
                  </a:lnTo>
                  <a:lnTo>
                    <a:pt x="1730471" y="1697885"/>
                  </a:lnTo>
                  <a:close/>
                  <a:moveTo>
                    <a:pt x="1719752" y="1697885"/>
                  </a:moveTo>
                  <a:lnTo>
                    <a:pt x="1723182" y="1697885"/>
                  </a:lnTo>
                  <a:lnTo>
                    <a:pt x="1723182" y="1685022"/>
                  </a:lnTo>
                  <a:lnTo>
                    <a:pt x="1719752" y="1685022"/>
                  </a:lnTo>
                  <a:lnTo>
                    <a:pt x="1719752" y="1697885"/>
                  </a:lnTo>
                  <a:close/>
                  <a:moveTo>
                    <a:pt x="1702601" y="1695741"/>
                  </a:moveTo>
                  <a:lnTo>
                    <a:pt x="1706031" y="1695741"/>
                  </a:lnTo>
                  <a:lnTo>
                    <a:pt x="1706031" y="1685022"/>
                  </a:lnTo>
                  <a:lnTo>
                    <a:pt x="1702601" y="1685022"/>
                  </a:lnTo>
                  <a:lnTo>
                    <a:pt x="1702601" y="1695741"/>
                  </a:lnTo>
                  <a:close/>
                  <a:moveTo>
                    <a:pt x="1691882" y="1695741"/>
                  </a:moveTo>
                  <a:lnTo>
                    <a:pt x="1695312" y="1695741"/>
                  </a:lnTo>
                  <a:lnTo>
                    <a:pt x="1695312" y="1685022"/>
                  </a:lnTo>
                  <a:lnTo>
                    <a:pt x="1691882" y="1685022"/>
                  </a:lnTo>
                  <a:lnTo>
                    <a:pt x="1691882" y="1695741"/>
                  </a:lnTo>
                  <a:close/>
                  <a:moveTo>
                    <a:pt x="1673090" y="1694528"/>
                  </a:moveTo>
                  <a:lnTo>
                    <a:pt x="1675516" y="1696954"/>
                  </a:lnTo>
                  <a:lnTo>
                    <a:pt x="1678162" y="1694308"/>
                  </a:lnTo>
                  <a:lnTo>
                    <a:pt x="1678162" y="1685022"/>
                  </a:lnTo>
                  <a:lnTo>
                    <a:pt x="1674732" y="1685022"/>
                  </a:lnTo>
                  <a:lnTo>
                    <a:pt x="1674732" y="1692887"/>
                  </a:lnTo>
                  <a:lnTo>
                    <a:pt x="1673090" y="1694528"/>
                  </a:lnTo>
                  <a:close/>
                  <a:moveTo>
                    <a:pt x="1664013" y="1693597"/>
                  </a:moveTo>
                  <a:lnTo>
                    <a:pt x="1667443" y="1693597"/>
                  </a:lnTo>
                  <a:lnTo>
                    <a:pt x="1667443" y="1685022"/>
                  </a:lnTo>
                  <a:lnTo>
                    <a:pt x="1664013" y="1685022"/>
                  </a:lnTo>
                  <a:lnTo>
                    <a:pt x="1664013" y="1693597"/>
                  </a:lnTo>
                  <a:close/>
                  <a:moveTo>
                    <a:pt x="1646863" y="1693597"/>
                  </a:moveTo>
                  <a:lnTo>
                    <a:pt x="1650293" y="1693597"/>
                  </a:lnTo>
                  <a:lnTo>
                    <a:pt x="1650293" y="1685022"/>
                  </a:lnTo>
                  <a:lnTo>
                    <a:pt x="1646863" y="1685022"/>
                  </a:lnTo>
                  <a:lnTo>
                    <a:pt x="1646863" y="1693597"/>
                  </a:lnTo>
                  <a:close/>
                  <a:moveTo>
                    <a:pt x="1636144" y="1693597"/>
                  </a:moveTo>
                  <a:lnTo>
                    <a:pt x="1639574" y="1693597"/>
                  </a:lnTo>
                  <a:lnTo>
                    <a:pt x="1639574" y="1685022"/>
                  </a:lnTo>
                  <a:lnTo>
                    <a:pt x="1636144" y="1685022"/>
                  </a:lnTo>
                  <a:lnTo>
                    <a:pt x="1636144" y="1693597"/>
                  </a:lnTo>
                  <a:close/>
                  <a:moveTo>
                    <a:pt x="1617352" y="1690241"/>
                  </a:moveTo>
                  <a:lnTo>
                    <a:pt x="1619777" y="1692666"/>
                  </a:lnTo>
                  <a:lnTo>
                    <a:pt x="1622423" y="1690020"/>
                  </a:lnTo>
                  <a:lnTo>
                    <a:pt x="1622423" y="1685022"/>
                  </a:lnTo>
                  <a:lnTo>
                    <a:pt x="1618993" y="1685022"/>
                  </a:lnTo>
                  <a:lnTo>
                    <a:pt x="1618993" y="1688599"/>
                  </a:lnTo>
                  <a:lnTo>
                    <a:pt x="1617352" y="1690241"/>
                  </a:lnTo>
                  <a:close/>
                  <a:moveTo>
                    <a:pt x="1608274" y="1690020"/>
                  </a:moveTo>
                  <a:lnTo>
                    <a:pt x="1610920" y="1692666"/>
                  </a:lnTo>
                  <a:lnTo>
                    <a:pt x="1613346" y="1690241"/>
                  </a:lnTo>
                  <a:lnTo>
                    <a:pt x="1611704" y="1688599"/>
                  </a:lnTo>
                  <a:lnTo>
                    <a:pt x="1611704" y="1685022"/>
                  </a:lnTo>
                  <a:lnTo>
                    <a:pt x="1608274" y="1685022"/>
                  </a:lnTo>
                  <a:lnTo>
                    <a:pt x="1608274" y="1690020"/>
                  </a:lnTo>
                  <a:close/>
                  <a:moveTo>
                    <a:pt x="1591124" y="1689310"/>
                  </a:moveTo>
                  <a:lnTo>
                    <a:pt x="1594554" y="1689310"/>
                  </a:lnTo>
                  <a:lnTo>
                    <a:pt x="1594554" y="1685022"/>
                  </a:lnTo>
                  <a:lnTo>
                    <a:pt x="1591124" y="1685022"/>
                  </a:lnTo>
                  <a:lnTo>
                    <a:pt x="1591124" y="1689310"/>
                  </a:lnTo>
                  <a:close/>
                  <a:moveTo>
                    <a:pt x="1580405" y="1689310"/>
                  </a:moveTo>
                  <a:lnTo>
                    <a:pt x="1583835" y="1689310"/>
                  </a:lnTo>
                  <a:lnTo>
                    <a:pt x="1583835" y="1685022"/>
                  </a:lnTo>
                  <a:lnTo>
                    <a:pt x="1580405" y="1685022"/>
                  </a:lnTo>
                  <a:lnTo>
                    <a:pt x="1580405" y="1689310"/>
                  </a:lnTo>
                  <a:close/>
                  <a:moveTo>
                    <a:pt x="1561613" y="1688097"/>
                  </a:moveTo>
                  <a:lnTo>
                    <a:pt x="1564039" y="1690522"/>
                  </a:lnTo>
                  <a:lnTo>
                    <a:pt x="1566685" y="1687876"/>
                  </a:lnTo>
                  <a:lnTo>
                    <a:pt x="1566685" y="1685022"/>
                  </a:lnTo>
                  <a:lnTo>
                    <a:pt x="1563255" y="1685022"/>
                  </a:lnTo>
                  <a:lnTo>
                    <a:pt x="1563255" y="1686455"/>
                  </a:lnTo>
                  <a:lnTo>
                    <a:pt x="1561613" y="1688097"/>
                  </a:lnTo>
                  <a:close/>
                  <a:moveTo>
                    <a:pt x="1552536" y="1687876"/>
                  </a:moveTo>
                  <a:lnTo>
                    <a:pt x="1555182" y="1690522"/>
                  </a:lnTo>
                  <a:lnTo>
                    <a:pt x="1557607" y="1688097"/>
                  </a:lnTo>
                  <a:lnTo>
                    <a:pt x="1555966" y="1686455"/>
                  </a:lnTo>
                  <a:lnTo>
                    <a:pt x="1555966" y="1685022"/>
                  </a:lnTo>
                  <a:lnTo>
                    <a:pt x="1552536" y="1685022"/>
                  </a:lnTo>
                  <a:lnTo>
                    <a:pt x="1552536" y="1687876"/>
                  </a:lnTo>
                  <a:close/>
                  <a:moveTo>
                    <a:pt x="1535385" y="1687166"/>
                  </a:moveTo>
                  <a:lnTo>
                    <a:pt x="1538815" y="1687166"/>
                  </a:lnTo>
                  <a:lnTo>
                    <a:pt x="1538815" y="1685022"/>
                  </a:lnTo>
                  <a:lnTo>
                    <a:pt x="1535385" y="1685022"/>
                  </a:lnTo>
                  <a:lnTo>
                    <a:pt x="1535385" y="1687166"/>
                  </a:lnTo>
                  <a:close/>
                  <a:moveTo>
                    <a:pt x="1524666" y="1687166"/>
                  </a:moveTo>
                  <a:lnTo>
                    <a:pt x="1528096" y="1687166"/>
                  </a:lnTo>
                  <a:lnTo>
                    <a:pt x="1528096" y="1685022"/>
                  </a:lnTo>
                  <a:lnTo>
                    <a:pt x="1524666" y="1685022"/>
                  </a:lnTo>
                  <a:lnTo>
                    <a:pt x="1524666" y="1687166"/>
                  </a:lnTo>
                  <a:close/>
                  <a:moveTo>
                    <a:pt x="1507516" y="1687166"/>
                  </a:moveTo>
                  <a:lnTo>
                    <a:pt x="1510946" y="1687166"/>
                  </a:lnTo>
                  <a:lnTo>
                    <a:pt x="1510946" y="1685022"/>
                  </a:lnTo>
                  <a:lnTo>
                    <a:pt x="1507516" y="1685022"/>
                  </a:lnTo>
                  <a:lnTo>
                    <a:pt x="1507516" y="1687166"/>
                  </a:lnTo>
                  <a:close/>
                  <a:moveTo>
                    <a:pt x="1496797" y="1687166"/>
                  </a:moveTo>
                  <a:lnTo>
                    <a:pt x="1500227" y="1687166"/>
                  </a:lnTo>
                  <a:lnTo>
                    <a:pt x="1500227" y="1685022"/>
                  </a:lnTo>
                  <a:lnTo>
                    <a:pt x="1496797" y="1685022"/>
                  </a:lnTo>
                  <a:lnTo>
                    <a:pt x="1496797" y="1687166"/>
                  </a:lnTo>
                  <a:close/>
                  <a:moveTo>
                    <a:pt x="1479647" y="1687166"/>
                  </a:moveTo>
                  <a:lnTo>
                    <a:pt x="1483077" y="1687166"/>
                  </a:lnTo>
                  <a:lnTo>
                    <a:pt x="1483077" y="1685022"/>
                  </a:lnTo>
                  <a:lnTo>
                    <a:pt x="1479647" y="1685022"/>
                  </a:lnTo>
                  <a:lnTo>
                    <a:pt x="1479647" y="1687166"/>
                  </a:lnTo>
                  <a:close/>
                  <a:moveTo>
                    <a:pt x="1468928" y="1687166"/>
                  </a:moveTo>
                  <a:lnTo>
                    <a:pt x="1472358" y="1687166"/>
                  </a:lnTo>
                  <a:lnTo>
                    <a:pt x="1472358" y="1685022"/>
                  </a:lnTo>
                  <a:lnTo>
                    <a:pt x="1468928" y="1685022"/>
                  </a:lnTo>
                  <a:lnTo>
                    <a:pt x="1468928" y="1687166"/>
                  </a:lnTo>
                  <a:close/>
                  <a:moveTo>
                    <a:pt x="1410616" y="1686737"/>
                  </a:moveTo>
                  <a:lnTo>
                    <a:pt x="1410616" y="1683307"/>
                  </a:lnTo>
                  <a:lnTo>
                    <a:pt x="1408473" y="1683307"/>
                  </a:lnTo>
                  <a:lnTo>
                    <a:pt x="1408473" y="1686737"/>
                  </a:lnTo>
                  <a:lnTo>
                    <a:pt x="1410616" y="1686737"/>
                  </a:lnTo>
                  <a:close/>
                  <a:moveTo>
                    <a:pt x="1404185" y="1686737"/>
                  </a:moveTo>
                  <a:lnTo>
                    <a:pt x="1404185" y="1683307"/>
                  </a:lnTo>
                  <a:lnTo>
                    <a:pt x="1402041" y="1683307"/>
                  </a:lnTo>
                  <a:lnTo>
                    <a:pt x="1402041" y="1686737"/>
                  </a:lnTo>
                  <a:lnTo>
                    <a:pt x="1404185" y="1686737"/>
                  </a:lnTo>
                  <a:close/>
                  <a:moveTo>
                    <a:pt x="1382747" y="1686737"/>
                  </a:moveTo>
                  <a:lnTo>
                    <a:pt x="1382747" y="1683307"/>
                  </a:lnTo>
                  <a:lnTo>
                    <a:pt x="1380603" y="1683307"/>
                  </a:lnTo>
                  <a:lnTo>
                    <a:pt x="1380603" y="1686737"/>
                  </a:lnTo>
                  <a:lnTo>
                    <a:pt x="1382747" y="1686737"/>
                  </a:lnTo>
                  <a:close/>
                  <a:moveTo>
                    <a:pt x="1376316" y="1686737"/>
                  </a:moveTo>
                  <a:lnTo>
                    <a:pt x="1376316" y="1683307"/>
                  </a:lnTo>
                  <a:lnTo>
                    <a:pt x="1374172" y="1683307"/>
                  </a:lnTo>
                  <a:lnTo>
                    <a:pt x="1374172" y="1686737"/>
                  </a:lnTo>
                  <a:lnTo>
                    <a:pt x="1376316" y="1686737"/>
                  </a:lnTo>
                  <a:close/>
                  <a:moveTo>
                    <a:pt x="1327008" y="1684593"/>
                  </a:moveTo>
                  <a:lnTo>
                    <a:pt x="1327008" y="1681163"/>
                  </a:lnTo>
                  <a:lnTo>
                    <a:pt x="1324865" y="1681163"/>
                  </a:lnTo>
                  <a:lnTo>
                    <a:pt x="1324865" y="1684593"/>
                  </a:lnTo>
                  <a:lnTo>
                    <a:pt x="1327008" y="1684593"/>
                  </a:lnTo>
                  <a:close/>
                  <a:moveTo>
                    <a:pt x="1229325" y="1684091"/>
                  </a:moveTo>
                  <a:lnTo>
                    <a:pt x="1231750" y="1681666"/>
                  </a:lnTo>
                  <a:lnTo>
                    <a:pt x="1229607" y="1679522"/>
                  </a:lnTo>
                  <a:lnTo>
                    <a:pt x="1227181" y="1681947"/>
                  </a:lnTo>
                  <a:lnTo>
                    <a:pt x="1229325" y="1684091"/>
                  </a:lnTo>
                  <a:close/>
                  <a:moveTo>
                    <a:pt x="1218606" y="1681666"/>
                  </a:moveTo>
                  <a:lnTo>
                    <a:pt x="1221031" y="1684091"/>
                  </a:lnTo>
                  <a:lnTo>
                    <a:pt x="1223175" y="1681947"/>
                  </a:lnTo>
                  <a:lnTo>
                    <a:pt x="1220750" y="1679522"/>
                  </a:lnTo>
                  <a:lnTo>
                    <a:pt x="1218606" y="1681666"/>
                  </a:lnTo>
                  <a:close/>
                  <a:moveTo>
                    <a:pt x="1215531" y="1682450"/>
                  </a:moveTo>
                  <a:lnTo>
                    <a:pt x="1215531" y="1679019"/>
                  </a:lnTo>
                  <a:lnTo>
                    <a:pt x="1213387" y="1679019"/>
                  </a:lnTo>
                  <a:lnTo>
                    <a:pt x="1213387" y="1682450"/>
                  </a:lnTo>
                  <a:lnTo>
                    <a:pt x="1215531" y="1682450"/>
                  </a:lnTo>
                  <a:close/>
                  <a:moveTo>
                    <a:pt x="1209100" y="1682450"/>
                  </a:moveTo>
                  <a:lnTo>
                    <a:pt x="1209100" y="1679019"/>
                  </a:lnTo>
                  <a:lnTo>
                    <a:pt x="1206956" y="1679019"/>
                  </a:lnTo>
                  <a:lnTo>
                    <a:pt x="1206956" y="1682450"/>
                  </a:lnTo>
                  <a:lnTo>
                    <a:pt x="1209100" y="1682450"/>
                  </a:lnTo>
                  <a:close/>
                  <a:moveTo>
                    <a:pt x="1201456" y="1684091"/>
                  </a:moveTo>
                  <a:lnTo>
                    <a:pt x="1203881" y="1681666"/>
                  </a:lnTo>
                  <a:lnTo>
                    <a:pt x="1201737" y="1679522"/>
                  </a:lnTo>
                  <a:lnTo>
                    <a:pt x="1199312" y="1681947"/>
                  </a:lnTo>
                  <a:lnTo>
                    <a:pt x="1201456" y="1684091"/>
                  </a:lnTo>
                  <a:close/>
                  <a:moveTo>
                    <a:pt x="1190737" y="1681666"/>
                  </a:moveTo>
                  <a:lnTo>
                    <a:pt x="1193162" y="1684091"/>
                  </a:lnTo>
                  <a:lnTo>
                    <a:pt x="1195306" y="1681947"/>
                  </a:lnTo>
                  <a:lnTo>
                    <a:pt x="1192881" y="1679522"/>
                  </a:lnTo>
                  <a:lnTo>
                    <a:pt x="1190737" y="1681666"/>
                  </a:lnTo>
                  <a:close/>
                  <a:moveTo>
                    <a:pt x="1173084" y="1682878"/>
                  </a:moveTo>
                  <a:lnTo>
                    <a:pt x="1176514" y="1682878"/>
                  </a:lnTo>
                  <a:lnTo>
                    <a:pt x="1176514" y="1680734"/>
                  </a:lnTo>
                  <a:lnTo>
                    <a:pt x="1173084" y="1680734"/>
                  </a:lnTo>
                  <a:lnTo>
                    <a:pt x="1173084" y="1682878"/>
                  </a:lnTo>
                  <a:close/>
                  <a:moveTo>
                    <a:pt x="1162365" y="1682878"/>
                  </a:moveTo>
                  <a:lnTo>
                    <a:pt x="1165795" y="1682878"/>
                  </a:lnTo>
                  <a:lnTo>
                    <a:pt x="1165795" y="1680734"/>
                  </a:lnTo>
                  <a:lnTo>
                    <a:pt x="1162365" y="1680734"/>
                  </a:lnTo>
                  <a:lnTo>
                    <a:pt x="1162365" y="1682878"/>
                  </a:lnTo>
                  <a:close/>
                  <a:moveTo>
                    <a:pt x="1145215" y="1682878"/>
                  </a:moveTo>
                  <a:lnTo>
                    <a:pt x="1148645" y="1682878"/>
                  </a:lnTo>
                  <a:lnTo>
                    <a:pt x="1148645" y="1680734"/>
                  </a:lnTo>
                  <a:lnTo>
                    <a:pt x="1145215" y="1680734"/>
                  </a:lnTo>
                  <a:lnTo>
                    <a:pt x="1145215" y="1682878"/>
                  </a:lnTo>
                  <a:close/>
                  <a:moveTo>
                    <a:pt x="1134496" y="1682878"/>
                  </a:moveTo>
                  <a:lnTo>
                    <a:pt x="1137926" y="1682878"/>
                  </a:lnTo>
                  <a:lnTo>
                    <a:pt x="1137926" y="1680734"/>
                  </a:lnTo>
                  <a:lnTo>
                    <a:pt x="1134496" y="1680734"/>
                  </a:lnTo>
                  <a:lnTo>
                    <a:pt x="1134496" y="1682878"/>
                  </a:lnTo>
                  <a:close/>
                  <a:moveTo>
                    <a:pt x="214379" y="1682450"/>
                  </a:moveTo>
                  <a:lnTo>
                    <a:pt x="214379" y="1679019"/>
                  </a:lnTo>
                  <a:lnTo>
                    <a:pt x="207948" y="1679019"/>
                  </a:lnTo>
                  <a:lnTo>
                    <a:pt x="207948" y="1682450"/>
                  </a:lnTo>
                  <a:lnTo>
                    <a:pt x="214379" y="1682450"/>
                  </a:lnTo>
                  <a:close/>
                  <a:moveTo>
                    <a:pt x="1117345" y="1681445"/>
                  </a:moveTo>
                  <a:lnTo>
                    <a:pt x="1117345" y="1682878"/>
                  </a:lnTo>
                  <a:lnTo>
                    <a:pt x="1120775" y="1682878"/>
                  </a:lnTo>
                  <a:lnTo>
                    <a:pt x="1120775" y="1680024"/>
                  </a:lnTo>
                  <a:lnTo>
                    <a:pt x="1118129" y="1677378"/>
                  </a:lnTo>
                  <a:lnTo>
                    <a:pt x="1115704" y="1679803"/>
                  </a:lnTo>
                  <a:lnTo>
                    <a:pt x="1117345" y="1681445"/>
                  </a:lnTo>
                  <a:close/>
                  <a:moveTo>
                    <a:pt x="1106626" y="1680024"/>
                  </a:moveTo>
                  <a:lnTo>
                    <a:pt x="1106626" y="1682878"/>
                  </a:lnTo>
                  <a:lnTo>
                    <a:pt x="1110057" y="1682878"/>
                  </a:lnTo>
                  <a:lnTo>
                    <a:pt x="1110057" y="1681445"/>
                  </a:lnTo>
                  <a:lnTo>
                    <a:pt x="1111698" y="1679803"/>
                  </a:lnTo>
                  <a:lnTo>
                    <a:pt x="1109273" y="1677378"/>
                  </a:lnTo>
                  <a:lnTo>
                    <a:pt x="1106626" y="1680024"/>
                  </a:lnTo>
                  <a:close/>
                  <a:moveTo>
                    <a:pt x="1089476" y="1682878"/>
                  </a:moveTo>
                  <a:lnTo>
                    <a:pt x="1092906" y="1682878"/>
                  </a:lnTo>
                  <a:lnTo>
                    <a:pt x="1092906" y="1678591"/>
                  </a:lnTo>
                  <a:lnTo>
                    <a:pt x="1089476" y="1678591"/>
                  </a:lnTo>
                  <a:lnTo>
                    <a:pt x="1089476" y="1682878"/>
                  </a:lnTo>
                  <a:close/>
                  <a:moveTo>
                    <a:pt x="1061607" y="1682878"/>
                  </a:moveTo>
                  <a:lnTo>
                    <a:pt x="1065037" y="1682878"/>
                  </a:lnTo>
                  <a:lnTo>
                    <a:pt x="1065037" y="1678591"/>
                  </a:lnTo>
                  <a:lnTo>
                    <a:pt x="1061607" y="1678591"/>
                  </a:lnTo>
                  <a:lnTo>
                    <a:pt x="1061607" y="1682878"/>
                  </a:lnTo>
                  <a:close/>
                  <a:moveTo>
                    <a:pt x="1050888" y="1682878"/>
                  </a:moveTo>
                  <a:lnTo>
                    <a:pt x="1054318" y="1682878"/>
                  </a:lnTo>
                  <a:lnTo>
                    <a:pt x="1054318" y="1678591"/>
                  </a:lnTo>
                  <a:lnTo>
                    <a:pt x="1050888" y="1678591"/>
                  </a:lnTo>
                  <a:lnTo>
                    <a:pt x="1050888" y="1682878"/>
                  </a:lnTo>
                  <a:close/>
                  <a:moveTo>
                    <a:pt x="1033737" y="1682878"/>
                  </a:moveTo>
                  <a:lnTo>
                    <a:pt x="1037168" y="1682878"/>
                  </a:lnTo>
                  <a:lnTo>
                    <a:pt x="1037168" y="1678591"/>
                  </a:lnTo>
                  <a:lnTo>
                    <a:pt x="1033737" y="1678591"/>
                  </a:lnTo>
                  <a:lnTo>
                    <a:pt x="1033737" y="1682878"/>
                  </a:lnTo>
                  <a:close/>
                  <a:moveTo>
                    <a:pt x="1023018" y="1682878"/>
                  </a:moveTo>
                  <a:lnTo>
                    <a:pt x="1026449" y="1682878"/>
                  </a:lnTo>
                  <a:lnTo>
                    <a:pt x="1026449" y="1678591"/>
                  </a:lnTo>
                  <a:lnTo>
                    <a:pt x="1023018" y="1678591"/>
                  </a:lnTo>
                  <a:lnTo>
                    <a:pt x="1023018" y="1682878"/>
                  </a:lnTo>
                  <a:close/>
                  <a:moveTo>
                    <a:pt x="1005868" y="1679301"/>
                  </a:moveTo>
                  <a:lnTo>
                    <a:pt x="1005868" y="1682878"/>
                  </a:lnTo>
                  <a:lnTo>
                    <a:pt x="1009298" y="1682878"/>
                  </a:lnTo>
                  <a:lnTo>
                    <a:pt x="1009298" y="1677880"/>
                  </a:lnTo>
                  <a:lnTo>
                    <a:pt x="1006652" y="1675234"/>
                  </a:lnTo>
                  <a:lnTo>
                    <a:pt x="1004227" y="1677660"/>
                  </a:lnTo>
                  <a:lnTo>
                    <a:pt x="1005868" y="1679301"/>
                  </a:lnTo>
                  <a:close/>
                  <a:moveTo>
                    <a:pt x="995149" y="1677880"/>
                  </a:moveTo>
                  <a:lnTo>
                    <a:pt x="995149" y="1682878"/>
                  </a:lnTo>
                  <a:lnTo>
                    <a:pt x="998579" y="1682878"/>
                  </a:lnTo>
                  <a:lnTo>
                    <a:pt x="998579" y="1679301"/>
                  </a:lnTo>
                  <a:lnTo>
                    <a:pt x="1000221" y="1677660"/>
                  </a:lnTo>
                  <a:lnTo>
                    <a:pt x="997795" y="1675234"/>
                  </a:lnTo>
                  <a:lnTo>
                    <a:pt x="995149" y="1677880"/>
                  </a:lnTo>
                  <a:close/>
                  <a:moveTo>
                    <a:pt x="992577" y="1678162"/>
                  </a:moveTo>
                  <a:lnTo>
                    <a:pt x="992577" y="1674732"/>
                  </a:lnTo>
                  <a:lnTo>
                    <a:pt x="990433" y="1674732"/>
                  </a:lnTo>
                  <a:lnTo>
                    <a:pt x="990433" y="1678162"/>
                  </a:lnTo>
                  <a:lnTo>
                    <a:pt x="992577" y="1678162"/>
                  </a:lnTo>
                  <a:close/>
                  <a:moveTo>
                    <a:pt x="986145" y="1678162"/>
                  </a:moveTo>
                  <a:lnTo>
                    <a:pt x="986145" y="1674732"/>
                  </a:lnTo>
                  <a:lnTo>
                    <a:pt x="984001" y="1674732"/>
                  </a:lnTo>
                  <a:lnTo>
                    <a:pt x="984001" y="1678162"/>
                  </a:lnTo>
                  <a:lnTo>
                    <a:pt x="986145" y="1678162"/>
                  </a:lnTo>
                  <a:close/>
                  <a:moveTo>
                    <a:pt x="977999" y="1682878"/>
                  </a:moveTo>
                  <a:lnTo>
                    <a:pt x="981429" y="1682878"/>
                  </a:lnTo>
                  <a:lnTo>
                    <a:pt x="981429" y="1676447"/>
                  </a:lnTo>
                  <a:lnTo>
                    <a:pt x="977999" y="1676447"/>
                  </a:lnTo>
                  <a:lnTo>
                    <a:pt x="977999" y="1682878"/>
                  </a:lnTo>
                  <a:close/>
                  <a:moveTo>
                    <a:pt x="967280" y="1682878"/>
                  </a:moveTo>
                  <a:lnTo>
                    <a:pt x="970710" y="1682878"/>
                  </a:lnTo>
                  <a:lnTo>
                    <a:pt x="970710" y="1676447"/>
                  </a:lnTo>
                  <a:lnTo>
                    <a:pt x="967280" y="1676447"/>
                  </a:lnTo>
                  <a:lnTo>
                    <a:pt x="967280" y="1682878"/>
                  </a:lnTo>
                  <a:close/>
                  <a:moveTo>
                    <a:pt x="950129" y="1682878"/>
                  </a:moveTo>
                  <a:lnTo>
                    <a:pt x="953560" y="1682878"/>
                  </a:lnTo>
                  <a:lnTo>
                    <a:pt x="953560" y="1676447"/>
                  </a:lnTo>
                  <a:lnTo>
                    <a:pt x="950129" y="1676447"/>
                  </a:lnTo>
                  <a:lnTo>
                    <a:pt x="950129" y="1682878"/>
                  </a:lnTo>
                  <a:close/>
                  <a:moveTo>
                    <a:pt x="939411" y="1682878"/>
                  </a:moveTo>
                  <a:lnTo>
                    <a:pt x="942841" y="1682878"/>
                  </a:lnTo>
                  <a:lnTo>
                    <a:pt x="942841" y="1676447"/>
                  </a:lnTo>
                  <a:lnTo>
                    <a:pt x="939411" y="1676447"/>
                  </a:lnTo>
                  <a:lnTo>
                    <a:pt x="939411" y="1682878"/>
                  </a:lnTo>
                  <a:close/>
                  <a:moveTo>
                    <a:pt x="922260" y="1682878"/>
                  </a:moveTo>
                  <a:lnTo>
                    <a:pt x="925690" y="1682878"/>
                  </a:lnTo>
                  <a:lnTo>
                    <a:pt x="925690" y="1676447"/>
                  </a:lnTo>
                  <a:lnTo>
                    <a:pt x="922260" y="1676447"/>
                  </a:lnTo>
                  <a:lnTo>
                    <a:pt x="922260" y="1682878"/>
                  </a:lnTo>
                  <a:close/>
                  <a:moveTo>
                    <a:pt x="911541" y="1682878"/>
                  </a:moveTo>
                  <a:lnTo>
                    <a:pt x="914971" y="1682878"/>
                  </a:lnTo>
                  <a:lnTo>
                    <a:pt x="914971" y="1676447"/>
                  </a:lnTo>
                  <a:lnTo>
                    <a:pt x="911541" y="1676447"/>
                  </a:lnTo>
                  <a:lnTo>
                    <a:pt x="911541" y="1682878"/>
                  </a:lnTo>
                  <a:close/>
                  <a:moveTo>
                    <a:pt x="894391" y="1677157"/>
                  </a:moveTo>
                  <a:lnTo>
                    <a:pt x="894391" y="1682878"/>
                  </a:lnTo>
                  <a:lnTo>
                    <a:pt x="897821" y="1682878"/>
                  </a:lnTo>
                  <a:lnTo>
                    <a:pt x="897821" y="1675737"/>
                  </a:lnTo>
                  <a:lnTo>
                    <a:pt x="895175" y="1673090"/>
                  </a:lnTo>
                  <a:lnTo>
                    <a:pt x="892749" y="1675516"/>
                  </a:lnTo>
                  <a:lnTo>
                    <a:pt x="894391" y="1677157"/>
                  </a:lnTo>
                  <a:close/>
                  <a:moveTo>
                    <a:pt x="883672" y="1675737"/>
                  </a:moveTo>
                  <a:lnTo>
                    <a:pt x="883672" y="1682878"/>
                  </a:lnTo>
                  <a:lnTo>
                    <a:pt x="887102" y="1682878"/>
                  </a:lnTo>
                  <a:lnTo>
                    <a:pt x="887102" y="1677157"/>
                  </a:lnTo>
                  <a:lnTo>
                    <a:pt x="888743" y="1675516"/>
                  </a:lnTo>
                  <a:lnTo>
                    <a:pt x="886318" y="1673090"/>
                  </a:lnTo>
                  <a:lnTo>
                    <a:pt x="883672" y="1675737"/>
                  </a:lnTo>
                  <a:close/>
                  <a:moveTo>
                    <a:pt x="881099" y="1676018"/>
                  </a:moveTo>
                  <a:lnTo>
                    <a:pt x="881099" y="1672588"/>
                  </a:lnTo>
                  <a:lnTo>
                    <a:pt x="878956" y="1672588"/>
                  </a:lnTo>
                  <a:lnTo>
                    <a:pt x="878956" y="1676018"/>
                  </a:lnTo>
                  <a:lnTo>
                    <a:pt x="881099" y="1676018"/>
                  </a:lnTo>
                  <a:close/>
                  <a:moveTo>
                    <a:pt x="874668" y="1676018"/>
                  </a:moveTo>
                  <a:lnTo>
                    <a:pt x="874668" y="1672588"/>
                  </a:lnTo>
                  <a:lnTo>
                    <a:pt x="872524" y="1672588"/>
                  </a:lnTo>
                  <a:lnTo>
                    <a:pt x="872524" y="1676018"/>
                  </a:lnTo>
                  <a:lnTo>
                    <a:pt x="874668" y="1676018"/>
                  </a:lnTo>
                  <a:close/>
                  <a:moveTo>
                    <a:pt x="866522" y="1677157"/>
                  </a:moveTo>
                  <a:lnTo>
                    <a:pt x="866522" y="1682878"/>
                  </a:lnTo>
                  <a:lnTo>
                    <a:pt x="869952" y="1682878"/>
                  </a:lnTo>
                  <a:lnTo>
                    <a:pt x="869952" y="1675737"/>
                  </a:lnTo>
                  <a:lnTo>
                    <a:pt x="867305" y="1673090"/>
                  </a:lnTo>
                  <a:lnTo>
                    <a:pt x="864880" y="1675516"/>
                  </a:lnTo>
                  <a:lnTo>
                    <a:pt x="866522" y="1677157"/>
                  </a:lnTo>
                  <a:close/>
                  <a:moveTo>
                    <a:pt x="855803" y="1682878"/>
                  </a:moveTo>
                  <a:lnTo>
                    <a:pt x="859233" y="1682878"/>
                  </a:lnTo>
                  <a:lnTo>
                    <a:pt x="859233" y="1674303"/>
                  </a:lnTo>
                  <a:lnTo>
                    <a:pt x="855803" y="1674303"/>
                  </a:lnTo>
                  <a:lnTo>
                    <a:pt x="855803" y="1682878"/>
                  </a:lnTo>
                  <a:close/>
                  <a:moveTo>
                    <a:pt x="838652" y="1682878"/>
                  </a:moveTo>
                  <a:lnTo>
                    <a:pt x="842082" y="1682878"/>
                  </a:lnTo>
                  <a:lnTo>
                    <a:pt x="842082" y="1674303"/>
                  </a:lnTo>
                  <a:lnTo>
                    <a:pt x="838652" y="1674303"/>
                  </a:lnTo>
                  <a:lnTo>
                    <a:pt x="838652" y="1682878"/>
                  </a:lnTo>
                  <a:close/>
                  <a:moveTo>
                    <a:pt x="827933" y="1682878"/>
                  </a:moveTo>
                  <a:lnTo>
                    <a:pt x="831363" y="1682878"/>
                  </a:lnTo>
                  <a:lnTo>
                    <a:pt x="831363" y="1674303"/>
                  </a:lnTo>
                  <a:lnTo>
                    <a:pt x="827933" y="1674303"/>
                  </a:lnTo>
                  <a:lnTo>
                    <a:pt x="827933" y="1682878"/>
                  </a:lnTo>
                  <a:close/>
                  <a:moveTo>
                    <a:pt x="810783" y="1682878"/>
                  </a:moveTo>
                  <a:lnTo>
                    <a:pt x="814213" y="1682878"/>
                  </a:lnTo>
                  <a:lnTo>
                    <a:pt x="814213" y="1674303"/>
                  </a:lnTo>
                  <a:lnTo>
                    <a:pt x="810783" y="1674303"/>
                  </a:lnTo>
                  <a:lnTo>
                    <a:pt x="810783" y="1682878"/>
                  </a:lnTo>
                  <a:close/>
                  <a:moveTo>
                    <a:pt x="800064" y="1682878"/>
                  </a:moveTo>
                  <a:lnTo>
                    <a:pt x="803494" y="1682878"/>
                  </a:lnTo>
                  <a:lnTo>
                    <a:pt x="803494" y="1674303"/>
                  </a:lnTo>
                  <a:lnTo>
                    <a:pt x="800064" y="1674303"/>
                  </a:lnTo>
                  <a:lnTo>
                    <a:pt x="800064" y="1682878"/>
                  </a:lnTo>
                  <a:close/>
                  <a:moveTo>
                    <a:pt x="782914" y="1682878"/>
                  </a:moveTo>
                  <a:lnTo>
                    <a:pt x="786344" y="1682878"/>
                  </a:lnTo>
                  <a:lnTo>
                    <a:pt x="786344" y="1674303"/>
                  </a:lnTo>
                  <a:lnTo>
                    <a:pt x="782914" y="1674303"/>
                  </a:lnTo>
                  <a:lnTo>
                    <a:pt x="782914" y="1682878"/>
                  </a:lnTo>
                  <a:close/>
                  <a:moveTo>
                    <a:pt x="772195" y="1682878"/>
                  </a:moveTo>
                  <a:lnTo>
                    <a:pt x="775625" y="1682878"/>
                  </a:lnTo>
                  <a:lnTo>
                    <a:pt x="775625" y="1674303"/>
                  </a:lnTo>
                  <a:lnTo>
                    <a:pt x="772195" y="1674303"/>
                  </a:lnTo>
                  <a:lnTo>
                    <a:pt x="772195" y="1682878"/>
                  </a:lnTo>
                  <a:close/>
                  <a:moveTo>
                    <a:pt x="755044" y="1675013"/>
                  </a:moveTo>
                  <a:lnTo>
                    <a:pt x="755044" y="1682878"/>
                  </a:lnTo>
                  <a:lnTo>
                    <a:pt x="758474" y="1682878"/>
                  </a:lnTo>
                  <a:lnTo>
                    <a:pt x="758474" y="1673593"/>
                  </a:lnTo>
                  <a:lnTo>
                    <a:pt x="755828" y="1670947"/>
                  </a:lnTo>
                  <a:lnTo>
                    <a:pt x="753403" y="1673372"/>
                  </a:lnTo>
                  <a:lnTo>
                    <a:pt x="755044" y="1675013"/>
                  </a:lnTo>
                  <a:close/>
                  <a:moveTo>
                    <a:pt x="744325" y="1682878"/>
                  </a:moveTo>
                  <a:lnTo>
                    <a:pt x="747755" y="1682878"/>
                  </a:lnTo>
                  <a:lnTo>
                    <a:pt x="747755" y="1672159"/>
                  </a:lnTo>
                  <a:lnTo>
                    <a:pt x="744325" y="1672159"/>
                  </a:lnTo>
                  <a:lnTo>
                    <a:pt x="744325" y="1682878"/>
                  </a:lnTo>
                  <a:close/>
                  <a:moveTo>
                    <a:pt x="727175" y="1682878"/>
                  </a:moveTo>
                  <a:lnTo>
                    <a:pt x="730605" y="1682878"/>
                  </a:lnTo>
                  <a:lnTo>
                    <a:pt x="730605" y="1672159"/>
                  </a:lnTo>
                  <a:lnTo>
                    <a:pt x="727175" y="1672159"/>
                  </a:lnTo>
                  <a:lnTo>
                    <a:pt x="727175" y="1682878"/>
                  </a:lnTo>
                  <a:close/>
                  <a:moveTo>
                    <a:pt x="716456" y="1682878"/>
                  </a:moveTo>
                  <a:lnTo>
                    <a:pt x="719886" y="1682878"/>
                  </a:lnTo>
                  <a:lnTo>
                    <a:pt x="719886" y="1672159"/>
                  </a:lnTo>
                  <a:lnTo>
                    <a:pt x="716456" y="1672159"/>
                  </a:lnTo>
                  <a:lnTo>
                    <a:pt x="716456" y="1682878"/>
                  </a:lnTo>
                  <a:close/>
                  <a:moveTo>
                    <a:pt x="713883" y="1671731"/>
                  </a:moveTo>
                  <a:lnTo>
                    <a:pt x="713883" y="1668300"/>
                  </a:lnTo>
                  <a:lnTo>
                    <a:pt x="711740" y="1668300"/>
                  </a:lnTo>
                  <a:lnTo>
                    <a:pt x="711740" y="1671731"/>
                  </a:lnTo>
                  <a:lnTo>
                    <a:pt x="713883" y="1671731"/>
                  </a:lnTo>
                  <a:close/>
                  <a:moveTo>
                    <a:pt x="707452" y="1671731"/>
                  </a:moveTo>
                  <a:lnTo>
                    <a:pt x="707452" y="1668300"/>
                  </a:lnTo>
                  <a:lnTo>
                    <a:pt x="705308" y="1668300"/>
                  </a:lnTo>
                  <a:lnTo>
                    <a:pt x="705308" y="1671731"/>
                  </a:lnTo>
                  <a:lnTo>
                    <a:pt x="707452" y="1671731"/>
                  </a:lnTo>
                  <a:close/>
                  <a:moveTo>
                    <a:pt x="699306" y="1672870"/>
                  </a:moveTo>
                  <a:lnTo>
                    <a:pt x="699306" y="1682878"/>
                  </a:lnTo>
                  <a:lnTo>
                    <a:pt x="702736" y="1682878"/>
                  </a:lnTo>
                  <a:lnTo>
                    <a:pt x="702736" y="1671449"/>
                  </a:lnTo>
                  <a:lnTo>
                    <a:pt x="700090" y="1668803"/>
                  </a:lnTo>
                  <a:lnTo>
                    <a:pt x="697664" y="1671228"/>
                  </a:lnTo>
                  <a:lnTo>
                    <a:pt x="699306" y="1672870"/>
                  </a:lnTo>
                  <a:close/>
                  <a:moveTo>
                    <a:pt x="688587" y="1671449"/>
                  </a:moveTo>
                  <a:lnTo>
                    <a:pt x="688587" y="1682878"/>
                  </a:lnTo>
                  <a:lnTo>
                    <a:pt x="692017" y="1682878"/>
                  </a:lnTo>
                  <a:lnTo>
                    <a:pt x="692017" y="1672870"/>
                  </a:lnTo>
                  <a:lnTo>
                    <a:pt x="693658" y="1671228"/>
                  </a:lnTo>
                  <a:lnTo>
                    <a:pt x="691233" y="1668803"/>
                  </a:lnTo>
                  <a:lnTo>
                    <a:pt x="688587" y="1671449"/>
                  </a:lnTo>
                  <a:close/>
                  <a:moveTo>
                    <a:pt x="686014" y="1671731"/>
                  </a:moveTo>
                  <a:lnTo>
                    <a:pt x="686014" y="1668300"/>
                  </a:lnTo>
                  <a:lnTo>
                    <a:pt x="683870" y="1668300"/>
                  </a:lnTo>
                  <a:lnTo>
                    <a:pt x="683870" y="1671731"/>
                  </a:lnTo>
                  <a:lnTo>
                    <a:pt x="686014" y="1671731"/>
                  </a:lnTo>
                  <a:close/>
                  <a:moveTo>
                    <a:pt x="679583" y="1671731"/>
                  </a:moveTo>
                  <a:lnTo>
                    <a:pt x="679583" y="1668300"/>
                  </a:lnTo>
                  <a:lnTo>
                    <a:pt x="677439" y="1668300"/>
                  </a:lnTo>
                  <a:lnTo>
                    <a:pt x="677439" y="1671731"/>
                  </a:lnTo>
                  <a:lnTo>
                    <a:pt x="679583" y="1671731"/>
                  </a:lnTo>
                  <a:close/>
                  <a:moveTo>
                    <a:pt x="671436" y="1672870"/>
                  </a:moveTo>
                  <a:lnTo>
                    <a:pt x="671436" y="1682878"/>
                  </a:lnTo>
                  <a:lnTo>
                    <a:pt x="674866" y="1682878"/>
                  </a:lnTo>
                  <a:lnTo>
                    <a:pt x="674866" y="1671449"/>
                  </a:lnTo>
                  <a:lnTo>
                    <a:pt x="672220" y="1668803"/>
                  </a:lnTo>
                  <a:lnTo>
                    <a:pt x="669795" y="1671228"/>
                  </a:lnTo>
                  <a:lnTo>
                    <a:pt x="671436" y="1672870"/>
                  </a:lnTo>
                  <a:close/>
                  <a:moveTo>
                    <a:pt x="643567" y="1682878"/>
                  </a:moveTo>
                  <a:lnTo>
                    <a:pt x="646997" y="1682878"/>
                  </a:lnTo>
                  <a:lnTo>
                    <a:pt x="646997" y="1670016"/>
                  </a:lnTo>
                  <a:lnTo>
                    <a:pt x="643567" y="1670016"/>
                  </a:lnTo>
                  <a:lnTo>
                    <a:pt x="643567" y="1682878"/>
                  </a:lnTo>
                  <a:close/>
                  <a:moveTo>
                    <a:pt x="632848" y="1682878"/>
                  </a:moveTo>
                  <a:lnTo>
                    <a:pt x="636278" y="1682878"/>
                  </a:lnTo>
                  <a:lnTo>
                    <a:pt x="636278" y="1670016"/>
                  </a:lnTo>
                  <a:lnTo>
                    <a:pt x="632848" y="1670016"/>
                  </a:lnTo>
                  <a:lnTo>
                    <a:pt x="632848" y="1682878"/>
                  </a:lnTo>
                  <a:close/>
                  <a:moveTo>
                    <a:pt x="626417" y="1682878"/>
                  </a:moveTo>
                  <a:lnTo>
                    <a:pt x="629847" y="1682878"/>
                  </a:lnTo>
                  <a:lnTo>
                    <a:pt x="629847" y="1670016"/>
                  </a:lnTo>
                  <a:lnTo>
                    <a:pt x="626417" y="1670016"/>
                  </a:lnTo>
                  <a:lnTo>
                    <a:pt x="626417" y="1682878"/>
                  </a:lnTo>
                  <a:close/>
                  <a:moveTo>
                    <a:pt x="615698" y="1682878"/>
                  </a:moveTo>
                  <a:lnTo>
                    <a:pt x="619128" y="1682878"/>
                  </a:lnTo>
                  <a:lnTo>
                    <a:pt x="619128" y="1670016"/>
                  </a:lnTo>
                  <a:lnTo>
                    <a:pt x="615698" y="1670016"/>
                  </a:lnTo>
                  <a:lnTo>
                    <a:pt x="615698" y="1682878"/>
                  </a:lnTo>
                  <a:close/>
                  <a:moveTo>
                    <a:pt x="604979" y="1682878"/>
                  </a:moveTo>
                  <a:lnTo>
                    <a:pt x="608409" y="1682878"/>
                  </a:lnTo>
                  <a:lnTo>
                    <a:pt x="608409" y="1670016"/>
                  </a:lnTo>
                  <a:lnTo>
                    <a:pt x="604979" y="1670016"/>
                  </a:lnTo>
                  <a:lnTo>
                    <a:pt x="604979" y="1682878"/>
                  </a:lnTo>
                  <a:close/>
                  <a:moveTo>
                    <a:pt x="598547" y="1682878"/>
                  </a:moveTo>
                  <a:lnTo>
                    <a:pt x="601977" y="1682878"/>
                  </a:lnTo>
                  <a:lnTo>
                    <a:pt x="601977" y="1670016"/>
                  </a:lnTo>
                  <a:lnTo>
                    <a:pt x="598547" y="1670016"/>
                  </a:lnTo>
                  <a:lnTo>
                    <a:pt x="598547" y="1682878"/>
                  </a:lnTo>
                  <a:close/>
                  <a:moveTo>
                    <a:pt x="570678" y="1669305"/>
                  </a:moveTo>
                  <a:lnTo>
                    <a:pt x="570678" y="1682878"/>
                  </a:lnTo>
                  <a:lnTo>
                    <a:pt x="574108" y="1682878"/>
                  </a:lnTo>
                  <a:lnTo>
                    <a:pt x="574108" y="1670726"/>
                  </a:lnTo>
                  <a:lnTo>
                    <a:pt x="575750" y="1669084"/>
                  </a:lnTo>
                  <a:lnTo>
                    <a:pt x="573324" y="1666659"/>
                  </a:lnTo>
                  <a:lnTo>
                    <a:pt x="570678" y="1669305"/>
                  </a:lnTo>
                  <a:close/>
                  <a:moveTo>
                    <a:pt x="568105" y="1669587"/>
                  </a:moveTo>
                  <a:lnTo>
                    <a:pt x="568105" y="1666157"/>
                  </a:lnTo>
                  <a:lnTo>
                    <a:pt x="565962" y="1666157"/>
                  </a:lnTo>
                  <a:lnTo>
                    <a:pt x="565962" y="1669587"/>
                  </a:lnTo>
                  <a:lnTo>
                    <a:pt x="568105" y="1669587"/>
                  </a:lnTo>
                  <a:close/>
                  <a:moveTo>
                    <a:pt x="542809" y="1682878"/>
                  </a:moveTo>
                  <a:lnTo>
                    <a:pt x="546239" y="1682878"/>
                  </a:lnTo>
                  <a:lnTo>
                    <a:pt x="546239" y="1667872"/>
                  </a:lnTo>
                  <a:lnTo>
                    <a:pt x="542809" y="1667872"/>
                  </a:lnTo>
                  <a:lnTo>
                    <a:pt x="542809" y="1682878"/>
                  </a:lnTo>
                  <a:close/>
                  <a:moveTo>
                    <a:pt x="525658" y="1682878"/>
                  </a:moveTo>
                  <a:lnTo>
                    <a:pt x="529088" y="1682878"/>
                  </a:lnTo>
                  <a:lnTo>
                    <a:pt x="529088" y="1667872"/>
                  </a:lnTo>
                  <a:lnTo>
                    <a:pt x="525658" y="1667872"/>
                  </a:lnTo>
                  <a:lnTo>
                    <a:pt x="525658" y="1682878"/>
                  </a:lnTo>
                  <a:close/>
                  <a:moveTo>
                    <a:pt x="514939" y="1682878"/>
                  </a:moveTo>
                  <a:lnTo>
                    <a:pt x="518369" y="1682878"/>
                  </a:lnTo>
                  <a:lnTo>
                    <a:pt x="518369" y="1667872"/>
                  </a:lnTo>
                  <a:lnTo>
                    <a:pt x="514939" y="1667872"/>
                  </a:lnTo>
                  <a:lnTo>
                    <a:pt x="514939" y="1682878"/>
                  </a:lnTo>
                  <a:close/>
                  <a:moveTo>
                    <a:pt x="512367" y="1667443"/>
                  </a:moveTo>
                  <a:lnTo>
                    <a:pt x="512367" y="1664013"/>
                  </a:lnTo>
                  <a:lnTo>
                    <a:pt x="510223" y="1664013"/>
                  </a:lnTo>
                  <a:lnTo>
                    <a:pt x="510223" y="1667443"/>
                  </a:lnTo>
                  <a:lnTo>
                    <a:pt x="512367" y="1667443"/>
                  </a:lnTo>
                  <a:close/>
                  <a:moveTo>
                    <a:pt x="504220" y="1668582"/>
                  </a:moveTo>
                  <a:lnTo>
                    <a:pt x="504220" y="1682878"/>
                  </a:lnTo>
                  <a:lnTo>
                    <a:pt x="507650" y="1682878"/>
                  </a:lnTo>
                  <a:lnTo>
                    <a:pt x="507650" y="1667161"/>
                  </a:lnTo>
                  <a:lnTo>
                    <a:pt x="505004" y="1664515"/>
                  </a:lnTo>
                  <a:lnTo>
                    <a:pt x="502579" y="1666941"/>
                  </a:lnTo>
                  <a:lnTo>
                    <a:pt x="504220" y="1668582"/>
                  </a:lnTo>
                  <a:close/>
                  <a:moveTo>
                    <a:pt x="497789" y="1682878"/>
                  </a:moveTo>
                  <a:lnTo>
                    <a:pt x="501219" y="1682878"/>
                  </a:lnTo>
                  <a:lnTo>
                    <a:pt x="501219" y="1665728"/>
                  </a:lnTo>
                  <a:lnTo>
                    <a:pt x="497789" y="1665728"/>
                  </a:lnTo>
                  <a:lnTo>
                    <a:pt x="497789" y="1682878"/>
                  </a:lnTo>
                  <a:close/>
                  <a:moveTo>
                    <a:pt x="487070" y="1682878"/>
                  </a:moveTo>
                  <a:lnTo>
                    <a:pt x="490500" y="1682878"/>
                  </a:lnTo>
                  <a:lnTo>
                    <a:pt x="490500" y="1665728"/>
                  </a:lnTo>
                  <a:lnTo>
                    <a:pt x="487070" y="1665728"/>
                  </a:lnTo>
                  <a:lnTo>
                    <a:pt x="487070" y="1682878"/>
                  </a:lnTo>
                  <a:close/>
                  <a:moveTo>
                    <a:pt x="478066" y="1665299"/>
                  </a:moveTo>
                  <a:lnTo>
                    <a:pt x="478066" y="1661869"/>
                  </a:lnTo>
                  <a:lnTo>
                    <a:pt x="475922" y="1661869"/>
                  </a:lnTo>
                  <a:lnTo>
                    <a:pt x="475922" y="1665299"/>
                  </a:lnTo>
                  <a:lnTo>
                    <a:pt x="478066" y="1665299"/>
                  </a:lnTo>
                  <a:close/>
                  <a:moveTo>
                    <a:pt x="469920" y="1682878"/>
                  </a:moveTo>
                  <a:lnTo>
                    <a:pt x="473350" y="1682878"/>
                  </a:lnTo>
                  <a:lnTo>
                    <a:pt x="473350" y="1663584"/>
                  </a:lnTo>
                  <a:lnTo>
                    <a:pt x="469920" y="1663584"/>
                  </a:lnTo>
                  <a:lnTo>
                    <a:pt x="469920" y="1682878"/>
                  </a:lnTo>
                  <a:close/>
                  <a:moveTo>
                    <a:pt x="459201" y="1682878"/>
                  </a:moveTo>
                  <a:lnTo>
                    <a:pt x="462631" y="1682878"/>
                  </a:lnTo>
                  <a:lnTo>
                    <a:pt x="462631" y="1663584"/>
                  </a:lnTo>
                  <a:lnTo>
                    <a:pt x="459201" y="1663584"/>
                  </a:lnTo>
                  <a:lnTo>
                    <a:pt x="459201" y="1682878"/>
                  </a:lnTo>
                  <a:close/>
                  <a:moveTo>
                    <a:pt x="450197" y="1663155"/>
                  </a:moveTo>
                  <a:lnTo>
                    <a:pt x="450197" y="1659725"/>
                  </a:lnTo>
                  <a:lnTo>
                    <a:pt x="448053" y="1659725"/>
                  </a:lnTo>
                  <a:lnTo>
                    <a:pt x="448053" y="1663155"/>
                  </a:lnTo>
                  <a:lnTo>
                    <a:pt x="450197" y="1663155"/>
                  </a:lnTo>
                  <a:close/>
                  <a:moveTo>
                    <a:pt x="442050" y="1664295"/>
                  </a:moveTo>
                  <a:lnTo>
                    <a:pt x="442050" y="1682878"/>
                  </a:lnTo>
                  <a:lnTo>
                    <a:pt x="445480" y="1682878"/>
                  </a:lnTo>
                  <a:lnTo>
                    <a:pt x="445480" y="1662874"/>
                  </a:lnTo>
                  <a:lnTo>
                    <a:pt x="442834" y="1660228"/>
                  </a:lnTo>
                  <a:lnTo>
                    <a:pt x="440409" y="1662653"/>
                  </a:lnTo>
                  <a:lnTo>
                    <a:pt x="442050" y="1664295"/>
                  </a:lnTo>
                  <a:close/>
                  <a:moveTo>
                    <a:pt x="431331" y="1682878"/>
                  </a:moveTo>
                  <a:lnTo>
                    <a:pt x="434761" y="1682878"/>
                  </a:lnTo>
                  <a:lnTo>
                    <a:pt x="434761" y="1661440"/>
                  </a:lnTo>
                  <a:lnTo>
                    <a:pt x="431331" y="1661440"/>
                  </a:lnTo>
                  <a:lnTo>
                    <a:pt x="431331" y="1682878"/>
                  </a:lnTo>
                  <a:close/>
                  <a:moveTo>
                    <a:pt x="414181" y="1682878"/>
                  </a:moveTo>
                  <a:lnTo>
                    <a:pt x="417611" y="1682878"/>
                  </a:lnTo>
                  <a:lnTo>
                    <a:pt x="417611" y="1661440"/>
                  </a:lnTo>
                  <a:lnTo>
                    <a:pt x="414181" y="1661440"/>
                  </a:lnTo>
                  <a:lnTo>
                    <a:pt x="414181" y="1682878"/>
                  </a:lnTo>
                  <a:close/>
                  <a:moveTo>
                    <a:pt x="403462" y="1682878"/>
                  </a:moveTo>
                  <a:lnTo>
                    <a:pt x="406892" y="1682878"/>
                  </a:lnTo>
                  <a:lnTo>
                    <a:pt x="406892" y="1661440"/>
                  </a:lnTo>
                  <a:lnTo>
                    <a:pt x="403462" y="1661440"/>
                  </a:lnTo>
                  <a:lnTo>
                    <a:pt x="403462" y="1682878"/>
                  </a:lnTo>
                  <a:close/>
                  <a:moveTo>
                    <a:pt x="394458" y="1661012"/>
                  </a:moveTo>
                  <a:lnTo>
                    <a:pt x="394458" y="1657582"/>
                  </a:lnTo>
                  <a:lnTo>
                    <a:pt x="392314" y="1657582"/>
                  </a:lnTo>
                  <a:lnTo>
                    <a:pt x="392314" y="1661012"/>
                  </a:lnTo>
                  <a:lnTo>
                    <a:pt x="394458" y="1661012"/>
                  </a:lnTo>
                  <a:close/>
                  <a:moveTo>
                    <a:pt x="375593" y="1682878"/>
                  </a:moveTo>
                  <a:lnTo>
                    <a:pt x="379023" y="1682878"/>
                  </a:lnTo>
                  <a:lnTo>
                    <a:pt x="379023" y="1659297"/>
                  </a:lnTo>
                  <a:lnTo>
                    <a:pt x="375593" y="1659297"/>
                  </a:lnTo>
                  <a:lnTo>
                    <a:pt x="375593" y="1682878"/>
                  </a:lnTo>
                  <a:close/>
                  <a:moveTo>
                    <a:pt x="373020" y="1658868"/>
                  </a:moveTo>
                  <a:lnTo>
                    <a:pt x="373020" y="1655438"/>
                  </a:lnTo>
                  <a:lnTo>
                    <a:pt x="370876" y="1655438"/>
                  </a:lnTo>
                  <a:lnTo>
                    <a:pt x="370876" y="1658868"/>
                  </a:lnTo>
                  <a:lnTo>
                    <a:pt x="373020" y="1658868"/>
                  </a:lnTo>
                  <a:close/>
                  <a:moveTo>
                    <a:pt x="366589" y="1658868"/>
                  </a:moveTo>
                  <a:lnTo>
                    <a:pt x="366589" y="1655438"/>
                  </a:lnTo>
                  <a:lnTo>
                    <a:pt x="364445" y="1655438"/>
                  </a:lnTo>
                  <a:lnTo>
                    <a:pt x="364445" y="1658868"/>
                  </a:lnTo>
                  <a:lnTo>
                    <a:pt x="366589" y="1658868"/>
                  </a:lnTo>
                  <a:close/>
                  <a:moveTo>
                    <a:pt x="358442" y="1660007"/>
                  </a:moveTo>
                  <a:lnTo>
                    <a:pt x="358442" y="1682878"/>
                  </a:lnTo>
                  <a:lnTo>
                    <a:pt x="361872" y="1682878"/>
                  </a:lnTo>
                  <a:lnTo>
                    <a:pt x="361872" y="1658586"/>
                  </a:lnTo>
                  <a:lnTo>
                    <a:pt x="359226" y="1655940"/>
                  </a:lnTo>
                  <a:lnTo>
                    <a:pt x="356801" y="1658365"/>
                  </a:lnTo>
                  <a:lnTo>
                    <a:pt x="358442" y="1660007"/>
                  </a:lnTo>
                  <a:close/>
                  <a:moveTo>
                    <a:pt x="347723" y="1682878"/>
                  </a:moveTo>
                  <a:lnTo>
                    <a:pt x="351153" y="1682878"/>
                  </a:lnTo>
                  <a:lnTo>
                    <a:pt x="351153" y="1657153"/>
                  </a:lnTo>
                  <a:lnTo>
                    <a:pt x="347723" y="1657153"/>
                  </a:lnTo>
                  <a:lnTo>
                    <a:pt x="347723" y="1682878"/>
                  </a:lnTo>
                  <a:close/>
                  <a:moveTo>
                    <a:pt x="345151" y="1656724"/>
                  </a:moveTo>
                  <a:lnTo>
                    <a:pt x="345151" y="1653294"/>
                  </a:lnTo>
                  <a:lnTo>
                    <a:pt x="343007" y="1653294"/>
                  </a:lnTo>
                  <a:lnTo>
                    <a:pt x="343007" y="1656724"/>
                  </a:lnTo>
                  <a:lnTo>
                    <a:pt x="345151" y="1656724"/>
                  </a:lnTo>
                  <a:close/>
                  <a:moveTo>
                    <a:pt x="338719" y="1652436"/>
                  </a:moveTo>
                  <a:lnTo>
                    <a:pt x="338719" y="1649006"/>
                  </a:lnTo>
                  <a:lnTo>
                    <a:pt x="336576" y="1649006"/>
                  </a:lnTo>
                  <a:lnTo>
                    <a:pt x="336576" y="1652436"/>
                  </a:lnTo>
                  <a:lnTo>
                    <a:pt x="338719" y="1652436"/>
                  </a:lnTo>
                  <a:close/>
                  <a:moveTo>
                    <a:pt x="330573" y="1653576"/>
                  </a:moveTo>
                  <a:lnTo>
                    <a:pt x="330573" y="1682878"/>
                  </a:lnTo>
                  <a:lnTo>
                    <a:pt x="334003" y="1682878"/>
                  </a:lnTo>
                  <a:lnTo>
                    <a:pt x="334003" y="1652155"/>
                  </a:lnTo>
                  <a:lnTo>
                    <a:pt x="331357" y="1649509"/>
                  </a:lnTo>
                  <a:lnTo>
                    <a:pt x="328932" y="1651934"/>
                  </a:lnTo>
                  <a:lnTo>
                    <a:pt x="330573" y="1653576"/>
                  </a:lnTo>
                  <a:close/>
                  <a:moveTo>
                    <a:pt x="319854" y="1682878"/>
                  </a:moveTo>
                  <a:lnTo>
                    <a:pt x="323284" y="1682878"/>
                  </a:lnTo>
                  <a:lnTo>
                    <a:pt x="323284" y="1650721"/>
                  </a:lnTo>
                  <a:lnTo>
                    <a:pt x="319854" y="1650721"/>
                  </a:lnTo>
                  <a:lnTo>
                    <a:pt x="319854" y="1682878"/>
                  </a:lnTo>
                  <a:close/>
                  <a:moveTo>
                    <a:pt x="302704" y="1682878"/>
                  </a:moveTo>
                  <a:lnTo>
                    <a:pt x="306134" y="1682878"/>
                  </a:lnTo>
                  <a:lnTo>
                    <a:pt x="306134" y="1648578"/>
                  </a:lnTo>
                  <a:lnTo>
                    <a:pt x="302704" y="1648578"/>
                  </a:lnTo>
                  <a:lnTo>
                    <a:pt x="302704" y="1682878"/>
                  </a:lnTo>
                  <a:close/>
                  <a:moveTo>
                    <a:pt x="291985" y="1647867"/>
                  </a:moveTo>
                  <a:lnTo>
                    <a:pt x="291985" y="1682878"/>
                  </a:lnTo>
                  <a:lnTo>
                    <a:pt x="295415" y="1682878"/>
                  </a:lnTo>
                  <a:lnTo>
                    <a:pt x="295415" y="1649288"/>
                  </a:lnTo>
                  <a:lnTo>
                    <a:pt x="297056" y="1647646"/>
                  </a:lnTo>
                  <a:lnTo>
                    <a:pt x="294631" y="1645221"/>
                  </a:lnTo>
                  <a:lnTo>
                    <a:pt x="291985" y="1647867"/>
                  </a:lnTo>
                  <a:close/>
                  <a:moveTo>
                    <a:pt x="282981" y="1639574"/>
                  </a:moveTo>
                  <a:lnTo>
                    <a:pt x="282981" y="1636144"/>
                  </a:lnTo>
                  <a:lnTo>
                    <a:pt x="280837" y="1636144"/>
                  </a:lnTo>
                  <a:lnTo>
                    <a:pt x="280837" y="1639574"/>
                  </a:lnTo>
                  <a:lnTo>
                    <a:pt x="282981" y="1639574"/>
                  </a:lnTo>
                  <a:close/>
                  <a:moveTo>
                    <a:pt x="274834" y="1640713"/>
                  </a:moveTo>
                  <a:lnTo>
                    <a:pt x="274834" y="1682878"/>
                  </a:lnTo>
                  <a:lnTo>
                    <a:pt x="278264" y="1682878"/>
                  </a:lnTo>
                  <a:lnTo>
                    <a:pt x="278264" y="1639292"/>
                  </a:lnTo>
                  <a:lnTo>
                    <a:pt x="275618" y="1636646"/>
                  </a:lnTo>
                  <a:lnTo>
                    <a:pt x="273193" y="1639071"/>
                  </a:lnTo>
                  <a:lnTo>
                    <a:pt x="274834" y="1640713"/>
                  </a:lnTo>
                  <a:close/>
                  <a:moveTo>
                    <a:pt x="264115" y="1639292"/>
                  </a:moveTo>
                  <a:lnTo>
                    <a:pt x="264115" y="1682878"/>
                  </a:lnTo>
                  <a:lnTo>
                    <a:pt x="267545" y="1682878"/>
                  </a:lnTo>
                  <a:lnTo>
                    <a:pt x="267545" y="1640713"/>
                  </a:lnTo>
                  <a:lnTo>
                    <a:pt x="269187" y="1639071"/>
                  </a:lnTo>
                  <a:lnTo>
                    <a:pt x="266762" y="1636646"/>
                  </a:lnTo>
                  <a:lnTo>
                    <a:pt x="264115" y="1639292"/>
                  </a:lnTo>
                  <a:close/>
                  <a:moveTo>
                    <a:pt x="255111" y="1633142"/>
                  </a:moveTo>
                  <a:lnTo>
                    <a:pt x="255111" y="1629712"/>
                  </a:lnTo>
                  <a:lnTo>
                    <a:pt x="252968" y="1629712"/>
                  </a:lnTo>
                  <a:lnTo>
                    <a:pt x="252968" y="1633142"/>
                  </a:lnTo>
                  <a:lnTo>
                    <a:pt x="255111" y="1633142"/>
                  </a:lnTo>
                  <a:close/>
                  <a:moveTo>
                    <a:pt x="246965" y="1682878"/>
                  </a:moveTo>
                  <a:lnTo>
                    <a:pt x="250395" y="1682878"/>
                  </a:lnTo>
                  <a:lnTo>
                    <a:pt x="250395" y="1631427"/>
                  </a:lnTo>
                  <a:lnTo>
                    <a:pt x="246965" y="1631427"/>
                  </a:lnTo>
                  <a:lnTo>
                    <a:pt x="246965" y="1682878"/>
                  </a:lnTo>
                  <a:close/>
                  <a:moveTo>
                    <a:pt x="236246" y="1682878"/>
                  </a:moveTo>
                  <a:lnTo>
                    <a:pt x="239676" y="1682878"/>
                  </a:lnTo>
                  <a:lnTo>
                    <a:pt x="239676" y="1627140"/>
                  </a:lnTo>
                  <a:lnTo>
                    <a:pt x="236246" y="1627140"/>
                  </a:lnTo>
                  <a:lnTo>
                    <a:pt x="236246" y="1682878"/>
                  </a:lnTo>
                  <a:close/>
                  <a:moveTo>
                    <a:pt x="227242" y="1615992"/>
                  </a:moveTo>
                  <a:lnTo>
                    <a:pt x="227242" y="1612562"/>
                  </a:lnTo>
                  <a:lnTo>
                    <a:pt x="225098" y="1612562"/>
                  </a:lnTo>
                  <a:lnTo>
                    <a:pt x="225098" y="1615992"/>
                  </a:lnTo>
                  <a:lnTo>
                    <a:pt x="227242" y="1615992"/>
                  </a:lnTo>
                  <a:close/>
                  <a:moveTo>
                    <a:pt x="214379" y="917115"/>
                  </a:moveTo>
                  <a:lnTo>
                    <a:pt x="214379" y="913685"/>
                  </a:lnTo>
                  <a:lnTo>
                    <a:pt x="207948" y="913685"/>
                  </a:lnTo>
                  <a:lnTo>
                    <a:pt x="207948" y="917115"/>
                  </a:lnTo>
                  <a:lnTo>
                    <a:pt x="214379" y="91711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137" name="Vector layer A6C1DA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840306" y="388958"/>
                  </a:moveTo>
                  <a:lnTo>
                    <a:pt x="1842732" y="391383"/>
                  </a:lnTo>
                  <a:lnTo>
                    <a:pt x="1844876" y="389239"/>
                  </a:lnTo>
                  <a:lnTo>
                    <a:pt x="1842450" y="386814"/>
                  </a:lnTo>
                  <a:lnTo>
                    <a:pt x="1840306" y="388958"/>
                  </a:lnTo>
                  <a:close/>
                </a:path>
              </a:pathLst>
            </a:custGeom>
            <a:solidFill>
              <a:srgbClr val="A6C1DA"/>
            </a:solidFill>
            <a:ln>
              <a:noFill/>
            </a:ln>
          </p:spPr>
        </p:sp>
        <p:sp>
          <p:nvSpPr>
            <p:cNvPr id="2138" name="Vector layer BFBFBF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3425" y="1800787"/>
                  </a:moveTo>
                  <a:lnTo>
                    <a:pt x="1956855" y="1800787"/>
                  </a:lnTo>
                  <a:lnTo>
                    <a:pt x="1956855" y="1685022"/>
                  </a:lnTo>
                  <a:lnTo>
                    <a:pt x="1953425" y="1685022"/>
                  </a:lnTo>
                  <a:lnTo>
                    <a:pt x="1953425" y="1800787"/>
                  </a:lnTo>
                  <a:close/>
                  <a:moveTo>
                    <a:pt x="1936275" y="1749336"/>
                  </a:moveTo>
                  <a:lnTo>
                    <a:pt x="1939705" y="1749336"/>
                  </a:lnTo>
                  <a:lnTo>
                    <a:pt x="1939705" y="1685022"/>
                  </a:lnTo>
                  <a:lnTo>
                    <a:pt x="1936275" y="1685022"/>
                  </a:lnTo>
                  <a:lnTo>
                    <a:pt x="1936275" y="1749336"/>
                  </a:lnTo>
                  <a:close/>
                  <a:moveTo>
                    <a:pt x="1931987" y="1749336"/>
                  </a:moveTo>
                  <a:lnTo>
                    <a:pt x="1935417" y="1749336"/>
                  </a:lnTo>
                  <a:lnTo>
                    <a:pt x="1935417" y="1685022"/>
                  </a:lnTo>
                  <a:lnTo>
                    <a:pt x="1931987" y="1685022"/>
                  </a:lnTo>
                  <a:lnTo>
                    <a:pt x="1931987" y="1749336"/>
                  </a:lnTo>
                  <a:close/>
                  <a:moveTo>
                    <a:pt x="1908405" y="1685022"/>
                  </a:moveTo>
                  <a:lnTo>
                    <a:pt x="1908405" y="1740332"/>
                  </a:lnTo>
                  <a:lnTo>
                    <a:pt x="1916405" y="1740332"/>
                  </a:lnTo>
                  <a:lnTo>
                    <a:pt x="1911835" y="1735763"/>
                  </a:lnTo>
                  <a:lnTo>
                    <a:pt x="1908405" y="1685022"/>
                  </a:lnTo>
                  <a:close/>
                  <a:moveTo>
                    <a:pt x="1904118" y="1734329"/>
                  </a:moveTo>
                  <a:lnTo>
                    <a:pt x="1907548" y="1734329"/>
                  </a:lnTo>
                  <a:lnTo>
                    <a:pt x="1907548" y="1685022"/>
                  </a:lnTo>
                  <a:lnTo>
                    <a:pt x="1904118" y="1685022"/>
                  </a:lnTo>
                  <a:lnTo>
                    <a:pt x="1904118" y="1734329"/>
                  </a:lnTo>
                  <a:close/>
                  <a:moveTo>
                    <a:pt x="1880536" y="1730042"/>
                  </a:moveTo>
                  <a:lnTo>
                    <a:pt x="1883966" y="1730042"/>
                  </a:lnTo>
                  <a:lnTo>
                    <a:pt x="1883966" y="1685022"/>
                  </a:lnTo>
                  <a:lnTo>
                    <a:pt x="1880536" y="1685022"/>
                  </a:lnTo>
                  <a:lnTo>
                    <a:pt x="1880536" y="1730042"/>
                  </a:lnTo>
                  <a:close/>
                  <a:moveTo>
                    <a:pt x="1876249" y="1685022"/>
                  </a:moveTo>
                  <a:lnTo>
                    <a:pt x="1876249" y="1725044"/>
                  </a:lnTo>
                  <a:lnTo>
                    <a:pt x="1871679" y="1729613"/>
                  </a:lnTo>
                  <a:lnTo>
                    <a:pt x="1879679" y="1729613"/>
                  </a:lnTo>
                  <a:lnTo>
                    <a:pt x="1876249" y="1685022"/>
                  </a:lnTo>
                  <a:close/>
                  <a:moveTo>
                    <a:pt x="1852667" y="1685022"/>
                  </a:moveTo>
                  <a:lnTo>
                    <a:pt x="1852667" y="1725325"/>
                  </a:lnTo>
                  <a:lnTo>
                    <a:pt x="1860666" y="1725325"/>
                  </a:lnTo>
                  <a:lnTo>
                    <a:pt x="1856097" y="1720756"/>
                  </a:lnTo>
                  <a:lnTo>
                    <a:pt x="1852667" y="1685022"/>
                  </a:lnTo>
                  <a:close/>
                  <a:moveTo>
                    <a:pt x="1848379" y="1685022"/>
                  </a:moveTo>
                  <a:lnTo>
                    <a:pt x="1848379" y="1718612"/>
                  </a:lnTo>
                  <a:lnTo>
                    <a:pt x="1843810" y="1723182"/>
                  </a:lnTo>
                  <a:lnTo>
                    <a:pt x="1851809" y="1723182"/>
                  </a:lnTo>
                  <a:lnTo>
                    <a:pt x="1848379" y="1685022"/>
                  </a:lnTo>
                  <a:close/>
                  <a:moveTo>
                    <a:pt x="1824797" y="1717179"/>
                  </a:moveTo>
                  <a:lnTo>
                    <a:pt x="1828228" y="1717179"/>
                  </a:lnTo>
                  <a:lnTo>
                    <a:pt x="1828228" y="1685022"/>
                  </a:lnTo>
                  <a:lnTo>
                    <a:pt x="1824797" y="1685022"/>
                  </a:lnTo>
                  <a:lnTo>
                    <a:pt x="1824797" y="1717179"/>
                  </a:lnTo>
                  <a:close/>
                  <a:moveTo>
                    <a:pt x="1820510" y="1685022"/>
                  </a:moveTo>
                  <a:lnTo>
                    <a:pt x="1820510" y="1712181"/>
                  </a:lnTo>
                  <a:lnTo>
                    <a:pt x="1815941" y="1716750"/>
                  </a:lnTo>
                  <a:lnTo>
                    <a:pt x="1823940" y="1716750"/>
                  </a:lnTo>
                  <a:lnTo>
                    <a:pt x="1820510" y="1685022"/>
                  </a:lnTo>
                  <a:close/>
                  <a:moveTo>
                    <a:pt x="1796928" y="1685022"/>
                  </a:moveTo>
                  <a:lnTo>
                    <a:pt x="1796928" y="1708175"/>
                  </a:lnTo>
                  <a:lnTo>
                    <a:pt x="1804927" y="1708175"/>
                  </a:lnTo>
                  <a:lnTo>
                    <a:pt x="1800358" y="1703606"/>
                  </a:lnTo>
                  <a:lnTo>
                    <a:pt x="1796928" y="1685022"/>
                  </a:lnTo>
                  <a:close/>
                  <a:moveTo>
                    <a:pt x="1792641" y="1704316"/>
                  </a:moveTo>
                  <a:lnTo>
                    <a:pt x="1796071" y="1704316"/>
                  </a:lnTo>
                  <a:lnTo>
                    <a:pt x="1796071" y="1685022"/>
                  </a:lnTo>
                  <a:lnTo>
                    <a:pt x="1792641" y="1685022"/>
                  </a:lnTo>
                  <a:lnTo>
                    <a:pt x="1792641" y="1704316"/>
                  </a:lnTo>
                  <a:close/>
                  <a:moveTo>
                    <a:pt x="1775490" y="1702172"/>
                  </a:moveTo>
                  <a:lnTo>
                    <a:pt x="1778920" y="1702172"/>
                  </a:lnTo>
                  <a:lnTo>
                    <a:pt x="1778920" y="1685022"/>
                  </a:lnTo>
                  <a:lnTo>
                    <a:pt x="1775490" y="1685022"/>
                  </a:lnTo>
                  <a:lnTo>
                    <a:pt x="1775490" y="1702172"/>
                  </a:lnTo>
                  <a:close/>
                  <a:moveTo>
                    <a:pt x="1769059" y="1702172"/>
                  </a:moveTo>
                  <a:lnTo>
                    <a:pt x="1772489" y="1702172"/>
                  </a:lnTo>
                  <a:lnTo>
                    <a:pt x="1772489" y="1685022"/>
                  </a:lnTo>
                  <a:lnTo>
                    <a:pt x="1769059" y="1685022"/>
                  </a:lnTo>
                  <a:lnTo>
                    <a:pt x="1769059" y="1702172"/>
                  </a:lnTo>
                  <a:close/>
                  <a:moveTo>
                    <a:pt x="1764771" y="1700029"/>
                  </a:moveTo>
                  <a:lnTo>
                    <a:pt x="1768201" y="1700029"/>
                  </a:lnTo>
                  <a:lnTo>
                    <a:pt x="1768201" y="1685022"/>
                  </a:lnTo>
                  <a:lnTo>
                    <a:pt x="1764771" y="1685022"/>
                  </a:lnTo>
                  <a:lnTo>
                    <a:pt x="1764771" y="1700029"/>
                  </a:lnTo>
                  <a:close/>
                  <a:moveTo>
                    <a:pt x="1741189" y="1697885"/>
                  </a:moveTo>
                  <a:lnTo>
                    <a:pt x="1744620" y="1697885"/>
                  </a:lnTo>
                  <a:lnTo>
                    <a:pt x="1744620" y="1685022"/>
                  </a:lnTo>
                  <a:lnTo>
                    <a:pt x="1741189" y="1685022"/>
                  </a:lnTo>
                  <a:lnTo>
                    <a:pt x="1741189" y="1697885"/>
                  </a:lnTo>
                  <a:close/>
                  <a:moveTo>
                    <a:pt x="1736902" y="1697885"/>
                  </a:moveTo>
                  <a:lnTo>
                    <a:pt x="1740332" y="1697885"/>
                  </a:lnTo>
                  <a:lnTo>
                    <a:pt x="1740332" y="1685022"/>
                  </a:lnTo>
                  <a:lnTo>
                    <a:pt x="1736902" y="1685022"/>
                  </a:lnTo>
                  <a:lnTo>
                    <a:pt x="1736902" y="1697885"/>
                  </a:lnTo>
                  <a:close/>
                  <a:moveTo>
                    <a:pt x="1713320" y="1695741"/>
                  </a:moveTo>
                  <a:lnTo>
                    <a:pt x="1716750" y="1695741"/>
                  </a:lnTo>
                  <a:lnTo>
                    <a:pt x="1716750" y="1685022"/>
                  </a:lnTo>
                  <a:lnTo>
                    <a:pt x="1713320" y="1685022"/>
                  </a:lnTo>
                  <a:lnTo>
                    <a:pt x="1713320" y="1695741"/>
                  </a:lnTo>
                  <a:close/>
                  <a:moveTo>
                    <a:pt x="1709033" y="1695741"/>
                  </a:moveTo>
                  <a:lnTo>
                    <a:pt x="1712463" y="1695741"/>
                  </a:lnTo>
                  <a:lnTo>
                    <a:pt x="1712463" y="1685022"/>
                  </a:lnTo>
                  <a:lnTo>
                    <a:pt x="1709033" y="1685022"/>
                  </a:lnTo>
                  <a:lnTo>
                    <a:pt x="1709033" y="1695741"/>
                  </a:lnTo>
                  <a:close/>
                  <a:moveTo>
                    <a:pt x="1685451" y="1695741"/>
                  </a:moveTo>
                  <a:lnTo>
                    <a:pt x="1688881" y="1695741"/>
                  </a:lnTo>
                  <a:lnTo>
                    <a:pt x="1688881" y="1685022"/>
                  </a:lnTo>
                  <a:lnTo>
                    <a:pt x="1685451" y="1685022"/>
                  </a:lnTo>
                  <a:lnTo>
                    <a:pt x="1685451" y="1695741"/>
                  </a:lnTo>
                  <a:close/>
                  <a:moveTo>
                    <a:pt x="1681163" y="1695741"/>
                  </a:moveTo>
                  <a:lnTo>
                    <a:pt x="1684593" y="1695741"/>
                  </a:lnTo>
                  <a:lnTo>
                    <a:pt x="1684593" y="1685022"/>
                  </a:lnTo>
                  <a:lnTo>
                    <a:pt x="1681163" y="1685022"/>
                  </a:lnTo>
                  <a:lnTo>
                    <a:pt x="1681163" y="1695741"/>
                  </a:lnTo>
                  <a:close/>
                  <a:moveTo>
                    <a:pt x="1657582" y="1693597"/>
                  </a:moveTo>
                  <a:lnTo>
                    <a:pt x="1661012" y="1693597"/>
                  </a:lnTo>
                  <a:lnTo>
                    <a:pt x="1661012" y="1685022"/>
                  </a:lnTo>
                  <a:lnTo>
                    <a:pt x="1657582" y="1685022"/>
                  </a:lnTo>
                  <a:lnTo>
                    <a:pt x="1657582" y="1693597"/>
                  </a:lnTo>
                  <a:close/>
                  <a:moveTo>
                    <a:pt x="1653294" y="1693597"/>
                  </a:moveTo>
                  <a:lnTo>
                    <a:pt x="1656724" y="1693597"/>
                  </a:lnTo>
                  <a:lnTo>
                    <a:pt x="1656724" y="1685022"/>
                  </a:lnTo>
                  <a:lnTo>
                    <a:pt x="1653294" y="1685022"/>
                  </a:lnTo>
                  <a:lnTo>
                    <a:pt x="1653294" y="1693597"/>
                  </a:lnTo>
                  <a:close/>
                  <a:moveTo>
                    <a:pt x="1629712" y="1691453"/>
                  </a:moveTo>
                  <a:lnTo>
                    <a:pt x="1633142" y="1691453"/>
                  </a:lnTo>
                  <a:lnTo>
                    <a:pt x="1633142" y="1685022"/>
                  </a:lnTo>
                  <a:lnTo>
                    <a:pt x="1629712" y="1685022"/>
                  </a:lnTo>
                  <a:lnTo>
                    <a:pt x="1629712" y="1691453"/>
                  </a:lnTo>
                  <a:close/>
                  <a:moveTo>
                    <a:pt x="1625425" y="1685022"/>
                  </a:moveTo>
                  <a:lnTo>
                    <a:pt x="1625425" y="1688599"/>
                  </a:lnTo>
                  <a:lnTo>
                    <a:pt x="1620855" y="1693168"/>
                  </a:lnTo>
                  <a:lnTo>
                    <a:pt x="1628855" y="1693168"/>
                  </a:lnTo>
                  <a:lnTo>
                    <a:pt x="1625425" y="1685022"/>
                  </a:lnTo>
                  <a:close/>
                  <a:moveTo>
                    <a:pt x="1601843" y="1689310"/>
                  </a:moveTo>
                  <a:lnTo>
                    <a:pt x="1605273" y="1689310"/>
                  </a:lnTo>
                  <a:lnTo>
                    <a:pt x="1605273" y="1685022"/>
                  </a:lnTo>
                  <a:lnTo>
                    <a:pt x="1601843" y="1685022"/>
                  </a:lnTo>
                  <a:lnTo>
                    <a:pt x="1601843" y="1689310"/>
                  </a:lnTo>
                  <a:close/>
                  <a:moveTo>
                    <a:pt x="1597555" y="1689310"/>
                  </a:moveTo>
                  <a:lnTo>
                    <a:pt x="1600985" y="1689310"/>
                  </a:lnTo>
                  <a:lnTo>
                    <a:pt x="1600985" y="1685022"/>
                  </a:lnTo>
                  <a:lnTo>
                    <a:pt x="1597555" y="1685022"/>
                  </a:lnTo>
                  <a:lnTo>
                    <a:pt x="1597555" y="1689310"/>
                  </a:lnTo>
                  <a:close/>
                  <a:moveTo>
                    <a:pt x="1573974" y="1685022"/>
                  </a:moveTo>
                  <a:lnTo>
                    <a:pt x="1573974" y="1691025"/>
                  </a:lnTo>
                  <a:lnTo>
                    <a:pt x="1581973" y="1691025"/>
                  </a:lnTo>
                  <a:lnTo>
                    <a:pt x="1577404" y="1686455"/>
                  </a:lnTo>
                  <a:lnTo>
                    <a:pt x="1573974" y="1685022"/>
                  </a:lnTo>
                  <a:close/>
                  <a:moveTo>
                    <a:pt x="1569686" y="1687166"/>
                  </a:moveTo>
                  <a:lnTo>
                    <a:pt x="1573116" y="1687166"/>
                  </a:lnTo>
                  <a:lnTo>
                    <a:pt x="1573116" y="1685022"/>
                  </a:lnTo>
                  <a:lnTo>
                    <a:pt x="1569686" y="1685022"/>
                  </a:lnTo>
                  <a:lnTo>
                    <a:pt x="1569686" y="1687166"/>
                  </a:lnTo>
                  <a:close/>
                  <a:moveTo>
                    <a:pt x="1546104" y="1687166"/>
                  </a:moveTo>
                  <a:lnTo>
                    <a:pt x="1549534" y="1687166"/>
                  </a:lnTo>
                  <a:lnTo>
                    <a:pt x="1549534" y="1685022"/>
                  </a:lnTo>
                  <a:lnTo>
                    <a:pt x="1546104" y="1685022"/>
                  </a:lnTo>
                  <a:lnTo>
                    <a:pt x="1546104" y="1687166"/>
                  </a:lnTo>
                  <a:close/>
                  <a:moveTo>
                    <a:pt x="1541817" y="1687166"/>
                  </a:moveTo>
                  <a:lnTo>
                    <a:pt x="1545247" y="1687166"/>
                  </a:lnTo>
                  <a:lnTo>
                    <a:pt x="1545247" y="1685022"/>
                  </a:lnTo>
                  <a:lnTo>
                    <a:pt x="1541817" y="1685022"/>
                  </a:lnTo>
                  <a:lnTo>
                    <a:pt x="1541817" y="1687166"/>
                  </a:lnTo>
                  <a:close/>
                  <a:moveTo>
                    <a:pt x="1518235" y="1687166"/>
                  </a:moveTo>
                  <a:lnTo>
                    <a:pt x="1521665" y="1687166"/>
                  </a:lnTo>
                  <a:lnTo>
                    <a:pt x="1521665" y="1685022"/>
                  </a:lnTo>
                  <a:lnTo>
                    <a:pt x="1518235" y="1685022"/>
                  </a:lnTo>
                  <a:lnTo>
                    <a:pt x="1518235" y="1687166"/>
                  </a:lnTo>
                  <a:close/>
                  <a:moveTo>
                    <a:pt x="1513947" y="1687166"/>
                  </a:moveTo>
                  <a:lnTo>
                    <a:pt x="1517377" y="1687166"/>
                  </a:lnTo>
                  <a:lnTo>
                    <a:pt x="1517377" y="1685022"/>
                  </a:lnTo>
                  <a:lnTo>
                    <a:pt x="1513947" y="1685022"/>
                  </a:lnTo>
                  <a:lnTo>
                    <a:pt x="1513947" y="1687166"/>
                  </a:lnTo>
                  <a:close/>
                  <a:moveTo>
                    <a:pt x="1490366" y="1680882"/>
                  </a:moveTo>
                  <a:lnTo>
                    <a:pt x="1490366" y="1688881"/>
                  </a:lnTo>
                  <a:lnTo>
                    <a:pt x="1498365" y="1688881"/>
                  </a:lnTo>
                  <a:lnTo>
                    <a:pt x="1490366" y="1680882"/>
                  </a:lnTo>
                  <a:close/>
                  <a:moveTo>
                    <a:pt x="1489508" y="1680882"/>
                  </a:moveTo>
                  <a:lnTo>
                    <a:pt x="1481509" y="1688881"/>
                  </a:lnTo>
                  <a:lnTo>
                    <a:pt x="1489508" y="1688881"/>
                  </a:lnTo>
                  <a:lnTo>
                    <a:pt x="1489508" y="1680882"/>
                  </a:lnTo>
                  <a:close/>
                  <a:moveTo>
                    <a:pt x="1432054" y="1686737"/>
                  </a:moveTo>
                  <a:lnTo>
                    <a:pt x="1432054" y="1683307"/>
                  </a:lnTo>
                  <a:lnTo>
                    <a:pt x="1429911" y="1683307"/>
                  </a:lnTo>
                  <a:lnTo>
                    <a:pt x="1429911" y="1686737"/>
                  </a:lnTo>
                  <a:lnTo>
                    <a:pt x="1432054" y="1686737"/>
                  </a:lnTo>
                  <a:close/>
                  <a:moveTo>
                    <a:pt x="1320577" y="1684593"/>
                  </a:moveTo>
                  <a:lnTo>
                    <a:pt x="1320577" y="1681163"/>
                  </a:lnTo>
                  <a:lnTo>
                    <a:pt x="1318433" y="1681163"/>
                  </a:lnTo>
                  <a:lnTo>
                    <a:pt x="1318433" y="1684593"/>
                  </a:lnTo>
                  <a:lnTo>
                    <a:pt x="1320577" y="1684593"/>
                  </a:lnTo>
                  <a:close/>
                  <a:moveTo>
                    <a:pt x="1299139" y="1684593"/>
                  </a:moveTo>
                  <a:lnTo>
                    <a:pt x="1299139" y="1681163"/>
                  </a:lnTo>
                  <a:lnTo>
                    <a:pt x="1296995" y="1681163"/>
                  </a:lnTo>
                  <a:lnTo>
                    <a:pt x="1296995" y="1684593"/>
                  </a:lnTo>
                  <a:lnTo>
                    <a:pt x="1299139" y="1684593"/>
                  </a:lnTo>
                  <a:close/>
                  <a:moveTo>
                    <a:pt x="1183803" y="1679019"/>
                  </a:moveTo>
                  <a:lnTo>
                    <a:pt x="1183803" y="1687019"/>
                  </a:lnTo>
                  <a:lnTo>
                    <a:pt x="1191802" y="1679019"/>
                  </a:lnTo>
                  <a:lnTo>
                    <a:pt x="1183803" y="1679019"/>
                  </a:lnTo>
                  <a:close/>
                  <a:moveTo>
                    <a:pt x="1174946" y="1679019"/>
                  </a:moveTo>
                  <a:lnTo>
                    <a:pt x="1182946" y="1687019"/>
                  </a:lnTo>
                  <a:lnTo>
                    <a:pt x="1182946" y="1679019"/>
                  </a:lnTo>
                  <a:lnTo>
                    <a:pt x="1174946" y="1679019"/>
                  </a:lnTo>
                  <a:close/>
                  <a:moveTo>
                    <a:pt x="1155934" y="1682878"/>
                  </a:moveTo>
                  <a:lnTo>
                    <a:pt x="1159364" y="1682878"/>
                  </a:lnTo>
                  <a:lnTo>
                    <a:pt x="1159364" y="1680734"/>
                  </a:lnTo>
                  <a:lnTo>
                    <a:pt x="1155934" y="1680734"/>
                  </a:lnTo>
                  <a:lnTo>
                    <a:pt x="1155934" y="1682878"/>
                  </a:lnTo>
                  <a:close/>
                  <a:moveTo>
                    <a:pt x="1151646" y="1682878"/>
                  </a:moveTo>
                  <a:lnTo>
                    <a:pt x="1155076" y="1682878"/>
                  </a:lnTo>
                  <a:lnTo>
                    <a:pt x="1155076" y="1680734"/>
                  </a:lnTo>
                  <a:lnTo>
                    <a:pt x="1151646" y="1680734"/>
                  </a:lnTo>
                  <a:lnTo>
                    <a:pt x="1151646" y="1682878"/>
                  </a:lnTo>
                  <a:close/>
                  <a:moveTo>
                    <a:pt x="1128064" y="1682878"/>
                  </a:moveTo>
                  <a:lnTo>
                    <a:pt x="1131494" y="1682878"/>
                  </a:lnTo>
                  <a:lnTo>
                    <a:pt x="1131494" y="1680734"/>
                  </a:lnTo>
                  <a:lnTo>
                    <a:pt x="1128064" y="1680734"/>
                  </a:lnTo>
                  <a:lnTo>
                    <a:pt x="1128064" y="1682878"/>
                  </a:lnTo>
                  <a:close/>
                  <a:moveTo>
                    <a:pt x="1123777" y="1682878"/>
                  </a:moveTo>
                  <a:lnTo>
                    <a:pt x="1127207" y="1682878"/>
                  </a:lnTo>
                  <a:lnTo>
                    <a:pt x="1127207" y="1680734"/>
                  </a:lnTo>
                  <a:lnTo>
                    <a:pt x="1123777" y="1680734"/>
                  </a:lnTo>
                  <a:lnTo>
                    <a:pt x="1123777" y="1682878"/>
                  </a:lnTo>
                  <a:close/>
                  <a:moveTo>
                    <a:pt x="1100195" y="1676876"/>
                  </a:moveTo>
                  <a:lnTo>
                    <a:pt x="1100195" y="1682878"/>
                  </a:lnTo>
                  <a:lnTo>
                    <a:pt x="1103625" y="1682878"/>
                  </a:lnTo>
                  <a:lnTo>
                    <a:pt x="1103625" y="1681445"/>
                  </a:lnTo>
                  <a:lnTo>
                    <a:pt x="1108194" y="1676876"/>
                  </a:lnTo>
                  <a:lnTo>
                    <a:pt x="1100195" y="1676876"/>
                  </a:lnTo>
                  <a:close/>
                  <a:moveTo>
                    <a:pt x="1095907" y="1682878"/>
                  </a:moveTo>
                  <a:lnTo>
                    <a:pt x="1099338" y="1682878"/>
                  </a:lnTo>
                  <a:lnTo>
                    <a:pt x="1099338" y="1678591"/>
                  </a:lnTo>
                  <a:lnTo>
                    <a:pt x="1095907" y="1678591"/>
                  </a:lnTo>
                  <a:lnTo>
                    <a:pt x="1095907" y="1682878"/>
                  </a:lnTo>
                  <a:close/>
                  <a:moveTo>
                    <a:pt x="1078757" y="1682878"/>
                  </a:moveTo>
                  <a:lnTo>
                    <a:pt x="1082187" y="1682878"/>
                  </a:lnTo>
                  <a:lnTo>
                    <a:pt x="1082187" y="1678591"/>
                  </a:lnTo>
                  <a:lnTo>
                    <a:pt x="1078757" y="1678591"/>
                  </a:lnTo>
                  <a:lnTo>
                    <a:pt x="1078757" y="1682878"/>
                  </a:lnTo>
                  <a:close/>
                  <a:moveTo>
                    <a:pt x="1072326" y="1682878"/>
                  </a:moveTo>
                  <a:lnTo>
                    <a:pt x="1075756" y="1682878"/>
                  </a:lnTo>
                  <a:lnTo>
                    <a:pt x="1075756" y="1678591"/>
                  </a:lnTo>
                  <a:lnTo>
                    <a:pt x="1072326" y="1678591"/>
                  </a:lnTo>
                  <a:lnTo>
                    <a:pt x="1072326" y="1682878"/>
                  </a:lnTo>
                  <a:close/>
                  <a:moveTo>
                    <a:pt x="1068038" y="1682878"/>
                  </a:moveTo>
                  <a:lnTo>
                    <a:pt x="1071468" y="1682878"/>
                  </a:lnTo>
                  <a:lnTo>
                    <a:pt x="1071468" y="1678591"/>
                  </a:lnTo>
                  <a:lnTo>
                    <a:pt x="1068038" y="1678591"/>
                  </a:lnTo>
                  <a:lnTo>
                    <a:pt x="1068038" y="1682878"/>
                  </a:lnTo>
                  <a:close/>
                  <a:moveTo>
                    <a:pt x="1044456" y="1682878"/>
                  </a:moveTo>
                  <a:lnTo>
                    <a:pt x="1047887" y="1682878"/>
                  </a:lnTo>
                  <a:lnTo>
                    <a:pt x="1047887" y="1678591"/>
                  </a:lnTo>
                  <a:lnTo>
                    <a:pt x="1044456" y="1678591"/>
                  </a:lnTo>
                  <a:lnTo>
                    <a:pt x="1044456" y="1682878"/>
                  </a:lnTo>
                  <a:close/>
                  <a:moveTo>
                    <a:pt x="1040169" y="1682878"/>
                  </a:moveTo>
                  <a:lnTo>
                    <a:pt x="1043599" y="1682878"/>
                  </a:lnTo>
                  <a:lnTo>
                    <a:pt x="1043599" y="1678591"/>
                  </a:lnTo>
                  <a:lnTo>
                    <a:pt x="1040169" y="1678591"/>
                  </a:lnTo>
                  <a:lnTo>
                    <a:pt x="1040169" y="1682878"/>
                  </a:lnTo>
                  <a:close/>
                  <a:moveTo>
                    <a:pt x="1016587" y="1682878"/>
                  </a:moveTo>
                  <a:lnTo>
                    <a:pt x="1020017" y="1682878"/>
                  </a:lnTo>
                  <a:lnTo>
                    <a:pt x="1020017" y="1678591"/>
                  </a:lnTo>
                  <a:lnTo>
                    <a:pt x="1016587" y="1678591"/>
                  </a:lnTo>
                  <a:lnTo>
                    <a:pt x="1016587" y="1682878"/>
                  </a:lnTo>
                  <a:close/>
                  <a:moveTo>
                    <a:pt x="1012300" y="1682878"/>
                  </a:moveTo>
                  <a:lnTo>
                    <a:pt x="1015730" y="1682878"/>
                  </a:lnTo>
                  <a:lnTo>
                    <a:pt x="1015730" y="1678591"/>
                  </a:lnTo>
                  <a:lnTo>
                    <a:pt x="1012300" y="1678591"/>
                  </a:lnTo>
                  <a:lnTo>
                    <a:pt x="1012300" y="1682878"/>
                  </a:lnTo>
                  <a:close/>
                  <a:moveTo>
                    <a:pt x="988718" y="1682878"/>
                  </a:moveTo>
                  <a:lnTo>
                    <a:pt x="992148" y="1682878"/>
                  </a:lnTo>
                  <a:lnTo>
                    <a:pt x="992148" y="1678591"/>
                  </a:lnTo>
                  <a:lnTo>
                    <a:pt x="988718" y="1678591"/>
                  </a:lnTo>
                  <a:lnTo>
                    <a:pt x="988718" y="1682878"/>
                  </a:lnTo>
                  <a:close/>
                  <a:moveTo>
                    <a:pt x="984430" y="1682878"/>
                  </a:moveTo>
                  <a:lnTo>
                    <a:pt x="987860" y="1682878"/>
                  </a:lnTo>
                  <a:lnTo>
                    <a:pt x="987860" y="1678591"/>
                  </a:lnTo>
                  <a:lnTo>
                    <a:pt x="984430" y="1678591"/>
                  </a:lnTo>
                  <a:lnTo>
                    <a:pt x="984430" y="1682878"/>
                  </a:lnTo>
                  <a:close/>
                  <a:moveTo>
                    <a:pt x="960848" y="1674732"/>
                  </a:moveTo>
                  <a:lnTo>
                    <a:pt x="960848" y="1682878"/>
                  </a:lnTo>
                  <a:lnTo>
                    <a:pt x="964279" y="1682878"/>
                  </a:lnTo>
                  <a:lnTo>
                    <a:pt x="964279" y="1679301"/>
                  </a:lnTo>
                  <a:lnTo>
                    <a:pt x="968848" y="1674732"/>
                  </a:lnTo>
                  <a:lnTo>
                    <a:pt x="960848" y="1674732"/>
                  </a:lnTo>
                  <a:close/>
                  <a:moveTo>
                    <a:pt x="951992" y="1674732"/>
                  </a:moveTo>
                  <a:lnTo>
                    <a:pt x="956561" y="1679301"/>
                  </a:lnTo>
                  <a:lnTo>
                    <a:pt x="956561" y="1682878"/>
                  </a:lnTo>
                  <a:lnTo>
                    <a:pt x="959991" y="1682878"/>
                  </a:lnTo>
                  <a:lnTo>
                    <a:pt x="959991" y="1674732"/>
                  </a:lnTo>
                  <a:lnTo>
                    <a:pt x="951992" y="1674732"/>
                  </a:lnTo>
                  <a:close/>
                  <a:moveTo>
                    <a:pt x="932979" y="1682878"/>
                  </a:moveTo>
                  <a:lnTo>
                    <a:pt x="936409" y="1682878"/>
                  </a:lnTo>
                  <a:lnTo>
                    <a:pt x="936409" y="1676447"/>
                  </a:lnTo>
                  <a:lnTo>
                    <a:pt x="932979" y="1676447"/>
                  </a:lnTo>
                  <a:lnTo>
                    <a:pt x="932979" y="1682878"/>
                  </a:lnTo>
                  <a:close/>
                  <a:moveTo>
                    <a:pt x="928692" y="1682878"/>
                  </a:moveTo>
                  <a:lnTo>
                    <a:pt x="932122" y="1682878"/>
                  </a:lnTo>
                  <a:lnTo>
                    <a:pt x="932122" y="1676447"/>
                  </a:lnTo>
                  <a:lnTo>
                    <a:pt x="928692" y="1676447"/>
                  </a:lnTo>
                  <a:lnTo>
                    <a:pt x="928692" y="1682878"/>
                  </a:lnTo>
                  <a:close/>
                  <a:moveTo>
                    <a:pt x="905110" y="1682878"/>
                  </a:moveTo>
                  <a:lnTo>
                    <a:pt x="908540" y="1682878"/>
                  </a:lnTo>
                  <a:lnTo>
                    <a:pt x="908540" y="1676447"/>
                  </a:lnTo>
                  <a:lnTo>
                    <a:pt x="905110" y="1676447"/>
                  </a:lnTo>
                  <a:lnTo>
                    <a:pt x="905110" y="1682878"/>
                  </a:lnTo>
                  <a:close/>
                  <a:moveTo>
                    <a:pt x="900822" y="1682878"/>
                  </a:moveTo>
                  <a:lnTo>
                    <a:pt x="904252" y="1682878"/>
                  </a:lnTo>
                  <a:lnTo>
                    <a:pt x="904252" y="1676447"/>
                  </a:lnTo>
                  <a:lnTo>
                    <a:pt x="900822" y="1676447"/>
                  </a:lnTo>
                  <a:lnTo>
                    <a:pt x="900822" y="1682878"/>
                  </a:lnTo>
                  <a:close/>
                  <a:moveTo>
                    <a:pt x="877241" y="1682878"/>
                  </a:moveTo>
                  <a:lnTo>
                    <a:pt x="880671" y="1682878"/>
                  </a:lnTo>
                  <a:lnTo>
                    <a:pt x="880671" y="1676447"/>
                  </a:lnTo>
                  <a:lnTo>
                    <a:pt x="877241" y="1676447"/>
                  </a:lnTo>
                  <a:lnTo>
                    <a:pt x="877241" y="1682878"/>
                  </a:lnTo>
                  <a:close/>
                  <a:moveTo>
                    <a:pt x="872953" y="1682878"/>
                  </a:moveTo>
                  <a:lnTo>
                    <a:pt x="876383" y="1682878"/>
                  </a:lnTo>
                  <a:lnTo>
                    <a:pt x="876383" y="1676447"/>
                  </a:lnTo>
                  <a:lnTo>
                    <a:pt x="872953" y="1676447"/>
                  </a:lnTo>
                  <a:lnTo>
                    <a:pt x="872953" y="1682878"/>
                  </a:lnTo>
                  <a:close/>
                  <a:moveTo>
                    <a:pt x="849371" y="1672588"/>
                  </a:moveTo>
                  <a:lnTo>
                    <a:pt x="849371" y="1682878"/>
                  </a:lnTo>
                  <a:lnTo>
                    <a:pt x="852801" y="1682878"/>
                  </a:lnTo>
                  <a:lnTo>
                    <a:pt x="852801" y="1677157"/>
                  </a:lnTo>
                  <a:lnTo>
                    <a:pt x="857370" y="1672588"/>
                  </a:lnTo>
                  <a:lnTo>
                    <a:pt x="849371" y="1672588"/>
                  </a:lnTo>
                  <a:close/>
                  <a:moveTo>
                    <a:pt x="840514" y="1672588"/>
                  </a:moveTo>
                  <a:lnTo>
                    <a:pt x="845084" y="1677157"/>
                  </a:lnTo>
                  <a:lnTo>
                    <a:pt x="845084" y="1682878"/>
                  </a:lnTo>
                  <a:lnTo>
                    <a:pt x="848514" y="1682878"/>
                  </a:lnTo>
                  <a:lnTo>
                    <a:pt x="848514" y="1672588"/>
                  </a:lnTo>
                  <a:lnTo>
                    <a:pt x="840514" y="1672588"/>
                  </a:lnTo>
                  <a:close/>
                  <a:moveTo>
                    <a:pt x="821502" y="1682878"/>
                  </a:moveTo>
                  <a:lnTo>
                    <a:pt x="824932" y="1682878"/>
                  </a:lnTo>
                  <a:lnTo>
                    <a:pt x="824932" y="1674303"/>
                  </a:lnTo>
                  <a:lnTo>
                    <a:pt x="821502" y="1674303"/>
                  </a:lnTo>
                  <a:lnTo>
                    <a:pt x="821502" y="1682878"/>
                  </a:lnTo>
                  <a:close/>
                  <a:moveTo>
                    <a:pt x="817214" y="1682878"/>
                  </a:moveTo>
                  <a:lnTo>
                    <a:pt x="820644" y="1682878"/>
                  </a:lnTo>
                  <a:lnTo>
                    <a:pt x="820644" y="1674303"/>
                  </a:lnTo>
                  <a:lnTo>
                    <a:pt x="817214" y="1674303"/>
                  </a:lnTo>
                  <a:lnTo>
                    <a:pt x="817214" y="1682878"/>
                  </a:lnTo>
                  <a:close/>
                  <a:moveTo>
                    <a:pt x="793633" y="1682878"/>
                  </a:moveTo>
                  <a:lnTo>
                    <a:pt x="797063" y="1682878"/>
                  </a:lnTo>
                  <a:lnTo>
                    <a:pt x="797063" y="1674303"/>
                  </a:lnTo>
                  <a:lnTo>
                    <a:pt x="793633" y="1674303"/>
                  </a:lnTo>
                  <a:lnTo>
                    <a:pt x="793633" y="1682878"/>
                  </a:lnTo>
                  <a:close/>
                  <a:moveTo>
                    <a:pt x="789345" y="1682878"/>
                  </a:moveTo>
                  <a:lnTo>
                    <a:pt x="792775" y="1682878"/>
                  </a:lnTo>
                  <a:lnTo>
                    <a:pt x="792775" y="1674303"/>
                  </a:lnTo>
                  <a:lnTo>
                    <a:pt x="789345" y="1674303"/>
                  </a:lnTo>
                  <a:lnTo>
                    <a:pt x="789345" y="1682878"/>
                  </a:lnTo>
                  <a:close/>
                  <a:moveTo>
                    <a:pt x="765763" y="1682878"/>
                  </a:moveTo>
                  <a:lnTo>
                    <a:pt x="769193" y="1682878"/>
                  </a:lnTo>
                  <a:lnTo>
                    <a:pt x="769193" y="1674303"/>
                  </a:lnTo>
                  <a:lnTo>
                    <a:pt x="765763" y="1674303"/>
                  </a:lnTo>
                  <a:lnTo>
                    <a:pt x="765763" y="1682878"/>
                  </a:lnTo>
                  <a:close/>
                  <a:moveTo>
                    <a:pt x="761476" y="1682878"/>
                  </a:moveTo>
                  <a:lnTo>
                    <a:pt x="764906" y="1682878"/>
                  </a:lnTo>
                  <a:lnTo>
                    <a:pt x="764906" y="1674303"/>
                  </a:lnTo>
                  <a:lnTo>
                    <a:pt x="761476" y="1674303"/>
                  </a:lnTo>
                  <a:lnTo>
                    <a:pt x="761476" y="1682878"/>
                  </a:lnTo>
                  <a:close/>
                  <a:moveTo>
                    <a:pt x="737894" y="1682878"/>
                  </a:moveTo>
                  <a:lnTo>
                    <a:pt x="741324" y="1682878"/>
                  </a:lnTo>
                  <a:lnTo>
                    <a:pt x="741324" y="1672159"/>
                  </a:lnTo>
                  <a:lnTo>
                    <a:pt x="737894" y="1672159"/>
                  </a:lnTo>
                  <a:lnTo>
                    <a:pt x="737894" y="1682878"/>
                  </a:lnTo>
                  <a:close/>
                  <a:moveTo>
                    <a:pt x="733606" y="1682878"/>
                  </a:moveTo>
                  <a:lnTo>
                    <a:pt x="737036" y="1682878"/>
                  </a:lnTo>
                  <a:lnTo>
                    <a:pt x="737036" y="1672159"/>
                  </a:lnTo>
                  <a:lnTo>
                    <a:pt x="733606" y="1672159"/>
                  </a:lnTo>
                  <a:lnTo>
                    <a:pt x="733606" y="1682878"/>
                  </a:lnTo>
                  <a:close/>
                  <a:moveTo>
                    <a:pt x="710025" y="1682878"/>
                  </a:moveTo>
                  <a:lnTo>
                    <a:pt x="713455" y="1682878"/>
                  </a:lnTo>
                  <a:lnTo>
                    <a:pt x="713455" y="1672159"/>
                  </a:lnTo>
                  <a:lnTo>
                    <a:pt x="710025" y="1672159"/>
                  </a:lnTo>
                  <a:lnTo>
                    <a:pt x="710025" y="1682878"/>
                  </a:lnTo>
                  <a:close/>
                  <a:moveTo>
                    <a:pt x="705737" y="1682878"/>
                  </a:moveTo>
                  <a:lnTo>
                    <a:pt x="709167" y="1682878"/>
                  </a:lnTo>
                  <a:lnTo>
                    <a:pt x="709167" y="1672159"/>
                  </a:lnTo>
                  <a:lnTo>
                    <a:pt x="705737" y="1672159"/>
                  </a:lnTo>
                  <a:lnTo>
                    <a:pt x="705737" y="1682878"/>
                  </a:lnTo>
                  <a:close/>
                  <a:moveTo>
                    <a:pt x="682155" y="1682878"/>
                  </a:moveTo>
                  <a:lnTo>
                    <a:pt x="685585" y="1682878"/>
                  </a:lnTo>
                  <a:lnTo>
                    <a:pt x="685585" y="1672159"/>
                  </a:lnTo>
                  <a:lnTo>
                    <a:pt x="682155" y="1672159"/>
                  </a:lnTo>
                  <a:lnTo>
                    <a:pt x="682155" y="1682878"/>
                  </a:lnTo>
                  <a:close/>
                  <a:moveTo>
                    <a:pt x="675724" y="1670444"/>
                  </a:moveTo>
                  <a:lnTo>
                    <a:pt x="675724" y="1684593"/>
                  </a:lnTo>
                  <a:lnTo>
                    <a:pt x="681298" y="1684593"/>
                  </a:lnTo>
                  <a:lnTo>
                    <a:pt x="681298" y="1670444"/>
                  </a:lnTo>
                  <a:lnTo>
                    <a:pt x="675724" y="1670444"/>
                  </a:lnTo>
                  <a:close/>
                  <a:moveTo>
                    <a:pt x="654286" y="1668300"/>
                  </a:moveTo>
                  <a:lnTo>
                    <a:pt x="654286" y="1682878"/>
                  </a:lnTo>
                  <a:lnTo>
                    <a:pt x="657716" y="1682878"/>
                  </a:lnTo>
                  <a:lnTo>
                    <a:pt x="657716" y="1672870"/>
                  </a:lnTo>
                  <a:lnTo>
                    <a:pt x="662285" y="1668300"/>
                  </a:lnTo>
                  <a:lnTo>
                    <a:pt x="654286" y="1668300"/>
                  </a:lnTo>
                  <a:close/>
                  <a:moveTo>
                    <a:pt x="645429" y="1668300"/>
                  </a:moveTo>
                  <a:lnTo>
                    <a:pt x="649998" y="1672870"/>
                  </a:lnTo>
                  <a:lnTo>
                    <a:pt x="649998" y="1682878"/>
                  </a:lnTo>
                  <a:lnTo>
                    <a:pt x="653428" y="1682878"/>
                  </a:lnTo>
                  <a:lnTo>
                    <a:pt x="653428" y="1668300"/>
                  </a:lnTo>
                  <a:lnTo>
                    <a:pt x="645429" y="1668300"/>
                  </a:lnTo>
                  <a:close/>
                  <a:moveTo>
                    <a:pt x="622129" y="1682878"/>
                  </a:moveTo>
                  <a:lnTo>
                    <a:pt x="625559" y="1682878"/>
                  </a:lnTo>
                  <a:lnTo>
                    <a:pt x="625559" y="1670016"/>
                  </a:lnTo>
                  <a:lnTo>
                    <a:pt x="622129" y="1670016"/>
                  </a:lnTo>
                  <a:lnTo>
                    <a:pt x="622129" y="1682878"/>
                  </a:lnTo>
                  <a:close/>
                  <a:moveTo>
                    <a:pt x="594260" y="1682878"/>
                  </a:moveTo>
                  <a:lnTo>
                    <a:pt x="597690" y="1682878"/>
                  </a:lnTo>
                  <a:lnTo>
                    <a:pt x="597690" y="1670016"/>
                  </a:lnTo>
                  <a:lnTo>
                    <a:pt x="594260" y="1670016"/>
                  </a:lnTo>
                  <a:lnTo>
                    <a:pt x="594260" y="1682878"/>
                  </a:lnTo>
                  <a:close/>
                  <a:moveTo>
                    <a:pt x="587828" y="1682878"/>
                  </a:moveTo>
                  <a:lnTo>
                    <a:pt x="591258" y="1682878"/>
                  </a:lnTo>
                  <a:lnTo>
                    <a:pt x="591258" y="1670016"/>
                  </a:lnTo>
                  <a:lnTo>
                    <a:pt x="587828" y="1670016"/>
                  </a:lnTo>
                  <a:lnTo>
                    <a:pt x="587828" y="1682878"/>
                  </a:lnTo>
                  <a:close/>
                  <a:moveTo>
                    <a:pt x="564247" y="1668300"/>
                  </a:moveTo>
                  <a:lnTo>
                    <a:pt x="564247" y="1684593"/>
                  </a:lnTo>
                  <a:lnTo>
                    <a:pt x="569820" y="1684593"/>
                  </a:lnTo>
                  <a:lnTo>
                    <a:pt x="569820" y="1668300"/>
                  </a:lnTo>
                  <a:lnTo>
                    <a:pt x="564247" y="1668300"/>
                  </a:lnTo>
                  <a:close/>
                  <a:moveTo>
                    <a:pt x="555390" y="1666157"/>
                  </a:moveTo>
                  <a:lnTo>
                    <a:pt x="559959" y="1670726"/>
                  </a:lnTo>
                  <a:lnTo>
                    <a:pt x="559959" y="1682878"/>
                  </a:lnTo>
                  <a:lnTo>
                    <a:pt x="563389" y="1682878"/>
                  </a:lnTo>
                  <a:lnTo>
                    <a:pt x="563389" y="1666157"/>
                  </a:lnTo>
                  <a:lnTo>
                    <a:pt x="555390" y="1666157"/>
                  </a:lnTo>
                  <a:close/>
                  <a:moveTo>
                    <a:pt x="536377" y="1682878"/>
                  </a:moveTo>
                  <a:lnTo>
                    <a:pt x="539807" y="1682878"/>
                  </a:lnTo>
                  <a:lnTo>
                    <a:pt x="539807" y="1667872"/>
                  </a:lnTo>
                  <a:lnTo>
                    <a:pt x="536377" y="1667872"/>
                  </a:lnTo>
                  <a:lnTo>
                    <a:pt x="536377" y="1682878"/>
                  </a:lnTo>
                  <a:close/>
                  <a:moveTo>
                    <a:pt x="532090" y="1682878"/>
                  </a:moveTo>
                  <a:lnTo>
                    <a:pt x="535520" y="1682878"/>
                  </a:lnTo>
                  <a:lnTo>
                    <a:pt x="535520" y="1667872"/>
                  </a:lnTo>
                  <a:lnTo>
                    <a:pt x="532090" y="1667872"/>
                  </a:lnTo>
                  <a:lnTo>
                    <a:pt x="532090" y="1682878"/>
                  </a:lnTo>
                  <a:close/>
                  <a:moveTo>
                    <a:pt x="508508" y="1682878"/>
                  </a:moveTo>
                  <a:lnTo>
                    <a:pt x="511938" y="1682878"/>
                  </a:lnTo>
                  <a:lnTo>
                    <a:pt x="511938" y="1667872"/>
                  </a:lnTo>
                  <a:lnTo>
                    <a:pt x="508508" y="1667872"/>
                  </a:lnTo>
                  <a:lnTo>
                    <a:pt x="508508" y="1682878"/>
                  </a:lnTo>
                  <a:close/>
                  <a:moveTo>
                    <a:pt x="480639" y="1682878"/>
                  </a:moveTo>
                  <a:lnTo>
                    <a:pt x="484069" y="1682878"/>
                  </a:lnTo>
                  <a:lnTo>
                    <a:pt x="484069" y="1665728"/>
                  </a:lnTo>
                  <a:lnTo>
                    <a:pt x="480639" y="1665728"/>
                  </a:lnTo>
                  <a:lnTo>
                    <a:pt x="480639" y="1682878"/>
                  </a:lnTo>
                  <a:close/>
                  <a:moveTo>
                    <a:pt x="476351" y="1682878"/>
                  </a:moveTo>
                  <a:lnTo>
                    <a:pt x="479781" y="1682878"/>
                  </a:lnTo>
                  <a:lnTo>
                    <a:pt x="479781" y="1665728"/>
                  </a:lnTo>
                  <a:lnTo>
                    <a:pt x="476351" y="1665728"/>
                  </a:lnTo>
                  <a:lnTo>
                    <a:pt x="476351" y="1682878"/>
                  </a:lnTo>
                  <a:close/>
                  <a:moveTo>
                    <a:pt x="452769" y="1682878"/>
                  </a:moveTo>
                  <a:lnTo>
                    <a:pt x="456199" y="1682878"/>
                  </a:lnTo>
                  <a:lnTo>
                    <a:pt x="456199" y="1663584"/>
                  </a:lnTo>
                  <a:lnTo>
                    <a:pt x="452769" y="1663584"/>
                  </a:lnTo>
                  <a:lnTo>
                    <a:pt x="452769" y="1682878"/>
                  </a:lnTo>
                  <a:close/>
                  <a:moveTo>
                    <a:pt x="448482" y="1682878"/>
                  </a:moveTo>
                  <a:lnTo>
                    <a:pt x="451912" y="1682878"/>
                  </a:lnTo>
                  <a:lnTo>
                    <a:pt x="451912" y="1663584"/>
                  </a:lnTo>
                  <a:lnTo>
                    <a:pt x="448482" y="1663584"/>
                  </a:lnTo>
                  <a:lnTo>
                    <a:pt x="448482" y="1682878"/>
                  </a:lnTo>
                  <a:close/>
                  <a:moveTo>
                    <a:pt x="424900" y="1682878"/>
                  </a:moveTo>
                  <a:lnTo>
                    <a:pt x="428330" y="1682878"/>
                  </a:lnTo>
                  <a:lnTo>
                    <a:pt x="428330" y="1661440"/>
                  </a:lnTo>
                  <a:lnTo>
                    <a:pt x="424900" y="1661440"/>
                  </a:lnTo>
                  <a:lnTo>
                    <a:pt x="424900" y="1682878"/>
                  </a:lnTo>
                  <a:close/>
                  <a:moveTo>
                    <a:pt x="420612" y="1682878"/>
                  </a:moveTo>
                  <a:lnTo>
                    <a:pt x="424042" y="1682878"/>
                  </a:lnTo>
                  <a:lnTo>
                    <a:pt x="424042" y="1661440"/>
                  </a:lnTo>
                  <a:lnTo>
                    <a:pt x="420612" y="1661440"/>
                  </a:lnTo>
                  <a:lnTo>
                    <a:pt x="420612" y="1682878"/>
                  </a:lnTo>
                  <a:close/>
                  <a:moveTo>
                    <a:pt x="397031" y="1682878"/>
                  </a:moveTo>
                  <a:lnTo>
                    <a:pt x="400461" y="1682878"/>
                  </a:lnTo>
                  <a:lnTo>
                    <a:pt x="400461" y="1661440"/>
                  </a:lnTo>
                  <a:lnTo>
                    <a:pt x="397031" y="1661440"/>
                  </a:lnTo>
                  <a:lnTo>
                    <a:pt x="397031" y="1682878"/>
                  </a:lnTo>
                  <a:close/>
                  <a:moveTo>
                    <a:pt x="392743" y="1682878"/>
                  </a:moveTo>
                  <a:lnTo>
                    <a:pt x="396173" y="1682878"/>
                  </a:lnTo>
                  <a:lnTo>
                    <a:pt x="396173" y="1661440"/>
                  </a:lnTo>
                  <a:lnTo>
                    <a:pt x="392743" y="1661440"/>
                  </a:lnTo>
                  <a:lnTo>
                    <a:pt x="392743" y="1682878"/>
                  </a:lnTo>
                  <a:close/>
                  <a:moveTo>
                    <a:pt x="386312" y="1662151"/>
                  </a:moveTo>
                  <a:lnTo>
                    <a:pt x="386312" y="1682878"/>
                  </a:lnTo>
                  <a:lnTo>
                    <a:pt x="389742" y="1682878"/>
                  </a:lnTo>
                  <a:lnTo>
                    <a:pt x="389742" y="1660730"/>
                  </a:lnTo>
                  <a:lnTo>
                    <a:pt x="387096" y="1658084"/>
                  </a:lnTo>
                  <a:lnTo>
                    <a:pt x="384670" y="1660509"/>
                  </a:lnTo>
                  <a:lnTo>
                    <a:pt x="386312" y="1662151"/>
                  </a:lnTo>
                  <a:close/>
                  <a:moveTo>
                    <a:pt x="369161" y="1682878"/>
                  </a:moveTo>
                  <a:lnTo>
                    <a:pt x="372591" y="1682878"/>
                  </a:lnTo>
                  <a:lnTo>
                    <a:pt x="372591" y="1659297"/>
                  </a:lnTo>
                  <a:lnTo>
                    <a:pt x="369161" y="1659297"/>
                  </a:lnTo>
                  <a:lnTo>
                    <a:pt x="369161" y="1682878"/>
                  </a:lnTo>
                  <a:close/>
                  <a:moveTo>
                    <a:pt x="364874" y="1682878"/>
                  </a:moveTo>
                  <a:lnTo>
                    <a:pt x="368304" y="1682878"/>
                  </a:lnTo>
                  <a:lnTo>
                    <a:pt x="368304" y="1659297"/>
                  </a:lnTo>
                  <a:lnTo>
                    <a:pt x="364874" y="1659297"/>
                  </a:lnTo>
                  <a:lnTo>
                    <a:pt x="364874" y="1682878"/>
                  </a:lnTo>
                  <a:close/>
                  <a:moveTo>
                    <a:pt x="341292" y="1682878"/>
                  </a:moveTo>
                  <a:lnTo>
                    <a:pt x="344722" y="1682878"/>
                  </a:lnTo>
                  <a:lnTo>
                    <a:pt x="344722" y="1657153"/>
                  </a:lnTo>
                  <a:lnTo>
                    <a:pt x="341292" y="1657153"/>
                  </a:lnTo>
                  <a:lnTo>
                    <a:pt x="341292" y="1682878"/>
                  </a:lnTo>
                  <a:close/>
                  <a:moveTo>
                    <a:pt x="337004" y="1682878"/>
                  </a:moveTo>
                  <a:lnTo>
                    <a:pt x="340434" y="1682878"/>
                  </a:lnTo>
                  <a:lnTo>
                    <a:pt x="340434" y="1652865"/>
                  </a:lnTo>
                  <a:lnTo>
                    <a:pt x="337004" y="1652865"/>
                  </a:lnTo>
                  <a:lnTo>
                    <a:pt x="337004" y="1682878"/>
                  </a:lnTo>
                  <a:close/>
                  <a:moveTo>
                    <a:pt x="313423" y="1682878"/>
                  </a:moveTo>
                  <a:lnTo>
                    <a:pt x="316853" y="1682878"/>
                  </a:lnTo>
                  <a:lnTo>
                    <a:pt x="316853" y="1650721"/>
                  </a:lnTo>
                  <a:lnTo>
                    <a:pt x="313423" y="1650721"/>
                  </a:lnTo>
                  <a:lnTo>
                    <a:pt x="313423" y="1682878"/>
                  </a:lnTo>
                  <a:close/>
                  <a:moveTo>
                    <a:pt x="309135" y="1682878"/>
                  </a:moveTo>
                  <a:lnTo>
                    <a:pt x="312565" y="1682878"/>
                  </a:lnTo>
                  <a:lnTo>
                    <a:pt x="312565" y="1648578"/>
                  </a:lnTo>
                  <a:lnTo>
                    <a:pt x="309135" y="1648578"/>
                  </a:lnTo>
                  <a:lnTo>
                    <a:pt x="309135" y="1682878"/>
                  </a:lnTo>
                  <a:close/>
                  <a:moveTo>
                    <a:pt x="285553" y="1682878"/>
                  </a:moveTo>
                  <a:lnTo>
                    <a:pt x="288983" y="1682878"/>
                  </a:lnTo>
                  <a:lnTo>
                    <a:pt x="288983" y="1644290"/>
                  </a:lnTo>
                  <a:lnTo>
                    <a:pt x="285553" y="1644290"/>
                  </a:lnTo>
                  <a:lnTo>
                    <a:pt x="285553" y="1682878"/>
                  </a:lnTo>
                  <a:close/>
                  <a:moveTo>
                    <a:pt x="281266" y="1682878"/>
                  </a:moveTo>
                  <a:lnTo>
                    <a:pt x="284696" y="1682878"/>
                  </a:lnTo>
                  <a:lnTo>
                    <a:pt x="284696" y="1640002"/>
                  </a:lnTo>
                  <a:lnTo>
                    <a:pt x="281266" y="1640002"/>
                  </a:lnTo>
                  <a:lnTo>
                    <a:pt x="281266" y="1682878"/>
                  </a:lnTo>
                  <a:close/>
                  <a:moveTo>
                    <a:pt x="257684" y="1636144"/>
                  </a:moveTo>
                  <a:lnTo>
                    <a:pt x="257684" y="1682878"/>
                  </a:lnTo>
                  <a:lnTo>
                    <a:pt x="261114" y="1682878"/>
                  </a:lnTo>
                  <a:lnTo>
                    <a:pt x="261114" y="1640713"/>
                  </a:lnTo>
                  <a:lnTo>
                    <a:pt x="265683" y="1636144"/>
                  </a:lnTo>
                  <a:lnTo>
                    <a:pt x="257684" y="1636144"/>
                  </a:lnTo>
                  <a:close/>
                  <a:moveTo>
                    <a:pt x="253396" y="1682878"/>
                  </a:moveTo>
                  <a:lnTo>
                    <a:pt x="256827" y="1682878"/>
                  </a:lnTo>
                  <a:lnTo>
                    <a:pt x="256827" y="1633571"/>
                  </a:lnTo>
                  <a:lnTo>
                    <a:pt x="253396" y="1633571"/>
                  </a:lnTo>
                  <a:lnTo>
                    <a:pt x="253396" y="1682878"/>
                  </a:lnTo>
                  <a:close/>
                  <a:moveTo>
                    <a:pt x="229815" y="1682878"/>
                  </a:moveTo>
                  <a:lnTo>
                    <a:pt x="233245" y="1682878"/>
                  </a:lnTo>
                  <a:lnTo>
                    <a:pt x="233245" y="1624996"/>
                  </a:lnTo>
                  <a:lnTo>
                    <a:pt x="229815" y="1624996"/>
                  </a:lnTo>
                  <a:lnTo>
                    <a:pt x="229815" y="1682878"/>
                  </a:lnTo>
                  <a:close/>
                  <a:moveTo>
                    <a:pt x="225527" y="1682878"/>
                  </a:moveTo>
                  <a:lnTo>
                    <a:pt x="228957" y="1682878"/>
                  </a:lnTo>
                  <a:lnTo>
                    <a:pt x="228957" y="1616421"/>
                  </a:lnTo>
                  <a:lnTo>
                    <a:pt x="225527" y="1616421"/>
                  </a:lnTo>
                  <a:lnTo>
                    <a:pt x="225527" y="168287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39" name="Vector layer BDBDBD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7713" y="1817937"/>
                  </a:moveTo>
                  <a:lnTo>
                    <a:pt x="1961143" y="1817937"/>
                  </a:lnTo>
                  <a:lnTo>
                    <a:pt x="1961143" y="1685022"/>
                  </a:lnTo>
                  <a:lnTo>
                    <a:pt x="1957713" y="1685022"/>
                  </a:lnTo>
                  <a:lnTo>
                    <a:pt x="1957713" y="1817937"/>
                  </a:lnTo>
                  <a:close/>
                  <a:moveTo>
                    <a:pt x="1951281" y="1800787"/>
                  </a:moveTo>
                  <a:lnTo>
                    <a:pt x="1954711" y="1800787"/>
                  </a:lnTo>
                  <a:lnTo>
                    <a:pt x="1954711" y="1685022"/>
                  </a:lnTo>
                  <a:lnTo>
                    <a:pt x="1951281" y="1685022"/>
                  </a:lnTo>
                  <a:lnTo>
                    <a:pt x="1951281" y="1800787"/>
                  </a:lnTo>
                  <a:close/>
                  <a:moveTo>
                    <a:pt x="1944850" y="1757911"/>
                  </a:moveTo>
                  <a:lnTo>
                    <a:pt x="1948280" y="1757911"/>
                  </a:lnTo>
                  <a:lnTo>
                    <a:pt x="1948280" y="1685022"/>
                  </a:lnTo>
                  <a:lnTo>
                    <a:pt x="1944850" y="1685022"/>
                  </a:lnTo>
                  <a:lnTo>
                    <a:pt x="1944850" y="1757911"/>
                  </a:lnTo>
                  <a:close/>
                  <a:moveTo>
                    <a:pt x="1938419" y="1749336"/>
                  </a:moveTo>
                  <a:lnTo>
                    <a:pt x="1941849" y="1749336"/>
                  </a:lnTo>
                  <a:lnTo>
                    <a:pt x="1941849" y="1685022"/>
                  </a:lnTo>
                  <a:lnTo>
                    <a:pt x="1938419" y="1685022"/>
                  </a:lnTo>
                  <a:lnTo>
                    <a:pt x="1938419" y="1749336"/>
                  </a:lnTo>
                  <a:close/>
                  <a:moveTo>
                    <a:pt x="1929843" y="1749336"/>
                  </a:moveTo>
                  <a:lnTo>
                    <a:pt x="1933273" y="1749336"/>
                  </a:lnTo>
                  <a:lnTo>
                    <a:pt x="1933273" y="1685022"/>
                  </a:lnTo>
                  <a:lnTo>
                    <a:pt x="1929843" y="1685022"/>
                  </a:lnTo>
                  <a:lnTo>
                    <a:pt x="1929843" y="1749336"/>
                  </a:lnTo>
                  <a:close/>
                  <a:moveTo>
                    <a:pt x="1923412" y="1742905"/>
                  </a:moveTo>
                  <a:lnTo>
                    <a:pt x="1926842" y="1742905"/>
                  </a:lnTo>
                  <a:lnTo>
                    <a:pt x="1926842" y="1685022"/>
                  </a:lnTo>
                  <a:lnTo>
                    <a:pt x="1923412" y="1685022"/>
                  </a:lnTo>
                  <a:lnTo>
                    <a:pt x="1923412" y="1742905"/>
                  </a:lnTo>
                  <a:close/>
                  <a:moveTo>
                    <a:pt x="1916981" y="1738617"/>
                  </a:moveTo>
                  <a:lnTo>
                    <a:pt x="1920411" y="1738617"/>
                  </a:lnTo>
                  <a:lnTo>
                    <a:pt x="1920411" y="1685022"/>
                  </a:lnTo>
                  <a:lnTo>
                    <a:pt x="1916981" y="1685022"/>
                  </a:lnTo>
                  <a:lnTo>
                    <a:pt x="1916981" y="1738617"/>
                  </a:lnTo>
                  <a:close/>
                  <a:moveTo>
                    <a:pt x="1910549" y="1736473"/>
                  </a:moveTo>
                  <a:lnTo>
                    <a:pt x="1913979" y="1736473"/>
                  </a:lnTo>
                  <a:lnTo>
                    <a:pt x="1913979" y="1685022"/>
                  </a:lnTo>
                  <a:lnTo>
                    <a:pt x="1910549" y="1685022"/>
                  </a:lnTo>
                  <a:lnTo>
                    <a:pt x="1910549" y="1736473"/>
                  </a:lnTo>
                  <a:close/>
                  <a:moveTo>
                    <a:pt x="1901974" y="1734329"/>
                  </a:moveTo>
                  <a:lnTo>
                    <a:pt x="1905404" y="1734329"/>
                  </a:lnTo>
                  <a:lnTo>
                    <a:pt x="1905404" y="1685022"/>
                  </a:lnTo>
                  <a:lnTo>
                    <a:pt x="1901974" y="1685022"/>
                  </a:lnTo>
                  <a:lnTo>
                    <a:pt x="1901974" y="1734329"/>
                  </a:lnTo>
                  <a:close/>
                  <a:moveTo>
                    <a:pt x="1895543" y="1732186"/>
                  </a:moveTo>
                  <a:lnTo>
                    <a:pt x="1898973" y="1732186"/>
                  </a:lnTo>
                  <a:lnTo>
                    <a:pt x="1898973" y="1685022"/>
                  </a:lnTo>
                  <a:lnTo>
                    <a:pt x="1895543" y="1685022"/>
                  </a:lnTo>
                  <a:lnTo>
                    <a:pt x="1895543" y="1732186"/>
                  </a:lnTo>
                  <a:close/>
                  <a:moveTo>
                    <a:pt x="1889111" y="1730042"/>
                  </a:moveTo>
                  <a:lnTo>
                    <a:pt x="1892541" y="1730042"/>
                  </a:lnTo>
                  <a:lnTo>
                    <a:pt x="1892541" y="1685022"/>
                  </a:lnTo>
                  <a:lnTo>
                    <a:pt x="1889111" y="1685022"/>
                  </a:lnTo>
                  <a:lnTo>
                    <a:pt x="1889111" y="1730042"/>
                  </a:lnTo>
                  <a:close/>
                  <a:moveTo>
                    <a:pt x="1882680" y="1730042"/>
                  </a:moveTo>
                  <a:lnTo>
                    <a:pt x="1886110" y="1730042"/>
                  </a:lnTo>
                  <a:lnTo>
                    <a:pt x="1886110" y="1685022"/>
                  </a:lnTo>
                  <a:lnTo>
                    <a:pt x="1882680" y="1685022"/>
                  </a:lnTo>
                  <a:lnTo>
                    <a:pt x="1882680" y="1730042"/>
                  </a:lnTo>
                  <a:close/>
                  <a:moveTo>
                    <a:pt x="1874105" y="1725754"/>
                  </a:moveTo>
                  <a:lnTo>
                    <a:pt x="1877535" y="1725754"/>
                  </a:lnTo>
                  <a:lnTo>
                    <a:pt x="1877535" y="1685022"/>
                  </a:lnTo>
                  <a:lnTo>
                    <a:pt x="1874105" y="1685022"/>
                  </a:lnTo>
                  <a:lnTo>
                    <a:pt x="1874105" y="1725754"/>
                  </a:lnTo>
                  <a:close/>
                  <a:moveTo>
                    <a:pt x="1867673" y="1725754"/>
                  </a:moveTo>
                  <a:lnTo>
                    <a:pt x="1871103" y="1725754"/>
                  </a:lnTo>
                  <a:lnTo>
                    <a:pt x="1871103" y="1685022"/>
                  </a:lnTo>
                  <a:lnTo>
                    <a:pt x="1867673" y="1685022"/>
                  </a:lnTo>
                  <a:lnTo>
                    <a:pt x="1867673" y="1725754"/>
                  </a:lnTo>
                  <a:close/>
                  <a:moveTo>
                    <a:pt x="1861242" y="1723610"/>
                  </a:moveTo>
                  <a:lnTo>
                    <a:pt x="1864672" y="1723610"/>
                  </a:lnTo>
                  <a:lnTo>
                    <a:pt x="1864672" y="1685022"/>
                  </a:lnTo>
                  <a:lnTo>
                    <a:pt x="1861242" y="1685022"/>
                  </a:lnTo>
                  <a:lnTo>
                    <a:pt x="1861242" y="1723610"/>
                  </a:lnTo>
                  <a:close/>
                  <a:moveTo>
                    <a:pt x="1854811" y="1721467"/>
                  </a:moveTo>
                  <a:lnTo>
                    <a:pt x="1858241" y="1721467"/>
                  </a:lnTo>
                  <a:lnTo>
                    <a:pt x="1858241" y="1685022"/>
                  </a:lnTo>
                  <a:lnTo>
                    <a:pt x="1854811" y="1685022"/>
                  </a:lnTo>
                  <a:lnTo>
                    <a:pt x="1854811" y="1721467"/>
                  </a:lnTo>
                  <a:close/>
                  <a:moveTo>
                    <a:pt x="1846235" y="1719323"/>
                  </a:moveTo>
                  <a:lnTo>
                    <a:pt x="1849665" y="1719323"/>
                  </a:lnTo>
                  <a:lnTo>
                    <a:pt x="1849665" y="1685022"/>
                  </a:lnTo>
                  <a:lnTo>
                    <a:pt x="1846235" y="1685022"/>
                  </a:lnTo>
                  <a:lnTo>
                    <a:pt x="1846235" y="1719323"/>
                  </a:lnTo>
                  <a:close/>
                  <a:moveTo>
                    <a:pt x="1839804" y="1719323"/>
                  </a:moveTo>
                  <a:lnTo>
                    <a:pt x="1843234" y="1719323"/>
                  </a:lnTo>
                  <a:lnTo>
                    <a:pt x="1843234" y="1685022"/>
                  </a:lnTo>
                  <a:lnTo>
                    <a:pt x="1839804" y="1685022"/>
                  </a:lnTo>
                  <a:lnTo>
                    <a:pt x="1839804" y="1719323"/>
                  </a:lnTo>
                  <a:close/>
                  <a:moveTo>
                    <a:pt x="1833373" y="1717179"/>
                  </a:moveTo>
                  <a:lnTo>
                    <a:pt x="1836803" y="1717179"/>
                  </a:lnTo>
                  <a:lnTo>
                    <a:pt x="1836803" y="1685022"/>
                  </a:lnTo>
                  <a:lnTo>
                    <a:pt x="1833373" y="1685022"/>
                  </a:lnTo>
                  <a:lnTo>
                    <a:pt x="1833373" y="1717179"/>
                  </a:lnTo>
                  <a:close/>
                  <a:moveTo>
                    <a:pt x="1826941" y="1717179"/>
                  </a:moveTo>
                  <a:lnTo>
                    <a:pt x="1830371" y="1717179"/>
                  </a:lnTo>
                  <a:lnTo>
                    <a:pt x="1830371" y="1685022"/>
                  </a:lnTo>
                  <a:lnTo>
                    <a:pt x="1826941" y="1685022"/>
                  </a:lnTo>
                  <a:lnTo>
                    <a:pt x="1826941" y="1717179"/>
                  </a:lnTo>
                  <a:close/>
                  <a:moveTo>
                    <a:pt x="1818366" y="1712891"/>
                  </a:moveTo>
                  <a:lnTo>
                    <a:pt x="1821796" y="1712891"/>
                  </a:lnTo>
                  <a:lnTo>
                    <a:pt x="1821796" y="1685022"/>
                  </a:lnTo>
                  <a:lnTo>
                    <a:pt x="1818366" y="1685022"/>
                  </a:lnTo>
                  <a:lnTo>
                    <a:pt x="1818366" y="1712891"/>
                  </a:lnTo>
                  <a:close/>
                  <a:moveTo>
                    <a:pt x="1811935" y="1712891"/>
                  </a:moveTo>
                  <a:lnTo>
                    <a:pt x="1815365" y="1712891"/>
                  </a:lnTo>
                  <a:lnTo>
                    <a:pt x="1815365" y="1685022"/>
                  </a:lnTo>
                  <a:lnTo>
                    <a:pt x="1811935" y="1685022"/>
                  </a:lnTo>
                  <a:lnTo>
                    <a:pt x="1811935" y="1712891"/>
                  </a:lnTo>
                  <a:close/>
                  <a:moveTo>
                    <a:pt x="1805503" y="1708604"/>
                  </a:moveTo>
                  <a:lnTo>
                    <a:pt x="1808933" y="1708604"/>
                  </a:lnTo>
                  <a:lnTo>
                    <a:pt x="1808933" y="1685022"/>
                  </a:lnTo>
                  <a:lnTo>
                    <a:pt x="1805503" y="1685022"/>
                  </a:lnTo>
                  <a:lnTo>
                    <a:pt x="1805503" y="1708604"/>
                  </a:lnTo>
                  <a:close/>
                  <a:moveTo>
                    <a:pt x="1799072" y="1704316"/>
                  </a:moveTo>
                  <a:lnTo>
                    <a:pt x="1802502" y="1704316"/>
                  </a:lnTo>
                  <a:lnTo>
                    <a:pt x="1802502" y="1685022"/>
                  </a:lnTo>
                  <a:lnTo>
                    <a:pt x="1799072" y="1685022"/>
                  </a:lnTo>
                  <a:lnTo>
                    <a:pt x="1799072" y="1704316"/>
                  </a:lnTo>
                  <a:close/>
                  <a:moveTo>
                    <a:pt x="1790497" y="1704316"/>
                  </a:moveTo>
                  <a:lnTo>
                    <a:pt x="1793927" y="1704316"/>
                  </a:lnTo>
                  <a:lnTo>
                    <a:pt x="1793927" y="1685022"/>
                  </a:lnTo>
                  <a:lnTo>
                    <a:pt x="1790497" y="1685022"/>
                  </a:lnTo>
                  <a:lnTo>
                    <a:pt x="1790497" y="1704316"/>
                  </a:lnTo>
                  <a:close/>
                  <a:moveTo>
                    <a:pt x="1784065" y="1704316"/>
                  </a:moveTo>
                  <a:lnTo>
                    <a:pt x="1787495" y="1704316"/>
                  </a:lnTo>
                  <a:lnTo>
                    <a:pt x="1787495" y="1685022"/>
                  </a:lnTo>
                  <a:lnTo>
                    <a:pt x="1784065" y="1685022"/>
                  </a:lnTo>
                  <a:lnTo>
                    <a:pt x="1784065" y="1704316"/>
                  </a:lnTo>
                  <a:close/>
                  <a:moveTo>
                    <a:pt x="1777634" y="1702172"/>
                  </a:moveTo>
                  <a:lnTo>
                    <a:pt x="1781064" y="1702172"/>
                  </a:lnTo>
                  <a:lnTo>
                    <a:pt x="1781064" y="1685022"/>
                  </a:lnTo>
                  <a:lnTo>
                    <a:pt x="1777634" y="1685022"/>
                  </a:lnTo>
                  <a:lnTo>
                    <a:pt x="1777634" y="1702172"/>
                  </a:lnTo>
                  <a:close/>
                  <a:moveTo>
                    <a:pt x="1771203" y="1702172"/>
                  </a:moveTo>
                  <a:lnTo>
                    <a:pt x="1774633" y="1702172"/>
                  </a:lnTo>
                  <a:lnTo>
                    <a:pt x="1774633" y="1685022"/>
                  </a:lnTo>
                  <a:lnTo>
                    <a:pt x="1771203" y="1685022"/>
                  </a:lnTo>
                  <a:lnTo>
                    <a:pt x="1771203" y="1702172"/>
                  </a:lnTo>
                  <a:close/>
                  <a:moveTo>
                    <a:pt x="1762627" y="1700029"/>
                  </a:moveTo>
                  <a:lnTo>
                    <a:pt x="1766057" y="1700029"/>
                  </a:lnTo>
                  <a:lnTo>
                    <a:pt x="1766057" y="1685022"/>
                  </a:lnTo>
                  <a:lnTo>
                    <a:pt x="1762627" y="1685022"/>
                  </a:lnTo>
                  <a:lnTo>
                    <a:pt x="1762627" y="1700029"/>
                  </a:lnTo>
                  <a:close/>
                  <a:moveTo>
                    <a:pt x="1756196" y="1700029"/>
                  </a:moveTo>
                  <a:lnTo>
                    <a:pt x="1759626" y="1700029"/>
                  </a:lnTo>
                  <a:lnTo>
                    <a:pt x="1759626" y="1685022"/>
                  </a:lnTo>
                  <a:lnTo>
                    <a:pt x="1756196" y="1685022"/>
                  </a:lnTo>
                  <a:lnTo>
                    <a:pt x="1756196" y="1700029"/>
                  </a:lnTo>
                  <a:close/>
                  <a:moveTo>
                    <a:pt x="1749765" y="1697885"/>
                  </a:moveTo>
                  <a:lnTo>
                    <a:pt x="1753195" y="1697885"/>
                  </a:lnTo>
                  <a:lnTo>
                    <a:pt x="1753195" y="1685022"/>
                  </a:lnTo>
                  <a:lnTo>
                    <a:pt x="1749765" y="1685022"/>
                  </a:lnTo>
                  <a:lnTo>
                    <a:pt x="1749765" y="1697885"/>
                  </a:lnTo>
                  <a:close/>
                  <a:moveTo>
                    <a:pt x="1743333" y="1697885"/>
                  </a:moveTo>
                  <a:lnTo>
                    <a:pt x="1746763" y="1697885"/>
                  </a:lnTo>
                  <a:lnTo>
                    <a:pt x="1746763" y="1685022"/>
                  </a:lnTo>
                  <a:lnTo>
                    <a:pt x="1743333" y="1685022"/>
                  </a:lnTo>
                  <a:lnTo>
                    <a:pt x="1743333" y="1697885"/>
                  </a:lnTo>
                  <a:close/>
                  <a:moveTo>
                    <a:pt x="1734758" y="1697885"/>
                  </a:moveTo>
                  <a:lnTo>
                    <a:pt x="1738188" y="1697885"/>
                  </a:lnTo>
                  <a:lnTo>
                    <a:pt x="1738188" y="1685022"/>
                  </a:lnTo>
                  <a:lnTo>
                    <a:pt x="1734758" y="1685022"/>
                  </a:lnTo>
                  <a:lnTo>
                    <a:pt x="1734758" y="1697885"/>
                  </a:lnTo>
                  <a:close/>
                  <a:moveTo>
                    <a:pt x="1728327" y="1697885"/>
                  </a:moveTo>
                  <a:lnTo>
                    <a:pt x="1731757" y="1697885"/>
                  </a:lnTo>
                  <a:lnTo>
                    <a:pt x="1731757" y="1685022"/>
                  </a:lnTo>
                  <a:lnTo>
                    <a:pt x="1728327" y="1685022"/>
                  </a:lnTo>
                  <a:lnTo>
                    <a:pt x="1728327" y="1697885"/>
                  </a:lnTo>
                  <a:close/>
                  <a:moveTo>
                    <a:pt x="1721895" y="1697885"/>
                  </a:moveTo>
                  <a:lnTo>
                    <a:pt x="1725325" y="1697885"/>
                  </a:lnTo>
                  <a:lnTo>
                    <a:pt x="1725325" y="1685022"/>
                  </a:lnTo>
                  <a:lnTo>
                    <a:pt x="1721895" y="1685022"/>
                  </a:lnTo>
                  <a:lnTo>
                    <a:pt x="1721895" y="1697885"/>
                  </a:lnTo>
                  <a:close/>
                  <a:moveTo>
                    <a:pt x="1715464" y="1695741"/>
                  </a:moveTo>
                  <a:lnTo>
                    <a:pt x="1718894" y="1695741"/>
                  </a:lnTo>
                  <a:lnTo>
                    <a:pt x="1718894" y="1685022"/>
                  </a:lnTo>
                  <a:lnTo>
                    <a:pt x="1715464" y="1685022"/>
                  </a:lnTo>
                  <a:lnTo>
                    <a:pt x="1715464" y="1695741"/>
                  </a:lnTo>
                  <a:close/>
                  <a:moveTo>
                    <a:pt x="1706889" y="1695741"/>
                  </a:moveTo>
                  <a:lnTo>
                    <a:pt x="1710319" y="1695741"/>
                  </a:lnTo>
                  <a:lnTo>
                    <a:pt x="1710319" y="1685022"/>
                  </a:lnTo>
                  <a:lnTo>
                    <a:pt x="1706889" y="1685022"/>
                  </a:lnTo>
                  <a:lnTo>
                    <a:pt x="1706889" y="1695741"/>
                  </a:lnTo>
                  <a:close/>
                  <a:moveTo>
                    <a:pt x="1700457" y="1695741"/>
                  </a:moveTo>
                  <a:lnTo>
                    <a:pt x="1703887" y="1695741"/>
                  </a:lnTo>
                  <a:lnTo>
                    <a:pt x="1703887" y="1685022"/>
                  </a:lnTo>
                  <a:lnTo>
                    <a:pt x="1700457" y="1685022"/>
                  </a:lnTo>
                  <a:lnTo>
                    <a:pt x="1700457" y="1695741"/>
                  </a:lnTo>
                  <a:close/>
                  <a:moveTo>
                    <a:pt x="1694026" y="1695741"/>
                  </a:moveTo>
                  <a:lnTo>
                    <a:pt x="1697456" y="1695741"/>
                  </a:lnTo>
                  <a:lnTo>
                    <a:pt x="1697456" y="1685022"/>
                  </a:lnTo>
                  <a:lnTo>
                    <a:pt x="1694026" y="1685022"/>
                  </a:lnTo>
                  <a:lnTo>
                    <a:pt x="1694026" y="1695741"/>
                  </a:lnTo>
                  <a:close/>
                  <a:moveTo>
                    <a:pt x="1687595" y="1695741"/>
                  </a:moveTo>
                  <a:lnTo>
                    <a:pt x="1691025" y="1695741"/>
                  </a:lnTo>
                  <a:lnTo>
                    <a:pt x="1691025" y="1685022"/>
                  </a:lnTo>
                  <a:lnTo>
                    <a:pt x="1687595" y="1685022"/>
                  </a:lnTo>
                  <a:lnTo>
                    <a:pt x="1687595" y="1695741"/>
                  </a:lnTo>
                  <a:close/>
                  <a:moveTo>
                    <a:pt x="1679019" y="1695741"/>
                  </a:moveTo>
                  <a:lnTo>
                    <a:pt x="1682450" y="1695741"/>
                  </a:lnTo>
                  <a:lnTo>
                    <a:pt x="1682450" y="1685022"/>
                  </a:lnTo>
                  <a:lnTo>
                    <a:pt x="1679019" y="1685022"/>
                  </a:lnTo>
                  <a:lnTo>
                    <a:pt x="1679019" y="1695741"/>
                  </a:lnTo>
                  <a:close/>
                  <a:moveTo>
                    <a:pt x="1672588" y="1693597"/>
                  </a:moveTo>
                  <a:lnTo>
                    <a:pt x="1676018" y="1693597"/>
                  </a:lnTo>
                  <a:lnTo>
                    <a:pt x="1676018" y="1685022"/>
                  </a:lnTo>
                  <a:lnTo>
                    <a:pt x="1672588" y="1685022"/>
                  </a:lnTo>
                  <a:lnTo>
                    <a:pt x="1672588" y="1693597"/>
                  </a:lnTo>
                  <a:close/>
                  <a:moveTo>
                    <a:pt x="1666157" y="1693597"/>
                  </a:moveTo>
                  <a:lnTo>
                    <a:pt x="1669587" y="1693597"/>
                  </a:lnTo>
                  <a:lnTo>
                    <a:pt x="1669587" y="1685022"/>
                  </a:lnTo>
                  <a:lnTo>
                    <a:pt x="1666157" y="1685022"/>
                  </a:lnTo>
                  <a:lnTo>
                    <a:pt x="1666157" y="1693597"/>
                  </a:lnTo>
                  <a:close/>
                  <a:moveTo>
                    <a:pt x="1659725" y="1693597"/>
                  </a:moveTo>
                  <a:lnTo>
                    <a:pt x="1663155" y="1693597"/>
                  </a:lnTo>
                  <a:lnTo>
                    <a:pt x="1663155" y="1685022"/>
                  </a:lnTo>
                  <a:lnTo>
                    <a:pt x="1659725" y="1685022"/>
                  </a:lnTo>
                  <a:lnTo>
                    <a:pt x="1659725" y="1693597"/>
                  </a:lnTo>
                  <a:close/>
                  <a:moveTo>
                    <a:pt x="1651150" y="1693597"/>
                  </a:moveTo>
                  <a:lnTo>
                    <a:pt x="1654580" y="1693597"/>
                  </a:lnTo>
                  <a:lnTo>
                    <a:pt x="1654580" y="1685022"/>
                  </a:lnTo>
                  <a:lnTo>
                    <a:pt x="1651150" y="1685022"/>
                  </a:lnTo>
                  <a:lnTo>
                    <a:pt x="1651150" y="1693597"/>
                  </a:lnTo>
                  <a:close/>
                  <a:moveTo>
                    <a:pt x="1644719" y="1693597"/>
                  </a:moveTo>
                  <a:lnTo>
                    <a:pt x="1648149" y="1693597"/>
                  </a:lnTo>
                  <a:lnTo>
                    <a:pt x="1648149" y="1685022"/>
                  </a:lnTo>
                  <a:lnTo>
                    <a:pt x="1644719" y="1685022"/>
                  </a:lnTo>
                  <a:lnTo>
                    <a:pt x="1644719" y="1693597"/>
                  </a:lnTo>
                  <a:close/>
                  <a:moveTo>
                    <a:pt x="1638287" y="1691453"/>
                  </a:moveTo>
                  <a:lnTo>
                    <a:pt x="1641717" y="1691453"/>
                  </a:lnTo>
                  <a:lnTo>
                    <a:pt x="1641717" y="1685022"/>
                  </a:lnTo>
                  <a:lnTo>
                    <a:pt x="1638287" y="1685022"/>
                  </a:lnTo>
                  <a:lnTo>
                    <a:pt x="1638287" y="1691453"/>
                  </a:lnTo>
                  <a:close/>
                  <a:moveTo>
                    <a:pt x="1631856" y="1691453"/>
                  </a:moveTo>
                  <a:lnTo>
                    <a:pt x="1635286" y="1691453"/>
                  </a:lnTo>
                  <a:lnTo>
                    <a:pt x="1635286" y="1685022"/>
                  </a:lnTo>
                  <a:lnTo>
                    <a:pt x="1631856" y="1685022"/>
                  </a:lnTo>
                  <a:lnTo>
                    <a:pt x="1631856" y="1691453"/>
                  </a:lnTo>
                  <a:close/>
                  <a:moveTo>
                    <a:pt x="1623281" y="1689310"/>
                  </a:moveTo>
                  <a:lnTo>
                    <a:pt x="1626711" y="1689310"/>
                  </a:lnTo>
                  <a:lnTo>
                    <a:pt x="1626711" y="1685022"/>
                  </a:lnTo>
                  <a:lnTo>
                    <a:pt x="1623281" y="1685022"/>
                  </a:lnTo>
                  <a:lnTo>
                    <a:pt x="1623281" y="1689310"/>
                  </a:lnTo>
                  <a:close/>
                  <a:moveTo>
                    <a:pt x="1616849" y="1689310"/>
                  </a:moveTo>
                  <a:lnTo>
                    <a:pt x="1620279" y="1689310"/>
                  </a:lnTo>
                  <a:lnTo>
                    <a:pt x="1620279" y="1685022"/>
                  </a:lnTo>
                  <a:lnTo>
                    <a:pt x="1616849" y="1685022"/>
                  </a:lnTo>
                  <a:lnTo>
                    <a:pt x="1616849" y="1689310"/>
                  </a:lnTo>
                  <a:close/>
                  <a:moveTo>
                    <a:pt x="1610418" y="1689310"/>
                  </a:moveTo>
                  <a:lnTo>
                    <a:pt x="1613848" y="1689310"/>
                  </a:lnTo>
                  <a:lnTo>
                    <a:pt x="1613848" y="1685022"/>
                  </a:lnTo>
                  <a:lnTo>
                    <a:pt x="1610418" y="1685022"/>
                  </a:lnTo>
                  <a:lnTo>
                    <a:pt x="1610418" y="1689310"/>
                  </a:lnTo>
                  <a:close/>
                  <a:moveTo>
                    <a:pt x="1603987" y="1689310"/>
                  </a:moveTo>
                  <a:lnTo>
                    <a:pt x="1607417" y="1689310"/>
                  </a:lnTo>
                  <a:lnTo>
                    <a:pt x="1607417" y="1685022"/>
                  </a:lnTo>
                  <a:lnTo>
                    <a:pt x="1603987" y="1685022"/>
                  </a:lnTo>
                  <a:lnTo>
                    <a:pt x="1603987" y="1689310"/>
                  </a:lnTo>
                  <a:close/>
                  <a:moveTo>
                    <a:pt x="1595411" y="1689310"/>
                  </a:moveTo>
                  <a:lnTo>
                    <a:pt x="1598842" y="1689310"/>
                  </a:lnTo>
                  <a:lnTo>
                    <a:pt x="1598842" y="1685022"/>
                  </a:lnTo>
                  <a:lnTo>
                    <a:pt x="1595411" y="1685022"/>
                  </a:lnTo>
                  <a:lnTo>
                    <a:pt x="1595411" y="1689310"/>
                  </a:lnTo>
                  <a:close/>
                  <a:moveTo>
                    <a:pt x="1588980" y="1687166"/>
                  </a:moveTo>
                  <a:lnTo>
                    <a:pt x="1592410" y="1687166"/>
                  </a:lnTo>
                  <a:lnTo>
                    <a:pt x="1592410" y="1685022"/>
                  </a:lnTo>
                  <a:lnTo>
                    <a:pt x="1588980" y="1685022"/>
                  </a:lnTo>
                  <a:lnTo>
                    <a:pt x="1588980" y="1687166"/>
                  </a:lnTo>
                  <a:close/>
                  <a:moveTo>
                    <a:pt x="1582549" y="1687166"/>
                  </a:moveTo>
                  <a:lnTo>
                    <a:pt x="1585979" y="1687166"/>
                  </a:lnTo>
                  <a:lnTo>
                    <a:pt x="1585979" y="1685022"/>
                  </a:lnTo>
                  <a:lnTo>
                    <a:pt x="1582549" y="1685022"/>
                  </a:lnTo>
                  <a:lnTo>
                    <a:pt x="1582549" y="1687166"/>
                  </a:lnTo>
                  <a:close/>
                  <a:moveTo>
                    <a:pt x="1576117" y="1687166"/>
                  </a:moveTo>
                  <a:lnTo>
                    <a:pt x="1579547" y="1687166"/>
                  </a:lnTo>
                  <a:lnTo>
                    <a:pt x="1579547" y="1685022"/>
                  </a:lnTo>
                  <a:lnTo>
                    <a:pt x="1576117" y="1685022"/>
                  </a:lnTo>
                  <a:lnTo>
                    <a:pt x="1576117" y="1687166"/>
                  </a:lnTo>
                  <a:close/>
                  <a:moveTo>
                    <a:pt x="1567542" y="1687166"/>
                  </a:moveTo>
                  <a:lnTo>
                    <a:pt x="1570972" y="1687166"/>
                  </a:lnTo>
                  <a:lnTo>
                    <a:pt x="1570972" y="1685022"/>
                  </a:lnTo>
                  <a:lnTo>
                    <a:pt x="1567542" y="1685022"/>
                  </a:lnTo>
                  <a:lnTo>
                    <a:pt x="1567542" y="1687166"/>
                  </a:lnTo>
                  <a:close/>
                  <a:moveTo>
                    <a:pt x="1561111" y="1687166"/>
                  </a:moveTo>
                  <a:lnTo>
                    <a:pt x="1564541" y="1687166"/>
                  </a:lnTo>
                  <a:lnTo>
                    <a:pt x="1564541" y="1685022"/>
                  </a:lnTo>
                  <a:lnTo>
                    <a:pt x="1561111" y="1685022"/>
                  </a:lnTo>
                  <a:lnTo>
                    <a:pt x="1561111" y="1687166"/>
                  </a:lnTo>
                  <a:close/>
                  <a:moveTo>
                    <a:pt x="1554679" y="1687166"/>
                  </a:moveTo>
                  <a:lnTo>
                    <a:pt x="1558109" y="1687166"/>
                  </a:lnTo>
                  <a:lnTo>
                    <a:pt x="1558109" y="1685022"/>
                  </a:lnTo>
                  <a:lnTo>
                    <a:pt x="1554679" y="1685022"/>
                  </a:lnTo>
                  <a:lnTo>
                    <a:pt x="1554679" y="1687166"/>
                  </a:lnTo>
                  <a:close/>
                  <a:moveTo>
                    <a:pt x="1548248" y="1687166"/>
                  </a:moveTo>
                  <a:lnTo>
                    <a:pt x="1551678" y="1687166"/>
                  </a:lnTo>
                  <a:lnTo>
                    <a:pt x="1551678" y="1685022"/>
                  </a:lnTo>
                  <a:lnTo>
                    <a:pt x="1548248" y="1685022"/>
                  </a:lnTo>
                  <a:lnTo>
                    <a:pt x="1548248" y="1687166"/>
                  </a:lnTo>
                  <a:close/>
                  <a:moveTo>
                    <a:pt x="1539673" y="1687166"/>
                  </a:moveTo>
                  <a:lnTo>
                    <a:pt x="1543103" y="1687166"/>
                  </a:lnTo>
                  <a:lnTo>
                    <a:pt x="1543103" y="1685022"/>
                  </a:lnTo>
                  <a:lnTo>
                    <a:pt x="1539673" y="1685022"/>
                  </a:lnTo>
                  <a:lnTo>
                    <a:pt x="1539673" y="1687166"/>
                  </a:lnTo>
                  <a:close/>
                  <a:moveTo>
                    <a:pt x="1533241" y="1687166"/>
                  </a:moveTo>
                  <a:lnTo>
                    <a:pt x="1536672" y="1687166"/>
                  </a:lnTo>
                  <a:lnTo>
                    <a:pt x="1536672" y="1685022"/>
                  </a:lnTo>
                  <a:lnTo>
                    <a:pt x="1533241" y="1685022"/>
                  </a:lnTo>
                  <a:lnTo>
                    <a:pt x="1533241" y="1687166"/>
                  </a:lnTo>
                  <a:close/>
                  <a:moveTo>
                    <a:pt x="1526810" y="1687166"/>
                  </a:moveTo>
                  <a:lnTo>
                    <a:pt x="1530240" y="1687166"/>
                  </a:lnTo>
                  <a:lnTo>
                    <a:pt x="1530240" y="1685022"/>
                  </a:lnTo>
                  <a:lnTo>
                    <a:pt x="1526810" y="1685022"/>
                  </a:lnTo>
                  <a:lnTo>
                    <a:pt x="1526810" y="1687166"/>
                  </a:lnTo>
                  <a:close/>
                  <a:moveTo>
                    <a:pt x="1520379" y="1687166"/>
                  </a:moveTo>
                  <a:lnTo>
                    <a:pt x="1523809" y="1687166"/>
                  </a:lnTo>
                  <a:lnTo>
                    <a:pt x="1523809" y="1685022"/>
                  </a:lnTo>
                  <a:lnTo>
                    <a:pt x="1520379" y="1685022"/>
                  </a:lnTo>
                  <a:lnTo>
                    <a:pt x="1520379" y="1687166"/>
                  </a:lnTo>
                  <a:close/>
                  <a:moveTo>
                    <a:pt x="1511804" y="1687166"/>
                  </a:moveTo>
                  <a:lnTo>
                    <a:pt x="1515234" y="1687166"/>
                  </a:lnTo>
                  <a:lnTo>
                    <a:pt x="1515234" y="1685022"/>
                  </a:lnTo>
                  <a:lnTo>
                    <a:pt x="1511804" y="1685022"/>
                  </a:lnTo>
                  <a:lnTo>
                    <a:pt x="1511804" y="1687166"/>
                  </a:lnTo>
                  <a:close/>
                  <a:moveTo>
                    <a:pt x="1505372" y="1687166"/>
                  </a:moveTo>
                  <a:lnTo>
                    <a:pt x="1508802" y="1687166"/>
                  </a:lnTo>
                  <a:lnTo>
                    <a:pt x="1508802" y="1685022"/>
                  </a:lnTo>
                  <a:lnTo>
                    <a:pt x="1505372" y="1685022"/>
                  </a:lnTo>
                  <a:lnTo>
                    <a:pt x="1505372" y="1687166"/>
                  </a:lnTo>
                  <a:close/>
                  <a:moveTo>
                    <a:pt x="1158078" y="1682878"/>
                  </a:moveTo>
                  <a:lnTo>
                    <a:pt x="1161508" y="1682878"/>
                  </a:lnTo>
                  <a:lnTo>
                    <a:pt x="1161508" y="1680734"/>
                  </a:lnTo>
                  <a:lnTo>
                    <a:pt x="1158078" y="1680734"/>
                  </a:lnTo>
                  <a:lnTo>
                    <a:pt x="1158078" y="1682878"/>
                  </a:lnTo>
                  <a:close/>
                  <a:moveTo>
                    <a:pt x="1149502" y="1682878"/>
                  </a:moveTo>
                  <a:lnTo>
                    <a:pt x="1152932" y="1682878"/>
                  </a:lnTo>
                  <a:lnTo>
                    <a:pt x="1152932" y="1680734"/>
                  </a:lnTo>
                  <a:lnTo>
                    <a:pt x="1149502" y="1680734"/>
                  </a:lnTo>
                  <a:lnTo>
                    <a:pt x="1149502" y="1682878"/>
                  </a:lnTo>
                  <a:close/>
                  <a:moveTo>
                    <a:pt x="1143071" y="1682878"/>
                  </a:moveTo>
                  <a:lnTo>
                    <a:pt x="1146501" y="1682878"/>
                  </a:lnTo>
                  <a:lnTo>
                    <a:pt x="1146501" y="1680734"/>
                  </a:lnTo>
                  <a:lnTo>
                    <a:pt x="1143071" y="1680734"/>
                  </a:lnTo>
                  <a:lnTo>
                    <a:pt x="1143071" y="1682878"/>
                  </a:lnTo>
                  <a:close/>
                  <a:moveTo>
                    <a:pt x="1136640" y="1682878"/>
                  </a:moveTo>
                  <a:lnTo>
                    <a:pt x="1140070" y="1682878"/>
                  </a:lnTo>
                  <a:lnTo>
                    <a:pt x="1140070" y="1680734"/>
                  </a:lnTo>
                  <a:lnTo>
                    <a:pt x="1136640" y="1680734"/>
                  </a:lnTo>
                  <a:lnTo>
                    <a:pt x="1136640" y="1682878"/>
                  </a:lnTo>
                  <a:close/>
                  <a:moveTo>
                    <a:pt x="1130208" y="1682878"/>
                  </a:moveTo>
                  <a:lnTo>
                    <a:pt x="1133638" y="1682878"/>
                  </a:lnTo>
                  <a:lnTo>
                    <a:pt x="1133638" y="1680734"/>
                  </a:lnTo>
                  <a:lnTo>
                    <a:pt x="1130208" y="1680734"/>
                  </a:lnTo>
                  <a:lnTo>
                    <a:pt x="1130208" y="1682878"/>
                  </a:lnTo>
                  <a:close/>
                  <a:moveTo>
                    <a:pt x="1121633" y="1682878"/>
                  </a:moveTo>
                  <a:lnTo>
                    <a:pt x="1125063" y="1682878"/>
                  </a:lnTo>
                  <a:lnTo>
                    <a:pt x="1125063" y="1680734"/>
                  </a:lnTo>
                  <a:lnTo>
                    <a:pt x="1121633" y="1680734"/>
                  </a:lnTo>
                  <a:lnTo>
                    <a:pt x="1121633" y="1682878"/>
                  </a:lnTo>
                  <a:close/>
                  <a:moveTo>
                    <a:pt x="1115202" y="1682878"/>
                  </a:moveTo>
                  <a:lnTo>
                    <a:pt x="1118632" y="1682878"/>
                  </a:lnTo>
                  <a:lnTo>
                    <a:pt x="1118632" y="1680734"/>
                  </a:lnTo>
                  <a:lnTo>
                    <a:pt x="1115202" y="1680734"/>
                  </a:lnTo>
                  <a:lnTo>
                    <a:pt x="1115202" y="1682878"/>
                  </a:lnTo>
                  <a:close/>
                  <a:moveTo>
                    <a:pt x="1108770" y="1682878"/>
                  </a:moveTo>
                  <a:lnTo>
                    <a:pt x="1112200" y="1682878"/>
                  </a:lnTo>
                  <a:lnTo>
                    <a:pt x="1112200" y="1680734"/>
                  </a:lnTo>
                  <a:lnTo>
                    <a:pt x="1108770" y="1680734"/>
                  </a:lnTo>
                  <a:lnTo>
                    <a:pt x="1108770" y="1682878"/>
                  </a:lnTo>
                  <a:close/>
                  <a:moveTo>
                    <a:pt x="1102339" y="1682878"/>
                  </a:moveTo>
                  <a:lnTo>
                    <a:pt x="1105769" y="1682878"/>
                  </a:lnTo>
                  <a:lnTo>
                    <a:pt x="1105769" y="1680734"/>
                  </a:lnTo>
                  <a:lnTo>
                    <a:pt x="1102339" y="1680734"/>
                  </a:lnTo>
                  <a:lnTo>
                    <a:pt x="1102339" y="1682878"/>
                  </a:lnTo>
                  <a:close/>
                  <a:moveTo>
                    <a:pt x="1093764" y="1682878"/>
                  </a:moveTo>
                  <a:lnTo>
                    <a:pt x="1097194" y="1682878"/>
                  </a:lnTo>
                  <a:lnTo>
                    <a:pt x="1097194" y="1678591"/>
                  </a:lnTo>
                  <a:lnTo>
                    <a:pt x="1093764" y="1678591"/>
                  </a:lnTo>
                  <a:lnTo>
                    <a:pt x="1093764" y="1682878"/>
                  </a:lnTo>
                  <a:close/>
                  <a:moveTo>
                    <a:pt x="1087332" y="1682878"/>
                  </a:moveTo>
                  <a:lnTo>
                    <a:pt x="1090762" y="1682878"/>
                  </a:lnTo>
                  <a:lnTo>
                    <a:pt x="1090762" y="1678591"/>
                  </a:lnTo>
                  <a:lnTo>
                    <a:pt x="1087332" y="1678591"/>
                  </a:lnTo>
                  <a:lnTo>
                    <a:pt x="1087332" y="1682878"/>
                  </a:lnTo>
                  <a:close/>
                  <a:moveTo>
                    <a:pt x="1080901" y="1682878"/>
                  </a:moveTo>
                  <a:lnTo>
                    <a:pt x="1084331" y="1682878"/>
                  </a:lnTo>
                  <a:lnTo>
                    <a:pt x="1084331" y="1678591"/>
                  </a:lnTo>
                  <a:lnTo>
                    <a:pt x="1080901" y="1678591"/>
                  </a:lnTo>
                  <a:lnTo>
                    <a:pt x="1080901" y="1682878"/>
                  </a:lnTo>
                  <a:close/>
                  <a:moveTo>
                    <a:pt x="1074470" y="1682878"/>
                  </a:moveTo>
                  <a:lnTo>
                    <a:pt x="1077900" y="1682878"/>
                  </a:lnTo>
                  <a:lnTo>
                    <a:pt x="1077900" y="1678591"/>
                  </a:lnTo>
                  <a:lnTo>
                    <a:pt x="1074470" y="1678591"/>
                  </a:lnTo>
                  <a:lnTo>
                    <a:pt x="1074470" y="1682878"/>
                  </a:lnTo>
                  <a:close/>
                  <a:moveTo>
                    <a:pt x="1065894" y="1682878"/>
                  </a:moveTo>
                  <a:lnTo>
                    <a:pt x="1069324" y="1682878"/>
                  </a:lnTo>
                  <a:lnTo>
                    <a:pt x="1069324" y="1678591"/>
                  </a:lnTo>
                  <a:lnTo>
                    <a:pt x="1065894" y="1678591"/>
                  </a:lnTo>
                  <a:lnTo>
                    <a:pt x="1065894" y="1682878"/>
                  </a:lnTo>
                  <a:close/>
                  <a:moveTo>
                    <a:pt x="1059463" y="1682878"/>
                  </a:moveTo>
                  <a:lnTo>
                    <a:pt x="1062893" y="1682878"/>
                  </a:lnTo>
                  <a:lnTo>
                    <a:pt x="1062893" y="1678591"/>
                  </a:lnTo>
                  <a:lnTo>
                    <a:pt x="1059463" y="1678591"/>
                  </a:lnTo>
                  <a:lnTo>
                    <a:pt x="1059463" y="1682878"/>
                  </a:lnTo>
                  <a:close/>
                  <a:moveTo>
                    <a:pt x="1053032" y="1682878"/>
                  </a:moveTo>
                  <a:lnTo>
                    <a:pt x="1056462" y="1682878"/>
                  </a:lnTo>
                  <a:lnTo>
                    <a:pt x="1056462" y="1678591"/>
                  </a:lnTo>
                  <a:lnTo>
                    <a:pt x="1053032" y="1678591"/>
                  </a:lnTo>
                  <a:lnTo>
                    <a:pt x="1053032" y="1682878"/>
                  </a:lnTo>
                  <a:close/>
                  <a:moveTo>
                    <a:pt x="1046600" y="1682878"/>
                  </a:moveTo>
                  <a:lnTo>
                    <a:pt x="1050030" y="1682878"/>
                  </a:lnTo>
                  <a:lnTo>
                    <a:pt x="1050030" y="1678591"/>
                  </a:lnTo>
                  <a:lnTo>
                    <a:pt x="1046600" y="1678591"/>
                  </a:lnTo>
                  <a:lnTo>
                    <a:pt x="1046600" y="1682878"/>
                  </a:lnTo>
                  <a:close/>
                  <a:moveTo>
                    <a:pt x="1038025" y="1682878"/>
                  </a:moveTo>
                  <a:lnTo>
                    <a:pt x="1041455" y="1682878"/>
                  </a:lnTo>
                  <a:lnTo>
                    <a:pt x="1041455" y="1678591"/>
                  </a:lnTo>
                  <a:lnTo>
                    <a:pt x="1038025" y="1678591"/>
                  </a:lnTo>
                  <a:lnTo>
                    <a:pt x="1038025" y="1682878"/>
                  </a:lnTo>
                  <a:close/>
                  <a:moveTo>
                    <a:pt x="1031594" y="1682878"/>
                  </a:moveTo>
                  <a:lnTo>
                    <a:pt x="1035024" y="1682878"/>
                  </a:lnTo>
                  <a:lnTo>
                    <a:pt x="1035024" y="1678591"/>
                  </a:lnTo>
                  <a:lnTo>
                    <a:pt x="1031594" y="1678591"/>
                  </a:lnTo>
                  <a:lnTo>
                    <a:pt x="1031594" y="1682878"/>
                  </a:lnTo>
                  <a:close/>
                  <a:moveTo>
                    <a:pt x="1025162" y="1682878"/>
                  </a:moveTo>
                  <a:lnTo>
                    <a:pt x="1028592" y="1682878"/>
                  </a:lnTo>
                  <a:lnTo>
                    <a:pt x="1028592" y="1678591"/>
                  </a:lnTo>
                  <a:lnTo>
                    <a:pt x="1025162" y="1678591"/>
                  </a:lnTo>
                  <a:lnTo>
                    <a:pt x="1025162" y="1682878"/>
                  </a:lnTo>
                  <a:close/>
                  <a:moveTo>
                    <a:pt x="1018731" y="1682878"/>
                  </a:moveTo>
                  <a:lnTo>
                    <a:pt x="1022161" y="1682878"/>
                  </a:lnTo>
                  <a:lnTo>
                    <a:pt x="1022161" y="1678591"/>
                  </a:lnTo>
                  <a:lnTo>
                    <a:pt x="1018731" y="1678591"/>
                  </a:lnTo>
                  <a:lnTo>
                    <a:pt x="1018731" y="1682878"/>
                  </a:lnTo>
                  <a:close/>
                  <a:moveTo>
                    <a:pt x="1010156" y="1682878"/>
                  </a:moveTo>
                  <a:lnTo>
                    <a:pt x="1013586" y="1682878"/>
                  </a:lnTo>
                  <a:lnTo>
                    <a:pt x="1013586" y="1678591"/>
                  </a:lnTo>
                  <a:lnTo>
                    <a:pt x="1010156" y="1678591"/>
                  </a:lnTo>
                  <a:lnTo>
                    <a:pt x="1010156" y="1682878"/>
                  </a:lnTo>
                  <a:close/>
                  <a:moveTo>
                    <a:pt x="1003724" y="1682878"/>
                  </a:moveTo>
                  <a:lnTo>
                    <a:pt x="1007154" y="1682878"/>
                  </a:lnTo>
                  <a:lnTo>
                    <a:pt x="1007154" y="1678591"/>
                  </a:lnTo>
                  <a:lnTo>
                    <a:pt x="1003724" y="1678591"/>
                  </a:lnTo>
                  <a:lnTo>
                    <a:pt x="1003724" y="1682878"/>
                  </a:lnTo>
                  <a:close/>
                  <a:moveTo>
                    <a:pt x="997293" y="1682878"/>
                  </a:moveTo>
                  <a:lnTo>
                    <a:pt x="1000723" y="1682878"/>
                  </a:lnTo>
                  <a:lnTo>
                    <a:pt x="1000723" y="1678591"/>
                  </a:lnTo>
                  <a:lnTo>
                    <a:pt x="997293" y="1678591"/>
                  </a:lnTo>
                  <a:lnTo>
                    <a:pt x="997293" y="1682878"/>
                  </a:lnTo>
                  <a:close/>
                  <a:moveTo>
                    <a:pt x="990862" y="1682878"/>
                  </a:moveTo>
                  <a:lnTo>
                    <a:pt x="994292" y="1682878"/>
                  </a:lnTo>
                  <a:lnTo>
                    <a:pt x="994292" y="1678591"/>
                  </a:lnTo>
                  <a:lnTo>
                    <a:pt x="990862" y="1678591"/>
                  </a:lnTo>
                  <a:lnTo>
                    <a:pt x="990862" y="1682878"/>
                  </a:lnTo>
                  <a:close/>
                  <a:moveTo>
                    <a:pt x="982286" y="1682878"/>
                  </a:moveTo>
                  <a:lnTo>
                    <a:pt x="985716" y="1682878"/>
                  </a:lnTo>
                  <a:lnTo>
                    <a:pt x="985716" y="1678591"/>
                  </a:lnTo>
                  <a:lnTo>
                    <a:pt x="982286" y="1678591"/>
                  </a:lnTo>
                  <a:lnTo>
                    <a:pt x="982286" y="1682878"/>
                  </a:lnTo>
                  <a:close/>
                  <a:moveTo>
                    <a:pt x="975855" y="1682878"/>
                  </a:moveTo>
                  <a:lnTo>
                    <a:pt x="979285" y="1682878"/>
                  </a:lnTo>
                  <a:lnTo>
                    <a:pt x="979285" y="1678591"/>
                  </a:lnTo>
                  <a:lnTo>
                    <a:pt x="975855" y="1678591"/>
                  </a:lnTo>
                  <a:lnTo>
                    <a:pt x="975855" y="1682878"/>
                  </a:lnTo>
                  <a:close/>
                  <a:moveTo>
                    <a:pt x="969424" y="1682878"/>
                  </a:moveTo>
                  <a:lnTo>
                    <a:pt x="972854" y="1682878"/>
                  </a:lnTo>
                  <a:lnTo>
                    <a:pt x="972854" y="1678591"/>
                  </a:lnTo>
                  <a:lnTo>
                    <a:pt x="969424" y="1678591"/>
                  </a:lnTo>
                  <a:lnTo>
                    <a:pt x="969424" y="1682878"/>
                  </a:lnTo>
                  <a:close/>
                  <a:moveTo>
                    <a:pt x="962992" y="1682878"/>
                  </a:moveTo>
                  <a:lnTo>
                    <a:pt x="966422" y="1682878"/>
                  </a:lnTo>
                  <a:lnTo>
                    <a:pt x="966422" y="1678591"/>
                  </a:lnTo>
                  <a:lnTo>
                    <a:pt x="962992" y="1678591"/>
                  </a:lnTo>
                  <a:lnTo>
                    <a:pt x="962992" y="1682878"/>
                  </a:lnTo>
                  <a:close/>
                  <a:moveTo>
                    <a:pt x="954417" y="1682878"/>
                  </a:moveTo>
                  <a:lnTo>
                    <a:pt x="957847" y="1682878"/>
                  </a:lnTo>
                  <a:lnTo>
                    <a:pt x="957847" y="1678591"/>
                  </a:lnTo>
                  <a:lnTo>
                    <a:pt x="954417" y="1678591"/>
                  </a:lnTo>
                  <a:lnTo>
                    <a:pt x="954417" y="1682878"/>
                  </a:lnTo>
                  <a:close/>
                  <a:moveTo>
                    <a:pt x="947986" y="1682878"/>
                  </a:moveTo>
                  <a:lnTo>
                    <a:pt x="951416" y="1682878"/>
                  </a:lnTo>
                  <a:lnTo>
                    <a:pt x="951416" y="1676447"/>
                  </a:lnTo>
                  <a:lnTo>
                    <a:pt x="947986" y="1676447"/>
                  </a:lnTo>
                  <a:lnTo>
                    <a:pt x="947986" y="1682878"/>
                  </a:lnTo>
                  <a:close/>
                  <a:moveTo>
                    <a:pt x="941554" y="1682878"/>
                  </a:moveTo>
                  <a:lnTo>
                    <a:pt x="944984" y="1682878"/>
                  </a:lnTo>
                  <a:lnTo>
                    <a:pt x="944984" y="1676447"/>
                  </a:lnTo>
                  <a:lnTo>
                    <a:pt x="941554" y="1676447"/>
                  </a:lnTo>
                  <a:lnTo>
                    <a:pt x="941554" y="1682878"/>
                  </a:lnTo>
                  <a:close/>
                  <a:moveTo>
                    <a:pt x="935123" y="1682878"/>
                  </a:moveTo>
                  <a:lnTo>
                    <a:pt x="938553" y="1682878"/>
                  </a:lnTo>
                  <a:lnTo>
                    <a:pt x="938553" y="1676447"/>
                  </a:lnTo>
                  <a:lnTo>
                    <a:pt x="935123" y="1676447"/>
                  </a:lnTo>
                  <a:lnTo>
                    <a:pt x="935123" y="1682878"/>
                  </a:lnTo>
                  <a:close/>
                  <a:moveTo>
                    <a:pt x="926548" y="1682878"/>
                  </a:moveTo>
                  <a:lnTo>
                    <a:pt x="929978" y="1682878"/>
                  </a:lnTo>
                  <a:lnTo>
                    <a:pt x="929978" y="1676447"/>
                  </a:lnTo>
                  <a:lnTo>
                    <a:pt x="926548" y="1676447"/>
                  </a:lnTo>
                  <a:lnTo>
                    <a:pt x="926548" y="1682878"/>
                  </a:lnTo>
                  <a:close/>
                  <a:moveTo>
                    <a:pt x="920116" y="1682878"/>
                  </a:moveTo>
                  <a:lnTo>
                    <a:pt x="923546" y="1682878"/>
                  </a:lnTo>
                  <a:lnTo>
                    <a:pt x="923546" y="1676447"/>
                  </a:lnTo>
                  <a:lnTo>
                    <a:pt x="920116" y="1676447"/>
                  </a:lnTo>
                  <a:lnTo>
                    <a:pt x="920116" y="1682878"/>
                  </a:lnTo>
                  <a:close/>
                  <a:moveTo>
                    <a:pt x="913685" y="1682878"/>
                  </a:moveTo>
                  <a:lnTo>
                    <a:pt x="917115" y="1682878"/>
                  </a:lnTo>
                  <a:lnTo>
                    <a:pt x="917115" y="1676447"/>
                  </a:lnTo>
                  <a:lnTo>
                    <a:pt x="913685" y="1676447"/>
                  </a:lnTo>
                  <a:lnTo>
                    <a:pt x="913685" y="1682878"/>
                  </a:lnTo>
                  <a:close/>
                  <a:moveTo>
                    <a:pt x="907254" y="1682878"/>
                  </a:moveTo>
                  <a:lnTo>
                    <a:pt x="910684" y="1682878"/>
                  </a:lnTo>
                  <a:lnTo>
                    <a:pt x="910684" y="1676447"/>
                  </a:lnTo>
                  <a:lnTo>
                    <a:pt x="907254" y="1676447"/>
                  </a:lnTo>
                  <a:lnTo>
                    <a:pt x="907254" y="1682878"/>
                  </a:lnTo>
                  <a:close/>
                  <a:moveTo>
                    <a:pt x="898678" y="1682878"/>
                  </a:moveTo>
                  <a:lnTo>
                    <a:pt x="902109" y="1682878"/>
                  </a:lnTo>
                  <a:lnTo>
                    <a:pt x="902109" y="1676447"/>
                  </a:lnTo>
                  <a:lnTo>
                    <a:pt x="898678" y="1676447"/>
                  </a:lnTo>
                  <a:lnTo>
                    <a:pt x="898678" y="1682878"/>
                  </a:lnTo>
                  <a:close/>
                  <a:moveTo>
                    <a:pt x="892247" y="1682878"/>
                  </a:moveTo>
                  <a:lnTo>
                    <a:pt x="895677" y="1682878"/>
                  </a:lnTo>
                  <a:lnTo>
                    <a:pt x="895677" y="1676447"/>
                  </a:lnTo>
                  <a:lnTo>
                    <a:pt x="892247" y="1676447"/>
                  </a:lnTo>
                  <a:lnTo>
                    <a:pt x="892247" y="1682878"/>
                  </a:lnTo>
                  <a:close/>
                  <a:moveTo>
                    <a:pt x="885816" y="1682878"/>
                  </a:moveTo>
                  <a:lnTo>
                    <a:pt x="889246" y="1682878"/>
                  </a:lnTo>
                  <a:lnTo>
                    <a:pt x="889246" y="1676447"/>
                  </a:lnTo>
                  <a:lnTo>
                    <a:pt x="885816" y="1676447"/>
                  </a:lnTo>
                  <a:lnTo>
                    <a:pt x="885816" y="1682878"/>
                  </a:lnTo>
                  <a:close/>
                  <a:moveTo>
                    <a:pt x="879384" y="1682878"/>
                  </a:moveTo>
                  <a:lnTo>
                    <a:pt x="882814" y="1682878"/>
                  </a:lnTo>
                  <a:lnTo>
                    <a:pt x="882814" y="1676447"/>
                  </a:lnTo>
                  <a:lnTo>
                    <a:pt x="879384" y="1676447"/>
                  </a:lnTo>
                  <a:lnTo>
                    <a:pt x="879384" y="1682878"/>
                  </a:lnTo>
                  <a:close/>
                  <a:moveTo>
                    <a:pt x="870809" y="1682878"/>
                  </a:moveTo>
                  <a:lnTo>
                    <a:pt x="874239" y="1682878"/>
                  </a:lnTo>
                  <a:lnTo>
                    <a:pt x="874239" y="1676447"/>
                  </a:lnTo>
                  <a:lnTo>
                    <a:pt x="870809" y="1676447"/>
                  </a:lnTo>
                  <a:lnTo>
                    <a:pt x="870809" y="1682878"/>
                  </a:lnTo>
                  <a:close/>
                  <a:moveTo>
                    <a:pt x="864378" y="1682878"/>
                  </a:moveTo>
                  <a:lnTo>
                    <a:pt x="867808" y="1682878"/>
                  </a:lnTo>
                  <a:lnTo>
                    <a:pt x="867808" y="1676447"/>
                  </a:lnTo>
                  <a:lnTo>
                    <a:pt x="864378" y="1676447"/>
                  </a:lnTo>
                  <a:lnTo>
                    <a:pt x="864378" y="1682878"/>
                  </a:lnTo>
                  <a:close/>
                  <a:moveTo>
                    <a:pt x="857946" y="1682878"/>
                  </a:moveTo>
                  <a:lnTo>
                    <a:pt x="861376" y="1682878"/>
                  </a:lnTo>
                  <a:lnTo>
                    <a:pt x="861376" y="1676447"/>
                  </a:lnTo>
                  <a:lnTo>
                    <a:pt x="857946" y="1676447"/>
                  </a:lnTo>
                  <a:lnTo>
                    <a:pt x="857946" y="1682878"/>
                  </a:lnTo>
                  <a:close/>
                  <a:moveTo>
                    <a:pt x="851515" y="1682878"/>
                  </a:moveTo>
                  <a:lnTo>
                    <a:pt x="854945" y="1682878"/>
                  </a:lnTo>
                  <a:lnTo>
                    <a:pt x="854945" y="1676447"/>
                  </a:lnTo>
                  <a:lnTo>
                    <a:pt x="851515" y="1676447"/>
                  </a:lnTo>
                  <a:lnTo>
                    <a:pt x="851515" y="1682878"/>
                  </a:lnTo>
                  <a:close/>
                  <a:moveTo>
                    <a:pt x="842940" y="1682878"/>
                  </a:moveTo>
                  <a:lnTo>
                    <a:pt x="846370" y="1682878"/>
                  </a:lnTo>
                  <a:lnTo>
                    <a:pt x="846370" y="1676447"/>
                  </a:lnTo>
                  <a:lnTo>
                    <a:pt x="842940" y="1676447"/>
                  </a:lnTo>
                  <a:lnTo>
                    <a:pt x="842940" y="1682878"/>
                  </a:lnTo>
                  <a:close/>
                  <a:moveTo>
                    <a:pt x="836508" y="1682878"/>
                  </a:moveTo>
                  <a:lnTo>
                    <a:pt x="839938" y="1682878"/>
                  </a:lnTo>
                  <a:lnTo>
                    <a:pt x="839938" y="1674303"/>
                  </a:lnTo>
                  <a:lnTo>
                    <a:pt x="836508" y="1674303"/>
                  </a:lnTo>
                  <a:lnTo>
                    <a:pt x="836508" y="1682878"/>
                  </a:lnTo>
                  <a:close/>
                  <a:moveTo>
                    <a:pt x="830077" y="1682878"/>
                  </a:moveTo>
                  <a:lnTo>
                    <a:pt x="833507" y="1682878"/>
                  </a:lnTo>
                  <a:lnTo>
                    <a:pt x="833507" y="1674303"/>
                  </a:lnTo>
                  <a:lnTo>
                    <a:pt x="830077" y="1674303"/>
                  </a:lnTo>
                  <a:lnTo>
                    <a:pt x="830077" y="1682878"/>
                  </a:lnTo>
                  <a:close/>
                  <a:moveTo>
                    <a:pt x="823646" y="1682878"/>
                  </a:moveTo>
                  <a:lnTo>
                    <a:pt x="827076" y="1682878"/>
                  </a:lnTo>
                  <a:lnTo>
                    <a:pt x="827076" y="1674303"/>
                  </a:lnTo>
                  <a:lnTo>
                    <a:pt x="823646" y="1674303"/>
                  </a:lnTo>
                  <a:lnTo>
                    <a:pt x="823646" y="1682878"/>
                  </a:lnTo>
                  <a:close/>
                  <a:moveTo>
                    <a:pt x="815070" y="1682878"/>
                  </a:moveTo>
                  <a:lnTo>
                    <a:pt x="818501" y="1682878"/>
                  </a:lnTo>
                  <a:lnTo>
                    <a:pt x="818501" y="1674303"/>
                  </a:lnTo>
                  <a:lnTo>
                    <a:pt x="815070" y="1674303"/>
                  </a:lnTo>
                  <a:lnTo>
                    <a:pt x="815070" y="1682878"/>
                  </a:lnTo>
                  <a:close/>
                  <a:moveTo>
                    <a:pt x="808639" y="1682878"/>
                  </a:moveTo>
                  <a:lnTo>
                    <a:pt x="812069" y="1682878"/>
                  </a:lnTo>
                  <a:lnTo>
                    <a:pt x="812069" y="1674303"/>
                  </a:lnTo>
                  <a:lnTo>
                    <a:pt x="808639" y="1674303"/>
                  </a:lnTo>
                  <a:lnTo>
                    <a:pt x="808639" y="1682878"/>
                  </a:lnTo>
                  <a:close/>
                  <a:moveTo>
                    <a:pt x="802208" y="1682878"/>
                  </a:moveTo>
                  <a:lnTo>
                    <a:pt x="805638" y="1682878"/>
                  </a:lnTo>
                  <a:lnTo>
                    <a:pt x="805638" y="1674303"/>
                  </a:lnTo>
                  <a:lnTo>
                    <a:pt x="802208" y="1674303"/>
                  </a:lnTo>
                  <a:lnTo>
                    <a:pt x="802208" y="1682878"/>
                  </a:lnTo>
                  <a:close/>
                  <a:moveTo>
                    <a:pt x="795776" y="1682878"/>
                  </a:moveTo>
                  <a:lnTo>
                    <a:pt x="799206" y="1682878"/>
                  </a:lnTo>
                  <a:lnTo>
                    <a:pt x="799206" y="1674303"/>
                  </a:lnTo>
                  <a:lnTo>
                    <a:pt x="795776" y="1674303"/>
                  </a:lnTo>
                  <a:lnTo>
                    <a:pt x="795776" y="1682878"/>
                  </a:lnTo>
                  <a:close/>
                  <a:moveTo>
                    <a:pt x="787201" y="1682878"/>
                  </a:moveTo>
                  <a:lnTo>
                    <a:pt x="790631" y="1682878"/>
                  </a:lnTo>
                  <a:lnTo>
                    <a:pt x="790631" y="1674303"/>
                  </a:lnTo>
                  <a:lnTo>
                    <a:pt x="787201" y="1674303"/>
                  </a:lnTo>
                  <a:lnTo>
                    <a:pt x="787201" y="1682878"/>
                  </a:lnTo>
                  <a:close/>
                  <a:moveTo>
                    <a:pt x="780770" y="1682878"/>
                  </a:moveTo>
                  <a:lnTo>
                    <a:pt x="784200" y="1682878"/>
                  </a:lnTo>
                  <a:lnTo>
                    <a:pt x="784200" y="1674303"/>
                  </a:lnTo>
                  <a:lnTo>
                    <a:pt x="780770" y="1674303"/>
                  </a:lnTo>
                  <a:lnTo>
                    <a:pt x="780770" y="1682878"/>
                  </a:lnTo>
                  <a:close/>
                  <a:moveTo>
                    <a:pt x="774338" y="1682878"/>
                  </a:moveTo>
                  <a:lnTo>
                    <a:pt x="777768" y="1682878"/>
                  </a:lnTo>
                  <a:lnTo>
                    <a:pt x="777768" y="1674303"/>
                  </a:lnTo>
                  <a:lnTo>
                    <a:pt x="774338" y="1674303"/>
                  </a:lnTo>
                  <a:lnTo>
                    <a:pt x="774338" y="1682878"/>
                  </a:lnTo>
                  <a:close/>
                  <a:moveTo>
                    <a:pt x="767907" y="1682878"/>
                  </a:moveTo>
                  <a:lnTo>
                    <a:pt x="771337" y="1682878"/>
                  </a:lnTo>
                  <a:lnTo>
                    <a:pt x="771337" y="1674303"/>
                  </a:lnTo>
                  <a:lnTo>
                    <a:pt x="767907" y="1674303"/>
                  </a:lnTo>
                  <a:lnTo>
                    <a:pt x="767907" y="1682878"/>
                  </a:lnTo>
                  <a:close/>
                  <a:moveTo>
                    <a:pt x="759332" y="1682878"/>
                  </a:moveTo>
                  <a:lnTo>
                    <a:pt x="762762" y="1682878"/>
                  </a:lnTo>
                  <a:lnTo>
                    <a:pt x="762762" y="1674303"/>
                  </a:lnTo>
                  <a:lnTo>
                    <a:pt x="759332" y="1674303"/>
                  </a:lnTo>
                  <a:lnTo>
                    <a:pt x="759332" y="1682878"/>
                  </a:lnTo>
                  <a:close/>
                  <a:moveTo>
                    <a:pt x="752900" y="1682878"/>
                  </a:moveTo>
                  <a:lnTo>
                    <a:pt x="756331" y="1682878"/>
                  </a:lnTo>
                  <a:lnTo>
                    <a:pt x="756331" y="1674303"/>
                  </a:lnTo>
                  <a:lnTo>
                    <a:pt x="752900" y="1674303"/>
                  </a:lnTo>
                  <a:lnTo>
                    <a:pt x="752900" y="1682878"/>
                  </a:lnTo>
                  <a:close/>
                  <a:moveTo>
                    <a:pt x="746469" y="1682878"/>
                  </a:moveTo>
                  <a:lnTo>
                    <a:pt x="749899" y="1682878"/>
                  </a:lnTo>
                  <a:lnTo>
                    <a:pt x="749899" y="1672159"/>
                  </a:lnTo>
                  <a:lnTo>
                    <a:pt x="746469" y="1672159"/>
                  </a:lnTo>
                  <a:lnTo>
                    <a:pt x="746469" y="1682878"/>
                  </a:lnTo>
                  <a:close/>
                  <a:moveTo>
                    <a:pt x="740038" y="1682878"/>
                  </a:moveTo>
                  <a:lnTo>
                    <a:pt x="743468" y="1682878"/>
                  </a:lnTo>
                  <a:lnTo>
                    <a:pt x="743468" y="1672159"/>
                  </a:lnTo>
                  <a:lnTo>
                    <a:pt x="740038" y="1672159"/>
                  </a:lnTo>
                  <a:lnTo>
                    <a:pt x="740038" y="1682878"/>
                  </a:lnTo>
                  <a:close/>
                  <a:moveTo>
                    <a:pt x="731463" y="1682878"/>
                  </a:moveTo>
                  <a:lnTo>
                    <a:pt x="734893" y="1682878"/>
                  </a:lnTo>
                  <a:lnTo>
                    <a:pt x="734893" y="1672159"/>
                  </a:lnTo>
                  <a:lnTo>
                    <a:pt x="731463" y="1672159"/>
                  </a:lnTo>
                  <a:lnTo>
                    <a:pt x="731463" y="1682878"/>
                  </a:lnTo>
                  <a:close/>
                  <a:moveTo>
                    <a:pt x="725031" y="1682878"/>
                  </a:moveTo>
                  <a:lnTo>
                    <a:pt x="728461" y="1682878"/>
                  </a:lnTo>
                  <a:lnTo>
                    <a:pt x="728461" y="1672159"/>
                  </a:lnTo>
                  <a:lnTo>
                    <a:pt x="725031" y="1672159"/>
                  </a:lnTo>
                  <a:lnTo>
                    <a:pt x="725031" y="1682878"/>
                  </a:lnTo>
                  <a:close/>
                  <a:moveTo>
                    <a:pt x="718600" y="1682878"/>
                  </a:moveTo>
                  <a:lnTo>
                    <a:pt x="722030" y="1682878"/>
                  </a:lnTo>
                  <a:lnTo>
                    <a:pt x="722030" y="1672159"/>
                  </a:lnTo>
                  <a:lnTo>
                    <a:pt x="718600" y="1672159"/>
                  </a:lnTo>
                  <a:lnTo>
                    <a:pt x="718600" y="1682878"/>
                  </a:lnTo>
                  <a:close/>
                  <a:moveTo>
                    <a:pt x="712168" y="1682878"/>
                  </a:moveTo>
                  <a:lnTo>
                    <a:pt x="715598" y="1682878"/>
                  </a:lnTo>
                  <a:lnTo>
                    <a:pt x="715598" y="1672159"/>
                  </a:lnTo>
                  <a:lnTo>
                    <a:pt x="712168" y="1672159"/>
                  </a:lnTo>
                  <a:lnTo>
                    <a:pt x="712168" y="1682878"/>
                  </a:lnTo>
                  <a:close/>
                  <a:moveTo>
                    <a:pt x="703593" y="1682878"/>
                  </a:moveTo>
                  <a:lnTo>
                    <a:pt x="707023" y="1682878"/>
                  </a:lnTo>
                  <a:lnTo>
                    <a:pt x="707023" y="1672159"/>
                  </a:lnTo>
                  <a:lnTo>
                    <a:pt x="703593" y="1672159"/>
                  </a:lnTo>
                  <a:lnTo>
                    <a:pt x="703593" y="1682878"/>
                  </a:lnTo>
                  <a:close/>
                  <a:moveTo>
                    <a:pt x="697162" y="1682878"/>
                  </a:moveTo>
                  <a:lnTo>
                    <a:pt x="700592" y="1682878"/>
                  </a:lnTo>
                  <a:lnTo>
                    <a:pt x="700592" y="1672159"/>
                  </a:lnTo>
                  <a:lnTo>
                    <a:pt x="697162" y="1672159"/>
                  </a:lnTo>
                  <a:lnTo>
                    <a:pt x="697162" y="1682878"/>
                  </a:lnTo>
                  <a:close/>
                  <a:moveTo>
                    <a:pt x="690730" y="1682878"/>
                  </a:moveTo>
                  <a:lnTo>
                    <a:pt x="694160" y="1682878"/>
                  </a:lnTo>
                  <a:lnTo>
                    <a:pt x="694160" y="1672159"/>
                  </a:lnTo>
                  <a:lnTo>
                    <a:pt x="690730" y="1672159"/>
                  </a:lnTo>
                  <a:lnTo>
                    <a:pt x="690730" y="1682878"/>
                  </a:lnTo>
                  <a:close/>
                  <a:moveTo>
                    <a:pt x="684299" y="1682878"/>
                  </a:moveTo>
                  <a:lnTo>
                    <a:pt x="687729" y="1682878"/>
                  </a:lnTo>
                  <a:lnTo>
                    <a:pt x="687729" y="1672159"/>
                  </a:lnTo>
                  <a:lnTo>
                    <a:pt x="684299" y="1672159"/>
                  </a:lnTo>
                  <a:lnTo>
                    <a:pt x="684299" y="1682878"/>
                  </a:lnTo>
                  <a:close/>
                  <a:moveTo>
                    <a:pt x="669292" y="1682878"/>
                  </a:moveTo>
                  <a:lnTo>
                    <a:pt x="672723" y="1682878"/>
                  </a:lnTo>
                  <a:lnTo>
                    <a:pt x="672723" y="1672159"/>
                  </a:lnTo>
                  <a:lnTo>
                    <a:pt x="669292" y="1672159"/>
                  </a:lnTo>
                  <a:lnTo>
                    <a:pt x="669292" y="1682878"/>
                  </a:lnTo>
                  <a:close/>
                  <a:moveTo>
                    <a:pt x="662861" y="1682878"/>
                  </a:moveTo>
                  <a:lnTo>
                    <a:pt x="666291" y="1682878"/>
                  </a:lnTo>
                  <a:lnTo>
                    <a:pt x="666291" y="1672159"/>
                  </a:lnTo>
                  <a:lnTo>
                    <a:pt x="662861" y="1672159"/>
                  </a:lnTo>
                  <a:lnTo>
                    <a:pt x="662861" y="1682878"/>
                  </a:lnTo>
                  <a:close/>
                  <a:moveTo>
                    <a:pt x="656430" y="1682878"/>
                  </a:moveTo>
                  <a:lnTo>
                    <a:pt x="659860" y="1682878"/>
                  </a:lnTo>
                  <a:lnTo>
                    <a:pt x="659860" y="1672159"/>
                  </a:lnTo>
                  <a:lnTo>
                    <a:pt x="656430" y="1672159"/>
                  </a:lnTo>
                  <a:lnTo>
                    <a:pt x="656430" y="1682878"/>
                  </a:lnTo>
                  <a:close/>
                  <a:moveTo>
                    <a:pt x="647855" y="1682878"/>
                  </a:moveTo>
                  <a:lnTo>
                    <a:pt x="651285" y="1682878"/>
                  </a:lnTo>
                  <a:lnTo>
                    <a:pt x="651285" y="1672159"/>
                  </a:lnTo>
                  <a:lnTo>
                    <a:pt x="647855" y="1672159"/>
                  </a:lnTo>
                  <a:lnTo>
                    <a:pt x="647855" y="1682878"/>
                  </a:lnTo>
                  <a:close/>
                  <a:moveTo>
                    <a:pt x="641423" y="1682878"/>
                  </a:moveTo>
                  <a:lnTo>
                    <a:pt x="644853" y="1682878"/>
                  </a:lnTo>
                  <a:lnTo>
                    <a:pt x="644853" y="1672159"/>
                  </a:lnTo>
                  <a:lnTo>
                    <a:pt x="641423" y="1672159"/>
                  </a:lnTo>
                  <a:lnTo>
                    <a:pt x="641423" y="1682878"/>
                  </a:lnTo>
                  <a:close/>
                  <a:moveTo>
                    <a:pt x="634992" y="1682878"/>
                  </a:moveTo>
                  <a:lnTo>
                    <a:pt x="638422" y="1682878"/>
                  </a:lnTo>
                  <a:lnTo>
                    <a:pt x="638422" y="1670016"/>
                  </a:lnTo>
                  <a:lnTo>
                    <a:pt x="634992" y="1670016"/>
                  </a:lnTo>
                  <a:lnTo>
                    <a:pt x="634992" y="1682878"/>
                  </a:lnTo>
                  <a:close/>
                  <a:moveTo>
                    <a:pt x="628560" y="1682878"/>
                  </a:moveTo>
                  <a:lnTo>
                    <a:pt x="631990" y="1682878"/>
                  </a:lnTo>
                  <a:lnTo>
                    <a:pt x="631990" y="1670016"/>
                  </a:lnTo>
                  <a:lnTo>
                    <a:pt x="628560" y="1670016"/>
                  </a:lnTo>
                  <a:lnTo>
                    <a:pt x="628560" y="1682878"/>
                  </a:lnTo>
                  <a:close/>
                  <a:moveTo>
                    <a:pt x="619985" y="1682878"/>
                  </a:moveTo>
                  <a:lnTo>
                    <a:pt x="623415" y="1682878"/>
                  </a:lnTo>
                  <a:lnTo>
                    <a:pt x="623415" y="1670016"/>
                  </a:lnTo>
                  <a:lnTo>
                    <a:pt x="619985" y="1670016"/>
                  </a:lnTo>
                  <a:lnTo>
                    <a:pt x="619985" y="1682878"/>
                  </a:lnTo>
                  <a:close/>
                  <a:moveTo>
                    <a:pt x="613554" y="1682878"/>
                  </a:moveTo>
                  <a:lnTo>
                    <a:pt x="616984" y="1682878"/>
                  </a:lnTo>
                  <a:lnTo>
                    <a:pt x="616984" y="1670016"/>
                  </a:lnTo>
                  <a:lnTo>
                    <a:pt x="613554" y="1670016"/>
                  </a:lnTo>
                  <a:lnTo>
                    <a:pt x="613554" y="1682878"/>
                  </a:lnTo>
                  <a:close/>
                  <a:moveTo>
                    <a:pt x="607122" y="1682878"/>
                  </a:moveTo>
                  <a:lnTo>
                    <a:pt x="610553" y="1682878"/>
                  </a:lnTo>
                  <a:lnTo>
                    <a:pt x="610553" y="1670016"/>
                  </a:lnTo>
                  <a:lnTo>
                    <a:pt x="607122" y="1670016"/>
                  </a:lnTo>
                  <a:lnTo>
                    <a:pt x="607122" y="1682878"/>
                  </a:lnTo>
                  <a:close/>
                  <a:moveTo>
                    <a:pt x="600691" y="1682878"/>
                  </a:moveTo>
                  <a:lnTo>
                    <a:pt x="604121" y="1682878"/>
                  </a:lnTo>
                  <a:lnTo>
                    <a:pt x="604121" y="1670016"/>
                  </a:lnTo>
                  <a:lnTo>
                    <a:pt x="600691" y="1670016"/>
                  </a:lnTo>
                  <a:lnTo>
                    <a:pt x="600691" y="1682878"/>
                  </a:lnTo>
                  <a:close/>
                  <a:moveTo>
                    <a:pt x="592116" y="1682878"/>
                  </a:moveTo>
                  <a:lnTo>
                    <a:pt x="595546" y="1682878"/>
                  </a:lnTo>
                  <a:lnTo>
                    <a:pt x="595546" y="1670016"/>
                  </a:lnTo>
                  <a:lnTo>
                    <a:pt x="592116" y="1670016"/>
                  </a:lnTo>
                  <a:lnTo>
                    <a:pt x="592116" y="1682878"/>
                  </a:lnTo>
                  <a:close/>
                  <a:moveTo>
                    <a:pt x="585685" y="1682878"/>
                  </a:moveTo>
                  <a:lnTo>
                    <a:pt x="589115" y="1682878"/>
                  </a:lnTo>
                  <a:lnTo>
                    <a:pt x="589115" y="1670016"/>
                  </a:lnTo>
                  <a:lnTo>
                    <a:pt x="585685" y="1670016"/>
                  </a:lnTo>
                  <a:lnTo>
                    <a:pt x="585685" y="1682878"/>
                  </a:lnTo>
                  <a:close/>
                  <a:moveTo>
                    <a:pt x="579253" y="1682878"/>
                  </a:moveTo>
                  <a:lnTo>
                    <a:pt x="582683" y="1682878"/>
                  </a:lnTo>
                  <a:lnTo>
                    <a:pt x="582683" y="1670016"/>
                  </a:lnTo>
                  <a:lnTo>
                    <a:pt x="579253" y="1670016"/>
                  </a:lnTo>
                  <a:lnTo>
                    <a:pt x="579253" y="1682878"/>
                  </a:lnTo>
                  <a:close/>
                  <a:moveTo>
                    <a:pt x="572822" y="1682878"/>
                  </a:moveTo>
                  <a:lnTo>
                    <a:pt x="576252" y="1682878"/>
                  </a:lnTo>
                  <a:lnTo>
                    <a:pt x="576252" y="1670016"/>
                  </a:lnTo>
                  <a:lnTo>
                    <a:pt x="572822" y="1670016"/>
                  </a:lnTo>
                  <a:lnTo>
                    <a:pt x="572822" y="1682878"/>
                  </a:lnTo>
                  <a:close/>
                  <a:moveTo>
                    <a:pt x="557815" y="1682878"/>
                  </a:moveTo>
                  <a:lnTo>
                    <a:pt x="561245" y="1682878"/>
                  </a:lnTo>
                  <a:lnTo>
                    <a:pt x="561245" y="1670016"/>
                  </a:lnTo>
                  <a:lnTo>
                    <a:pt x="557815" y="1670016"/>
                  </a:lnTo>
                  <a:lnTo>
                    <a:pt x="557815" y="1682878"/>
                  </a:lnTo>
                  <a:close/>
                  <a:moveTo>
                    <a:pt x="551384" y="1682878"/>
                  </a:moveTo>
                  <a:lnTo>
                    <a:pt x="554814" y="1682878"/>
                  </a:lnTo>
                  <a:lnTo>
                    <a:pt x="554814" y="1670016"/>
                  </a:lnTo>
                  <a:lnTo>
                    <a:pt x="551384" y="1670016"/>
                  </a:lnTo>
                  <a:lnTo>
                    <a:pt x="551384" y="1682878"/>
                  </a:lnTo>
                  <a:close/>
                  <a:moveTo>
                    <a:pt x="544952" y="1682878"/>
                  </a:moveTo>
                  <a:lnTo>
                    <a:pt x="548383" y="1682878"/>
                  </a:lnTo>
                  <a:lnTo>
                    <a:pt x="548383" y="1667872"/>
                  </a:lnTo>
                  <a:lnTo>
                    <a:pt x="544952" y="1667872"/>
                  </a:lnTo>
                  <a:lnTo>
                    <a:pt x="544952" y="1682878"/>
                  </a:lnTo>
                  <a:close/>
                  <a:moveTo>
                    <a:pt x="538521" y="1682878"/>
                  </a:moveTo>
                  <a:lnTo>
                    <a:pt x="541951" y="1682878"/>
                  </a:lnTo>
                  <a:lnTo>
                    <a:pt x="541951" y="1667872"/>
                  </a:lnTo>
                  <a:lnTo>
                    <a:pt x="538521" y="1667872"/>
                  </a:lnTo>
                  <a:lnTo>
                    <a:pt x="538521" y="1682878"/>
                  </a:lnTo>
                  <a:close/>
                  <a:moveTo>
                    <a:pt x="529946" y="1682878"/>
                  </a:moveTo>
                  <a:lnTo>
                    <a:pt x="533376" y="1682878"/>
                  </a:lnTo>
                  <a:lnTo>
                    <a:pt x="533376" y="1667872"/>
                  </a:lnTo>
                  <a:lnTo>
                    <a:pt x="529946" y="1667872"/>
                  </a:lnTo>
                  <a:lnTo>
                    <a:pt x="529946" y="1682878"/>
                  </a:lnTo>
                  <a:close/>
                  <a:moveTo>
                    <a:pt x="523514" y="1682878"/>
                  </a:moveTo>
                  <a:lnTo>
                    <a:pt x="526945" y="1682878"/>
                  </a:lnTo>
                  <a:lnTo>
                    <a:pt x="526945" y="1667872"/>
                  </a:lnTo>
                  <a:lnTo>
                    <a:pt x="523514" y="1667872"/>
                  </a:lnTo>
                  <a:lnTo>
                    <a:pt x="523514" y="1682878"/>
                  </a:lnTo>
                  <a:close/>
                  <a:moveTo>
                    <a:pt x="517083" y="1682878"/>
                  </a:moveTo>
                  <a:lnTo>
                    <a:pt x="520513" y="1682878"/>
                  </a:lnTo>
                  <a:lnTo>
                    <a:pt x="520513" y="1667872"/>
                  </a:lnTo>
                  <a:lnTo>
                    <a:pt x="517083" y="1667872"/>
                  </a:lnTo>
                  <a:lnTo>
                    <a:pt x="517083" y="1682878"/>
                  </a:lnTo>
                  <a:close/>
                  <a:moveTo>
                    <a:pt x="510652" y="1682878"/>
                  </a:moveTo>
                  <a:lnTo>
                    <a:pt x="514082" y="1682878"/>
                  </a:lnTo>
                  <a:lnTo>
                    <a:pt x="514082" y="1667872"/>
                  </a:lnTo>
                  <a:lnTo>
                    <a:pt x="510652" y="1667872"/>
                  </a:lnTo>
                  <a:lnTo>
                    <a:pt x="510652" y="1682878"/>
                  </a:lnTo>
                  <a:close/>
                  <a:moveTo>
                    <a:pt x="502077" y="1682878"/>
                  </a:moveTo>
                  <a:lnTo>
                    <a:pt x="505507" y="1682878"/>
                  </a:lnTo>
                  <a:lnTo>
                    <a:pt x="505507" y="1667872"/>
                  </a:lnTo>
                  <a:lnTo>
                    <a:pt x="502077" y="1667872"/>
                  </a:lnTo>
                  <a:lnTo>
                    <a:pt x="502077" y="1682878"/>
                  </a:lnTo>
                  <a:close/>
                  <a:moveTo>
                    <a:pt x="495645" y="1682878"/>
                  </a:moveTo>
                  <a:lnTo>
                    <a:pt x="499075" y="1682878"/>
                  </a:lnTo>
                  <a:lnTo>
                    <a:pt x="499075" y="1665728"/>
                  </a:lnTo>
                  <a:lnTo>
                    <a:pt x="495645" y="1665728"/>
                  </a:lnTo>
                  <a:lnTo>
                    <a:pt x="495645" y="1682878"/>
                  </a:lnTo>
                  <a:close/>
                  <a:moveTo>
                    <a:pt x="489214" y="1682878"/>
                  </a:moveTo>
                  <a:lnTo>
                    <a:pt x="492644" y="1682878"/>
                  </a:lnTo>
                  <a:lnTo>
                    <a:pt x="492644" y="1665728"/>
                  </a:lnTo>
                  <a:lnTo>
                    <a:pt x="489214" y="1665728"/>
                  </a:lnTo>
                  <a:lnTo>
                    <a:pt x="489214" y="1682878"/>
                  </a:lnTo>
                  <a:close/>
                  <a:moveTo>
                    <a:pt x="482782" y="1682878"/>
                  </a:moveTo>
                  <a:lnTo>
                    <a:pt x="486212" y="1682878"/>
                  </a:lnTo>
                  <a:lnTo>
                    <a:pt x="486212" y="1665728"/>
                  </a:lnTo>
                  <a:lnTo>
                    <a:pt x="482782" y="1665728"/>
                  </a:lnTo>
                  <a:lnTo>
                    <a:pt x="482782" y="1682878"/>
                  </a:lnTo>
                  <a:close/>
                  <a:moveTo>
                    <a:pt x="474207" y="1682878"/>
                  </a:moveTo>
                  <a:lnTo>
                    <a:pt x="477637" y="1682878"/>
                  </a:lnTo>
                  <a:lnTo>
                    <a:pt x="477637" y="1665728"/>
                  </a:lnTo>
                  <a:lnTo>
                    <a:pt x="474207" y="1665728"/>
                  </a:lnTo>
                  <a:lnTo>
                    <a:pt x="474207" y="1682878"/>
                  </a:lnTo>
                  <a:close/>
                  <a:moveTo>
                    <a:pt x="467776" y="1682878"/>
                  </a:moveTo>
                  <a:lnTo>
                    <a:pt x="471206" y="1682878"/>
                  </a:lnTo>
                  <a:lnTo>
                    <a:pt x="471206" y="1663584"/>
                  </a:lnTo>
                  <a:lnTo>
                    <a:pt x="467776" y="1663584"/>
                  </a:lnTo>
                  <a:lnTo>
                    <a:pt x="467776" y="1682878"/>
                  </a:lnTo>
                  <a:close/>
                  <a:moveTo>
                    <a:pt x="461344" y="1682878"/>
                  </a:moveTo>
                  <a:lnTo>
                    <a:pt x="464775" y="1682878"/>
                  </a:lnTo>
                  <a:lnTo>
                    <a:pt x="464775" y="1663584"/>
                  </a:lnTo>
                  <a:lnTo>
                    <a:pt x="461344" y="1663584"/>
                  </a:lnTo>
                  <a:lnTo>
                    <a:pt x="461344" y="1682878"/>
                  </a:lnTo>
                  <a:close/>
                  <a:moveTo>
                    <a:pt x="454913" y="1682878"/>
                  </a:moveTo>
                  <a:lnTo>
                    <a:pt x="458343" y="1682878"/>
                  </a:lnTo>
                  <a:lnTo>
                    <a:pt x="458343" y="1663584"/>
                  </a:lnTo>
                  <a:lnTo>
                    <a:pt x="454913" y="1663584"/>
                  </a:lnTo>
                  <a:lnTo>
                    <a:pt x="454913" y="1682878"/>
                  </a:lnTo>
                  <a:close/>
                  <a:moveTo>
                    <a:pt x="446338" y="1682878"/>
                  </a:moveTo>
                  <a:lnTo>
                    <a:pt x="449768" y="1682878"/>
                  </a:lnTo>
                  <a:lnTo>
                    <a:pt x="449768" y="1663584"/>
                  </a:lnTo>
                  <a:lnTo>
                    <a:pt x="446338" y="1663584"/>
                  </a:lnTo>
                  <a:lnTo>
                    <a:pt x="446338" y="1682878"/>
                  </a:lnTo>
                  <a:close/>
                  <a:moveTo>
                    <a:pt x="439907" y="1682878"/>
                  </a:moveTo>
                  <a:lnTo>
                    <a:pt x="443337" y="1682878"/>
                  </a:lnTo>
                  <a:lnTo>
                    <a:pt x="443337" y="1663584"/>
                  </a:lnTo>
                  <a:lnTo>
                    <a:pt x="439907" y="1663584"/>
                  </a:lnTo>
                  <a:lnTo>
                    <a:pt x="439907" y="1682878"/>
                  </a:lnTo>
                  <a:close/>
                  <a:moveTo>
                    <a:pt x="433475" y="1682878"/>
                  </a:moveTo>
                  <a:lnTo>
                    <a:pt x="436905" y="1682878"/>
                  </a:lnTo>
                  <a:lnTo>
                    <a:pt x="436905" y="1663584"/>
                  </a:lnTo>
                  <a:lnTo>
                    <a:pt x="433475" y="1663584"/>
                  </a:lnTo>
                  <a:lnTo>
                    <a:pt x="433475" y="1682878"/>
                  </a:lnTo>
                  <a:close/>
                  <a:moveTo>
                    <a:pt x="427044" y="1682878"/>
                  </a:moveTo>
                  <a:lnTo>
                    <a:pt x="430474" y="1682878"/>
                  </a:lnTo>
                  <a:lnTo>
                    <a:pt x="430474" y="1661440"/>
                  </a:lnTo>
                  <a:lnTo>
                    <a:pt x="427044" y="1661440"/>
                  </a:lnTo>
                  <a:lnTo>
                    <a:pt x="427044" y="1682878"/>
                  </a:lnTo>
                  <a:close/>
                  <a:moveTo>
                    <a:pt x="418469" y="1682878"/>
                  </a:moveTo>
                  <a:lnTo>
                    <a:pt x="421899" y="1682878"/>
                  </a:lnTo>
                  <a:lnTo>
                    <a:pt x="421899" y="1661440"/>
                  </a:lnTo>
                  <a:lnTo>
                    <a:pt x="418469" y="1661440"/>
                  </a:lnTo>
                  <a:lnTo>
                    <a:pt x="418469" y="1682878"/>
                  </a:lnTo>
                  <a:close/>
                  <a:moveTo>
                    <a:pt x="412037" y="1682878"/>
                  </a:moveTo>
                  <a:lnTo>
                    <a:pt x="415467" y="1682878"/>
                  </a:lnTo>
                  <a:lnTo>
                    <a:pt x="415467" y="1661440"/>
                  </a:lnTo>
                  <a:lnTo>
                    <a:pt x="412037" y="1661440"/>
                  </a:lnTo>
                  <a:lnTo>
                    <a:pt x="412037" y="1682878"/>
                  </a:lnTo>
                  <a:close/>
                  <a:moveTo>
                    <a:pt x="405606" y="1682878"/>
                  </a:moveTo>
                  <a:lnTo>
                    <a:pt x="409036" y="1682878"/>
                  </a:lnTo>
                  <a:lnTo>
                    <a:pt x="409036" y="1661440"/>
                  </a:lnTo>
                  <a:lnTo>
                    <a:pt x="405606" y="1661440"/>
                  </a:lnTo>
                  <a:lnTo>
                    <a:pt x="405606" y="1682878"/>
                  </a:lnTo>
                  <a:close/>
                  <a:moveTo>
                    <a:pt x="399174" y="1682878"/>
                  </a:moveTo>
                  <a:lnTo>
                    <a:pt x="402605" y="1682878"/>
                  </a:lnTo>
                  <a:lnTo>
                    <a:pt x="402605" y="1661440"/>
                  </a:lnTo>
                  <a:lnTo>
                    <a:pt x="399174" y="1661440"/>
                  </a:lnTo>
                  <a:lnTo>
                    <a:pt x="399174" y="1682878"/>
                  </a:lnTo>
                  <a:close/>
                  <a:moveTo>
                    <a:pt x="390599" y="1682878"/>
                  </a:moveTo>
                  <a:lnTo>
                    <a:pt x="394029" y="1682878"/>
                  </a:lnTo>
                  <a:lnTo>
                    <a:pt x="394029" y="1661440"/>
                  </a:lnTo>
                  <a:lnTo>
                    <a:pt x="390599" y="1661440"/>
                  </a:lnTo>
                  <a:lnTo>
                    <a:pt x="390599" y="1682878"/>
                  </a:lnTo>
                  <a:close/>
                  <a:moveTo>
                    <a:pt x="384168" y="1682878"/>
                  </a:moveTo>
                  <a:lnTo>
                    <a:pt x="387598" y="1682878"/>
                  </a:lnTo>
                  <a:lnTo>
                    <a:pt x="387598" y="1661440"/>
                  </a:lnTo>
                  <a:lnTo>
                    <a:pt x="384168" y="1661440"/>
                  </a:lnTo>
                  <a:lnTo>
                    <a:pt x="384168" y="1682878"/>
                  </a:lnTo>
                  <a:close/>
                  <a:moveTo>
                    <a:pt x="377737" y="1682878"/>
                  </a:moveTo>
                  <a:lnTo>
                    <a:pt x="381167" y="1682878"/>
                  </a:lnTo>
                  <a:lnTo>
                    <a:pt x="381167" y="1661440"/>
                  </a:lnTo>
                  <a:lnTo>
                    <a:pt x="377737" y="1661440"/>
                  </a:lnTo>
                  <a:lnTo>
                    <a:pt x="377737" y="1682878"/>
                  </a:lnTo>
                  <a:close/>
                  <a:moveTo>
                    <a:pt x="371305" y="1682878"/>
                  </a:moveTo>
                  <a:lnTo>
                    <a:pt x="374735" y="1682878"/>
                  </a:lnTo>
                  <a:lnTo>
                    <a:pt x="374735" y="1659297"/>
                  </a:lnTo>
                  <a:lnTo>
                    <a:pt x="371305" y="1659297"/>
                  </a:lnTo>
                  <a:lnTo>
                    <a:pt x="371305" y="1682878"/>
                  </a:lnTo>
                  <a:close/>
                  <a:moveTo>
                    <a:pt x="362730" y="1682878"/>
                  </a:moveTo>
                  <a:lnTo>
                    <a:pt x="366160" y="1682878"/>
                  </a:lnTo>
                  <a:lnTo>
                    <a:pt x="366160" y="1659297"/>
                  </a:lnTo>
                  <a:lnTo>
                    <a:pt x="362730" y="1659297"/>
                  </a:lnTo>
                  <a:lnTo>
                    <a:pt x="362730" y="1682878"/>
                  </a:lnTo>
                  <a:close/>
                  <a:moveTo>
                    <a:pt x="356299" y="1682878"/>
                  </a:moveTo>
                  <a:lnTo>
                    <a:pt x="359729" y="1682878"/>
                  </a:lnTo>
                  <a:lnTo>
                    <a:pt x="359729" y="1659297"/>
                  </a:lnTo>
                  <a:lnTo>
                    <a:pt x="356299" y="1659297"/>
                  </a:lnTo>
                  <a:lnTo>
                    <a:pt x="356299" y="1682878"/>
                  </a:lnTo>
                  <a:close/>
                  <a:moveTo>
                    <a:pt x="349867" y="1682878"/>
                  </a:moveTo>
                  <a:lnTo>
                    <a:pt x="353297" y="1682878"/>
                  </a:lnTo>
                  <a:lnTo>
                    <a:pt x="353297" y="1657153"/>
                  </a:lnTo>
                  <a:lnTo>
                    <a:pt x="349867" y="1657153"/>
                  </a:lnTo>
                  <a:lnTo>
                    <a:pt x="349867" y="1682878"/>
                  </a:lnTo>
                  <a:close/>
                  <a:moveTo>
                    <a:pt x="343436" y="1682878"/>
                  </a:moveTo>
                  <a:lnTo>
                    <a:pt x="346866" y="1682878"/>
                  </a:lnTo>
                  <a:lnTo>
                    <a:pt x="346866" y="1657153"/>
                  </a:lnTo>
                  <a:lnTo>
                    <a:pt x="343436" y="1657153"/>
                  </a:lnTo>
                  <a:lnTo>
                    <a:pt x="343436" y="1682878"/>
                  </a:lnTo>
                  <a:close/>
                  <a:moveTo>
                    <a:pt x="334861" y="1682878"/>
                  </a:moveTo>
                  <a:lnTo>
                    <a:pt x="338291" y="1682878"/>
                  </a:lnTo>
                  <a:lnTo>
                    <a:pt x="338291" y="1652865"/>
                  </a:lnTo>
                  <a:lnTo>
                    <a:pt x="334861" y="1652865"/>
                  </a:lnTo>
                  <a:lnTo>
                    <a:pt x="334861" y="1682878"/>
                  </a:lnTo>
                  <a:close/>
                  <a:moveTo>
                    <a:pt x="328429" y="1682878"/>
                  </a:moveTo>
                  <a:lnTo>
                    <a:pt x="331859" y="1682878"/>
                  </a:lnTo>
                  <a:lnTo>
                    <a:pt x="331859" y="1652865"/>
                  </a:lnTo>
                  <a:lnTo>
                    <a:pt x="328429" y="1652865"/>
                  </a:lnTo>
                  <a:lnTo>
                    <a:pt x="328429" y="1682878"/>
                  </a:lnTo>
                  <a:close/>
                  <a:moveTo>
                    <a:pt x="321998" y="1682878"/>
                  </a:moveTo>
                  <a:lnTo>
                    <a:pt x="325428" y="1682878"/>
                  </a:lnTo>
                  <a:lnTo>
                    <a:pt x="325428" y="1650721"/>
                  </a:lnTo>
                  <a:lnTo>
                    <a:pt x="321998" y="1650721"/>
                  </a:lnTo>
                  <a:lnTo>
                    <a:pt x="321998" y="1682878"/>
                  </a:lnTo>
                  <a:close/>
                  <a:moveTo>
                    <a:pt x="315566" y="1682878"/>
                  </a:moveTo>
                  <a:lnTo>
                    <a:pt x="318997" y="1682878"/>
                  </a:lnTo>
                  <a:lnTo>
                    <a:pt x="318997" y="1650721"/>
                  </a:lnTo>
                  <a:lnTo>
                    <a:pt x="315566" y="1650721"/>
                  </a:lnTo>
                  <a:lnTo>
                    <a:pt x="315566" y="1682878"/>
                  </a:lnTo>
                  <a:close/>
                  <a:moveTo>
                    <a:pt x="306991" y="1682878"/>
                  </a:moveTo>
                  <a:lnTo>
                    <a:pt x="310421" y="1682878"/>
                  </a:lnTo>
                  <a:lnTo>
                    <a:pt x="310421" y="1648578"/>
                  </a:lnTo>
                  <a:lnTo>
                    <a:pt x="306991" y="1648578"/>
                  </a:lnTo>
                  <a:lnTo>
                    <a:pt x="306991" y="1682878"/>
                  </a:lnTo>
                  <a:close/>
                  <a:moveTo>
                    <a:pt x="300560" y="1682878"/>
                  </a:moveTo>
                  <a:lnTo>
                    <a:pt x="303990" y="1682878"/>
                  </a:lnTo>
                  <a:lnTo>
                    <a:pt x="303990" y="1648578"/>
                  </a:lnTo>
                  <a:lnTo>
                    <a:pt x="300560" y="1648578"/>
                  </a:lnTo>
                  <a:lnTo>
                    <a:pt x="300560" y="1682878"/>
                  </a:lnTo>
                  <a:close/>
                  <a:moveTo>
                    <a:pt x="294129" y="1682878"/>
                  </a:moveTo>
                  <a:lnTo>
                    <a:pt x="297559" y="1682878"/>
                  </a:lnTo>
                  <a:lnTo>
                    <a:pt x="297559" y="1648578"/>
                  </a:lnTo>
                  <a:lnTo>
                    <a:pt x="294129" y="1648578"/>
                  </a:lnTo>
                  <a:lnTo>
                    <a:pt x="294129" y="1682878"/>
                  </a:lnTo>
                  <a:close/>
                  <a:moveTo>
                    <a:pt x="287697" y="1682878"/>
                  </a:moveTo>
                  <a:lnTo>
                    <a:pt x="291127" y="1682878"/>
                  </a:lnTo>
                  <a:lnTo>
                    <a:pt x="291127" y="1644290"/>
                  </a:lnTo>
                  <a:lnTo>
                    <a:pt x="287697" y="1644290"/>
                  </a:lnTo>
                  <a:lnTo>
                    <a:pt x="287697" y="1682878"/>
                  </a:lnTo>
                  <a:close/>
                  <a:moveTo>
                    <a:pt x="279122" y="1682878"/>
                  </a:moveTo>
                  <a:lnTo>
                    <a:pt x="282552" y="1682878"/>
                  </a:lnTo>
                  <a:lnTo>
                    <a:pt x="282552" y="1640002"/>
                  </a:lnTo>
                  <a:lnTo>
                    <a:pt x="279122" y="1640002"/>
                  </a:lnTo>
                  <a:lnTo>
                    <a:pt x="279122" y="1682878"/>
                  </a:lnTo>
                  <a:close/>
                  <a:moveTo>
                    <a:pt x="272691" y="1682878"/>
                  </a:moveTo>
                  <a:lnTo>
                    <a:pt x="276121" y="1682878"/>
                  </a:lnTo>
                  <a:lnTo>
                    <a:pt x="276121" y="1640002"/>
                  </a:lnTo>
                  <a:lnTo>
                    <a:pt x="272691" y="1640002"/>
                  </a:lnTo>
                  <a:lnTo>
                    <a:pt x="272691" y="1682878"/>
                  </a:lnTo>
                  <a:close/>
                  <a:moveTo>
                    <a:pt x="266259" y="1682878"/>
                  </a:moveTo>
                  <a:lnTo>
                    <a:pt x="269689" y="1682878"/>
                  </a:lnTo>
                  <a:lnTo>
                    <a:pt x="269689" y="1640002"/>
                  </a:lnTo>
                  <a:lnTo>
                    <a:pt x="266259" y="1640002"/>
                  </a:lnTo>
                  <a:lnTo>
                    <a:pt x="266259" y="1682878"/>
                  </a:lnTo>
                  <a:close/>
                  <a:moveTo>
                    <a:pt x="259828" y="1682878"/>
                  </a:moveTo>
                  <a:lnTo>
                    <a:pt x="263258" y="1682878"/>
                  </a:lnTo>
                  <a:lnTo>
                    <a:pt x="263258" y="1640002"/>
                  </a:lnTo>
                  <a:lnTo>
                    <a:pt x="259828" y="1640002"/>
                  </a:lnTo>
                  <a:lnTo>
                    <a:pt x="259828" y="1682878"/>
                  </a:lnTo>
                  <a:close/>
                  <a:moveTo>
                    <a:pt x="251253" y="1682878"/>
                  </a:moveTo>
                  <a:lnTo>
                    <a:pt x="254683" y="1682878"/>
                  </a:lnTo>
                  <a:lnTo>
                    <a:pt x="254683" y="1633571"/>
                  </a:lnTo>
                  <a:lnTo>
                    <a:pt x="251253" y="1633571"/>
                  </a:lnTo>
                  <a:lnTo>
                    <a:pt x="251253" y="1682878"/>
                  </a:lnTo>
                  <a:close/>
                  <a:moveTo>
                    <a:pt x="244821" y="1682878"/>
                  </a:moveTo>
                  <a:lnTo>
                    <a:pt x="248251" y="1682878"/>
                  </a:lnTo>
                  <a:lnTo>
                    <a:pt x="248251" y="1633571"/>
                  </a:lnTo>
                  <a:lnTo>
                    <a:pt x="244821" y="1633571"/>
                  </a:lnTo>
                  <a:lnTo>
                    <a:pt x="244821" y="1682878"/>
                  </a:lnTo>
                  <a:close/>
                  <a:moveTo>
                    <a:pt x="238390" y="1682878"/>
                  </a:moveTo>
                  <a:lnTo>
                    <a:pt x="241820" y="1682878"/>
                  </a:lnTo>
                  <a:lnTo>
                    <a:pt x="241820" y="1629283"/>
                  </a:lnTo>
                  <a:lnTo>
                    <a:pt x="238390" y="1629283"/>
                  </a:lnTo>
                  <a:lnTo>
                    <a:pt x="238390" y="1682878"/>
                  </a:lnTo>
                  <a:close/>
                  <a:moveTo>
                    <a:pt x="231959" y="1682878"/>
                  </a:moveTo>
                  <a:lnTo>
                    <a:pt x="235389" y="1682878"/>
                  </a:lnTo>
                  <a:lnTo>
                    <a:pt x="235389" y="1624996"/>
                  </a:lnTo>
                  <a:lnTo>
                    <a:pt x="231959" y="1624996"/>
                  </a:lnTo>
                  <a:lnTo>
                    <a:pt x="231959" y="1682878"/>
                  </a:lnTo>
                  <a:close/>
                  <a:moveTo>
                    <a:pt x="223383" y="1682878"/>
                  </a:moveTo>
                  <a:lnTo>
                    <a:pt x="226813" y="1682878"/>
                  </a:lnTo>
                  <a:lnTo>
                    <a:pt x="226813" y="1616421"/>
                  </a:lnTo>
                  <a:lnTo>
                    <a:pt x="223383" y="1616421"/>
                  </a:lnTo>
                  <a:lnTo>
                    <a:pt x="223383" y="168287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40" name="Vector layer 97B7D3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354878" y="715598"/>
                  </a:moveTo>
                  <a:lnTo>
                    <a:pt x="1354878" y="712168"/>
                  </a:lnTo>
                  <a:lnTo>
                    <a:pt x="1352734" y="712168"/>
                  </a:lnTo>
                  <a:lnTo>
                    <a:pt x="1352734" y="715598"/>
                  </a:lnTo>
                  <a:lnTo>
                    <a:pt x="1354878" y="715598"/>
                  </a:lnTo>
                  <a:close/>
                  <a:moveTo>
                    <a:pt x="1880536" y="362301"/>
                  </a:moveTo>
                  <a:lnTo>
                    <a:pt x="1883966" y="362301"/>
                  </a:lnTo>
                  <a:lnTo>
                    <a:pt x="1883966" y="360157"/>
                  </a:lnTo>
                  <a:lnTo>
                    <a:pt x="1880536" y="360157"/>
                  </a:lnTo>
                  <a:lnTo>
                    <a:pt x="1880536" y="362301"/>
                  </a:lnTo>
                  <a:close/>
                  <a:moveTo>
                    <a:pt x="1882680" y="276549"/>
                  </a:moveTo>
                  <a:lnTo>
                    <a:pt x="1886110" y="276549"/>
                  </a:lnTo>
                  <a:lnTo>
                    <a:pt x="1886110" y="272262"/>
                  </a:lnTo>
                  <a:lnTo>
                    <a:pt x="1882680" y="272262"/>
                  </a:lnTo>
                  <a:lnTo>
                    <a:pt x="1882680" y="276549"/>
                  </a:lnTo>
                  <a:close/>
                  <a:moveTo>
                    <a:pt x="1884824" y="171504"/>
                  </a:moveTo>
                  <a:lnTo>
                    <a:pt x="1888254" y="171504"/>
                  </a:lnTo>
                  <a:lnTo>
                    <a:pt x="1888254" y="154353"/>
                  </a:lnTo>
                  <a:lnTo>
                    <a:pt x="1884824" y="154353"/>
                  </a:lnTo>
                  <a:lnTo>
                    <a:pt x="1884824" y="171504"/>
                  </a:lnTo>
                  <a:close/>
                </a:path>
              </a:pathLst>
            </a:custGeom>
            <a:solidFill>
              <a:srgbClr val="97B7D3"/>
            </a:solidFill>
            <a:ln>
              <a:noFill/>
            </a:ln>
          </p:spPr>
        </p:sp>
        <p:sp>
          <p:nvSpPr>
            <p:cNvPr id="2141" name="Vector layer 88ADCD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896045" y="1465142"/>
                  </a:moveTo>
                  <a:lnTo>
                    <a:pt x="1898470" y="1467568"/>
                  </a:lnTo>
                  <a:lnTo>
                    <a:pt x="1901117" y="1464922"/>
                  </a:lnTo>
                  <a:lnTo>
                    <a:pt x="1901117" y="1350590"/>
                  </a:lnTo>
                  <a:lnTo>
                    <a:pt x="1897686" y="1350590"/>
                  </a:lnTo>
                  <a:lnTo>
                    <a:pt x="1897686" y="1463501"/>
                  </a:lnTo>
                  <a:lnTo>
                    <a:pt x="1896045" y="1465142"/>
                  </a:lnTo>
                  <a:close/>
                  <a:moveTo>
                    <a:pt x="1719752" y="1464922"/>
                  </a:moveTo>
                  <a:lnTo>
                    <a:pt x="1722398" y="1467568"/>
                  </a:lnTo>
                  <a:lnTo>
                    <a:pt x="1724823" y="1465142"/>
                  </a:lnTo>
                  <a:lnTo>
                    <a:pt x="1723182" y="1463501"/>
                  </a:lnTo>
                  <a:lnTo>
                    <a:pt x="1723182" y="1350590"/>
                  </a:lnTo>
                  <a:lnTo>
                    <a:pt x="1719752" y="1350590"/>
                  </a:lnTo>
                  <a:lnTo>
                    <a:pt x="1719752" y="1464922"/>
                  </a:lnTo>
                  <a:close/>
                  <a:moveTo>
                    <a:pt x="1868176" y="1465142"/>
                  </a:moveTo>
                  <a:lnTo>
                    <a:pt x="1870601" y="1467568"/>
                  </a:lnTo>
                  <a:lnTo>
                    <a:pt x="1873247" y="1464922"/>
                  </a:lnTo>
                  <a:lnTo>
                    <a:pt x="1873247" y="1348446"/>
                  </a:lnTo>
                  <a:lnTo>
                    <a:pt x="1869817" y="1348446"/>
                  </a:lnTo>
                  <a:lnTo>
                    <a:pt x="1869817" y="1463501"/>
                  </a:lnTo>
                  <a:lnTo>
                    <a:pt x="1868176" y="1465142"/>
                  </a:lnTo>
                  <a:close/>
                  <a:moveTo>
                    <a:pt x="1366528" y="1465142"/>
                  </a:moveTo>
                  <a:lnTo>
                    <a:pt x="1368953" y="1467568"/>
                  </a:lnTo>
                  <a:lnTo>
                    <a:pt x="1371599" y="1464922"/>
                  </a:lnTo>
                  <a:lnTo>
                    <a:pt x="1371599" y="1348446"/>
                  </a:lnTo>
                  <a:lnTo>
                    <a:pt x="1368169" y="1348446"/>
                  </a:lnTo>
                  <a:lnTo>
                    <a:pt x="1368169" y="1463501"/>
                  </a:lnTo>
                  <a:lnTo>
                    <a:pt x="1366528" y="1465142"/>
                  </a:lnTo>
                  <a:close/>
                  <a:moveTo>
                    <a:pt x="384670" y="1465142"/>
                  </a:moveTo>
                  <a:lnTo>
                    <a:pt x="387096" y="1467568"/>
                  </a:lnTo>
                  <a:lnTo>
                    <a:pt x="389742" y="1464922"/>
                  </a:lnTo>
                  <a:lnTo>
                    <a:pt x="389742" y="1348446"/>
                  </a:lnTo>
                  <a:lnTo>
                    <a:pt x="386312" y="1348446"/>
                  </a:lnTo>
                  <a:lnTo>
                    <a:pt x="386312" y="1463501"/>
                  </a:lnTo>
                  <a:lnTo>
                    <a:pt x="384670" y="1465142"/>
                  </a:lnTo>
                  <a:close/>
                  <a:moveTo>
                    <a:pt x="1897686" y="1346303"/>
                  </a:moveTo>
                  <a:lnTo>
                    <a:pt x="1901117" y="1346303"/>
                  </a:lnTo>
                  <a:lnTo>
                    <a:pt x="1901117" y="1230538"/>
                  </a:lnTo>
                  <a:lnTo>
                    <a:pt x="1897686" y="1230538"/>
                  </a:lnTo>
                  <a:lnTo>
                    <a:pt x="1897686" y="1346303"/>
                  </a:lnTo>
                  <a:close/>
                  <a:moveTo>
                    <a:pt x="1719752" y="1346303"/>
                  </a:moveTo>
                  <a:lnTo>
                    <a:pt x="1723182" y="1346303"/>
                  </a:lnTo>
                  <a:lnTo>
                    <a:pt x="1723182" y="1230538"/>
                  </a:lnTo>
                  <a:lnTo>
                    <a:pt x="1719752" y="1230538"/>
                  </a:lnTo>
                  <a:lnTo>
                    <a:pt x="1719752" y="1346303"/>
                  </a:lnTo>
                  <a:close/>
                  <a:moveTo>
                    <a:pt x="911541" y="1346303"/>
                  </a:moveTo>
                  <a:lnTo>
                    <a:pt x="914971" y="1346303"/>
                  </a:lnTo>
                  <a:lnTo>
                    <a:pt x="914971" y="1230538"/>
                  </a:lnTo>
                  <a:lnTo>
                    <a:pt x="911541" y="1230538"/>
                  </a:lnTo>
                  <a:lnTo>
                    <a:pt x="911541" y="1346303"/>
                  </a:lnTo>
                  <a:close/>
                  <a:moveTo>
                    <a:pt x="1897686" y="1226250"/>
                  </a:moveTo>
                  <a:lnTo>
                    <a:pt x="1901117" y="1226250"/>
                  </a:lnTo>
                  <a:lnTo>
                    <a:pt x="1901117" y="1112629"/>
                  </a:lnTo>
                  <a:lnTo>
                    <a:pt x="1897686" y="1112629"/>
                  </a:lnTo>
                  <a:lnTo>
                    <a:pt x="1897686" y="1226250"/>
                  </a:lnTo>
                  <a:close/>
                  <a:moveTo>
                    <a:pt x="1841948" y="1228394"/>
                  </a:moveTo>
                  <a:lnTo>
                    <a:pt x="1845378" y="1228394"/>
                  </a:lnTo>
                  <a:lnTo>
                    <a:pt x="1845378" y="1112629"/>
                  </a:lnTo>
                  <a:lnTo>
                    <a:pt x="1841948" y="1112629"/>
                  </a:lnTo>
                  <a:lnTo>
                    <a:pt x="1841948" y="1228394"/>
                  </a:lnTo>
                  <a:close/>
                  <a:moveTo>
                    <a:pt x="1719752" y="1226250"/>
                  </a:moveTo>
                  <a:lnTo>
                    <a:pt x="1723182" y="1226250"/>
                  </a:lnTo>
                  <a:lnTo>
                    <a:pt x="1723182" y="1112629"/>
                  </a:lnTo>
                  <a:lnTo>
                    <a:pt x="1719752" y="1112629"/>
                  </a:lnTo>
                  <a:lnTo>
                    <a:pt x="1719752" y="1226250"/>
                  </a:lnTo>
                  <a:close/>
                  <a:moveTo>
                    <a:pt x="1724039" y="1041884"/>
                  </a:moveTo>
                  <a:lnTo>
                    <a:pt x="1727469" y="1041884"/>
                  </a:lnTo>
                  <a:lnTo>
                    <a:pt x="1727469" y="1037596"/>
                  </a:lnTo>
                  <a:lnTo>
                    <a:pt x="1724039" y="1037596"/>
                  </a:lnTo>
                  <a:lnTo>
                    <a:pt x="1724039" y="1041884"/>
                  </a:lnTo>
                  <a:close/>
                  <a:moveTo>
                    <a:pt x="1726183" y="1009727"/>
                  </a:moveTo>
                  <a:lnTo>
                    <a:pt x="1729613" y="1009727"/>
                  </a:lnTo>
                  <a:lnTo>
                    <a:pt x="1729613" y="1005439"/>
                  </a:lnTo>
                  <a:lnTo>
                    <a:pt x="1726183" y="1005439"/>
                  </a:lnTo>
                  <a:lnTo>
                    <a:pt x="1726183" y="1009727"/>
                  </a:lnTo>
                  <a:close/>
                  <a:moveTo>
                    <a:pt x="1709033" y="1003296"/>
                  </a:moveTo>
                  <a:lnTo>
                    <a:pt x="1712463" y="1003296"/>
                  </a:lnTo>
                  <a:lnTo>
                    <a:pt x="1712463" y="999008"/>
                  </a:lnTo>
                  <a:lnTo>
                    <a:pt x="1709033" y="999008"/>
                  </a:lnTo>
                  <a:lnTo>
                    <a:pt x="1709033" y="1003296"/>
                  </a:lnTo>
                  <a:close/>
                  <a:moveTo>
                    <a:pt x="1728327" y="977570"/>
                  </a:moveTo>
                  <a:lnTo>
                    <a:pt x="1731757" y="977570"/>
                  </a:lnTo>
                  <a:lnTo>
                    <a:pt x="1731757" y="973282"/>
                  </a:lnTo>
                  <a:lnTo>
                    <a:pt x="1728327" y="973282"/>
                  </a:lnTo>
                  <a:lnTo>
                    <a:pt x="1728327" y="977570"/>
                  </a:lnTo>
                  <a:close/>
                  <a:moveTo>
                    <a:pt x="1711176" y="971139"/>
                  </a:moveTo>
                  <a:lnTo>
                    <a:pt x="1714606" y="971139"/>
                  </a:lnTo>
                  <a:lnTo>
                    <a:pt x="1714606" y="966851"/>
                  </a:lnTo>
                  <a:lnTo>
                    <a:pt x="1711176" y="966851"/>
                  </a:lnTo>
                  <a:lnTo>
                    <a:pt x="1711176" y="971139"/>
                  </a:lnTo>
                  <a:close/>
                  <a:moveTo>
                    <a:pt x="1739046" y="926119"/>
                  </a:moveTo>
                  <a:lnTo>
                    <a:pt x="1742476" y="926119"/>
                  </a:lnTo>
                  <a:lnTo>
                    <a:pt x="1742476" y="919688"/>
                  </a:lnTo>
                  <a:lnTo>
                    <a:pt x="1739046" y="919688"/>
                  </a:lnTo>
                  <a:lnTo>
                    <a:pt x="1739046" y="926119"/>
                  </a:lnTo>
                  <a:close/>
                  <a:moveTo>
                    <a:pt x="1721895" y="919688"/>
                  </a:moveTo>
                  <a:lnTo>
                    <a:pt x="1725325" y="919688"/>
                  </a:lnTo>
                  <a:lnTo>
                    <a:pt x="1725325" y="915400"/>
                  </a:lnTo>
                  <a:lnTo>
                    <a:pt x="1721895" y="915400"/>
                  </a:lnTo>
                  <a:lnTo>
                    <a:pt x="1721895" y="919688"/>
                  </a:lnTo>
                  <a:close/>
                  <a:moveTo>
                    <a:pt x="1661869" y="902537"/>
                  </a:moveTo>
                  <a:lnTo>
                    <a:pt x="1665299" y="902537"/>
                  </a:lnTo>
                  <a:lnTo>
                    <a:pt x="1665299" y="900393"/>
                  </a:lnTo>
                  <a:lnTo>
                    <a:pt x="1661869" y="900393"/>
                  </a:lnTo>
                  <a:lnTo>
                    <a:pt x="1661869" y="902537"/>
                  </a:lnTo>
                  <a:close/>
                  <a:moveTo>
                    <a:pt x="1841948" y="902537"/>
                  </a:moveTo>
                  <a:lnTo>
                    <a:pt x="1845378" y="902537"/>
                  </a:lnTo>
                  <a:lnTo>
                    <a:pt x="1845378" y="891818"/>
                  </a:lnTo>
                  <a:lnTo>
                    <a:pt x="1841948" y="891818"/>
                  </a:lnTo>
                  <a:lnTo>
                    <a:pt x="1841948" y="902537"/>
                  </a:lnTo>
                  <a:close/>
                  <a:moveTo>
                    <a:pt x="1741189" y="891818"/>
                  </a:moveTo>
                  <a:lnTo>
                    <a:pt x="1744620" y="891818"/>
                  </a:lnTo>
                  <a:lnTo>
                    <a:pt x="1744620" y="887531"/>
                  </a:lnTo>
                  <a:lnTo>
                    <a:pt x="1741189" y="887531"/>
                  </a:lnTo>
                  <a:lnTo>
                    <a:pt x="1741189" y="891818"/>
                  </a:lnTo>
                  <a:close/>
                  <a:moveTo>
                    <a:pt x="1724039" y="885387"/>
                  </a:moveTo>
                  <a:lnTo>
                    <a:pt x="1727469" y="885387"/>
                  </a:lnTo>
                  <a:lnTo>
                    <a:pt x="1727469" y="881099"/>
                  </a:lnTo>
                  <a:lnTo>
                    <a:pt x="1724039" y="881099"/>
                  </a:lnTo>
                  <a:lnTo>
                    <a:pt x="1724039" y="885387"/>
                  </a:lnTo>
                  <a:close/>
                  <a:moveTo>
                    <a:pt x="1824797" y="885387"/>
                  </a:moveTo>
                  <a:lnTo>
                    <a:pt x="1828228" y="885387"/>
                  </a:lnTo>
                  <a:lnTo>
                    <a:pt x="1828228" y="878956"/>
                  </a:lnTo>
                  <a:lnTo>
                    <a:pt x="1824797" y="878956"/>
                  </a:lnTo>
                  <a:lnTo>
                    <a:pt x="1824797" y="885387"/>
                  </a:lnTo>
                  <a:close/>
                  <a:moveTo>
                    <a:pt x="1664013" y="878956"/>
                  </a:moveTo>
                  <a:lnTo>
                    <a:pt x="1667443" y="878956"/>
                  </a:lnTo>
                  <a:lnTo>
                    <a:pt x="1667443" y="876812"/>
                  </a:lnTo>
                  <a:lnTo>
                    <a:pt x="1664013" y="876812"/>
                  </a:lnTo>
                  <a:lnTo>
                    <a:pt x="1664013" y="878956"/>
                  </a:lnTo>
                  <a:close/>
                  <a:moveTo>
                    <a:pt x="1646863" y="872524"/>
                  </a:moveTo>
                  <a:lnTo>
                    <a:pt x="1650293" y="872524"/>
                  </a:lnTo>
                  <a:lnTo>
                    <a:pt x="1650293" y="870380"/>
                  </a:lnTo>
                  <a:lnTo>
                    <a:pt x="1646863" y="870380"/>
                  </a:lnTo>
                  <a:lnTo>
                    <a:pt x="1646863" y="872524"/>
                  </a:lnTo>
                  <a:close/>
                  <a:moveTo>
                    <a:pt x="1726183" y="853230"/>
                  </a:moveTo>
                  <a:lnTo>
                    <a:pt x="1729613" y="853230"/>
                  </a:lnTo>
                  <a:lnTo>
                    <a:pt x="1729613" y="848942"/>
                  </a:lnTo>
                  <a:lnTo>
                    <a:pt x="1726183" y="848942"/>
                  </a:lnTo>
                  <a:lnTo>
                    <a:pt x="1726183" y="853230"/>
                  </a:lnTo>
                  <a:close/>
                  <a:moveTo>
                    <a:pt x="1694026" y="829648"/>
                  </a:moveTo>
                  <a:lnTo>
                    <a:pt x="1697456" y="829648"/>
                  </a:lnTo>
                  <a:lnTo>
                    <a:pt x="1697456" y="827504"/>
                  </a:lnTo>
                  <a:lnTo>
                    <a:pt x="1694026" y="827504"/>
                  </a:lnTo>
                  <a:lnTo>
                    <a:pt x="1694026" y="829648"/>
                  </a:lnTo>
                  <a:close/>
                  <a:moveTo>
                    <a:pt x="1682878" y="827076"/>
                  </a:moveTo>
                  <a:lnTo>
                    <a:pt x="1682878" y="823646"/>
                  </a:lnTo>
                  <a:lnTo>
                    <a:pt x="1680734" y="823646"/>
                  </a:lnTo>
                  <a:lnTo>
                    <a:pt x="1680734" y="827076"/>
                  </a:lnTo>
                  <a:lnTo>
                    <a:pt x="1682878" y="827076"/>
                  </a:lnTo>
                  <a:close/>
                  <a:moveTo>
                    <a:pt x="1320577" y="820644"/>
                  </a:moveTo>
                  <a:lnTo>
                    <a:pt x="1320577" y="817214"/>
                  </a:lnTo>
                  <a:lnTo>
                    <a:pt x="1318433" y="817214"/>
                  </a:lnTo>
                  <a:lnTo>
                    <a:pt x="1318433" y="820644"/>
                  </a:lnTo>
                  <a:lnTo>
                    <a:pt x="1320577" y="820644"/>
                  </a:lnTo>
                  <a:close/>
                  <a:moveTo>
                    <a:pt x="1850523" y="821073"/>
                  </a:moveTo>
                  <a:lnTo>
                    <a:pt x="1853953" y="821073"/>
                  </a:lnTo>
                  <a:lnTo>
                    <a:pt x="1853953" y="816786"/>
                  </a:lnTo>
                  <a:lnTo>
                    <a:pt x="1850523" y="816786"/>
                  </a:lnTo>
                  <a:lnTo>
                    <a:pt x="1850523" y="821073"/>
                  </a:lnTo>
                  <a:close/>
                  <a:moveTo>
                    <a:pt x="1826941" y="818929"/>
                  </a:moveTo>
                  <a:lnTo>
                    <a:pt x="1830371" y="818929"/>
                  </a:lnTo>
                  <a:lnTo>
                    <a:pt x="1830371" y="801779"/>
                  </a:lnTo>
                  <a:lnTo>
                    <a:pt x="1826941" y="801779"/>
                  </a:lnTo>
                  <a:lnTo>
                    <a:pt x="1826941" y="818929"/>
                  </a:lnTo>
                  <a:close/>
                  <a:moveTo>
                    <a:pt x="1696170" y="799635"/>
                  </a:moveTo>
                  <a:lnTo>
                    <a:pt x="1699600" y="799635"/>
                  </a:lnTo>
                  <a:lnTo>
                    <a:pt x="1699600" y="795348"/>
                  </a:lnTo>
                  <a:lnTo>
                    <a:pt x="1696170" y="795348"/>
                  </a:lnTo>
                  <a:lnTo>
                    <a:pt x="1696170" y="799635"/>
                  </a:lnTo>
                  <a:close/>
                  <a:moveTo>
                    <a:pt x="1852667" y="788916"/>
                  </a:moveTo>
                  <a:lnTo>
                    <a:pt x="1856097" y="788916"/>
                  </a:lnTo>
                  <a:lnTo>
                    <a:pt x="1856097" y="784629"/>
                  </a:lnTo>
                  <a:lnTo>
                    <a:pt x="1852667" y="784629"/>
                  </a:lnTo>
                  <a:lnTo>
                    <a:pt x="1852667" y="788916"/>
                  </a:lnTo>
                  <a:close/>
                  <a:moveTo>
                    <a:pt x="1698314" y="765334"/>
                  </a:moveTo>
                  <a:lnTo>
                    <a:pt x="1701744" y="765334"/>
                  </a:lnTo>
                  <a:lnTo>
                    <a:pt x="1701744" y="761047"/>
                  </a:lnTo>
                  <a:lnTo>
                    <a:pt x="1698314" y="761047"/>
                  </a:lnTo>
                  <a:lnTo>
                    <a:pt x="1698314" y="765334"/>
                  </a:lnTo>
                  <a:close/>
                  <a:moveTo>
                    <a:pt x="1854811" y="756759"/>
                  </a:moveTo>
                  <a:lnTo>
                    <a:pt x="1858241" y="756759"/>
                  </a:lnTo>
                  <a:lnTo>
                    <a:pt x="1858241" y="752472"/>
                  </a:lnTo>
                  <a:lnTo>
                    <a:pt x="1854811" y="752472"/>
                  </a:lnTo>
                  <a:lnTo>
                    <a:pt x="1854811" y="756759"/>
                  </a:lnTo>
                  <a:close/>
                  <a:moveTo>
                    <a:pt x="1724039" y="752472"/>
                  </a:moveTo>
                  <a:lnTo>
                    <a:pt x="1727469" y="752472"/>
                  </a:lnTo>
                  <a:lnTo>
                    <a:pt x="1727469" y="746040"/>
                  </a:lnTo>
                  <a:lnTo>
                    <a:pt x="1724039" y="746040"/>
                  </a:lnTo>
                  <a:lnTo>
                    <a:pt x="1724039" y="752472"/>
                  </a:lnTo>
                  <a:close/>
                  <a:moveTo>
                    <a:pt x="1706889" y="743897"/>
                  </a:moveTo>
                  <a:lnTo>
                    <a:pt x="1710319" y="743897"/>
                  </a:lnTo>
                  <a:lnTo>
                    <a:pt x="1710319" y="739609"/>
                  </a:lnTo>
                  <a:lnTo>
                    <a:pt x="1706889" y="739609"/>
                  </a:lnTo>
                  <a:lnTo>
                    <a:pt x="1706889" y="743897"/>
                  </a:lnTo>
                  <a:close/>
                  <a:moveTo>
                    <a:pt x="1829085" y="741753"/>
                  </a:moveTo>
                  <a:lnTo>
                    <a:pt x="1832515" y="741753"/>
                  </a:lnTo>
                  <a:lnTo>
                    <a:pt x="1832515" y="726746"/>
                  </a:lnTo>
                  <a:lnTo>
                    <a:pt x="1829085" y="726746"/>
                  </a:lnTo>
                  <a:lnTo>
                    <a:pt x="1829085" y="741753"/>
                  </a:lnTo>
                  <a:close/>
                  <a:moveTo>
                    <a:pt x="1856954" y="722459"/>
                  </a:moveTo>
                  <a:lnTo>
                    <a:pt x="1860384" y="722459"/>
                  </a:lnTo>
                  <a:lnTo>
                    <a:pt x="1860384" y="716027"/>
                  </a:lnTo>
                  <a:lnTo>
                    <a:pt x="1856954" y="716027"/>
                  </a:lnTo>
                  <a:lnTo>
                    <a:pt x="1856954" y="722459"/>
                  </a:lnTo>
                  <a:close/>
                  <a:moveTo>
                    <a:pt x="1357953" y="716958"/>
                  </a:moveTo>
                  <a:lnTo>
                    <a:pt x="1360378" y="719384"/>
                  </a:lnTo>
                  <a:lnTo>
                    <a:pt x="1362522" y="717240"/>
                  </a:lnTo>
                  <a:lnTo>
                    <a:pt x="1360096" y="714814"/>
                  </a:lnTo>
                  <a:lnTo>
                    <a:pt x="1357953" y="716958"/>
                  </a:lnTo>
                  <a:close/>
                  <a:moveTo>
                    <a:pt x="1726183" y="716027"/>
                  </a:moveTo>
                  <a:lnTo>
                    <a:pt x="1729613" y="716027"/>
                  </a:lnTo>
                  <a:lnTo>
                    <a:pt x="1729613" y="711740"/>
                  </a:lnTo>
                  <a:lnTo>
                    <a:pt x="1726183" y="711740"/>
                  </a:lnTo>
                  <a:lnTo>
                    <a:pt x="1726183" y="716027"/>
                  </a:lnTo>
                  <a:close/>
                  <a:moveTo>
                    <a:pt x="1709033" y="709596"/>
                  </a:moveTo>
                  <a:lnTo>
                    <a:pt x="1712463" y="709596"/>
                  </a:lnTo>
                  <a:lnTo>
                    <a:pt x="1712463" y="705308"/>
                  </a:lnTo>
                  <a:lnTo>
                    <a:pt x="1709033" y="705308"/>
                  </a:lnTo>
                  <a:lnTo>
                    <a:pt x="1709033" y="709596"/>
                  </a:lnTo>
                  <a:close/>
                  <a:moveTo>
                    <a:pt x="1859098" y="686014"/>
                  </a:moveTo>
                  <a:lnTo>
                    <a:pt x="1862528" y="686014"/>
                  </a:lnTo>
                  <a:lnTo>
                    <a:pt x="1862528" y="681726"/>
                  </a:lnTo>
                  <a:lnTo>
                    <a:pt x="1859098" y="681726"/>
                  </a:lnTo>
                  <a:lnTo>
                    <a:pt x="1859098" y="686014"/>
                  </a:lnTo>
                  <a:close/>
                  <a:moveTo>
                    <a:pt x="1728327" y="679583"/>
                  </a:moveTo>
                  <a:lnTo>
                    <a:pt x="1731757" y="679583"/>
                  </a:lnTo>
                  <a:lnTo>
                    <a:pt x="1731757" y="675295"/>
                  </a:lnTo>
                  <a:lnTo>
                    <a:pt x="1728327" y="675295"/>
                  </a:lnTo>
                  <a:lnTo>
                    <a:pt x="1728327" y="679583"/>
                  </a:lnTo>
                  <a:close/>
                  <a:moveTo>
                    <a:pt x="1711176" y="675295"/>
                  </a:moveTo>
                  <a:lnTo>
                    <a:pt x="1714606" y="675295"/>
                  </a:lnTo>
                  <a:lnTo>
                    <a:pt x="1714606" y="668864"/>
                  </a:lnTo>
                  <a:lnTo>
                    <a:pt x="1711176" y="668864"/>
                  </a:lnTo>
                  <a:lnTo>
                    <a:pt x="1711176" y="675295"/>
                  </a:lnTo>
                  <a:close/>
                  <a:moveTo>
                    <a:pt x="1831229" y="664576"/>
                  </a:moveTo>
                  <a:lnTo>
                    <a:pt x="1834659" y="664576"/>
                  </a:lnTo>
                  <a:lnTo>
                    <a:pt x="1834659" y="649570"/>
                  </a:lnTo>
                  <a:lnTo>
                    <a:pt x="1831229" y="649570"/>
                  </a:lnTo>
                  <a:lnTo>
                    <a:pt x="1831229" y="664576"/>
                  </a:lnTo>
                  <a:close/>
                  <a:moveTo>
                    <a:pt x="1861242" y="651713"/>
                  </a:moveTo>
                  <a:lnTo>
                    <a:pt x="1864672" y="651713"/>
                  </a:lnTo>
                  <a:lnTo>
                    <a:pt x="1864672" y="647426"/>
                  </a:lnTo>
                  <a:lnTo>
                    <a:pt x="1861242" y="647426"/>
                  </a:lnTo>
                  <a:lnTo>
                    <a:pt x="1861242" y="651713"/>
                  </a:lnTo>
                  <a:close/>
                  <a:moveTo>
                    <a:pt x="1869817" y="628132"/>
                  </a:moveTo>
                  <a:lnTo>
                    <a:pt x="1873247" y="628132"/>
                  </a:lnTo>
                  <a:lnTo>
                    <a:pt x="1873247" y="623844"/>
                  </a:lnTo>
                  <a:lnTo>
                    <a:pt x="1869817" y="623844"/>
                  </a:lnTo>
                  <a:lnTo>
                    <a:pt x="1869817" y="628132"/>
                  </a:lnTo>
                  <a:close/>
                  <a:moveTo>
                    <a:pt x="1871961" y="591687"/>
                  </a:moveTo>
                  <a:lnTo>
                    <a:pt x="1875391" y="591687"/>
                  </a:lnTo>
                  <a:lnTo>
                    <a:pt x="1875391" y="587400"/>
                  </a:lnTo>
                  <a:lnTo>
                    <a:pt x="1871961" y="587400"/>
                  </a:lnTo>
                  <a:lnTo>
                    <a:pt x="1871961" y="591687"/>
                  </a:lnTo>
                  <a:close/>
                  <a:moveTo>
                    <a:pt x="1854811" y="585256"/>
                  </a:moveTo>
                  <a:lnTo>
                    <a:pt x="1858241" y="585256"/>
                  </a:lnTo>
                  <a:lnTo>
                    <a:pt x="1858241" y="580968"/>
                  </a:lnTo>
                  <a:lnTo>
                    <a:pt x="1854811" y="580968"/>
                  </a:lnTo>
                  <a:lnTo>
                    <a:pt x="1854811" y="585256"/>
                  </a:lnTo>
                  <a:close/>
                  <a:moveTo>
                    <a:pt x="1833373" y="585256"/>
                  </a:moveTo>
                  <a:lnTo>
                    <a:pt x="1836803" y="585256"/>
                  </a:lnTo>
                  <a:lnTo>
                    <a:pt x="1836803" y="570249"/>
                  </a:lnTo>
                  <a:lnTo>
                    <a:pt x="1833373" y="570249"/>
                  </a:lnTo>
                  <a:lnTo>
                    <a:pt x="1833373" y="585256"/>
                  </a:lnTo>
                  <a:close/>
                  <a:moveTo>
                    <a:pt x="1874105" y="555243"/>
                  </a:moveTo>
                  <a:lnTo>
                    <a:pt x="1877535" y="555243"/>
                  </a:lnTo>
                  <a:lnTo>
                    <a:pt x="1877535" y="548811"/>
                  </a:lnTo>
                  <a:lnTo>
                    <a:pt x="1874105" y="548811"/>
                  </a:lnTo>
                  <a:lnTo>
                    <a:pt x="1874105" y="555243"/>
                  </a:lnTo>
                  <a:close/>
                  <a:moveTo>
                    <a:pt x="1852667" y="568105"/>
                  </a:moveTo>
                  <a:lnTo>
                    <a:pt x="1856097" y="568105"/>
                  </a:lnTo>
                  <a:lnTo>
                    <a:pt x="1856097" y="548811"/>
                  </a:lnTo>
                  <a:lnTo>
                    <a:pt x="1852667" y="548811"/>
                  </a:lnTo>
                  <a:lnTo>
                    <a:pt x="1852667" y="568105"/>
                  </a:lnTo>
                  <a:close/>
                  <a:moveTo>
                    <a:pt x="1856954" y="548811"/>
                  </a:moveTo>
                  <a:lnTo>
                    <a:pt x="1860384" y="548811"/>
                  </a:lnTo>
                  <a:lnTo>
                    <a:pt x="1860384" y="542380"/>
                  </a:lnTo>
                  <a:lnTo>
                    <a:pt x="1856954" y="542380"/>
                  </a:lnTo>
                  <a:lnTo>
                    <a:pt x="1856954" y="548811"/>
                  </a:lnTo>
                  <a:close/>
                  <a:moveTo>
                    <a:pt x="917973" y="533805"/>
                  </a:moveTo>
                  <a:lnTo>
                    <a:pt x="921403" y="533805"/>
                  </a:lnTo>
                  <a:lnTo>
                    <a:pt x="921403" y="531661"/>
                  </a:lnTo>
                  <a:lnTo>
                    <a:pt x="917973" y="531661"/>
                  </a:lnTo>
                  <a:lnTo>
                    <a:pt x="917973" y="533805"/>
                  </a:lnTo>
                  <a:close/>
                  <a:moveTo>
                    <a:pt x="900822" y="529517"/>
                  </a:moveTo>
                  <a:lnTo>
                    <a:pt x="904252" y="529517"/>
                  </a:lnTo>
                  <a:lnTo>
                    <a:pt x="904252" y="527373"/>
                  </a:lnTo>
                  <a:lnTo>
                    <a:pt x="900822" y="527373"/>
                  </a:lnTo>
                  <a:lnTo>
                    <a:pt x="900822" y="529517"/>
                  </a:lnTo>
                  <a:close/>
                  <a:moveTo>
                    <a:pt x="920116" y="512367"/>
                  </a:moveTo>
                  <a:lnTo>
                    <a:pt x="923546" y="512367"/>
                  </a:lnTo>
                  <a:lnTo>
                    <a:pt x="923546" y="510223"/>
                  </a:lnTo>
                  <a:lnTo>
                    <a:pt x="920116" y="510223"/>
                  </a:lnTo>
                  <a:lnTo>
                    <a:pt x="920116" y="512367"/>
                  </a:lnTo>
                  <a:close/>
                  <a:moveTo>
                    <a:pt x="1859098" y="510223"/>
                  </a:moveTo>
                  <a:lnTo>
                    <a:pt x="1862528" y="510223"/>
                  </a:lnTo>
                  <a:lnTo>
                    <a:pt x="1862528" y="508079"/>
                  </a:lnTo>
                  <a:lnTo>
                    <a:pt x="1859098" y="508079"/>
                  </a:lnTo>
                  <a:lnTo>
                    <a:pt x="1859098" y="510223"/>
                  </a:lnTo>
                  <a:close/>
                  <a:moveTo>
                    <a:pt x="902966" y="508079"/>
                  </a:moveTo>
                  <a:lnTo>
                    <a:pt x="906396" y="508079"/>
                  </a:lnTo>
                  <a:lnTo>
                    <a:pt x="906396" y="505935"/>
                  </a:lnTo>
                  <a:lnTo>
                    <a:pt x="902966" y="505935"/>
                  </a:lnTo>
                  <a:lnTo>
                    <a:pt x="902966" y="508079"/>
                  </a:lnTo>
                  <a:close/>
                  <a:moveTo>
                    <a:pt x="1835516" y="505935"/>
                  </a:moveTo>
                  <a:lnTo>
                    <a:pt x="1838946" y="505935"/>
                  </a:lnTo>
                  <a:lnTo>
                    <a:pt x="1838946" y="490929"/>
                  </a:lnTo>
                  <a:lnTo>
                    <a:pt x="1835516" y="490929"/>
                  </a:lnTo>
                  <a:lnTo>
                    <a:pt x="1835516" y="505935"/>
                  </a:lnTo>
                  <a:close/>
                  <a:moveTo>
                    <a:pt x="1884824" y="490929"/>
                  </a:moveTo>
                  <a:lnTo>
                    <a:pt x="1888254" y="490929"/>
                  </a:lnTo>
                  <a:lnTo>
                    <a:pt x="1888254" y="484497"/>
                  </a:lnTo>
                  <a:lnTo>
                    <a:pt x="1884824" y="484497"/>
                  </a:lnTo>
                  <a:lnTo>
                    <a:pt x="1884824" y="490929"/>
                  </a:lnTo>
                  <a:close/>
                  <a:moveTo>
                    <a:pt x="1867673" y="484497"/>
                  </a:moveTo>
                  <a:lnTo>
                    <a:pt x="1871103" y="484497"/>
                  </a:lnTo>
                  <a:lnTo>
                    <a:pt x="1871103" y="478066"/>
                  </a:lnTo>
                  <a:lnTo>
                    <a:pt x="1867673" y="478066"/>
                  </a:lnTo>
                  <a:lnTo>
                    <a:pt x="1867673" y="484497"/>
                  </a:lnTo>
                  <a:close/>
                  <a:moveTo>
                    <a:pt x="1854811" y="478066"/>
                  </a:moveTo>
                  <a:lnTo>
                    <a:pt x="1858241" y="478066"/>
                  </a:lnTo>
                  <a:lnTo>
                    <a:pt x="1858241" y="460916"/>
                  </a:lnTo>
                  <a:lnTo>
                    <a:pt x="1854811" y="460916"/>
                  </a:lnTo>
                  <a:lnTo>
                    <a:pt x="1854811" y="478066"/>
                  </a:lnTo>
                  <a:close/>
                  <a:moveTo>
                    <a:pt x="1897686" y="456628"/>
                  </a:moveTo>
                  <a:lnTo>
                    <a:pt x="1901117" y="456628"/>
                  </a:lnTo>
                  <a:lnTo>
                    <a:pt x="1901117" y="437334"/>
                  </a:lnTo>
                  <a:lnTo>
                    <a:pt x="1897686" y="437334"/>
                  </a:lnTo>
                  <a:lnTo>
                    <a:pt x="1897686" y="456628"/>
                  </a:lnTo>
                  <a:close/>
                  <a:moveTo>
                    <a:pt x="1854811" y="424471"/>
                  </a:moveTo>
                  <a:lnTo>
                    <a:pt x="1858241" y="424471"/>
                  </a:lnTo>
                  <a:lnTo>
                    <a:pt x="1858241" y="422327"/>
                  </a:lnTo>
                  <a:lnTo>
                    <a:pt x="1854811" y="422327"/>
                  </a:lnTo>
                  <a:lnTo>
                    <a:pt x="1854811" y="424471"/>
                  </a:lnTo>
                  <a:close/>
                  <a:moveTo>
                    <a:pt x="1837660" y="426615"/>
                  </a:moveTo>
                  <a:lnTo>
                    <a:pt x="1841090" y="426615"/>
                  </a:lnTo>
                  <a:lnTo>
                    <a:pt x="1841090" y="409465"/>
                  </a:lnTo>
                  <a:lnTo>
                    <a:pt x="1837660" y="409465"/>
                  </a:lnTo>
                  <a:lnTo>
                    <a:pt x="1837660" y="426615"/>
                  </a:lnTo>
                  <a:close/>
                  <a:moveTo>
                    <a:pt x="1871961" y="398746"/>
                  </a:moveTo>
                  <a:lnTo>
                    <a:pt x="1875391" y="398746"/>
                  </a:lnTo>
                  <a:lnTo>
                    <a:pt x="1875391" y="392314"/>
                  </a:lnTo>
                  <a:lnTo>
                    <a:pt x="1871961" y="392314"/>
                  </a:lnTo>
                  <a:lnTo>
                    <a:pt x="1871961" y="398746"/>
                  </a:lnTo>
                  <a:close/>
                  <a:moveTo>
                    <a:pt x="1901974" y="291556"/>
                  </a:moveTo>
                  <a:lnTo>
                    <a:pt x="1905404" y="291556"/>
                  </a:lnTo>
                  <a:lnTo>
                    <a:pt x="1905404" y="285125"/>
                  </a:lnTo>
                  <a:lnTo>
                    <a:pt x="1901974" y="285125"/>
                  </a:lnTo>
                  <a:lnTo>
                    <a:pt x="1901974" y="291556"/>
                  </a:lnTo>
                  <a:close/>
                  <a:moveTo>
                    <a:pt x="1912693" y="218667"/>
                  </a:moveTo>
                  <a:lnTo>
                    <a:pt x="1916123" y="218667"/>
                  </a:lnTo>
                  <a:lnTo>
                    <a:pt x="1916123" y="210092"/>
                  </a:lnTo>
                  <a:lnTo>
                    <a:pt x="1912693" y="210092"/>
                  </a:lnTo>
                  <a:lnTo>
                    <a:pt x="1912693" y="218667"/>
                  </a:lnTo>
                  <a:close/>
                  <a:moveTo>
                    <a:pt x="388455" y="203660"/>
                  </a:moveTo>
                  <a:lnTo>
                    <a:pt x="391886" y="203660"/>
                  </a:lnTo>
                  <a:lnTo>
                    <a:pt x="391886" y="201517"/>
                  </a:lnTo>
                  <a:lnTo>
                    <a:pt x="388455" y="201517"/>
                  </a:lnTo>
                  <a:lnTo>
                    <a:pt x="388455" y="203660"/>
                  </a:lnTo>
                  <a:close/>
                  <a:moveTo>
                    <a:pt x="371305" y="199373"/>
                  </a:moveTo>
                  <a:lnTo>
                    <a:pt x="374735" y="199373"/>
                  </a:lnTo>
                  <a:lnTo>
                    <a:pt x="374735" y="197229"/>
                  </a:lnTo>
                  <a:lnTo>
                    <a:pt x="371305" y="197229"/>
                  </a:lnTo>
                  <a:lnTo>
                    <a:pt x="371305" y="199373"/>
                  </a:lnTo>
                  <a:close/>
                  <a:moveTo>
                    <a:pt x="390599" y="182222"/>
                  </a:moveTo>
                  <a:lnTo>
                    <a:pt x="394029" y="182222"/>
                  </a:lnTo>
                  <a:lnTo>
                    <a:pt x="394029" y="180079"/>
                  </a:lnTo>
                  <a:lnTo>
                    <a:pt x="390599" y="180079"/>
                  </a:lnTo>
                  <a:lnTo>
                    <a:pt x="390599" y="182222"/>
                  </a:lnTo>
                  <a:close/>
                  <a:moveTo>
                    <a:pt x="636707" y="179650"/>
                  </a:moveTo>
                  <a:lnTo>
                    <a:pt x="636707" y="176220"/>
                  </a:lnTo>
                  <a:lnTo>
                    <a:pt x="591687" y="176220"/>
                  </a:lnTo>
                  <a:lnTo>
                    <a:pt x="591687" y="179650"/>
                  </a:lnTo>
                  <a:lnTo>
                    <a:pt x="636707" y="179650"/>
                  </a:lnTo>
                  <a:close/>
                  <a:moveTo>
                    <a:pt x="373449" y="177935"/>
                  </a:moveTo>
                  <a:lnTo>
                    <a:pt x="376879" y="177935"/>
                  </a:lnTo>
                  <a:lnTo>
                    <a:pt x="376879" y="175791"/>
                  </a:lnTo>
                  <a:lnTo>
                    <a:pt x="373449" y="175791"/>
                  </a:lnTo>
                  <a:lnTo>
                    <a:pt x="373449" y="177935"/>
                  </a:lnTo>
                  <a:close/>
                  <a:moveTo>
                    <a:pt x="1914837" y="169360"/>
                  </a:moveTo>
                  <a:lnTo>
                    <a:pt x="1918267" y="169360"/>
                  </a:lnTo>
                  <a:lnTo>
                    <a:pt x="1918267" y="162928"/>
                  </a:lnTo>
                  <a:lnTo>
                    <a:pt x="1914837" y="162928"/>
                  </a:lnTo>
                  <a:lnTo>
                    <a:pt x="1914837" y="169360"/>
                  </a:lnTo>
                  <a:close/>
                  <a:moveTo>
                    <a:pt x="636707" y="119624"/>
                  </a:moveTo>
                  <a:lnTo>
                    <a:pt x="636707" y="116194"/>
                  </a:lnTo>
                  <a:lnTo>
                    <a:pt x="591687" y="116194"/>
                  </a:lnTo>
                  <a:lnTo>
                    <a:pt x="591687" y="119624"/>
                  </a:lnTo>
                  <a:lnTo>
                    <a:pt x="636707" y="119624"/>
                  </a:lnTo>
                  <a:close/>
                  <a:moveTo>
                    <a:pt x="1916981" y="122196"/>
                  </a:moveTo>
                  <a:lnTo>
                    <a:pt x="1920411" y="122196"/>
                  </a:lnTo>
                  <a:lnTo>
                    <a:pt x="1920411" y="113621"/>
                  </a:lnTo>
                  <a:lnTo>
                    <a:pt x="1916981" y="113621"/>
                  </a:lnTo>
                  <a:lnTo>
                    <a:pt x="1916981" y="122196"/>
                  </a:lnTo>
                  <a:close/>
                  <a:moveTo>
                    <a:pt x="636707" y="59597"/>
                  </a:moveTo>
                  <a:lnTo>
                    <a:pt x="636707" y="56167"/>
                  </a:lnTo>
                  <a:lnTo>
                    <a:pt x="591687" y="56167"/>
                  </a:lnTo>
                  <a:lnTo>
                    <a:pt x="591687" y="59597"/>
                  </a:lnTo>
                  <a:lnTo>
                    <a:pt x="636707" y="59597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42" name="Vector layer 759FC5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646434" y="899965"/>
                  </a:moveTo>
                  <a:lnTo>
                    <a:pt x="1646434" y="896535"/>
                  </a:lnTo>
                  <a:lnTo>
                    <a:pt x="1644290" y="896535"/>
                  </a:lnTo>
                  <a:lnTo>
                    <a:pt x="1644290" y="899965"/>
                  </a:lnTo>
                  <a:lnTo>
                    <a:pt x="1646434" y="899965"/>
                  </a:lnTo>
                  <a:close/>
                  <a:moveTo>
                    <a:pt x="1738617" y="835651"/>
                  </a:moveTo>
                  <a:lnTo>
                    <a:pt x="1738617" y="832221"/>
                  </a:lnTo>
                  <a:lnTo>
                    <a:pt x="1736473" y="832221"/>
                  </a:lnTo>
                  <a:lnTo>
                    <a:pt x="1736473" y="835651"/>
                  </a:lnTo>
                  <a:lnTo>
                    <a:pt x="1738617" y="835651"/>
                  </a:lnTo>
                  <a:close/>
                  <a:moveTo>
                    <a:pt x="1700960" y="749115"/>
                  </a:moveTo>
                  <a:lnTo>
                    <a:pt x="1703385" y="751541"/>
                  </a:lnTo>
                  <a:lnTo>
                    <a:pt x="1705529" y="749397"/>
                  </a:lnTo>
                  <a:lnTo>
                    <a:pt x="1703104" y="746971"/>
                  </a:lnTo>
                  <a:lnTo>
                    <a:pt x="1700960" y="749115"/>
                  </a:lnTo>
                  <a:close/>
                  <a:moveTo>
                    <a:pt x="1320577" y="724174"/>
                  </a:moveTo>
                  <a:lnTo>
                    <a:pt x="1320577" y="720744"/>
                  </a:lnTo>
                  <a:lnTo>
                    <a:pt x="1318433" y="720744"/>
                  </a:lnTo>
                  <a:lnTo>
                    <a:pt x="1318433" y="724174"/>
                  </a:lnTo>
                  <a:lnTo>
                    <a:pt x="1320577" y="724174"/>
                  </a:lnTo>
                  <a:close/>
                  <a:moveTo>
                    <a:pt x="1866032" y="635494"/>
                  </a:moveTo>
                  <a:lnTo>
                    <a:pt x="1868457" y="637920"/>
                  </a:lnTo>
                  <a:lnTo>
                    <a:pt x="1870601" y="635776"/>
                  </a:lnTo>
                  <a:lnTo>
                    <a:pt x="1868176" y="633350"/>
                  </a:lnTo>
                  <a:lnTo>
                    <a:pt x="1866032" y="635494"/>
                  </a:lnTo>
                  <a:close/>
                  <a:moveTo>
                    <a:pt x="1882680" y="297987"/>
                  </a:moveTo>
                  <a:lnTo>
                    <a:pt x="1886110" y="297987"/>
                  </a:lnTo>
                  <a:lnTo>
                    <a:pt x="1886110" y="280837"/>
                  </a:lnTo>
                  <a:lnTo>
                    <a:pt x="1882680" y="280837"/>
                  </a:lnTo>
                  <a:lnTo>
                    <a:pt x="1882680" y="297987"/>
                  </a:lnTo>
                  <a:close/>
                  <a:moveTo>
                    <a:pt x="1884824" y="180079"/>
                  </a:moveTo>
                  <a:lnTo>
                    <a:pt x="1888254" y="180079"/>
                  </a:lnTo>
                  <a:lnTo>
                    <a:pt x="1888254" y="173647"/>
                  </a:lnTo>
                  <a:lnTo>
                    <a:pt x="1884824" y="173647"/>
                  </a:lnTo>
                  <a:lnTo>
                    <a:pt x="1884824" y="180079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43" name="Vector layer 989DA1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49137" y="1843663"/>
                  </a:moveTo>
                  <a:lnTo>
                    <a:pt x="1952568" y="1843663"/>
                  </a:lnTo>
                  <a:lnTo>
                    <a:pt x="1952568" y="1839375"/>
                  </a:lnTo>
                  <a:lnTo>
                    <a:pt x="1949137" y="1839375"/>
                  </a:lnTo>
                  <a:lnTo>
                    <a:pt x="1949137" y="1843663"/>
                  </a:lnTo>
                  <a:close/>
                  <a:moveTo>
                    <a:pt x="1252404" y="1841519"/>
                  </a:moveTo>
                  <a:lnTo>
                    <a:pt x="1255835" y="1841519"/>
                  </a:lnTo>
                  <a:lnTo>
                    <a:pt x="1255835" y="1839375"/>
                  </a:lnTo>
                  <a:lnTo>
                    <a:pt x="1252404" y="1839375"/>
                  </a:lnTo>
                  <a:lnTo>
                    <a:pt x="1252404" y="1841519"/>
                  </a:lnTo>
                  <a:close/>
                  <a:moveTo>
                    <a:pt x="909397" y="1843663"/>
                  </a:moveTo>
                  <a:lnTo>
                    <a:pt x="912827" y="1843663"/>
                  </a:lnTo>
                  <a:lnTo>
                    <a:pt x="912827" y="1839375"/>
                  </a:lnTo>
                  <a:lnTo>
                    <a:pt x="909397" y="1839375"/>
                  </a:lnTo>
                  <a:lnTo>
                    <a:pt x="909397" y="1843663"/>
                  </a:lnTo>
                  <a:close/>
                  <a:moveTo>
                    <a:pt x="555671" y="1841519"/>
                  </a:moveTo>
                  <a:lnTo>
                    <a:pt x="559101" y="1841519"/>
                  </a:lnTo>
                  <a:lnTo>
                    <a:pt x="559101" y="1839375"/>
                  </a:lnTo>
                  <a:lnTo>
                    <a:pt x="555671" y="1839375"/>
                  </a:lnTo>
                  <a:lnTo>
                    <a:pt x="555671" y="1841519"/>
                  </a:lnTo>
                  <a:close/>
                  <a:moveTo>
                    <a:pt x="214379" y="1768201"/>
                  </a:moveTo>
                  <a:lnTo>
                    <a:pt x="214379" y="1764771"/>
                  </a:lnTo>
                  <a:lnTo>
                    <a:pt x="210092" y="1764771"/>
                  </a:lnTo>
                  <a:lnTo>
                    <a:pt x="210092" y="1768201"/>
                  </a:lnTo>
                  <a:lnTo>
                    <a:pt x="214379" y="1768201"/>
                  </a:lnTo>
                  <a:close/>
                  <a:moveTo>
                    <a:pt x="214379" y="1603129"/>
                  </a:moveTo>
                  <a:lnTo>
                    <a:pt x="214379" y="1599699"/>
                  </a:lnTo>
                  <a:lnTo>
                    <a:pt x="207948" y="1599699"/>
                  </a:lnTo>
                  <a:lnTo>
                    <a:pt x="207948" y="1603129"/>
                  </a:lnTo>
                  <a:lnTo>
                    <a:pt x="214379" y="1603129"/>
                  </a:lnTo>
                  <a:close/>
                  <a:moveTo>
                    <a:pt x="214379" y="655572"/>
                  </a:moveTo>
                  <a:lnTo>
                    <a:pt x="214379" y="652142"/>
                  </a:lnTo>
                  <a:lnTo>
                    <a:pt x="207948" y="652142"/>
                  </a:lnTo>
                  <a:lnTo>
                    <a:pt x="207948" y="655572"/>
                  </a:lnTo>
                  <a:lnTo>
                    <a:pt x="214379" y="655572"/>
                  </a:lnTo>
                  <a:close/>
                  <a:moveTo>
                    <a:pt x="214379" y="383310"/>
                  </a:moveTo>
                  <a:lnTo>
                    <a:pt x="214379" y="379880"/>
                  </a:lnTo>
                  <a:lnTo>
                    <a:pt x="207948" y="379880"/>
                  </a:lnTo>
                  <a:lnTo>
                    <a:pt x="207948" y="383310"/>
                  </a:lnTo>
                  <a:lnTo>
                    <a:pt x="214379" y="383310"/>
                  </a:lnTo>
                  <a:close/>
                  <a:moveTo>
                    <a:pt x="214379" y="121767"/>
                  </a:moveTo>
                  <a:lnTo>
                    <a:pt x="214379" y="118337"/>
                  </a:lnTo>
                  <a:lnTo>
                    <a:pt x="210092" y="118337"/>
                  </a:lnTo>
                  <a:lnTo>
                    <a:pt x="210092" y="121767"/>
                  </a:lnTo>
                  <a:lnTo>
                    <a:pt x="214379" y="121767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4" name="Vector layer 4F84B5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899830" y="345151"/>
                  </a:moveTo>
                  <a:lnTo>
                    <a:pt x="1903260" y="345151"/>
                  </a:lnTo>
                  <a:lnTo>
                    <a:pt x="1903260" y="338719"/>
                  </a:lnTo>
                  <a:lnTo>
                    <a:pt x="1899830" y="338719"/>
                  </a:lnTo>
                  <a:lnTo>
                    <a:pt x="1899830" y="345151"/>
                  </a:lnTo>
                  <a:close/>
                </a:path>
              </a:pathLst>
            </a:custGeom>
            <a:solidFill>
              <a:srgbClr val="4F84B5"/>
            </a:solidFill>
            <a:ln>
              <a:noFill/>
            </a:ln>
          </p:spPr>
        </p:sp>
        <p:sp>
          <p:nvSpPr>
            <p:cNvPr id="2145" name="Vector layer 4E84B4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848379" y="1464211"/>
                  </a:moveTo>
                  <a:lnTo>
                    <a:pt x="1851809" y="1464211"/>
                  </a:lnTo>
                  <a:lnTo>
                    <a:pt x="1851809" y="1350590"/>
                  </a:lnTo>
                  <a:lnTo>
                    <a:pt x="1848379" y="1350590"/>
                  </a:lnTo>
                  <a:lnTo>
                    <a:pt x="1848379" y="1464211"/>
                  </a:lnTo>
                  <a:close/>
                  <a:moveTo>
                    <a:pt x="1323150" y="1464211"/>
                  </a:moveTo>
                  <a:lnTo>
                    <a:pt x="1326580" y="1464211"/>
                  </a:lnTo>
                  <a:lnTo>
                    <a:pt x="1326580" y="1350590"/>
                  </a:lnTo>
                  <a:lnTo>
                    <a:pt x="1323150" y="1350590"/>
                  </a:lnTo>
                  <a:lnTo>
                    <a:pt x="1323150" y="1464211"/>
                  </a:lnTo>
                  <a:close/>
                  <a:moveTo>
                    <a:pt x="1908405" y="1464211"/>
                  </a:moveTo>
                  <a:lnTo>
                    <a:pt x="1911835" y="1464211"/>
                  </a:lnTo>
                  <a:lnTo>
                    <a:pt x="1911835" y="1348446"/>
                  </a:lnTo>
                  <a:lnTo>
                    <a:pt x="1908405" y="1348446"/>
                  </a:lnTo>
                  <a:lnTo>
                    <a:pt x="1908405" y="1464211"/>
                  </a:lnTo>
                  <a:close/>
                  <a:moveTo>
                    <a:pt x="1880536" y="1464211"/>
                  </a:moveTo>
                  <a:lnTo>
                    <a:pt x="1883966" y="1464211"/>
                  </a:lnTo>
                  <a:lnTo>
                    <a:pt x="1883966" y="1348446"/>
                  </a:lnTo>
                  <a:lnTo>
                    <a:pt x="1880536" y="1348446"/>
                  </a:lnTo>
                  <a:lnTo>
                    <a:pt x="1880536" y="1464211"/>
                  </a:lnTo>
                  <a:close/>
                  <a:moveTo>
                    <a:pt x="1852667" y="1464211"/>
                  </a:moveTo>
                  <a:lnTo>
                    <a:pt x="1856097" y="1464211"/>
                  </a:lnTo>
                  <a:lnTo>
                    <a:pt x="1856097" y="1348446"/>
                  </a:lnTo>
                  <a:lnTo>
                    <a:pt x="1852667" y="1348446"/>
                  </a:lnTo>
                  <a:lnTo>
                    <a:pt x="1852667" y="1464211"/>
                  </a:lnTo>
                  <a:close/>
                  <a:moveTo>
                    <a:pt x="1713320" y="1464211"/>
                  </a:moveTo>
                  <a:lnTo>
                    <a:pt x="1716750" y="1464211"/>
                  </a:lnTo>
                  <a:lnTo>
                    <a:pt x="1716750" y="1348446"/>
                  </a:lnTo>
                  <a:lnTo>
                    <a:pt x="1713320" y="1348446"/>
                  </a:lnTo>
                  <a:lnTo>
                    <a:pt x="1713320" y="1464211"/>
                  </a:lnTo>
                  <a:close/>
                  <a:moveTo>
                    <a:pt x="1681163" y="1464211"/>
                  </a:moveTo>
                  <a:lnTo>
                    <a:pt x="1684593" y="1464211"/>
                  </a:lnTo>
                  <a:lnTo>
                    <a:pt x="1684593" y="1348446"/>
                  </a:lnTo>
                  <a:lnTo>
                    <a:pt x="1681163" y="1348446"/>
                  </a:lnTo>
                  <a:lnTo>
                    <a:pt x="1681163" y="1464211"/>
                  </a:lnTo>
                  <a:close/>
                  <a:moveTo>
                    <a:pt x="1597555" y="1464211"/>
                  </a:moveTo>
                  <a:lnTo>
                    <a:pt x="1600985" y="1464211"/>
                  </a:lnTo>
                  <a:lnTo>
                    <a:pt x="1600985" y="1348446"/>
                  </a:lnTo>
                  <a:lnTo>
                    <a:pt x="1597555" y="1348446"/>
                  </a:lnTo>
                  <a:lnTo>
                    <a:pt x="1597555" y="1464211"/>
                  </a:lnTo>
                  <a:close/>
                  <a:moveTo>
                    <a:pt x="1490366" y="1464211"/>
                  </a:moveTo>
                  <a:lnTo>
                    <a:pt x="1493796" y="1464211"/>
                  </a:lnTo>
                  <a:lnTo>
                    <a:pt x="1493796" y="1348446"/>
                  </a:lnTo>
                  <a:lnTo>
                    <a:pt x="1490366" y="1348446"/>
                  </a:lnTo>
                  <a:lnTo>
                    <a:pt x="1490366" y="1464211"/>
                  </a:lnTo>
                  <a:close/>
                  <a:moveTo>
                    <a:pt x="789345" y="1464211"/>
                  </a:moveTo>
                  <a:lnTo>
                    <a:pt x="792775" y="1464211"/>
                  </a:lnTo>
                  <a:lnTo>
                    <a:pt x="792775" y="1348446"/>
                  </a:lnTo>
                  <a:lnTo>
                    <a:pt x="789345" y="1348446"/>
                  </a:lnTo>
                  <a:lnTo>
                    <a:pt x="789345" y="1464211"/>
                  </a:lnTo>
                  <a:close/>
                  <a:moveTo>
                    <a:pt x="710025" y="1464211"/>
                  </a:moveTo>
                  <a:lnTo>
                    <a:pt x="713455" y="1464211"/>
                  </a:lnTo>
                  <a:lnTo>
                    <a:pt x="713455" y="1348446"/>
                  </a:lnTo>
                  <a:lnTo>
                    <a:pt x="710025" y="1348446"/>
                  </a:lnTo>
                  <a:lnTo>
                    <a:pt x="710025" y="1464211"/>
                  </a:lnTo>
                  <a:close/>
                  <a:moveTo>
                    <a:pt x="1709033" y="1346303"/>
                  </a:moveTo>
                  <a:lnTo>
                    <a:pt x="1712463" y="1346303"/>
                  </a:lnTo>
                  <a:lnTo>
                    <a:pt x="1712463" y="1230538"/>
                  </a:lnTo>
                  <a:lnTo>
                    <a:pt x="1709033" y="1230538"/>
                  </a:lnTo>
                  <a:lnTo>
                    <a:pt x="1709033" y="1346303"/>
                  </a:lnTo>
                  <a:close/>
                  <a:moveTo>
                    <a:pt x="1657582" y="1346303"/>
                  </a:moveTo>
                  <a:lnTo>
                    <a:pt x="1661012" y="1346303"/>
                  </a:lnTo>
                  <a:lnTo>
                    <a:pt x="1661012" y="1230538"/>
                  </a:lnTo>
                  <a:lnTo>
                    <a:pt x="1657582" y="1230538"/>
                  </a:lnTo>
                  <a:lnTo>
                    <a:pt x="1657582" y="1346303"/>
                  </a:lnTo>
                  <a:close/>
                  <a:moveTo>
                    <a:pt x="1179515" y="1346303"/>
                  </a:moveTo>
                  <a:lnTo>
                    <a:pt x="1182946" y="1346303"/>
                  </a:lnTo>
                  <a:lnTo>
                    <a:pt x="1182946" y="1230538"/>
                  </a:lnTo>
                  <a:lnTo>
                    <a:pt x="1179515" y="1230538"/>
                  </a:lnTo>
                  <a:lnTo>
                    <a:pt x="1179515" y="1346303"/>
                  </a:lnTo>
                  <a:close/>
                  <a:moveTo>
                    <a:pt x="1848379" y="1113339"/>
                  </a:moveTo>
                  <a:lnTo>
                    <a:pt x="1848379" y="1346303"/>
                  </a:lnTo>
                  <a:lnTo>
                    <a:pt x="1851809" y="1346303"/>
                  </a:lnTo>
                  <a:lnTo>
                    <a:pt x="1851809" y="1111919"/>
                  </a:lnTo>
                  <a:lnTo>
                    <a:pt x="1849163" y="1109273"/>
                  </a:lnTo>
                  <a:lnTo>
                    <a:pt x="1846738" y="1111698"/>
                  </a:lnTo>
                  <a:lnTo>
                    <a:pt x="1848379" y="1113339"/>
                  </a:lnTo>
                  <a:close/>
                  <a:moveTo>
                    <a:pt x="1736902" y="1113339"/>
                  </a:moveTo>
                  <a:lnTo>
                    <a:pt x="1736902" y="1228394"/>
                  </a:lnTo>
                  <a:lnTo>
                    <a:pt x="1740332" y="1228394"/>
                  </a:lnTo>
                  <a:lnTo>
                    <a:pt x="1740332" y="1111919"/>
                  </a:lnTo>
                  <a:lnTo>
                    <a:pt x="1737686" y="1109273"/>
                  </a:lnTo>
                  <a:lnTo>
                    <a:pt x="1735260" y="1111698"/>
                  </a:lnTo>
                  <a:lnTo>
                    <a:pt x="1736902" y="1113339"/>
                  </a:lnTo>
                  <a:close/>
                  <a:moveTo>
                    <a:pt x="1323150" y="1111919"/>
                  </a:moveTo>
                  <a:lnTo>
                    <a:pt x="1323150" y="1346303"/>
                  </a:lnTo>
                  <a:lnTo>
                    <a:pt x="1326580" y="1346303"/>
                  </a:lnTo>
                  <a:lnTo>
                    <a:pt x="1326580" y="1113339"/>
                  </a:lnTo>
                  <a:lnTo>
                    <a:pt x="1328221" y="1111698"/>
                  </a:lnTo>
                  <a:lnTo>
                    <a:pt x="1325796" y="1109273"/>
                  </a:lnTo>
                  <a:lnTo>
                    <a:pt x="1323150" y="1111919"/>
                  </a:lnTo>
                  <a:close/>
                  <a:moveTo>
                    <a:pt x="1724039" y="1033309"/>
                  </a:moveTo>
                  <a:lnTo>
                    <a:pt x="1727469" y="1033309"/>
                  </a:lnTo>
                  <a:lnTo>
                    <a:pt x="1727469" y="1029021"/>
                  </a:lnTo>
                  <a:lnTo>
                    <a:pt x="1724039" y="1029021"/>
                  </a:lnTo>
                  <a:lnTo>
                    <a:pt x="1724039" y="1033309"/>
                  </a:lnTo>
                  <a:close/>
                  <a:moveTo>
                    <a:pt x="1709033" y="1011871"/>
                  </a:moveTo>
                  <a:lnTo>
                    <a:pt x="1712463" y="1011871"/>
                  </a:lnTo>
                  <a:lnTo>
                    <a:pt x="1712463" y="1007583"/>
                  </a:lnTo>
                  <a:lnTo>
                    <a:pt x="1709033" y="1007583"/>
                  </a:lnTo>
                  <a:lnTo>
                    <a:pt x="1709033" y="1011871"/>
                  </a:lnTo>
                  <a:close/>
                  <a:moveTo>
                    <a:pt x="1726183" y="1001152"/>
                  </a:moveTo>
                  <a:lnTo>
                    <a:pt x="1729613" y="1001152"/>
                  </a:lnTo>
                  <a:lnTo>
                    <a:pt x="1729613" y="996864"/>
                  </a:lnTo>
                  <a:lnTo>
                    <a:pt x="1726183" y="996864"/>
                  </a:lnTo>
                  <a:lnTo>
                    <a:pt x="1726183" y="1001152"/>
                  </a:lnTo>
                  <a:close/>
                  <a:moveTo>
                    <a:pt x="1711176" y="979714"/>
                  </a:moveTo>
                  <a:lnTo>
                    <a:pt x="1714606" y="979714"/>
                  </a:lnTo>
                  <a:lnTo>
                    <a:pt x="1714606" y="975426"/>
                  </a:lnTo>
                  <a:lnTo>
                    <a:pt x="1711176" y="975426"/>
                  </a:lnTo>
                  <a:lnTo>
                    <a:pt x="1711176" y="979714"/>
                  </a:lnTo>
                  <a:close/>
                  <a:moveTo>
                    <a:pt x="1728327" y="968995"/>
                  </a:moveTo>
                  <a:lnTo>
                    <a:pt x="1731757" y="968995"/>
                  </a:lnTo>
                  <a:lnTo>
                    <a:pt x="1731757" y="964707"/>
                  </a:lnTo>
                  <a:lnTo>
                    <a:pt x="1728327" y="964707"/>
                  </a:lnTo>
                  <a:lnTo>
                    <a:pt x="1728327" y="968995"/>
                  </a:lnTo>
                  <a:close/>
                  <a:moveTo>
                    <a:pt x="1736902" y="947557"/>
                  </a:moveTo>
                  <a:lnTo>
                    <a:pt x="1740332" y="947557"/>
                  </a:lnTo>
                  <a:lnTo>
                    <a:pt x="1740332" y="945413"/>
                  </a:lnTo>
                  <a:lnTo>
                    <a:pt x="1736902" y="945413"/>
                  </a:lnTo>
                  <a:lnTo>
                    <a:pt x="1736902" y="947557"/>
                  </a:lnTo>
                  <a:close/>
                  <a:moveTo>
                    <a:pt x="1713320" y="947557"/>
                  </a:moveTo>
                  <a:lnTo>
                    <a:pt x="1716750" y="947557"/>
                  </a:lnTo>
                  <a:lnTo>
                    <a:pt x="1716750" y="945413"/>
                  </a:lnTo>
                  <a:lnTo>
                    <a:pt x="1713320" y="945413"/>
                  </a:lnTo>
                  <a:lnTo>
                    <a:pt x="1713320" y="947557"/>
                  </a:lnTo>
                  <a:close/>
                  <a:moveTo>
                    <a:pt x="1721895" y="928263"/>
                  </a:moveTo>
                  <a:lnTo>
                    <a:pt x="1725325" y="928263"/>
                  </a:lnTo>
                  <a:lnTo>
                    <a:pt x="1725325" y="923975"/>
                  </a:lnTo>
                  <a:lnTo>
                    <a:pt x="1721895" y="923975"/>
                  </a:lnTo>
                  <a:lnTo>
                    <a:pt x="1721895" y="928263"/>
                  </a:lnTo>
                  <a:close/>
                  <a:moveTo>
                    <a:pt x="1739046" y="917544"/>
                  </a:moveTo>
                  <a:lnTo>
                    <a:pt x="1742476" y="917544"/>
                  </a:lnTo>
                  <a:lnTo>
                    <a:pt x="1742476" y="913256"/>
                  </a:lnTo>
                  <a:lnTo>
                    <a:pt x="1739046" y="913256"/>
                  </a:lnTo>
                  <a:lnTo>
                    <a:pt x="1739046" y="917544"/>
                  </a:lnTo>
                  <a:close/>
                  <a:moveTo>
                    <a:pt x="1661869" y="896106"/>
                  </a:moveTo>
                  <a:lnTo>
                    <a:pt x="1665299" y="896106"/>
                  </a:lnTo>
                  <a:lnTo>
                    <a:pt x="1665299" y="893962"/>
                  </a:lnTo>
                  <a:lnTo>
                    <a:pt x="1661869" y="893962"/>
                  </a:lnTo>
                  <a:lnTo>
                    <a:pt x="1661869" y="896106"/>
                  </a:lnTo>
                  <a:close/>
                  <a:moveTo>
                    <a:pt x="1724039" y="893962"/>
                  </a:moveTo>
                  <a:lnTo>
                    <a:pt x="1727469" y="893962"/>
                  </a:lnTo>
                  <a:lnTo>
                    <a:pt x="1727469" y="889675"/>
                  </a:lnTo>
                  <a:lnTo>
                    <a:pt x="1724039" y="889675"/>
                  </a:lnTo>
                  <a:lnTo>
                    <a:pt x="1724039" y="893962"/>
                  </a:lnTo>
                  <a:close/>
                  <a:moveTo>
                    <a:pt x="1741189" y="883243"/>
                  </a:moveTo>
                  <a:lnTo>
                    <a:pt x="1744620" y="883243"/>
                  </a:lnTo>
                  <a:lnTo>
                    <a:pt x="1744620" y="878956"/>
                  </a:lnTo>
                  <a:lnTo>
                    <a:pt x="1741189" y="878956"/>
                  </a:lnTo>
                  <a:lnTo>
                    <a:pt x="1741189" y="883243"/>
                  </a:lnTo>
                  <a:close/>
                  <a:moveTo>
                    <a:pt x="1646863" y="878956"/>
                  </a:moveTo>
                  <a:lnTo>
                    <a:pt x="1650293" y="878956"/>
                  </a:lnTo>
                  <a:lnTo>
                    <a:pt x="1650293" y="876812"/>
                  </a:lnTo>
                  <a:lnTo>
                    <a:pt x="1646863" y="876812"/>
                  </a:lnTo>
                  <a:lnTo>
                    <a:pt x="1646863" y="878956"/>
                  </a:lnTo>
                  <a:close/>
                  <a:moveTo>
                    <a:pt x="1841948" y="887531"/>
                  </a:moveTo>
                  <a:lnTo>
                    <a:pt x="1845378" y="887531"/>
                  </a:lnTo>
                  <a:lnTo>
                    <a:pt x="1845378" y="872524"/>
                  </a:lnTo>
                  <a:lnTo>
                    <a:pt x="1841948" y="872524"/>
                  </a:lnTo>
                  <a:lnTo>
                    <a:pt x="1841948" y="887531"/>
                  </a:lnTo>
                  <a:close/>
                  <a:moveTo>
                    <a:pt x="1726183" y="861805"/>
                  </a:moveTo>
                  <a:lnTo>
                    <a:pt x="1729613" y="861805"/>
                  </a:lnTo>
                  <a:lnTo>
                    <a:pt x="1729613" y="857518"/>
                  </a:lnTo>
                  <a:lnTo>
                    <a:pt x="1726183" y="857518"/>
                  </a:lnTo>
                  <a:lnTo>
                    <a:pt x="1726183" y="861805"/>
                  </a:lnTo>
                  <a:close/>
                  <a:moveTo>
                    <a:pt x="1848379" y="844655"/>
                  </a:moveTo>
                  <a:lnTo>
                    <a:pt x="1851809" y="844655"/>
                  </a:lnTo>
                  <a:lnTo>
                    <a:pt x="1851809" y="842511"/>
                  </a:lnTo>
                  <a:lnTo>
                    <a:pt x="1848379" y="842511"/>
                  </a:lnTo>
                  <a:lnTo>
                    <a:pt x="1848379" y="844655"/>
                  </a:lnTo>
                  <a:close/>
                  <a:moveTo>
                    <a:pt x="1826941" y="825361"/>
                  </a:moveTo>
                  <a:lnTo>
                    <a:pt x="1830371" y="825361"/>
                  </a:lnTo>
                  <a:lnTo>
                    <a:pt x="1830371" y="821073"/>
                  </a:lnTo>
                  <a:lnTo>
                    <a:pt x="1826941" y="821073"/>
                  </a:lnTo>
                  <a:lnTo>
                    <a:pt x="1826941" y="825361"/>
                  </a:lnTo>
                  <a:close/>
                  <a:moveTo>
                    <a:pt x="1850523" y="814642"/>
                  </a:moveTo>
                  <a:lnTo>
                    <a:pt x="1853953" y="814642"/>
                  </a:lnTo>
                  <a:lnTo>
                    <a:pt x="1853953" y="810354"/>
                  </a:lnTo>
                  <a:lnTo>
                    <a:pt x="1850523" y="810354"/>
                  </a:lnTo>
                  <a:lnTo>
                    <a:pt x="1850523" y="814642"/>
                  </a:lnTo>
                  <a:close/>
                  <a:moveTo>
                    <a:pt x="1696170" y="806067"/>
                  </a:moveTo>
                  <a:lnTo>
                    <a:pt x="1699600" y="806067"/>
                  </a:lnTo>
                  <a:lnTo>
                    <a:pt x="1699600" y="801779"/>
                  </a:lnTo>
                  <a:lnTo>
                    <a:pt x="1696170" y="801779"/>
                  </a:lnTo>
                  <a:lnTo>
                    <a:pt x="1696170" y="806067"/>
                  </a:lnTo>
                  <a:close/>
                  <a:moveTo>
                    <a:pt x="1487793" y="792775"/>
                  </a:moveTo>
                  <a:lnTo>
                    <a:pt x="1487793" y="789345"/>
                  </a:lnTo>
                  <a:lnTo>
                    <a:pt x="1485649" y="789345"/>
                  </a:lnTo>
                  <a:lnTo>
                    <a:pt x="1485649" y="792775"/>
                  </a:lnTo>
                  <a:lnTo>
                    <a:pt x="1487793" y="792775"/>
                  </a:lnTo>
                  <a:close/>
                  <a:moveTo>
                    <a:pt x="1852667" y="780341"/>
                  </a:moveTo>
                  <a:lnTo>
                    <a:pt x="1856097" y="780341"/>
                  </a:lnTo>
                  <a:lnTo>
                    <a:pt x="1856097" y="776053"/>
                  </a:lnTo>
                  <a:lnTo>
                    <a:pt x="1852667" y="776053"/>
                  </a:lnTo>
                  <a:lnTo>
                    <a:pt x="1852667" y="780341"/>
                  </a:lnTo>
                  <a:close/>
                  <a:moveTo>
                    <a:pt x="1698314" y="773910"/>
                  </a:moveTo>
                  <a:lnTo>
                    <a:pt x="1701744" y="773910"/>
                  </a:lnTo>
                  <a:lnTo>
                    <a:pt x="1701744" y="769622"/>
                  </a:lnTo>
                  <a:lnTo>
                    <a:pt x="1698314" y="769622"/>
                  </a:lnTo>
                  <a:lnTo>
                    <a:pt x="1698314" y="773910"/>
                  </a:lnTo>
                  <a:close/>
                  <a:moveTo>
                    <a:pt x="1829085" y="761047"/>
                  </a:moveTo>
                  <a:lnTo>
                    <a:pt x="1832515" y="761047"/>
                  </a:lnTo>
                  <a:lnTo>
                    <a:pt x="1832515" y="746040"/>
                  </a:lnTo>
                  <a:lnTo>
                    <a:pt x="1829085" y="746040"/>
                  </a:lnTo>
                  <a:lnTo>
                    <a:pt x="1829085" y="761047"/>
                  </a:lnTo>
                  <a:close/>
                  <a:moveTo>
                    <a:pt x="1854811" y="748184"/>
                  </a:moveTo>
                  <a:lnTo>
                    <a:pt x="1858241" y="748184"/>
                  </a:lnTo>
                  <a:lnTo>
                    <a:pt x="1858241" y="743897"/>
                  </a:lnTo>
                  <a:lnTo>
                    <a:pt x="1854811" y="743897"/>
                  </a:lnTo>
                  <a:lnTo>
                    <a:pt x="1854811" y="748184"/>
                  </a:lnTo>
                  <a:close/>
                  <a:moveTo>
                    <a:pt x="1724039" y="741753"/>
                  </a:moveTo>
                  <a:lnTo>
                    <a:pt x="1727469" y="741753"/>
                  </a:lnTo>
                  <a:lnTo>
                    <a:pt x="1727469" y="737465"/>
                  </a:lnTo>
                  <a:lnTo>
                    <a:pt x="1724039" y="737465"/>
                  </a:lnTo>
                  <a:lnTo>
                    <a:pt x="1724039" y="741753"/>
                  </a:lnTo>
                  <a:close/>
                  <a:moveTo>
                    <a:pt x="1709033" y="718171"/>
                  </a:moveTo>
                  <a:lnTo>
                    <a:pt x="1712463" y="718171"/>
                  </a:lnTo>
                  <a:lnTo>
                    <a:pt x="1712463" y="713883"/>
                  </a:lnTo>
                  <a:lnTo>
                    <a:pt x="1709033" y="713883"/>
                  </a:lnTo>
                  <a:lnTo>
                    <a:pt x="1709033" y="718171"/>
                  </a:lnTo>
                  <a:close/>
                  <a:moveTo>
                    <a:pt x="1856954" y="713883"/>
                  </a:moveTo>
                  <a:lnTo>
                    <a:pt x="1860384" y="713883"/>
                  </a:lnTo>
                  <a:lnTo>
                    <a:pt x="1860384" y="707452"/>
                  </a:lnTo>
                  <a:lnTo>
                    <a:pt x="1856954" y="707452"/>
                  </a:lnTo>
                  <a:lnTo>
                    <a:pt x="1856954" y="713883"/>
                  </a:lnTo>
                  <a:close/>
                  <a:moveTo>
                    <a:pt x="1726183" y="707452"/>
                  </a:moveTo>
                  <a:lnTo>
                    <a:pt x="1729613" y="707452"/>
                  </a:lnTo>
                  <a:lnTo>
                    <a:pt x="1729613" y="701021"/>
                  </a:lnTo>
                  <a:lnTo>
                    <a:pt x="1726183" y="701021"/>
                  </a:lnTo>
                  <a:lnTo>
                    <a:pt x="1726183" y="707452"/>
                  </a:lnTo>
                  <a:close/>
                  <a:moveTo>
                    <a:pt x="1711176" y="683870"/>
                  </a:moveTo>
                  <a:lnTo>
                    <a:pt x="1714606" y="683870"/>
                  </a:lnTo>
                  <a:lnTo>
                    <a:pt x="1714606" y="677439"/>
                  </a:lnTo>
                  <a:lnTo>
                    <a:pt x="1711176" y="677439"/>
                  </a:lnTo>
                  <a:lnTo>
                    <a:pt x="1711176" y="683870"/>
                  </a:lnTo>
                  <a:close/>
                  <a:moveTo>
                    <a:pt x="1859098" y="677439"/>
                  </a:moveTo>
                  <a:lnTo>
                    <a:pt x="1862528" y="677439"/>
                  </a:lnTo>
                  <a:lnTo>
                    <a:pt x="1862528" y="673151"/>
                  </a:lnTo>
                  <a:lnTo>
                    <a:pt x="1859098" y="673151"/>
                  </a:lnTo>
                  <a:lnTo>
                    <a:pt x="1859098" y="677439"/>
                  </a:lnTo>
                  <a:close/>
                  <a:moveTo>
                    <a:pt x="1831229" y="683870"/>
                  </a:moveTo>
                  <a:lnTo>
                    <a:pt x="1834659" y="683870"/>
                  </a:lnTo>
                  <a:lnTo>
                    <a:pt x="1834659" y="668864"/>
                  </a:lnTo>
                  <a:lnTo>
                    <a:pt x="1831229" y="668864"/>
                  </a:lnTo>
                  <a:lnTo>
                    <a:pt x="1831229" y="683870"/>
                  </a:lnTo>
                  <a:close/>
                  <a:moveTo>
                    <a:pt x="1728327" y="671008"/>
                  </a:moveTo>
                  <a:lnTo>
                    <a:pt x="1731757" y="671008"/>
                  </a:lnTo>
                  <a:lnTo>
                    <a:pt x="1731757" y="666720"/>
                  </a:lnTo>
                  <a:lnTo>
                    <a:pt x="1728327" y="666720"/>
                  </a:lnTo>
                  <a:lnTo>
                    <a:pt x="1728327" y="671008"/>
                  </a:lnTo>
                  <a:close/>
                  <a:moveTo>
                    <a:pt x="1713320" y="647426"/>
                  </a:moveTo>
                  <a:lnTo>
                    <a:pt x="1716750" y="647426"/>
                  </a:lnTo>
                  <a:lnTo>
                    <a:pt x="1716750" y="645282"/>
                  </a:lnTo>
                  <a:lnTo>
                    <a:pt x="1713320" y="645282"/>
                  </a:lnTo>
                  <a:lnTo>
                    <a:pt x="1713320" y="647426"/>
                  </a:lnTo>
                  <a:close/>
                  <a:moveTo>
                    <a:pt x="1861242" y="643138"/>
                  </a:moveTo>
                  <a:lnTo>
                    <a:pt x="1864672" y="643138"/>
                  </a:lnTo>
                  <a:lnTo>
                    <a:pt x="1864672" y="638851"/>
                  </a:lnTo>
                  <a:lnTo>
                    <a:pt x="1861242" y="638851"/>
                  </a:lnTo>
                  <a:lnTo>
                    <a:pt x="1861242" y="643138"/>
                  </a:lnTo>
                  <a:close/>
                  <a:moveTo>
                    <a:pt x="1869817" y="621700"/>
                  </a:moveTo>
                  <a:lnTo>
                    <a:pt x="1873247" y="621700"/>
                  </a:lnTo>
                  <a:lnTo>
                    <a:pt x="1873247" y="615269"/>
                  </a:lnTo>
                  <a:lnTo>
                    <a:pt x="1869817" y="615269"/>
                  </a:lnTo>
                  <a:lnTo>
                    <a:pt x="1869817" y="621700"/>
                  </a:lnTo>
                  <a:close/>
                  <a:moveTo>
                    <a:pt x="1854811" y="595975"/>
                  </a:moveTo>
                  <a:lnTo>
                    <a:pt x="1858241" y="595975"/>
                  </a:lnTo>
                  <a:lnTo>
                    <a:pt x="1858241" y="589543"/>
                  </a:lnTo>
                  <a:lnTo>
                    <a:pt x="1854811" y="589543"/>
                  </a:lnTo>
                  <a:lnTo>
                    <a:pt x="1854811" y="595975"/>
                  </a:lnTo>
                  <a:close/>
                  <a:moveTo>
                    <a:pt x="1833373" y="600262"/>
                  </a:moveTo>
                  <a:lnTo>
                    <a:pt x="1836803" y="600262"/>
                  </a:lnTo>
                  <a:lnTo>
                    <a:pt x="1836803" y="589543"/>
                  </a:lnTo>
                  <a:lnTo>
                    <a:pt x="1833373" y="589543"/>
                  </a:lnTo>
                  <a:lnTo>
                    <a:pt x="1833373" y="600262"/>
                  </a:lnTo>
                  <a:close/>
                  <a:moveTo>
                    <a:pt x="1871961" y="583112"/>
                  </a:moveTo>
                  <a:lnTo>
                    <a:pt x="1875391" y="583112"/>
                  </a:lnTo>
                  <a:lnTo>
                    <a:pt x="1875391" y="576681"/>
                  </a:lnTo>
                  <a:lnTo>
                    <a:pt x="1871961" y="576681"/>
                  </a:lnTo>
                  <a:lnTo>
                    <a:pt x="1871961" y="583112"/>
                  </a:lnTo>
                  <a:close/>
                  <a:moveTo>
                    <a:pt x="1856954" y="557386"/>
                  </a:moveTo>
                  <a:lnTo>
                    <a:pt x="1860384" y="557386"/>
                  </a:lnTo>
                  <a:lnTo>
                    <a:pt x="1860384" y="550955"/>
                  </a:lnTo>
                  <a:lnTo>
                    <a:pt x="1856954" y="550955"/>
                  </a:lnTo>
                  <a:lnTo>
                    <a:pt x="1856954" y="557386"/>
                  </a:lnTo>
                  <a:close/>
                  <a:moveTo>
                    <a:pt x="1874105" y="544524"/>
                  </a:moveTo>
                  <a:lnTo>
                    <a:pt x="1877535" y="544524"/>
                  </a:lnTo>
                  <a:lnTo>
                    <a:pt x="1877535" y="540236"/>
                  </a:lnTo>
                  <a:lnTo>
                    <a:pt x="1874105" y="540236"/>
                  </a:lnTo>
                  <a:lnTo>
                    <a:pt x="1874105" y="544524"/>
                  </a:lnTo>
                  <a:close/>
                  <a:moveTo>
                    <a:pt x="1852667" y="544524"/>
                  </a:moveTo>
                  <a:lnTo>
                    <a:pt x="1856097" y="544524"/>
                  </a:lnTo>
                  <a:lnTo>
                    <a:pt x="1856097" y="540236"/>
                  </a:lnTo>
                  <a:lnTo>
                    <a:pt x="1852667" y="540236"/>
                  </a:lnTo>
                  <a:lnTo>
                    <a:pt x="1852667" y="544524"/>
                  </a:lnTo>
                  <a:close/>
                  <a:moveTo>
                    <a:pt x="900822" y="533805"/>
                  </a:moveTo>
                  <a:lnTo>
                    <a:pt x="904252" y="533805"/>
                  </a:lnTo>
                  <a:lnTo>
                    <a:pt x="904252" y="531661"/>
                  </a:lnTo>
                  <a:lnTo>
                    <a:pt x="900822" y="531661"/>
                  </a:lnTo>
                  <a:lnTo>
                    <a:pt x="900822" y="533805"/>
                  </a:lnTo>
                  <a:close/>
                  <a:moveTo>
                    <a:pt x="917973" y="527373"/>
                  </a:moveTo>
                  <a:lnTo>
                    <a:pt x="921403" y="527373"/>
                  </a:lnTo>
                  <a:lnTo>
                    <a:pt x="921403" y="525230"/>
                  </a:lnTo>
                  <a:lnTo>
                    <a:pt x="917973" y="525230"/>
                  </a:lnTo>
                  <a:lnTo>
                    <a:pt x="917973" y="527373"/>
                  </a:lnTo>
                  <a:close/>
                  <a:moveTo>
                    <a:pt x="1859098" y="520942"/>
                  </a:moveTo>
                  <a:lnTo>
                    <a:pt x="1862528" y="520942"/>
                  </a:lnTo>
                  <a:lnTo>
                    <a:pt x="1862528" y="514511"/>
                  </a:lnTo>
                  <a:lnTo>
                    <a:pt x="1859098" y="514511"/>
                  </a:lnTo>
                  <a:lnTo>
                    <a:pt x="1859098" y="520942"/>
                  </a:lnTo>
                  <a:close/>
                  <a:moveTo>
                    <a:pt x="1835516" y="512367"/>
                  </a:moveTo>
                  <a:lnTo>
                    <a:pt x="1838946" y="512367"/>
                  </a:lnTo>
                  <a:lnTo>
                    <a:pt x="1838946" y="510223"/>
                  </a:lnTo>
                  <a:lnTo>
                    <a:pt x="1835516" y="510223"/>
                  </a:lnTo>
                  <a:lnTo>
                    <a:pt x="1835516" y="512367"/>
                  </a:lnTo>
                  <a:close/>
                  <a:moveTo>
                    <a:pt x="902966" y="512367"/>
                  </a:moveTo>
                  <a:lnTo>
                    <a:pt x="906396" y="512367"/>
                  </a:lnTo>
                  <a:lnTo>
                    <a:pt x="906396" y="510223"/>
                  </a:lnTo>
                  <a:lnTo>
                    <a:pt x="902966" y="510223"/>
                  </a:lnTo>
                  <a:lnTo>
                    <a:pt x="902966" y="512367"/>
                  </a:lnTo>
                  <a:close/>
                  <a:moveTo>
                    <a:pt x="1867673" y="495216"/>
                  </a:moveTo>
                  <a:lnTo>
                    <a:pt x="1871103" y="495216"/>
                  </a:lnTo>
                  <a:lnTo>
                    <a:pt x="1871103" y="488785"/>
                  </a:lnTo>
                  <a:lnTo>
                    <a:pt x="1867673" y="488785"/>
                  </a:lnTo>
                  <a:lnTo>
                    <a:pt x="1867673" y="495216"/>
                  </a:lnTo>
                  <a:close/>
                  <a:moveTo>
                    <a:pt x="1884824" y="480210"/>
                  </a:moveTo>
                  <a:lnTo>
                    <a:pt x="1888254" y="480210"/>
                  </a:lnTo>
                  <a:lnTo>
                    <a:pt x="1888254" y="473778"/>
                  </a:lnTo>
                  <a:lnTo>
                    <a:pt x="1884824" y="473778"/>
                  </a:lnTo>
                  <a:lnTo>
                    <a:pt x="1884824" y="480210"/>
                  </a:lnTo>
                  <a:close/>
                  <a:moveTo>
                    <a:pt x="1897686" y="433046"/>
                  </a:moveTo>
                  <a:lnTo>
                    <a:pt x="1901117" y="433046"/>
                  </a:lnTo>
                  <a:lnTo>
                    <a:pt x="1901117" y="424471"/>
                  </a:lnTo>
                  <a:lnTo>
                    <a:pt x="1897686" y="424471"/>
                  </a:lnTo>
                  <a:lnTo>
                    <a:pt x="1897686" y="433046"/>
                  </a:lnTo>
                  <a:close/>
                  <a:moveTo>
                    <a:pt x="1854811" y="413042"/>
                  </a:moveTo>
                  <a:lnTo>
                    <a:pt x="1854811" y="418040"/>
                  </a:lnTo>
                  <a:lnTo>
                    <a:pt x="1858241" y="418040"/>
                  </a:lnTo>
                  <a:lnTo>
                    <a:pt x="1858241" y="414463"/>
                  </a:lnTo>
                  <a:lnTo>
                    <a:pt x="1859882" y="412821"/>
                  </a:lnTo>
                  <a:lnTo>
                    <a:pt x="1857457" y="410396"/>
                  </a:lnTo>
                  <a:lnTo>
                    <a:pt x="1854811" y="413042"/>
                  </a:lnTo>
                  <a:close/>
                  <a:moveTo>
                    <a:pt x="774841" y="356801"/>
                  </a:moveTo>
                  <a:lnTo>
                    <a:pt x="777266" y="359226"/>
                  </a:lnTo>
                  <a:lnTo>
                    <a:pt x="779410" y="357083"/>
                  </a:lnTo>
                  <a:lnTo>
                    <a:pt x="776985" y="354657"/>
                  </a:lnTo>
                  <a:lnTo>
                    <a:pt x="774841" y="356801"/>
                  </a:lnTo>
                  <a:close/>
                  <a:moveTo>
                    <a:pt x="1882680" y="304419"/>
                  </a:moveTo>
                  <a:lnTo>
                    <a:pt x="1886110" y="304419"/>
                  </a:lnTo>
                  <a:lnTo>
                    <a:pt x="1886110" y="302275"/>
                  </a:lnTo>
                  <a:lnTo>
                    <a:pt x="1882680" y="302275"/>
                  </a:lnTo>
                  <a:lnTo>
                    <a:pt x="1882680" y="304419"/>
                  </a:lnTo>
                  <a:close/>
                  <a:moveTo>
                    <a:pt x="1901974" y="280837"/>
                  </a:moveTo>
                  <a:lnTo>
                    <a:pt x="1905404" y="280837"/>
                  </a:lnTo>
                  <a:lnTo>
                    <a:pt x="1905404" y="274406"/>
                  </a:lnTo>
                  <a:lnTo>
                    <a:pt x="1901974" y="274406"/>
                  </a:lnTo>
                  <a:lnTo>
                    <a:pt x="1901974" y="280837"/>
                  </a:lnTo>
                  <a:close/>
                  <a:moveTo>
                    <a:pt x="371305" y="203660"/>
                  </a:moveTo>
                  <a:lnTo>
                    <a:pt x="374735" y="203660"/>
                  </a:lnTo>
                  <a:lnTo>
                    <a:pt x="374735" y="201517"/>
                  </a:lnTo>
                  <a:lnTo>
                    <a:pt x="371305" y="201517"/>
                  </a:lnTo>
                  <a:lnTo>
                    <a:pt x="371305" y="203660"/>
                  </a:lnTo>
                  <a:close/>
                  <a:moveTo>
                    <a:pt x="1912693" y="205804"/>
                  </a:moveTo>
                  <a:lnTo>
                    <a:pt x="1916123" y="205804"/>
                  </a:lnTo>
                  <a:lnTo>
                    <a:pt x="1916123" y="197229"/>
                  </a:lnTo>
                  <a:lnTo>
                    <a:pt x="1912693" y="197229"/>
                  </a:lnTo>
                  <a:lnTo>
                    <a:pt x="1912693" y="205804"/>
                  </a:lnTo>
                  <a:close/>
                  <a:moveTo>
                    <a:pt x="388455" y="197229"/>
                  </a:moveTo>
                  <a:lnTo>
                    <a:pt x="391886" y="197229"/>
                  </a:lnTo>
                  <a:lnTo>
                    <a:pt x="391886" y="195085"/>
                  </a:lnTo>
                  <a:lnTo>
                    <a:pt x="388455" y="195085"/>
                  </a:lnTo>
                  <a:lnTo>
                    <a:pt x="388455" y="197229"/>
                  </a:lnTo>
                  <a:close/>
                  <a:moveTo>
                    <a:pt x="1884824" y="197229"/>
                  </a:moveTo>
                  <a:lnTo>
                    <a:pt x="1888254" y="197229"/>
                  </a:lnTo>
                  <a:lnTo>
                    <a:pt x="1888254" y="184366"/>
                  </a:lnTo>
                  <a:lnTo>
                    <a:pt x="1884824" y="184366"/>
                  </a:lnTo>
                  <a:lnTo>
                    <a:pt x="1884824" y="197229"/>
                  </a:lnTo>
                  <a:close/>
                  <a:moveTo>
                    <a:pt x="587828" y="184366"/>
                  </a:moveTo>
                  <a:lnTo>
                    <a:pt x="591258" y="184366"/>
                  </a:lnTo>
                  <a:lnTo>
                    <a:pt x="591258" y="180079"/>
                  </a:lnTo>
                  <a:lnTo>
                    <a:pt x="587828" y="180079"/>
                  </a:lnTo>
                  <a:lnTo>
                    <a:pt x="587828" y="184366"/>
                  </a:lnTo>
                  <a:close/>
                  <a:moveTo>
                    <a:pt x="373449" y="182222"/>
                  </a:moveTo>
                  <a:lnTo>
                    <a:pt x="376879" y="182222"/>
                  </a:lnTo>
                  <a:lnTo>
                    <a:pt x="376879" y="180079"/>
                  </a:lnTo>
                  <a:lnTo>
                    <a:pt x="373449" y="180079"/>
                  </a:lnTo>
                  <a:lnTo>
                    <a:pt x="373449" y="182222"/>
                  </a:lnTo>
                  <a:close/>
                  <a:moveTo>
                    <a:pt x="390599" y="175791"/>
                  </a:moveTo>
                  <a:lnTo>
                    <a:pt x="394029" y="175791"/>
                  </a:lnTo>
                  <a:lnTo>
                    <a:pt x="394029" y="173647"/>
                  </a:lnTo>
                  <a:lnTo>
                    <a:pt x="390599" y="173647"/>
                  </a:lnTo>
                  <a:lnTo>
                    <a:pt x="390599" y="175791"/>
                  </a:lnTo>
                  <a:close/>
                  <a:moveTo>
                    <a:pt x="375593" y="160785"/>
                  </a:moveTo>
                  <a:lnTo>
                    <a:pt x="379023" y="160785"/>
                  </a:lnTo>
                  <a:lnTo>
                    <a:pt x="379023" y="158641"/>
                  </a:lnTo>
                  <a:lnTo>
                    <a:pt x="375593" y="158641"/>
                  </a:lnTo>
                  <a:lnTo>
                    <a:pt x="375593" y="160785"/>
                  </a:lnTo>
                  <a:close/>
                  <a:moveTo>
                    <a:pt x="1914837" y="158641"/>
                  </a:moveTo>
                  <a:lnTo>
                    <a:pt x="1918267" y="158641"/>
                  </a:lnTo>
                  <a:lnTo>
                    <a:pt x="1918267" y="150066"/>
                  </a:lnTo>
                  <a:lnTo>
                    <a:pt x="1914837" y="150066"/>
                  </a:lnTo>
                  <a:lnTo>
                    <a:pt x="1914837" y="158641"/>
                  </a:lnTo>
                  <a:close/>
                  <a:moveTo>
                    <a:pt x="587828" y="124340"/>
                  </a:moveTo>
                  <a:lnTo>
                    <a:pt x="591258" y="124340"/>
                  </a:lnTo>
                  <a:lnTo>
                    <a:pt x="591258" y="120052"/>
                  </a:lnTo>
                  <a:lnTo>
                    <a:pt x="587828" y="120052"/>
                  </a:lnTo>
                  <a:lnTo>
                    <a:pt x="587828" y="124340"/>
                  </a:lnTo>
                  <a:close/>
                  <a:moveTo>
                    <a:pt x="1916981" y="109333"/>
                  </a:moveTo>
                  <a:lnTo>
                    <a:pt x="1920411" y="109333"/>
                  </a:lnTo>
                  <a:lnTo>
                    <a:pt x="1920411" y="102902"/>
                  </a:lnTo>
                  <a:lnTo>
                    <a:pt x="1916981" y="102902"/>
                  </a:lnTo>
                  <a:lnTo>
                    <a:pt x="1916981" y="109333"/>
                  </a:lnTo>
                  <a:close/>
                  <a:moveTo>
                    <a:pt x="1886967" y="92183"/>
                  </a:moveTo>
                  <a:lnTo>
                    <a:pt x="1890398" y="92183"/>
                  </a:lnTo>
                  <a:lnTo>
                    <a:pt x="1890398" y="79320"/>
                  </a:lnTo>
                  <a:lnTo>
                    <a:pt x="1886967" y="79320"/>
                  </a:lnTo>
                  <a:lnTo>
                    <a:pt x="1886967" y="92183"/>
                  </a:lnTo>
                  <a:close/>
                  <a:moveTo>
                    <a:pt x="587828" y="62880"/>
                  </a:moveTo>
                  <a:lnTo>
                    <a:pt x="590977" y="66029"/>
                  </a:lnTo>
                  <a:lnTo>
                    <a:pt x="636707" y="66029"/>
                  </a:lnTo>
                  <a:lnTo>
                    <a:pt x="636707" y="62599"/>
                  </a:lnTo>
                  <a:lnTo>
                    <a:pt x="592398" y="62599"/>
                  </a:lnTo>
                  <a:lnTo>
                    <a:pt x="591258" y="61460"/>
                  </a:lnTo>
                  <a:lnTo>
                    <a:pt x="591258" y="60026"/>
                  </a:lnTo>
                  <a:lnTo>
                    <a:pt x="587828" y="60026"/>
                  </a:lnTo>
                  <a:lnTo>
                    <a:pt x="587828" y="62880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" name="Vector layer 7E7F80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3425" y="1843663"/>
                  </a:moveTo>
                  <a:lnTo>
                    <a:pt x="1956855" y="1843663"/>
                  </a:lnTo>
                  <a:lnTo>
                    <a:pt x="1956855" y="1839375"/>
                  </a:lnTo>
                  <a:lnTo>
                    <a:pt x="1953425" y="1839375"/>
                  </a:lnTo>
                  <a:lnTo>
                    <a:pt x="1953425" y="1843663"/>
                  </a:lnTo>
                  <a:close/>
                  <a:moveTo>
                    <a:pt x="1256692" y="1841519"/>
                  </a:moveTo>
                  <a:lnTo>
                    <a:pt x="1260122" y="1841519"/>
                  </a:lnTo>
                  <a:lnTo>
                    <a:pt x="1260122" y="1839375"/>
                  </a:lnTo>
                  <a:lnTo>
                    <a:pt x="1256692" y="1839375"/>
                  </a:lnTo>
                  <a:lnTo>
                    <a:pt x="1256692" y="1841519"/>
                  </a:lnTo>
                  <a:close/>
                  <a:moveTo>
                    <a:pt x="1959428" y="1834659"/>
                  </a:moveTo>
                  <a:lnTo>
                    <a:pt x="1959428" y="1831229"/>
                  </a:lnTo>
                  <a:lnTo>
                    <a:pt x="222955" y="1831229"/>
                  </a:lnTo>
                  <a:lnTo>
                    <a:pt x="222955" y="1834659"/>
                  </a:lnTo>
                  <a:lnTo>
                    <a:pt x="1959428" y="1834659"/>
                  </a:lnTo>
                  <a:close/>
                  <a:moveTo>
                    <a:pt x="204089" y="1685022"/>
                  </a:moveTo>
                  <a:lnTo>
                    <a:pt x="207519" y="1685022"/>
                  </a:lnTo>
                  <a:lnTo>
                    <a:pt x="207519" y="1682878"/>
                  </a:lnTo>
                  <a:lnTo>
                    <a:pt x="204089" y="1682878"/>
                  </a:lnTo>
                  <a:lnTo>
                    <a:pt x="204089" y="1685022"/>
                  </a:lnTo>
                  <a:close/>
                  <a:moveTo>
                    <a:pt x="204089" y="385883"/>
                  </a:moveTo>
                  <a:lnTo>
                    <a:pt x="207519" y="385883"/>
                  </a:lnTo>
                  <a:lnTo>
                    <a:pt x="207519" y="383739"/>
                  </a:lnTo>
                  <a:lnTo>
                    <a:pt x="204089" y="383739"/>
                  </a:lnTo>
                  <a:lnTo>
                    <a:pt x="204089" y="385883"/>
                  </a:lnTo>
                  <a:close/>
                </a:path>
              </a:pathLst>
            </a:custGeom>
            <a:solidFill>
              <a:srgbClr val="7E7F80"/>
            </a:solidFill>
            <a:ln>
              <a:noFill/>
            </a:ln>
          </p:spPr>
        </p:sp>
        <p:sp>
          <p:nvSpPr>
            <p:cNvPr id="2147" name="Vector layer 3B74A7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585195" y="822004"/>
                  </a:moveTo>
                  <a:lnTo>
                    <a:pt x="1587620" y="824430"/>
                  </a:lnTo>
                  <a:lnTo>
                    <a:pt x="1589764" y="822286"/>
                  </a:lnTo>
                  <a:lnTo>
                    <a:pt x="1587339" y="819860"/>
                  </a:lnTo>
                  <a:lnTo>
                    <a:pt x="1585195" y="822004"/>
                  </a:lnTo>
                  <a:close/>
                  <a:moveTo>
                    <a:pt x="1342946" y="708383"/>
                  </a:moveTo>
                  <a:lnTo>
                    <a:pt x="1345372" y="710809"/>
                  </a:lnTo>
                  <a:lnTo>
                    <a:pt x="1347515" y="708665"/>
                  </a:lnTo>
                  <a:lnTo>
                    <a:pt x="1345090" y="706239"/>
                  </a:lnTo>
                  <a:lnTo>
                    <a:pt x="1342946" y="708383"/>
                  </a:lnTo>
                  <a:close/>
                  <a:moveTo>
                    <a:pt x="1336515" y="704096"/>
                  </a:moveTo>
                  <a:lnTo>
                    <a:pt x="1338940" y="706521"/>
                  </a:lnTo>
                  <a:lnTo>
                    <a:pt x="1341084" y="704377"/>
                  </a:lnTo>
                  <a:lnTo>
                    <a:pt x="1338659" y="701952"/>
                  </a:lnTo>
                  <a:lnTo>
                    <a:pt x="1336515" y="704096"/>
                  </a:lnTo>
                  <a:close/>
                  <a:moveTo>
                    <a:pt x="1853169" y="618625"/>
                  </a:moveTo>
                  <a:lnTo>
                    <a:pt x="1855595" y="616200"/>
                  </a:lnTo>
                  <a:lnTo>
                    <a:pt x="1853451" y="614056"/>
                  </a:lnTo>
                  <a:lnTo>
                    <a:pt x="1851025" y="616482"/>
                  </a:lnTo>
                  <a:lnTo>
                    <a:pt x="1853169" y="618625"/>
                  </a:lnTo>
                  <a:close/>
                  <a:moveTo>
                    <a:pt x="1833373" y="606694"/>
                  </a:moveTo>
                  <a:lnTo>
                    <a:pt x="1836803" y="606694"/>
                  </a:lnTo>
                  <a:lnTo>
                    <a:pt x="1836803" y="602406"/>
                  </a:lnTo>
                  <a:lnTo>
                    <a:pt x="1833373" y="602406"/>
                  </a:lnTo>
                  <a:lnTo>
                    <a:pt x="1833373" y="606694"/>
                  </a:lnTo>
                  <a:close/>
                  <a:moveTo>
                    <a:pt x="1852667" y="538092"/>
                  </a:moveTo>
                  <a:lnTo>
                    <a:pt x="1856097" y="538092"/>
                  </a:lnTo>
                  <a:lnTo>
                    <a:pt x="1856097" y="527373"/>
                  </a:lnTo>
                  <a:lnTo>
                    <a:pt x="1852667" y="527373"/>
                  </a:lnTo>
                  <a:lnTo>
                    <a:pt x="1852667" y="538092"/>
                  </a:lnTo>
                  <a:close/>
                  <a:moveTo>
                    <a:pt x="1835516" y="527373"/>
                  </a:moveTo>
                  <a:lnTo>
                    <a:pt x="1838946" y="527373"/>
                  </a:lnTo>
                  <a:lnTo>
                    <a:pt x="1838946" y="514511"/>
                  </a:lnTo>
                  <a:lnTo>
                    <a:pt x="1835516" y="514511"/>
                  </a:lnTo>
                  <a:lnTo>
                    <a:pt x="1835516" y="527373"/>
                  </a:lnTo>
                  <a:close/>
                  <a:moveTo>
                    <a:pt x="1854811" y="456628"/>
                  </a:moveTo>
                  <a:lnTo>
                    <a:pt x="1858241" y="456628"/>
                  </a:lnTo>
                  <a:lnTo>
                    <a:pt x="1858241" y="448053"/>
                  </a:lnTo>
                  <a:lnTo>
                    <a:pt x="1854811" y="448053"/>
                  </a:lnTo>
                  <a:lnTo>
                    <a:pt x="1854811" y="456628"/>
                  </a:lnTo>
                  <a:close/>
                  <a:moveTo>
                    <a:pt x="1837660" y="445909"/>
                  </a:moveTo>
                  <a:lnTo>
                    <a:pt x="1841090" y="445909"/>
                  </a:lnTo>
                  <a:lnTo>
                    <a:pt x="1841090" y="433046"/>
                  </a:lnTo>
                  <a:lnTo>
                    <a:pt x="1837660" y="433046"/>
                  </a:lnTo>
                  <a:lnTo>
                    <a:pt x="1837660" y="445909"/>
                  </a:lnTo>
                  <a:close/>
                  <a:moveTo>
                    <a:pt x="1897686" y="422327"/>
                  </a:moveTo>
                  <a:lnTo>
                    <a:pt x="1901117" y="422327"/>
                  </a:lnTo>
                  <a:lnTo>
                    <a:pt x="1901117" y="407321"/>
                  </a:lnTo>
                  <a:lnTo>
                    <a:pt x="1897686" y="407321"/>
                  </a:lnTo>
                  <a:lnTo>
                    <a:pt x="1897686" y="422327"/>
                  </a:lnTo>
                  <a:close/>
                  <a:moveTo>
                    <a:pt x="1899830" y="336576"/>
                  </a:moveTo>
                  <a:lnTo>
                    <a:pt x="1903260" y="336576"/>
                  </a:lnTo>
                  <a:lnTo>
                    <a:pt x="1903260" y="328000"/>
                  </a:lnTo>
                  <a:lnTo>
                    <a:pt x="1899830" y="328000"/>
                  </a:lnTo>
                  <a:lnTo>
                    <a:pt x="1899830" y="336576"/>
                  </a:lnTo>
                  <a:close/>
                  <a:moveTo>
                    <a:pt x="1882680" y="308706"/>
                  </a:moveTo>
                  <a:lnTo>
                    <a:pt x="1886110" y="308706"/>
                  </a:lnTo>
                  <a:lnTo>
                    <a:pt x="1886110" y="306563"/>
                  </a:lnTo>
                  <a:lnTo>
                    <a:pt x="1882680" y="306563"/>
                  </a:lnTo>
                  <a:lnTo>
                    <a:pt x="1882680" y="308706"/>
                  </a:lnTo>
                  <a:close/>
                  <a:moveTo>
                    <a:pt x="1884824" y="210092"/>
                  </a:moveTo>
                  <a:lnTo>
                    <a:pt x="1888254" y="210092"/>
                  </a:lnTo>
                  <a:lnTo>
                    <a:pt x="1888254" y="199373"/>
                  </a:lnTo>
                  <a:lnTo>
                    <a:pt x="1884824" y="199373"/>
                  </a:lnTo>
                  <a:lnTo>
                    <a:pt x="1884824" y="210092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48" name="Vector layer 2265A2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844594" y="852017"/>
                  </a:moveTo>
                  <a:lnTo>
                    <a:pt x="1847019" y="854443"/>
                  </a:lnTo>
                  <a:lnTo>
                    <a:pt x="1849163" y="852299"/>
                  </a:lnTo>
                  <a:lnTo>
                    <a:pt x="1846738" y="849874"/>
                  </a:lnTo>
                  <a:lnTo>
                    <a:pt x="1844594" y="852017"/>
                  </a:lnTo>
                  <a:close/>
                  <a:moveTo>
                    <a:pt x="918475" y="552168"/>
                  </a:moveTo>
                  <a:lnTo>
                    <a:pt x="920900" y="549742"/>
                  </a:lnTo>
                  <a:lnTo>
                    <a:pt x="918757" y="547599"/>
                  </a:lnTo>
                  <a:lnTo>
                    <a:pt x="916331" y="550024"/>
                  </a:lnTo>
                  <a:lnTo>
                    <a:pt x="918475" y="552168"/>
                  </a:lnTo>
                  <a:close/>
                  <a:moveTo>
                    <a:pt x="907756" y="483285"/>
                  </a:moveTo>
                  <a:lnTo>
                    <a:pt x="910181" y="485710"/>
                  </a:lnTo>
                  <a:lnTo>
                    <a:pt x="912325" y="483566"/>
                  </a:lnTo>
                  <a:lnTo>
                    <a:pt x="909900" y="481141"/>
                  </a:lnTo>
                  <a:lnTo>
                    <a:pt x="907756" y="483285"/>
                  </a:lnTo>
                  <a:close/>
                  <a:moveTo>
                    <a:pt x="1899830" y="325857"/>
                  </a:moveTo>
                  <a:lnTo>
                    <a:pt x="1903260" y="325857"/>
                  </a:lnTo>
                  <a:lnTo>
                    <a:pt x="1903260" y="317282"/>
                  </a:lnTo>
                  <a:lnTo>
                    <a:pt x="1899830" y="317282"/>
                  </a:lnTo>
                  <a:lnTo>
                    <a:pt x="1899830" y="325857"/>
                  </a:lnTo>
                  <a:close/>
                  <a:moveTo>
                    <a:pt x="1882680" y="330144"/>
                  </a:moveTo>
                  <a:lnTo>
                    <a:pt x="1886110" y="330144"/>
                  </a:lnTo>
                  <a:lnTo>
                    <a:pt x="1886110" y="310850"/>
                  </a:lnTo>
                  <a:lnTo>
                    <a:pt x="1882680" y="310850"/>
                  </a:lnTo>
                  <a:lnTo>
                    <a:pt x="1882680" y="330144"/>
                  </a:lnTo>
                  <a:close/>
                  <a:moveTo>
                    <a:pt x="1884824" y="225098"/>
                  </a:moveTo>
                  <a:lnTo>
                    <a:pt x="1888254" y="225098"/>
                  </a:lnTo>
                  <a:lnTo>
                    <a:pt x="1888254" y="212236"/>
                  </a:lnTo>
                  <a:lnTo>
                    <a:pt x="1884824" y="212236"/>
                  </a:lnTo>
                  <a:lnTo>
                    <a:pt x="1884824" y="225098"/>
                  </a:lnTo>
                  <a:close/>
                  <a:moveTo>
                    <a:pt x="378239" y="150997"/>
                  </a:moveTo>
                  <a:lnTo>
                    <a:pt x="380664" y="153422"/>
                  </a:lnTo>
                  <a:lnTo>
                    <a:pt x="382808" y="151278"/>
                  </a:lnTo>
                  <a:lnTo>
                    <a:pt x="380383" y="148853"/>
                  </a:lnTo>
                  <a:lnTo>
                    <a:pt x="378239" y="150997"/>
                  </a:lnTo>
                  <a:close/>
                  <a:moveTo>
                    <a:pt x="1953927" y="123127"/>
                  </a:moveTo>
                  <a:lnTo>
                    <a:pt x="1956353" y="125553"/>
                  </a:lnTo>
                  <a:lnTo>
                    <a:pt x="1958497" y="123409"/>
                  </a:lnTo>
                  <a:lnTo>
                    <a:pt x="1956071" y="120984"/>
                  </a:lnTo>
                  <a:lnTo>
                    <a:pt x="1953927" y="123127"/>
                  </a:lnTo>
                  <a:close/>
                  <a:moveTo>
                    <a:pt x="1886967" y="117909"/>
                  </a:moveTo>
                  <a:lnTo>
                    <a:pt x="1890398" y="117909"/>
                  </a:lnTo>
                  <a:lnTo>
                    <a:pt x="1890398" y="96471"/>
                  </a:lnTo>
                  <a:lnTo>
                    <a:pt x="1886967" y="96471"/>
                  </a:lnTo>
                  <a:lnTo>
                    <a:pt x="1886967" y="117909"/>
                  </a:lnTo>
                  <a:close/>
                  <a:moveTo>
                    <a:pt x="1889614" y="71676"/>
                  </a:moveTo>
                  <a:lnTo>
                    <a:pt x="1892039" y="74102"/>
                  </a:lnTo>
                  <a:lnTo>
                    <a:pt x="1894183" y="71958"/>
                  </a:lnTo>
                  <a:lnTo>
                    <a:pt x="1891757" y="69532"/>
                  </a:lnTo>
                  <a:lnTo>
                    <a:pt x="1889614" y="71676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49" name="Vector layer 155B9C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10549" y="1464211"/>
                  </a:moveTo>
                  <a:lnTo>
                    <a:pt x="1913979" y="1464211"/>
                  </a:lnTo>
                  <a:lnTo>
                    <a:pt x="1913979" y="1348446"/>
                  </a:lnTo>
                  <a:lnTo>
                    <a:pt x="1910549" y="1348446"/>
                  </a:lnTo>
                  <a:lnTo>
                    <a:pt x="1910549" y="1464211"/>
                  </a:lnTo>
                  <a:close/>
                  <a:moveTo>
                    <a:pt x="1882680" y="1464211"/>
                  </a:moveTo>
                  <a:lnTo>
                    <a:pt x="1886110" y="1464211"/>
                  </a:lnTo>
                  <a:lnTo>
                    <a:pt x="1886110" y="1348446"/>
                  </a:lnTo>
                  <a:lnTo>
                    <a:pt x="1882680" y="1348446"/>
                  </a:lnTo>
                  <a:lnTo>
                    <a:pt x="1882680" y="1464211"/>
                  </a:lnTo>
                  <a:close/>
                  <a:moveTo>
                    <a:pt x="1867673" y="1464211"/>
                  </a:moveTo>
                  <a:lnTo>
                    <a:pt x="1871103" y="1464211"/>
                  </a:lnTo>
                  <a:lnTo>
                    <a:pt x="1871103" y="1348446"/>
                  </a:lnTo>
                  <a:lnTo>
                    <a:pt x="1867673" y="1348446"/>
                  </a:lnTo>
                  <a:lnTo>
                    <a:pt x="1867673" y="1464211"/>
                  </a:lnTo>
                  <a:close/>
                  <a:moveTo>
                    <a:pt x="1854811" y="1464211"/>
                  </a:moveTo>
                  <a:lnTo>
                    <a:pt x="1858241" y="1464211"/>
                  </a:lnTo>
                  <a:lnTo>
                    <a:pt x="1858241" y="1348446"/>
                  </a:lnTo>
                  <a:lnTo>
                    <a:pt x="1854811" y="1348446"/>
                  </a:lnTo>
                  <a:lnTo>
                    <a:pt x="1854811" y="1464211"/>
                  </a:lnTo>
                  <a:close/>
                  <a:moveTo>
                    <a:pt x="1715464" y="1464211"/>
                  </a:moveTo>
                  <a:lnTo>
                    <a:pt x="1718894" y="1464211"/>
                  </a:lnTo>
                  <a:lnTo>
                    <a:pt x="1718894" y="1348446"/>
                  </a:lnTo>
                  <a:lnTo>
                    <a:pt x="1715464" y="1348446"/>
                  </a:lnTo>
                  <a:lnTo>
                    <a:pt x="1715464" y="1464211"/>
                  </a:lnTo>
                  <a:close/>
                  <a:moveTo>
                    <a:pt x="1679019" y="1464211"/>
                  </a:moveTo>
                  <a:lnTo>
                    <a:pt x="1682450" y="1464211"/>
                  </a:lnTo>
                  <a:lnTo>
                    <a:pt x="1682450" y="1348446"/>
                  </a:lnTo>
                  <a:lnTo>
                    <a:pt x="1679019" y="1348446"/>
                  </a:lnTo>
                  <a:lnTo>
                    <a:pt x="1679019" y="1464211"/>
                  </a:lnTo>
                  <a:close/>
                  <a:moveTo>
                    <a:pt x="1595411" y="1464211"/>
                  </a:moveTo>
                  <a:lnTo>
                    <a:pt x="1598842" y="1464211"/>
                  </a:lnTo>
                  <a:lnTo>
                    <a:pt x="1598842" y="1348446"/>
                  </a:lnTo>
                  <a:lnTo>
                    <a:pt x="1595411" y="1348446"/>
                  </a:lnTo>
                  <a:lnTo>
                    <a:pt x="1595411" y="1464211"/>
                  </a:lnTo>
                  <a:close/>
                  <a:moveTo>
                    <a:pt x="1492509" y="1464211"/>
                  </a:moveTo>
                  <a:lnTo>
                    <a:pt x="1495939" y="1464211"/>
                  </a:lnTo>
                  <a:lnTo>
                    <a:pt x="1495939" y="1348446"/>
                  </a:lnTo>
                  <a:lnTo>
                    <a:pt x="1492509" y="1348446"/>
                  </a:lnTo>
                  <a:lnTo>
                    <a:pt x="1492509" y="1464211"/>
                  </a:lnTo>
                  <a:close/>
                  <a:moveTo>
                    <a:pt x="1366026" y="1464211"/>
                  </a:moveTo>
                  <a:lnTo>
                    <a:pt x="1369456" y="1464211"/>
                  </a:lnTo>
                  <a:lnTo>
                    <a:pt x="1369456" y="1348446"/>
                  </a:lnTo>
                  <a:lnTo>
                    <a:pt x="1366026" y="1348446"/>
                  </a:lnTo>
                  <a:lnTo>
                    <a:pt x="1366026" y="1464211"/>
                  </a:lnTo>
                  <a:close/>
                  <a:moveTo>
                    <a:pt x="787201" y="1464211"/>
                  </a:moveTo>
                  <a:lnTo>
                    <a:pt x="790631" y="1464211"/>
                  </a:lnTo>
                  <a:lnTo>
                    <a:pt x="790631" y="1348446"/>
                  </a:lnTo>
                  <a:lnTo>
                    <a:pt x="787201" y="1348446"/>
                  </a:lnTo>
                  <a:lnTo>
                    <a:pt x="787201" y="1464211"/>
                  </a:lnTo>
                  <a:close/>
                  <a:moveTo>
                    <a:pt x="712168" y="1464211"/>
                  </a:moveTo>
                  <a:lnTo>
                    <a:pt x="715598" y="1464211"/>
                  </a:lnTo>
                  <a:lnTo>
                    <a:pt x="715598" y="1348446"/>
                  </a:lnTo>
                  <a:lnTo>
                    <a:pt x="712168" y="1348446"/>
                  </a:lnTo>
                  <a:lnTo>
                    <a:pt x="712168" y="1464211"/>
                  </a:lnTo>
                  <a:close/>
                  <a:moveTo>
                    <a:pt x="384168" y="1464211"/>
                  </a:moveTo>
                  <a:lnTo>
                    <a:pt x="387598" y="1464211"/>
                  </a:lnTo>
                  <a:lnTo>
                    <a:pt x="387598" y="1348446"/>
                  </a:lnTo>
                  <a:lnTo>
                    <a:pt x="384168" y="1348446"/>
                  </a:lnTo>
                  <a:lnTo>
                    <a:pt x="384168" y="1464211"/>
                  </a:lnTo>
                  <a:close/>
                  <a:moveTo>
                    <a:pt x="1706889" y="1346303"/>
                  </a:moveTo>
                  <a:lnTo>
                    <a:pt x="1710319" y="1346303"/>
                  </a:lnTo>
                  <a:lnTo>
                    <a:pt x="1710319" y="1230538"/>
                  </a:lnTo>
                  <a:lnTo>
                    <a:pt x="1706889" y="1230538"/>
                  </a:lnTo>
                  <a:lnTo>
                    <a:pt x="1706889" y="1346303"/>
                  </a:lnTo>
                  <a:close/>
                  <a:moveTo>
                    <a:pt x="1659725" y="1346303"/>
                  </a:moveTo>
                  <a:lnTo>
                    <a:pt x="1663155" y="1346303"/>
                  </a:lnTo>
                  <a:lnTo>
                    <a:pt x="1663155" y="1230538"/>
                  </a:lnTo>
                  <a:lnTo>
                    <a:pt x="1659725" y="1230538"/>
                  </a:lnTo>
                  <a:lnTo>
                    <a:pt x="1659725" y="1346303"/>
                  </a:lnTo>
                  <a:close/>
                  <a:moveTo>
                    <a:pt x="1177372" y="1346303"/>
                  </a:moveTo>
                  <a:lnTo>
                    <a:pt x="1180802" y="1346303"/>
                  </a:lnTo>
                  <a:lnTo>
                    <a:pt x="1180802" y="1230538"/>
                  </a:lnTo>
                  <a:lnTo>
                    <a:pt x="1177372" y="1230538"/>
                  </a:lnTo>
                  <a:lnTo>
                    <a:pt x="1177372" y="1346303"/>
                  </a:lnTo>
                  <a:close/>
                  <a:moveTo>
                    <a:pt x="913685" y="1346303"/>
                  </a:moveTo>
                  <a:lnTo>
                    <a:pt x="917115" y="1346303"/>
                  </a:lnTo>
                  <a:lnTo>
                    <a:pt x="917115" y="1230538"/>
                  </a:lnTo>
                  <a:lnTo>
                    <a:pt x="913685" y="1230538"/>
                  </a:lnTo>
                  <a:lnTo>
                    <a:pt x="913685" y="1346303"/>
                  </a:lnTo>
                  <a:close/>
                  <a:moveTo>
                    <a:pt x="1895543" y="1464211"/>
                  </a:moveTo>
                  <a:lnTo>
                    <a:pt x="1898973" y="1464211"/>
                  </a:lnTo>
                  <a:lnTo>
                    <a:pt x="1898973" y="1112629"/>
                  </a:lnTo>
                  <a:lnTo>
                    <a:pt x="1895543" y="1112629"/>
                  </a:lnTo>
                  <a:lnTo>
                    <a:pt x="1895543" y="1464211"/>
                  </a:lnTo>
                  <a:close/>
                  <a:moveTo>
                    <a:pt x="1846235" y="1464211"/>
                  </a:moveTo>
                  <a:lnTo>
                    <a:pt x="1849665" y="1464211"/>
                  </a:lnTo>
                  <a:lnTo>
                    <a:pt x="1849665" y="1112629"/>
                  </a:lnTo>
                  <a:lnTo>
                    <a:pt x="1846235" y="1112629"/>
                  </a:lnTo>
                  <a:lnTo>
                    <a:pt x="1846235" y="1464211"/>
                  </a:lnTo>
                  <a:close/>
                  <a:moveTo>
                    <a:pt x="1839804" y="1228394"/>
                  </a:moveTo>
                  <a:lnTo>
                    <a:pt x="1843234" y="1228394"/>
                  </a:lnTo>
                  <a:lnTo>
                    <a:pt x="1843234" y="1112629"/>
                  </a:lnTo>
                  <a:lnTo>
                    <a:pt x="1839804" y="1112629"/>
                  </a:lnTo>
                  <a:lnTo>
                    <a:pt x="1839804" y="1228394"/>
                  </a:lnTo>
                  <a:close/>
                  <a:moveTo>
                    <a:pt x="1734758" y="1228394"/>
                  </a:moveTo>
                  <a:lnTo>
                    <a:pt x="1738188" y="1228394"/>
                  </a:lnTo>
                  <a:lnTo>
                    <a:pt x="1738188" y="1112629"/>
                  </a:lnTo>
                  <a:lnTo>
                    <a:pt x="1734758" y="1112629"/>
                  </a:lnTo>
                  <a:lnTo>
                    <a:pt x="1734758" y="1228394"/>
                  </a:lnTo>
                  <a:close/>
                  <a:moveTo>
                    <a:pt x="1721895" y="1464211"/>
                  </a:moveTo>
                  <a:lnTo>
                    <a:pt x="1725325" y="1464211"/>
                  </a:lnTo>
                  <a:lnTo>
                    <a:pt x="1725325" y="1112629"/>
                  </a:lnTo>
                  <a:lnTo>
                    <a:pt x="1721895" y="1112629"/>
                  </a:lnTo>
                  <a:lnTo>
                    <a:pt x="1721895" y="1464211"/>
                  </a:lnTo>
                  <a:close/>
                  <a:moveTo>
                    <a:pt x="1325293" y="1464211"/>
                  </a:moveTo>
                  <a:lnTo>
                    <a:pt x="1328724" y="1464211"/>
                  </a:lnTo>
                  <a:lnTo>
                    <a:pt x="1328724" y="1112629"/>
                  </a:lnTo>
                  <a:lnTo>
                    <a:pt x="1325293" y="1112629"/>
                  </a:lnTo>
                  <a:lnTo>
                    <a:pt x="1325293" y="1464211"/>
                  </a:lnTo>
                  <a:close/>
                  <a:moveTo>
                    <a:pt x="589972" y="178364"/>
                  </a:moveTo>
                  <a:lnTo>
                    <a:pt x="589972" y="186081"/>
                  </a:lnTo>
                  <a:lnTo>
                    <a:pt x="638422" y="186081"/>
                  </a:lnTo>
                  <a:lnTo>
                    <a:pt x="638422" y="178364"/>
                  </a:lnTo>
                  <a:lnTo>
                    <a:pt x="589972" y="178364"/>
                  </a:lnTo>
                  <a:close/>
                  <a:moveTo>
                    <a:pt x="589972" y="118337"/>
                  </a:moveTo>
                  <a:lnTo>
                    <a:pt x="589972" y="126055"/>
                  </a:lnTo>
                  <a:lnTo>
                    <a:pt x="638422" y="126055"/>
                  </a:lnTo>
                  <a:lnTo>
                    <a:pt x="638422" y="118337"/>
                  </a:lnTo>
                  <a:lnTo>
                    <a:pt x="589972" y="118337"/>
                  </a:lnTo>
                  <a:close/>
                  <a:moveTo>
                    <a:pt x="1894403" y="69030"/>
                  </a:moveTo>
                  <a:lnTo>
                    <a:pt x="1889111" y="74322"/>
                  </a:lnTo>
                  <a:lnTo>
                    <a:pt x="1889111" y="117198"/>
                  </a:lnTo>
                  <a:lnTo>
                    <a:pt x="1886967" y="119342"/>
                  </a:lnTo>
                  <a:lnTo>
                    <a:pt x="1886967" y="224388"/>
                  </a:lnTo>
                  <a:lnTo>
                    <a:pt x="1884824" y="226532"/>
                  </a:lnTo>
                  <a:lnTo>
                    <a:pt x="1884824" y="329434"/>
                  </a:lnTo>
                  <a:lnTo>
                    <a:pt x="1882680" y="331578"/>
                  </a:lnTo>
                  <a:lnTo>
                    <a:pt x="1882680" y="365878"/>
                  </a:lnTo>
                  <a:lnTo>
                    <a:pt x="1881541" y="367018"/>
                  </a:lnTo>
                  <a:lnTo>
                    <a:pt x="1879397" y="367018"/>
                  </a:lnTo>
                  <a:lnTo>
                    <a:pt x="1876249" y="370166"/>
                  </a:lnTo>
                  <a:lnTo>
                    <a:pt x="1876249" y="372310"/>
                  </a:lnTo>
                  <a:lnTo>
                    <a:pt x="1874105" y="374454"/>
                  </a:lnTo>
                  <a:lnTo>
                    <a:pt x="1874105" y="400179"/>
                  </a:lnTo>
                  <a:lnTo>
                    <a:pt x="1873676" y="400608"/>
                  </a:lnTo>
                  <a:lnTo>
                    <a:pt x="1872243" y="399174"/>
                  </a:lnTo>
                  <a:lnTo>
                    <a:pt x="1870099" y="399174"/>
                  </a:lnTo>
                  <a:lnTo>
                    <a:pt x="1865811" y="394887"/>
                  </a:lnTo>
                  <a:lnTo>
                    <a:pt x="1863667" y="394887"/>
                  </a:lnTo>
                  <a:lnTo>
                    <a:pt x="1861524" y="392743"/>
                  </a:lnTo>
                  <a:lnTo>
                    <a:pt x="1859380" y="392743"/>
                  </a:lnTo>
                  <a:lnTo>
                    <a:pt x="1855092" y="388455"/>
                  </a:lnTo>
                  <a:lnTo>
                    <a:pt x="1852948" y="388455"/>
                  </a:lnTo>
                  <a:lnTo>
                    <a:pt x="1850805" y="386312"/>
                  </a:lnTo>
                  <a:lnTo>
                    <a:pt x="1847240" y="386312"/>
                  </a:lnTo>
                  <a:lnTo>
                    <a:pt x="1845096" y="388455"/>
                  </a:lnTo>
                  <a:lnTo>
                    <a:pt x="1841948" y="388455"/>
                  </a:lnTo>
                  <a:lnTo>
                    <a:pt x="1841948" y="391604"/>
                  </a:lnTo>
                  <a:lnTo>
                    <a:pt x="1839804" y="393748"/>
                  </a:lnTo>
                  <a:lnTo>
                    <a:pt x="1839804" y="447343"/>
                  </a:lnTo>
                  <a:lnTo>
                    <a:pt x="1837660" y="449486"/>
                  </a:lnTo>
                  <a:lnTo>
                    <a:pt x="1837660" y="526663"/>
                  </a:lnTo>
                  <a:lnTo>
                    <a:pt x="1835516" y="528807"/>
                  </a:lnTo>
                  <a:lnTo>
                    <a:pt x="1835516" y="605983"/>
                  </a:lnTo>
                  <a:lnTo>
                    <a:pt x="1833373" y="608127"/>
                  </a:lnTo>
                  <a:lnTo>
                    <a:pt x="1833373" y="685304"/>
                  </a:lnTo>
                  <a:lnTo>
                    <a:pt x="1831229" y="687447"/>
                  </a:lnTo>
                  <a:lnTo>
                    <a:pt x="1831229" y="700310"/>
                  </a:lnTo>
                  <a:lnTo>
                    <a:pt x="1829367" y="701449"/>
                  </a:lnTo>
                  <a:lnTo>
                    <a:pt x="1825079" y="697162"/>
                  </a:lnTo>
                  <a:lnTo>
                    <a:pt x="1822935" y="697162"/>
                  </a:lnTo>
                  <a:lnTo>
                    <a:pt x="1818648" y="692874"/>
                  </a:lnTo>
                  <a:lnTo>
                    <a:pt x="1816504" y="692874"/>
                  </a:lnTo>
                  <a:lnTo>
                    <a:pt x="1814360" y="690730"/>
                  </a:lnTo>
                  <a:lnTo>
                    <a:pt x="1812216" y="690730"/>
                  </a:lnTo>
                  <a:lnTo>
                    <a:pt x="1807929" y="686443"/>
                  </a:lnTo>
                  <a:lnTo>
                    <a:pt x="1805785" y="686443"/>
                  </a:lnTo>
                  <a:lnTo>
                    <a:pt x="1801497" y="682155"/>
                  </a:lnTo>
                  <a:lnTo>
                    <a:pt x="1799354" y="682155"/>
                  </a:lnTo>
                  <a:lnTo>
                    <a:pt x="1797210" y="680011"/>
                  </a:lnTo>
                  <a:lnTo>
                    <a:pt x="1795066" y="680011"/>
                  </a:lnTo>
                  <a:lnTo>
                    <a:pt x="1790778" y="675724"/>
                  </a:lnTo>
                  <a:lnTo>
                    <a:pt x="1788635" y="675724"/>
                  </a:lnTo>
                  <a:lnTo>
                    <a:pt x="1784347" y="671436"/>
                  </a:lnTo>
                  <a:lnTo>
                    <a:pt x="1782203" y="671436"/>
                  </a:lnTo>
                  <a:lnTo>
                    <a:pt x="1777916" y="667149"/>
                  </a:lnTo>
                  <a:lnTo>
                    <a:pt x="1775772" y="667149"/>
                  </a:lnTo>
                  <a:lnTo>
                    <a:pt x="1773628" y="665005"/>
                  </a:lnTo>
                  <a:lnTo>
                    <a:pt x="1771484" y="665005"/>
                  </a:lnTo>
                  <a:lnTo>
                    <a:pt x="1767197" y="660717"/>
                  </a:lnTo>
                  <a:lnTo>
                    <a:pt x="1765053" y="660717"/>
                  </a:lnTo>
                  <a:lnTo>
                    <a:pt x="1760765" y="656430"/>
                  </a:lnTo>
                  <a:lnTo>
                    <a:pt x="1758621" y="656430"/>
                  </a:lnTo>
                  <a:lnTo>
                    <a:pt x="1756478" y="654286"/>
                  </a:lnTo>
                  <a:lnTo>
                    <a:pt x="1754334" y="654286"/>
                  </a:lnTo>
                  <a:lnTo>
                    <a:pt x="1750046" y="649998"/>
                  </a:lnTo>
                  <a:lnTo>
                    <a:pt x="1747902" y="649998"/>
                  </a:lnTo>
                  <a:lnTo>
                    <a:pt x="1743615" y="645711"/>
                  </a:lnTo>
                  <a:lnTo>
                    <a:pt x="1741471" y="645711"/>
                  </a:lnTo>
                  <a:lnTo>
                    <a:pt x="1737184" y="641423"/>
                  </a:lnTo>
                  <a:lnTo>
                    <a:pt x="1735040" y="641423"/>
                  </a:lnTo>
                  <a:lnTo>
                    <a:pt x="1732896" y="639279"/>
                  </a:lnTo>
                  <a:lnTo>
                    <a:pt x="1730752" y="639279"/>
                  </a:lnTo>
                  <a:lnTo>
                    <a:pt x="1728608" y="637136"/>
                  </a:lnTo>
                  <a:lnTo>
                    <a:pt x="1726465" y="637136"/>
                  </a:lnTo>
                  <a:lnTo>
                    <a:pt x="1724321" y="634992"/>
                  </a:lnTo>
                  <a:lnTo>
                    <a:pt x="1720756" y="634992"/>
                  </a:lnTo>
                  <a:lnTo>
                    <a:pt x="1715464" y="640284"/>
                  </a:lnTo>
                  <a:lnTo>
                    <a:pt x="1715464" y="648859"/>
                  </a:lnTo>
                  <a:lnTo>
                    <a:pt x="1713320" y="651003"/>
                  </a:lnTo>
                  <a:lnTo>
                    <a:pt x="1713320" y="683160"/>
                  </a:lnTo>
                  <a:lnTo>
                    <a:pt x="1711176" y="685304"/>
                  </a:lnTo>
                  <a:lnTo>
                    <a:pt x="1711176" y="719604"/>
                  </a:lnTo>
                  <a:lnTo>
                    <a:pt x="1709033" y="721748"/>
                  </a:lnTo>
                  <a:lnTo>
                    <a:pt x="1709033" y="745330"/>
                  </a:lnTo>
                  <a:lnTo>
                    <a:pt x="1707893" y="746469"/>
                  </a:lnTo>
                  <a:lnTo>
                    <a:pt x="1705750" y="746469"/>
                  </a:lnTo>
                  <a:lnTo>
                    <a:pt x="1702601" y="749618"/>
                  </a:lnTo>
                  <a:lnTo>
                    <a:pt x="1702601" y="751761"/>
                  </a:lnTo>
                  <a:lnTo>
                    <a:pt x="1700457" y="753905"/>
                  </a:lnTo>
                  <a:lnTo>
                    <a:pt x="1700457" y="775343"/>
                  </a:lnTo>
                  <a:lnTo>
                    <a:pt x="1698314" y="777487"/>
                  </a:lnTo>
                  <a:lnTo>
                    <a:pt x="1698314" y="807500"/>
                  </a:lnTo>
                  <a:lnTo>
                    <a:pt x="1696170" y="809644"/>
                  </a:lnTo>
                  <a:lnTo>
                    <a:pt x="1696170" y="831082"/>
                  </a:lnTo>
                  <a:lnTo>
                    <a:pt x="1694308" y="832221"/>
                  </a:lnTo>
                  <a:lnTo>
                    <a:pt x="1692164" y="830077"/>
                  </a:lnTo>
                  <a:lnTo>
                    <a:pt x="1690020" y="830077"/>
                  </a:lnTo>
                  <a:lnTo>
                    <a:pt x="1685732" y="825789"/>
                  </a:lnTo>
                  <a:lnTo>
                    <a:pt x="1677880" y="825789"/>
                  </a:lnTo>
                  <a:lnTo>
                    <a:pt x="1672159" y="831510"/>
                  </a:lnTo>
                  <a:lnTo>
                    <a:pt x="1668582" y="827933"/>
                  </a:lnTo>
                  <a:lnTo>
                    <a:pt x="1666438" y="827933"/>
                  </a:lnTo>
                  <a:lnTo>
                    <a:pt x="1664295" y="825789"/>
                  </a:lnTo>
                  <a:lnTo>
                    <a:pt x="1656442" y="825789"/>
                  </a:lnTo>
                  <a:lnTo>
                    <a:pt x="1653294" y="828938"/>
                  </a:lnTo>
                  <a:lnTo>
                    <a:pt x="1653294" y="831082"/>
                  </a:lnTo>
                  <a:lnTo>
                    <a:pt x="1651150" y="833225"/>
                  </a:lnTo>
                  <a:lnTo>
                    <a:pt x="1651150" y="841801"/>
                  </a:lnTo>
                  <a:lnTo>
                    <a:pt x="1650011" y="842940"/>
                  </a:lnTo>
                  <a:lnTo>
                    <a:pt x="1649288" y="842940"/>
                  </a:lnTo>
                  <a:lnTo>
                    <a:pt x="1645000" y="838652"/>
                  </a:lnTo>
                  <a:lnTo>
                    <a:pt x="1642857" y="838652"/>
                  </a:lnTo>
                  <a:lnTo>
                    <a:pt x="1638569" y="834365"/>
                  </a:lnTo>
                  <a:lnTo>
                    <a:pt x="1636425" y="834365"/>
                  </a:lnTo>
                  <a:lnTo>
                    <a:pt x="1632138" y="830077"/>
                  </a:lnTo>
                  <a:lnTo>
                    <a:pt x="1629994" y="830077"/>
                  </a:lnTo>
                  <a:lnTo>
                    <a:pt x="1627850" y="827933"/>
                  </a:lnTo>
                  <a:lnTo>
                    <a:pt x="1625706" y="827933"/>
                  </a:lnTo>
                  <a:lnTo>
                    <a:pt x="1621419" y="823646"/>
                  </a:lnTo>
                  <a:lnTo>
                    <a:pt x="1619275" y="823646"/>
                  </a:lnTo>
                  <a:lnTo>
                    <a:pt x="1614987" y="819358"/>
                  </a:lnTo>
                  <a:lnTo>
                    <a:pt x="1612843" y="819358"/>
                  </a:lnTo>
                  <a:lnTo>
                    <a:pt x="1608556" y="815070"/>
                  </a:lnTo>
                  <a:lnTo>
                    <a:pt x="1606412" y="815070"/>
                  </a:lnTo>
                  <a:lnTo>
                    <a:pt x="1602125" y="810783"/>
                  </a:lnTo>
                  <a:lnTo>
                    <a:pt x="1594272" y="810783"/>
                  </a:lnTo>
                  <a:lnTo>
                    <a:pt x="1588980" y="816075"/>
                  </a:lnTo>
                  <a:lnTo>
                    <a:pt x="1588980" y="820363"/>
                  </a:lnTo>
                  <a:lnTo>
                    <a:pt x="1586408" y="822935"/>
                  </a:lnTo>
                  <a:lnTo>
                    <a:pt x="1584974" y="821502"/>
                  </a:lnTo>
                  <a:lnTo>
                    <a:pt x="1582830" y="821502"/>
                  </a:lnTo>
                  <a:lnTo>
                    <a:pt x="1578543" y="817214"/>
                  </a:lnTo>
                  <a:lnTo>
                    <a:pt x="1576399" y="817214"/>
                  </a:lnTo>
                  <a:lnTo>
                    <a:pt x="1572111" y="812927"/>
                  </a:lnTo>
                  <a:lnTo>
                    <a:pt x="1569968" y="812927"/>
                  </a:lnTo>
                  <a:lnTo>
                    <a:pt x="1565680" y="808639"/>
                  </a:lnTo>
                  <a:lnTo>
                    <a:pt x="1563536" y="808639"/>
                  </a:lnTo>
                  <a:lnTo>
                    <a:pt x="1559249" y="804352"/>
                  </a:lnTo>
                  <a:lnTo>
                    <a:pt x="1557105" y="804352"/>
                  </a:lnTo>
                  <a:lnTo>
                    <a:pt x="1552817" y="800064"/>
                  </a:lnTo>
                  <a:lnTo>
                    <a:pt x="1550673" y="800064"/>
                  </a:lnTo>
                  <a:lnTo>
                    <a:pt x="1548530" y="797920"/>
                  </a:lnTo>
                  <a:lnTo>
                    <a:pt x="1546386" y="797920"/>
                  </a:lnTo>
                  <a:lnTo>
                    <a:pt x="1542098" y="793633"/>
                  </a:lnTo>
                  <a:lnTo>
                    <a:pt x="1539954" y="793633"/>
                  </a:lnTo>
                  <a:lnTo>
                    <a:pt x="1535667" y="789345"/>
                  </a:lnTo>
                  <a:lnTo>
                    <a:pt x="1533523" y="789345"/>
                  </a:lnTo>
                  <a:lnTo>
                    <a:pt x="1529236" y="785057"/>
                  </a:lnTo>
                  <a:lnTo>
                    <a:pt x="1527092" y="785057"/>
                  </a:lnTo>
                  <a:lnTo>
                    <a:pt x="1522804" y="780770"/>
                  </a:lnTo>
                  <a:lnTo>
                    <a:pt x="1520660" y="780770"/>
                  </a:lnTo>
                  <a:lnTo>
                    <a:pt x="1516373" y="776482"/>
                  </a:lnTo>
                  <a:lnTo>
                    <a:pt x="1514229" y="776482"/>
                  </a:lnTo>
                  <a:lnTo>
                    <a:pt x="1509941" y="772195"/>
                  </a:lnTo>
                  <a:lnTo>
                    <a:pt x="1507798" y="772195"/>
                  </a:lnTo>
                  <a:lnTo>
                    <a:pt x="1503510" y="767907"/>
                  </a:lnTo>
                  <a:lnTo>
                    <a:pt x="1501366" y="767907"/>
                  </a:lnTo>
                  <a:lnTo>
                    <a:pt x="1499222" y="765763"/>
                  </a:lnTo>
                  <a:lnTo>
                    <a:pt x="1497079" y="765763"/>
                  </a:lnTo>
                  <a:lnTo>
                    <a:pt x="1494935" y="763619"/>
                  </a:lnTo>
                  <a:lnTo>
                    <a:pt x="1491370" y="763619"/>
                  </a:lnTo>
                  <a:lnTo>
                    <a:pt x="1483505" y="771484"/>
                  </a:lnTo>
                  <a:lnTo>
                    <a:pt x="1479928" y="767907"/>
                  </a:lnTo>
                  <a:lnTo>
                    <a:pt x="1477784" y="767907"/>
                  </a:lnTo>
                  <a:lnTo>
                    <a:pt x="1473497" y="763619"/>
                  </a:lnTo>
                  <a:lnTo>
                    <a:pt x="1471353" y="763619"/>
                  </a:lnTo>
                  <a:lnTo>
                    <a:pt x="1467065" y="759332"/>
                  </a:lnTo>
                  <a:lnTo>
                    <a:pt x="1464922" y="759332"/>
                  </a:lnTo>
                  <a:lnTo>
                    <a:pt x="1460634" y="755044"/>
                  </a:lnTo>
                  <a:lnTo>
                    <a:pt x="1458490" y="755044"/>
                  </a:lnTo>
                  <a:lnTo>
                    <a:pt x="1456347" y="752900"/>
                  </a:lnTo>
                  <a:lnTo>
                    <a:pt x="1454203" y="752900"/>
                  </a:lnTo>
                  <a:lnTo>
                    <a:pt x="1449915" y="748613"/>
                  </a:lnTo>
                  <a:lnTo>
                    <a:pt x="1447771" y="748613"/>
                  </a:lnTo>
                  <a:lnTo>
                    <a:pt x="1443484" y="744325"/>
                  </a:lnTo>
                  <a:lnTo>
                    <a:pt x="1441340" y="744325"/>
                  </a:lnTo>
                  <a:lnTo>
                    <a:pt x="1437052" y="740038"/>
                  </a:lnTo>
                  <a:lnTo>
                    <a:pt x="1434909" y="740038"/>
                  </a:lnTo>
                  <a:lnTo>
                    <a:pt x="1430621" y="735750"/>
                  </a:lnTo>
                  <a:lnTo>
                    <a:pt x="1428477" y="735750"/>
                  </a:lnTo>
                  <a:lnTo>
                    <a:pt x="1424190" y="731463"/>
                  </a:lnTo>
                  <a:lnTo>
                    <a:pt x="1422046" y="731463"/>
                  </a:lnTo>
                  <a:lnTo>
                    <a:pt x="1417758" y="727175"/>
                  </a:lnTo>
                  <a:lnTo>
                    <a:pt x="1415614" y="727175"/>
                  </a:lnTo>
                  <a:lnTo>
                    <a:pt x="1411327" y="722887"/>
                  </a:lnTo>
                  <a:lnTo>
                    <a:pt x="1409183" y="722887"/>
                  </a:lnTo>
                  <a:lnTo>
                    <a:pt x="1407039" y="720744"/>
                  </a:lnTo>
                  <a:lnTo>
                    <a:pt x="1404895" y="720744"/>
                  </a:lnTo>
                  <a:lnTo>
                    <a:pt x="1400608" y="716456"/>
                  </a:lnTo>
                  <a:lnTo>
                    <a:pt x="1398464" y="716456"/>
                  </a:lnTo>
                  <a:lnTo>
                    <a:pt x="1394176" y="712168"/>
                  </a:lnTo>
                  <a:lnTo>
                    <a:pt x="1392033" y="712168"/>
                  </a:lnTo>
                  <a:lnTo>
                    <a:pt x="1387745" y="707881"/>
                  </a:lnTo>
                  <a:lnTo>
                    <a:pt x="1385601" y="707881"/>
                  </a:lnTo>
                  <a:lnTo>
                    <a:pt x="1381314" y="703593"/>
                  </a:lnTo>
                  <a:lnTo>
                    <a:pt x="1379170" y="703593"/>
                  </a:lnTo>
                  <a:lnTo>
                    <a:pt x="1374882" y="699306"/>
                  </a:lnTo>
                  <a:lnTo>
                    <a:pt x="1372739" y="699306"/>
                  </a:lnTo>
                  <a:lnTo>
                    <a:pt x="1370595" y="697162"/>
                  </a:lnTo>
                  <a:lnTo>
                    <a:pt x="1359876" y="697162"/>
                  </a:lnTo>
                  <a:lnTo>
                    <a:pt x="1355588" y="692874"/>
                  </a:lnTo>
                  <a:lnTo>
                    <a:pt x="1353444" y="692874"/>
                  </a:lnTo>
                  <a:lnTo>
                    <a:pt x="1349157" y="688587"/>
                  </a:lnTo>
                  <a:lnTo>
                    <a:pt x="1347013" y="688587"/>
                  </a:lnTo>
                  <a:lnTo>
                    <a:pt x="1342725" y="684299"/>
                  </a:lnTo>
                  <a:lnTo>
                    <a:pt x="1340582" y="684299"/>
                  </a:lnTo>
                  <a:lnTo>
                    <a:pt x="1336294" y="680011"/>
                  </a:lnTo>
                  <a:lnTo>
                    <a:pt x="1334150" y="680011"/>
                  </a:lnTo>
                  <a:lnTo>
                    <a:pt x="1332006" y="677868"/>
                  </a:lnTo>
                  <a:lnTo>
                    <a:pt x="1329863" y="677868"/>
                  </a:lnTo>
                  <a:lnTo>
                    <a:pt x="1327719" y="675724"/>
                  </a:lnTo>
                  <a:lnTo>
                    <a:pt x="1324154" y="675724"/>
                  </a:lnTo>
                  <a:lnTo>
                    <a:pt x="1322011" y="677868"/>
                  </a:lnTo>
                  <a:lnTo>
                    <a:pt x="1321287" y="677868"/>
                  </a:lnTo>
                  <a:lnTo>
                    <a:pt x="1319144" y="675724"/>
                  </a:lnTo>
                  <a:lnTo>
                    <a:pt x="1317000" y="675724"/>
                  </a:lnTo>
                  <a:lnTo>
                    <a:pt x="1312712" y="671436"/>
                  </a:lnTo>
                  <a:lnTo>
                    <a:pt x="1310569" y="671436"/>
                  </a:lnTo>
                  <a:lnTo>
                    <a:pt x="1306281" y="667149"/>
                  </a:lnTo>
                  <a:lnTo>
                    <a:pt x="1304137" y="667149"/>
                  </a:lnTo>
                  <a:lnTo>
                    <a:pt x="1299850" y="662861"/>
                  </a:lnTo>
                  <a:lnTo>
                    <a:pt x="1297706" y="662861"/>
                  </a:lnTo>
                  <a:lnTo>
                    <a:pt x="1295562" y="660717"/>
                  </a:lnTo>
                  <a:lnTo>
                    <a:pt x="1293418" y="660717"/>
                  </a:lnTo>
                  <a:lnTo>
                    <a:pt x="1289131" y="656430"/>
                  </a:lnTo>
                  <a:lnTo>
                    <a:pt x="1286987" y="656430"/>
                  </a:lnTo>
                  <a:lnTo>
                    <a:pt x="1282699" y="652142"/>
                  </a:lnTo>
                  <a:lnTo>
                    <a:pt x="1280555" y="652142"/>
                  </a:lnTo>
                  <a:lnTo>
                    <a:pt x="1276268" y="647855"/>
                  </a:lnTo>
                  <a:lnTo>
                    <a:pt x="1274124" y="647855"/>
                  </a:lnTo>
                  <a:lnTo>
                    <a:pt x="1269836" y="643567"/>
                  </a:lnTo>
                  <a:lnTo>
                    <a:pt x="1267693" y="643567"/>
                  </a:lnTo>
                  <a:lnTo>
                    <a:pt x="1263405" y="639279"/>
                  </a:lnTo>
                  <a:lnTo>
                    <a:pt x="1261261" y="639279"/>
                  </a:lnTo>
                  <a:lnTo>
                    <a:pt x="1256974" y="634992"/>
                  </a:lnTo>
                  <a:lnTo>
                    <a:pt x="1254830" y="634992"/>
                  </a:lnTo>
                  <a:lnTo>
                    <a:pt x="1250542" y="630704"/>
                  </a:lnTo>
                  <a:lnTo>
                    <a:pt x="1248398" y="630704"/>
                  </a:lnTo>
                  <a:lnTo>
                    <a:pt x="1246255" y="628560"/>
                  </a:lnTo>
                  <a:lnTo>
                    <a:pt x="1244111" y="628560"/>
                  </a:lnTo>
                  <a:lnTo>
                    <a:pt x="1239823" y="624273"/>
                  </a:lnTo>
                  <a:lnTo>
                    <a:pt x="1237680" y="624273"/>
                  </a:lnTo>
                  <a:lnTo>
                    <a:pt x="1233392" y="619985"/>
                  </a:lnTo>
                  <a:lnTo>
                    <a:pt x="1231248" y="619985"/>
                  </a:lnTo>
                  <a:lnTo>
                    <a:pt x="1226961" y="615698"/>
                  </a:lnTo>
                  <a:lnTo>
                    <a:pt x="1224817" y="615698"/>
                  </a:lnTo>
                  <a:lnTo>
                    <a:pt x="1220529" y="611410"/>
                  </a:lnTo>
                  <a:lnTo>
                    <a:pt x="1218385" y="611410"/>
                  </a:lnTo>
                  <a:lnTo>
                    <a:pt x="1214098" y="607122"/>
                  </a:lnTo>
                  <a:lnTo>
                    <a:pt x="1211954" y="607122"/>
                  </a:lnTo>
                  <a:lnTo>
                    <a:pt x="1207666" y="602835"/>
                  </a:lnTo>
                  <a:lnTo>
                    <a:pt x="1205523" y="602835"/>
                  </a:lnTo>
                  <a:lnTo>
                    <a:pt x="1201235" y="598547"/>
                  </a:lnTo>
                  <a:lnTo>
                    <a:pt x="1199091" y="598547"/>
                  </a:lnTo>
                  <a:lnTo>
                    <a:pt x="1196947" y="596403"/>
                  </a:lnTo>
                  <a:lnTo>
                    <a:pt x="1194804" y="596403"/>
                  </a:lnTo>
                  <a:lnTo>
                    <a:pt x="1190516" y="592116"/>
                  </a:lnTo>
                  <a:lnTo>
                    <a:pt x="1188372" y="592116"/>
                  </a:lnTo>
                  <a:lnTo>
                    <a:pt x="1184085" y="587828"/>
                  </a:lnTo>
                  <a:lnTo>
                    <a:pt x="1181941" y="587828"/>
                  </a:lnTo>
                  <a:lnTo>
                    <a:pt x="1177653" y="583541"/>
                  </a:lnTo>
                  <a:lnTo>
                    <a:pt x="1175509" y="583541"/>
                  </a:lnTo>
                  <a:lnTo>
                    <a:pt x="1171222" y="579253"/>
                  </a:lnTo>
                  <a:lnTo>
                    <a:pt x="1169078" y="579253"/>
                  </a:lnTo>
                  <a:lnTo>
                    <a:pt x="1164791" y="574966"/>
                  </a:lnTo>
                  <a:lnTo>
                    <a:pt x="1162647" y="574966"/>
                  </a:lnTo>
                  <a:lnTo>
                    <a:pt x="1158359" y="570678"/>
                  </a:lnTo>
                  <a:lnTo>
                    <a:pt x="1156215" y="570678"/>
                  </a:lnTo>
                  <a:lnTo>
                    <a:pt x="1151928" y="566390"/>
                  </a:lnTo>
                  <a:lnTo>
                    <a:pt x="1149784" y="566390"/>
                  </a:lnTo>
                  <a:lnTo>
                    <a:pt x="1147640" y="564247"/>
                  </a:lnTo>
                  <a:lnTo>
                    <a:pt x="1145496" y="564247"/>
                  </a:lnTo>
                  <a:lnTo>
                    <a:pt x="1141209" y="559959"/>
                  </a:lnTo>
                  <a:lnTo>
                    <a:pt x="1139065" y="559959"/>
                  </a:lnTo>
                  <a:lnTo>
                    <a:pt x="1134777" y="555671"/>
                  </a:lnTo>
                  <a:lnTo>
                    <a:pt x="1132634" y="555671"/>
                  </a:lnTo>
                  <a:lnTo>
                    <a:pt x="1128346" y="551384"/>
                  </a:lnTo>
                  <a:lnTo>
                    <a:pt x="1126202" y="551384"/>
                  </a:lnTo>
                  <a:lnTo>
                    <a:pt x="1121915" y="547096"/>
                  </a:lnTo>
                  <a:lnTo>
                    <a:pt x="1119771" y="547096"/>
                  </a:lnTo>
                  <a:lnTo>
                    <a:pt x="1115483" y="542809"/>
                  </a:lnTo>
                  <a:lnTo>
                    <a:pt x="1113339" y="542809"/>
                  </a:lnTo>
                  <a:lnTo>
                    <a:pt x="1109052" y="538521"/>
                  </a:lnTo>
                  <a:lnTo>
                    <a:pt x="1106908" y="538521"/>
                  </a:lnTo>
                  <a:lnTo>
                    <a:pt x="1102621" y="534233"/>
                  </a:lnTo>
                  <a:lnTo>
                    <a:pt x="1100477" y="534233"/>
                  </a:lnTo>
                  <a:lnTo>
                    <a:pt x="1098333" y="532090"/>
                  </a:lnTo>
                  <a:lnTo>
                    <a:pt x="1096189" y="532090"/>
                  </a:lnTo>
                  <a:lnTo>
                    <a:pt x="1091902" y="527802"/>
                  </a:lnTo>
                  <a:lnTo>
                    <a:pt x="1089758" y="527802"/>
                  </a:lnTo>
                  <a:lnTo>
                    <a:pt x="1085470" y="523514"/>
                  </a:lnTo>
                  <a:lnTo>
                    <a:pt x="1083326" y="523514"/>
                  </a:lnTo>
                  <a:lnTo>
                    <a:pt x="1079039" y="519227"/>
                  </a:lnTo>
                  <a:lnTo>
                    <a:pt x="1076895" y="519227"/>
                  </a:lnTo>
                  <a:lnTo>
                    <a:pt x="1072607" y="514939"/>
                  </a:lnTo>
                  <a:lnTo>
                    <a:pt x="1070464" y="514939"/>
                  </a:lnTo>
                  <a:lnTo>
                    <a:pt x="1066176" y="510652"/>
                  </a:lnTo>
                  <a:lnTo>
                    <a:pt x="1064032" y="510652"/>
                  </a:lnTo>
                  <a:lnTo>
                    <a:pt x="1059745" y="506364"/>
                  </a:lnTo>
                  <a:lnTo>
                    <a:pt x="1057601" y="506364"/>
                  </a:lnTo>
                  <a:lnTo>
                    <a:pt x="1053313" y="502077"/>
                  </a:lnTo>
                  <a:lnTo>
                    <a:pt x="1051169" y="502077"/>
                  </a:lnTo>
                  <a:lnTo>
                    <a:pt x="1049026" y="499933"/>
                  </a:lnTo>
                  <a:lnTo>
                    <a:pt x="1046882" y="499933"/>
                  </a:lnTo>
                  <a:lnTo>
                    <a:pt x="1042594" y="495645"/>
                  </a:lnTo>
                  <a:lnTo>
                    <a:pt x="1040450" y="495645"/>
                  </a:lnTo>
                  <a:lnTo>
                    <a:pt x="1036163" y="491358"/>
                  </a:lnTo>
                  <a:lnTo>
                    <a:pt x="1034019" y="491358"/>
                  </a:lnTo>
                  <a:lnTo>
                    <a:pt x="1029732" y="487070"/>
                  </a:lnTo>
                  <a:lnTo>
                    <a:pt x="1027588" y="487070"/>
                  </a:lnTo>
                  <a:lnTo>
                    <a:pt x="1023300" y="482782"/>
                  </a:lnTo>
                  <a:lnTo>
                    <a:pt x="1021156" y="482782"/>
                  </a:lnTo>
                  <a:lnTo>
                    <a:pt x="1016869" y="478495"/>
                  </a:lnTo>
                  <a:lnTo>
                    <a:pt x="1014725" y="478495"/>
                  </a:lnTo>
                  <a:lnTo>
                    <a:pt x="1010437" y="474207"/>
                  </a:lnTo>
                  <a:lnTo>
                    <a:pt x="1008294" y="474207"/>
                  </a:lnTo>
                  <a:lnTo>
                    <a:pt x="1004006" y="469920"/>
                  </a:lnTo>
                  <a:lnTo>
                    <a:pt x="1001862" y="469920"/>
                  </a:lnTo>
                  <a:lnTo>
                    <a:pt x="999718" y="467776"/>
                  </a:lnTo>
                  <a:lnTo>
                    <a:pt x="997575" y="467776"/>
                  </a:lnTo>
                  <a:lnTo>
                    <a:pt x="993287" y="463488"/>
                  </a:lnTo>
                  <a:lnTo>
                    <a:pt x="991143" y="463488"/>
                  </a:lnTo>
                  <a:lnTo>
                    <a:pt x="986856" y="459201"/>
                  </a:lnTo>
                  <a:lnTo>
                    <a:pt x="984712" y="459201"/>
                  </a:lnTo>
                  <a:lnTo>
                    <a:pt x="980424" y="454913"/>
                  </a:lnTo>
                  <a:lnTo>
                    <a:pt x="978280" y="454913"/>
                  </a:lnTo>
                  <a:lnTo>
                    <a:pt x="973993" y="450625"/>
                  </a:lnTo>
                  <a:lnTo>
                    <a:pt x="971849" y="450625"/>
                  </a:lnTo>
                  <a:lnTo>
                    <a:pt x="967561" y="446338"/>
                  </a:lnTo>
                  <a:lnTo>
                    <a:pt x="965418" y="446338"/>
                  </a:lnTo>
                  <a:lnTo>
                    <a:pt x="961130" y="442050"/>
                  </a:lnTo>
                  <a:lnTo>
                    <a:pt x="958986" y="442050"/>
                  </a:lnTo>
                  <a:lnTo>
                    <a:pt x="954699" y="437763"/>
                  </a:lnTo>
                  <a:lnTo>
                    <a:pt x="952555" y="437763"/>
                  </a:lnTo>
                  <a:lnTo>
                    <a:pt x="948267" y="433475"/>
                  </a:lnTo>
                  <a:lnTo>
                    <a:pt x="946124" y="433475"/>
                  </a:lnTo>
                  <a:lnTo>
                    <a:pt x="943980" y="431331"/>
                  </a:lnTo>
                  <a:lnTo>
                    <a:pt x="941836" y="431331"/>
                  </a:lnTo>
                  <a:lnTo>
                    <a:pt x="937548" y="427044"/>
                  </a:lnTo>
                  <a:lnTo>
                    <a:pt x="935405" y="427044"/>
                  </a:lnTo>
                  <a:lnTo>
                    <a:pt x="931117" y="422756"/>
                  </a:lnTo>
                  <a:lnTo>
                    <a:pt x="928973" y="422756"/>
                  </a:lnTo>
                  <a:lnTo>
                    <a:pt x="924686" y="418469"/>
                  </a:lnTo>
                  <a:lnTo>
                    <a:pt x="922542" y="418469"/>
                  </a:lnTo>
                  <a:lnTo>
                    <a:pt x="918254" y="414181"/>
                  </a:lnTo>
                  <a:lnTo>
                    <a:pt x="916110" y="414181"/>
                  </a:lnTo>
                  <a:lnTo>
                    <a:pt x="911823" y="409893"/>
                  </a:lnTo>
                  <a:lnTo>
                    <a:pt x="909679" y="409893"/>
                  </a:lnTo>
                  <a:lnTo>
                    <a:pt x="905391" y="405606"/>
                  </a:lnTo>
                  <a:lnTo>
                    <a:pt x="903248" y="405606"/>
                  </a:lnTo>
                  <a:lnTo>
                    <a:pt x="898960" y="401318"/>
                  </a:lnTo>
                  <a:lnTo>
                    <a:pt x="896816" y="401318"/>
                  </a:lnTo>
                  <a:lnTo>
                    <a:pt x="894672" y="399174"/>
                  </a:lnTo>
                  <a:lnTo>
                    <a:pt x="892529" y="399174"/>
                  </a:lnTo>
                  <a:lnTo>
                    <a:pt x="888241" y="394887"/>
                  </a:lnTo>
                  <a:lnTo>
                    <a:pt x="886097" y="394887"/>
                  </a:lnTo>
                  <a:lnTo>
                    <a:pt x="881810" y="390599"/>
                  </a:lnTo>
                  <a:lnTo>
                    <a:pt x="879666" y="390599"/>
                  </a:lnTo>
                  <a:lnTo>
                    <a:pt x="875378" y="386312"/>
                  </a:lnTo>
                  <a:lnTo>
                    <a:pt x="873235" y="386312"/>
                  </a:lnTo>
                  <a:lnTo>
                    <a:pt x="868947" y="382024"/>
                  </a:lnTo>
                  <a:lnTo>
                    <a:pt x="866803" y="382024"/>
                  </a:lnTo>
                  <a:lnTo>
                    <a:pt x="862516" y="377737"/>
                  </a:lnTo>
                  <a:lnTo>
                    <a:pt x="860372" y="377737"/>
                  </a:lnTo>
                  <a:lnTo>
                    <a:pt x="856084" y="373449"/>
                  </a:lnTo>
                  <a:lnTo>
                    <a:pt x="853940" y="373449"/>
                  </a:lnTo>
                  <a:lnTo>
                    <a:pt x="849653" y="369161"/>
                  </a:lnTo>
                  <a:lnTo>
                    <a:pt x="847509" y="369161"/>
                  </a:lnTo>
                  <a:lnTo>
                    <a:pt x="845365" y="367018"/>
                  </a:lnTo>
                  <a:lnTo>
                    <a:pt x="843221" y="367018"/>
                  </a:lnTo>
                  <a:lnTo>
                    <a:pt x="838934" y="362730"/>
                  </a:lnTo>
                  <a:lnTo>
                    <a:pt x="836790" y="362730"/>
                  </a:lnTo>
                  <a:lnTo>
                    <a:pt x="832502" y="358442"/>
                  </a:lnTo>
                  <a:lnTo>
                    <a:pt x="830359" y="358442"/>
                  </a:lnTo>
                  <a:lnTo>
                    <a:pt x="826071" y="354155"/>
                  </a:lnTo>
                  <a:lnTo>
                    <a:pt x="823927" y="354155"/>
                  </a:lnTo>
                  <a:lnTo>
                    <a:pt x="819640" y="349867"/>
                  </a:lnTo>
                  <a:lnTo>
                    <a:pt x="817496" y="349867"/>
                  </a:lnTo>
                  <a:lnTo>
                    <a:pt x="813208" y="345580"/>
                  </a:lnTo>
                  <a:lnTo>
                    <a:pt x="811065" y="345580"/>
                  </a:lnTo>
                  <a:lnTo>
                    <a:pt x="806777" y="341292"/>
                  </a:lnTo>
                  <a:lnTo>
                    <a:pt x="804633" y="341292"/>
                  </a:lnTo>
                  <a:lnTo>
                    <a:pt x="800346" y="337004"/>
                  </a:lnTo>
                  <a:lnTo>
                    <a:pt x="798202" y="337004"/>
                  </a:lnTo>
                  <a:lnTo>
                    <a:pt x="796058" y="334861"/>
                  </a:lnTo>
                  <a:lnTo>
                    <a:pt x="793914" y="334861"/>
                  </a:lnTo>
                  <a:lnTo>
                    <a:pt x="791770" y="332717"/>
                  </a:lnTo>
                  <a:lnTo>
                    <a:pt x="788206" y="332717"/>
                  </a:lnTo>
                  <a:lnTo>
                    <a:pt x="786062" y="334861"/>
                  </a:lnTo>
                  <a:lnTo>
                    <a:pt x="782914" y="334861"/>
                  </a:lnTo>
                  <a:lnTo>
                    <a:pt x="782914" y="338009"/>
                  </a:lnTo>
                  <a:lnTo>
                    <a:pt x="780770" y="340153"/>
                  </a:lnTo>
                  <a:lnTo>
                    <a:pt x="780770" y="346584"/>
                  </a:lnTo>
                  <a:lnTo>
                    <a:pt x="778626" y="348728"/>
                  </a:lnTo>
                  <a:lnTo>
                    <a:pt x="778626" y="357303"/>
                  </a:lnTo>
                  <a:lnTo>
                    <a:pt x="776764" y="358442"/>
                  </a:lnTo>
                  <a:lnTo>
                    <a:pt x="774620" y="356299"/>
                  </a:lnTo>
                  <a:lnTo>
                    <a:pt x="772476" y="356299"/>
                  </a:lnTo>
                  <a:lnTo>
                    <a:pt x="768189" y="352011"/>
                  </a:lnTo>
                  <a:lnTo>
                    <a:pt x="766045" y="352011"/>
                  </a:lnTo>
                  <a:lnTo>
                    <a:pt x="761757" y="347723"/>
                  </a:lnTo>
                  <a:lnTo>
                    <a:pt x="759613" y="347723"/>
                  </a:lnTo>
                  <a:lnTo>
                    <a:pt x="755326" y="343436"/>
                  </a:lnTo>
                  <a:lnTo>
                    <a:pt x="753182" y="343436"/>
                  </a:lnTo>
                  <a:lnTo>
                    <a:pt x="748894" y="339148"/>
                  </a:lnTo>
                  <a:lnTo>
                    <a:pt x="746751" y="339148"/>
                  </a:lnTo>
                  <a:lnTo>
                    <a:pt x="742463" y="334861"/>
                  </a:lnTo>
                  <a:lnTo>
                    <a:pt x="740319" y="334861"/>
                  </a:lnTo>
                  <a:lnTo>
                    <a:pt x="736032" y="330573"/>
                  </a:lnTo>
                  <a:lnTo>
                    <a:pt x="733888" y="330573"/>
                  </a:lnTo>
                  <a:lnTo>
                    <a:pt x="731744" y="328429"/>
                  </a:lnTo>
                  <a:lnTo>
                    <a:pt x="729600" y="328429"/>
                  </a:lnTo>
                  <a:lnTo>
                    <a:pt x="725313" y="324142"/>
                  </a:lnTo>
                  <a:lnTo>
                    <a:pt x="723169" y="324142"/>
                  </a:lnTo>
                  <a:lnTo>
                    <a:pt x="718881" y="319854"/>
                  </a:lnTo>
                  <a:lnTo>
                    <a:pt x="716738" y="319854"/>
                  </a:lnTo>
                  <a:lnTo>
                    <a:pt x="713883" y="317000"/>
                  </a:lnTo>
                  <a:lnTo>
                    <a:pt x="711029" y="319854"/>
                  </a:lnTo>
                  <a:lnTo>
                    <a:pt x="708885" y="319854"/>
                  </a:lnTo>
                  <a:lnTo>
                    <a:pt x="705737" y="323003"/>
                  </a:lnTo>
                  <a:lnTo>
                    <a:pt x="705737" y="325146"/>
                  </a:lnTo>
                  <a:lnTo>
                    <a:pt x="703593" y="327290"/>
                  </a:lnTo>
                  <a:lnTo>
                    <a:pt x="703593" y="338009"/>
                  </a:lnTo>
                  <a:lnTo>
                    <a:pt x="701449" y="340153"/>
                  </a:lnTo>
                  <a:lnTo>
                    <a:pt x="701449" y="348728"/>
                  </a:lnTo>
                  <a:lnTo>
                    <a:pt x="700310" y="349867"/>
                  </a:lnTo>
                  <a:lnTo>
                    <a:pt x="697443" y="349867"/>
                  </a:lnTo>
                  <a:lnTo>
                    <a:pt x="693156" y="345580"/>
                  </a:lnTo>
                  <a:lnTo>
                    <a:pt x="691012" y="345580"/>
                  </a:lnTo>
                  <a:lnTo>
                    <a:pt x="686724" y="341292"/>
                  </a:lnTo>
                  <a:lnTo>
                    <a:pt x="684581" y="341292"/>
                  </a:lnTo>
                  <a:lnTo>
                    <a:pt x="680293" y="337004"/>
                  </a:lnTo>
                  <a:lnTo>
                    <a:pt x="678149" y="337004"/>
                  </a:lnTo>
                  <a:lnTo>
                    <a:pt x="673862" y="332717"/>
                  </a:lnTo>
                  <a:lnTo>
                    <a:pt x="671718" y="332717"/>
                  </a:lnTo>
                  <a:lnTo>
                    <a:pt x="669574" y="330573"/>
                  </a:lnTo>
                  <a:lnTo>
                    <a:pt x="667430" y="330573"/>
                  </a:lnTo>
                  <a:lnTo>
                    <a:pt x="663143" y="326285"/>
                  </a:lnTo>
                  <a:lnTo>
                    <a:pt x="660999" y="326285"/>
                  </a:lnTo>
                  <a:lnTo>
                    <a:pt x="656711" y="321998"/>
                  </a:lnTo>
                  <a:lnTo>
                    <a:pt x="654568" y="321998"/>
                  </a:lnTo>
                  <a:lnTo>
                    <a:pt x="650280" y="317710"/>
                  </a:lnTo>
                  <a:lnTo>
                    <a:pt x="648136" y="317710"/>
                  </a:lnTo>
                  <a:lnTo>
                    <a:pt x="643849" y="313423"/>
                  </a:lnTo>
                  <a:lnTo>
                    <a:pt x="641705" y="313423"/>
                  </a:lnTo>
                  <a:lnTo>
                    <a:pt x="637417" y="309135"/>
                  </a:lnTo>
                  <a:lnTo>
                    <a:pt x="635273" y="309135"/>
                  </a:lnTo>
                  <a:lnTo>
                    <a:pt x="630986" y="304848"/>
                  </a:lnTo>
                  <a:lnTo>
                    <a:pt x="628842" y="304848"/>
                  </a:lnTo>
                  <a:lnTo>
                    <a:pt x="624554" y="300560"/>
                  </a:lnTo>
                  <a:lnTo>
                    <a:pt x="622411" y="300560"/>
                  </a:lnTo>
                  <a:lnTo>
                    <a:pt x="620267" y="298416"/>
                  </a:lnTo>
                  <a:lnTo>
                    <a:pt x="618123" y="298416"/>
                  </a:lnTo>
                  <a:lnTo>
                    <a:pt x="613835" y="294129"/>
                  </a:lnTo>
                  <a:lnTo>
                    <a:pt x="611692" y="294129"/>
                  </a:lnTo>
                  <a:lnTo>
                    <a:pt x="607404" y="289841"/>
                  </a:lnTo>
                  <a:lnTo>
                    <a:pt x="605260" y="289841"/>
                  </a:lnTo>
                  <a:lnTo>
                    <a:pt x="600973" y="285553"/>
                  </a:lnTo>
                  <a:lnTo>
                    <a:pt x="598829" y="285553"/>
                  </a:lnTo>
                  <a:lnTo>
                    <a:pt x="594541" y="281266"/>
                  </a:lnTo>
                  <a:lnTo>
                    <a:pt x="592398" y="281266"/>
                  </a:lnTo>
                  <a:lnTo>
                    <a:pt x="588110" y="276978"/>
                  </a:lnTo>
                  <a:lnTo>
                    <a:pt x="585966" y="276978"/>
                  </a:lnTo>
                  <a:lnTo>
                    <a:pt x="581679" y="272691"/>
                  </a:lnTo>
                  <a:lnTo>
                    <a:pt x="579535" y="272691"/>
                  </a:lnTo>
                  <a:lnTo>
                    <a:pt x="575247" y="268403"/>
                  </a:lnTo>
                  <a:lnTo>
                    <a:pt x="573103" y="268403"/>
                  </a:lnTo>
                  <a:lnTo>
                    <a:pt x="570960" y="266259"/>
                  </a:lnTo>
                  <a:lnTo>
                    <a:pt x="568816" y="266259"/>
                  </a:lnTo>
                  <a:lnTo>
                    <a:pt x="564528" y="261972"/>
                  </a:lnTo>
                  <a:lnTo>
                    <a:pt x="562384" y="261972"/>
                  </a:lnTo>
                  <a:lnTo>
                    <a:pt x="558097" y="257684"/>
                  </a:lnTo>
                  <a:lnTo>
                    <a:pt x="555953" y="257684"/>
                  </a:lnTo>
                  <a:lnTo>
                    <a:pt x="551665" y="253396"/>
                  </a:lnTo>
                  <a:lnTo>
                    <a:pt x="549522" y="253396"/>
                  </a:lnTo>
                  <a:lnTo>
                    <a:pt x="545234" y="249109"/>
                  </a:lnTo>
                  <a:lnTo>
                    <a:pt x="543090" y="249109"/>
                  </a:lnTo>
                  <a:lnTo>
                    <a:pt x="538803" y="244821"/>
                  </a:lnTo>
                  <a:lnTo>
                    <a:pt x="536659" y="244821"/>
                  </a:lnTo>
                  <a:lnTo>
                    <a:pt x="532371" y="240534"/>
                  </a:lnTo>
                  <a:lnTo>
                    <a:pt x="530228" y="240534"/>
                  </a:lnTo>
                  <a:lnTo>
                    <a:pt x="525940" y="236246"/>
                  </a:lnTo>
                  <a:lnTo>
                    <a:pt x="523796" y="236246"/>
                  </a:lnTo>
                  <a:lnTo>
                    <a:pt x="521652" y="234102"/>
                  </a:lnTo>
                  <a:lnTo>
                    <a:pt x="519509" y="234102"/>
                  </a:lnTo>
                  <a:lnTo>
                    <a:pt x="515221" y="229815"/>
                  </a:lnTo>
                  <a:lnTo>
                    <a:pt x="513077" y="229815"/>
                  </a:lnTo>
                  <a:lnTo>
                    <a:pt x="508790" y="225527"/>
                  </a:lnTo>
                  <a:lnTo>
                    <a:pt x="506646" y="225527"/>
                  </a:lnTo>
                  <a:lnTo>
                    <a:pt x="502358" y="221240"/>
                  </a:lnTo>
                  <a:lnTo>
                    <a:pt x="500214" y="221240"/>
                  </a:lnTo>
                  <a:lnTo>
                    <a:pt x="495927" y="216952"/>
                  </a:lnTo>
                  <a:lnTo>
                    <a:pt x="493783" y="216952"/>
                  </a:lnTo>
                  <a:lnTo>
                    <a:pt x="489495" y="212664"/>
                  </a:lnTo>
                  <a:lnTo>
                    <a:pt x="487352" y="212664"/>
                  </a:lnTo>
                  <a:lnTo>
                    <a:pt x="483064" y="208377"/>
                  </a:lnTo>
                  <a:lnTo>
                    <a:pt x="480920" y="208377"/>
                  </a:lnTo>
                  <a:lnTo>
                    <a:pt x="476633" y="204089"/>
                  </a:lnTo>
                  <a:lnTo>
                    <a:pt x="474489" y="204089"/>
                  </a:lnTo>
                  <a:lnTo>
                    <a:pt x="472345" y="201945"/>
                  </a:lnTo>
                  <a:lnTo>
                    <a:pt x="470201" y="201945"/>
                  </a:lnTo>
                  <a:lnTo>
                    <a:pt x="465914" y="197658"/>
                  </a:lnTo>
                  <a:lnTo>
                    <a:pt x="463770" y="197658"/>
                  </a:lnTo>
                  <a:lnTo>
                    <a:pt x="459482" y="193370"/>
                  </a:lnTo>
                  <a:lnTo>
                    <a:pt x="457339" y="193370"/>
                  </a:lnTo>
                  <a:lnTo>
                    <a:pt x="453051" y="189083"/>
                  </a:lnTo>
                  <a:lnTo>
                    <a:pt x="450907" y="189083"/>
                  </a:lnTo>
                  <a:lnTo>
                    <a:pt x="446620" y="184795"/>
                  </a:lnTo>
                  <a:lnTo>
                    <a:pt x="444476" y="184795"/>
                  </a:lnTo>
                  <a:lnTo>
                    <a:pt x="440188" y="180507"/>
                  </a:lnTo>
                  <a:lnTo>
                    <a:pt x="438044" y="180507"/>
                  </a:lnTo>
                  <a:lnTo>
                    <a:pt x="433757" y="176220"/>
                  </a:lnTo>
                  <a:lnTo>
                    <a:pt x="431613" y="176220"/>
                  </a:lnTo>
                  <a:lnTo>
                    <a:pt x="427325" y="171932"/>
                  </a:lnTo>
                  <a:lnTo>
                    <a:pt x="425182" y="171932"/>
                  </a:lnTo>
                  <a:lnTo>
                    <a:pt x="423038" y="169788"/>
                  </a:lnTo>
                  <a:lnTo>
                    <a:pt x="420894" y="169788"/>
                  </a:lnTo>
                  <a:lnTo>
                    <a:pt x="416606" y="165501"/>
                  </a:lnTo>
                  <a:lnTo>
                    <a:pt x="414463" y="165501"/>
                  </a:lnTo>
                  <a:lnTo>
                    <a:pt x="410175" y="161213"/>
                  </a:lnTo>
                  <a:lnTo>
                    <a:pt x="408031" y="161213"/>
                  </a:lnTo>
                  <a:lnTo>
                    <a:pt x="403744" y="156926"/>
                  </a:lnTo>
                  <a:lnTo>
                    <a:pt x="401600" y="156926"/>
                  </a:lnTo>
                  <a:lnTo>
                    <a:pt x="397312" y="152638"/>
                  </a:lnTo>
                  <a:lnTo>
                    <a:pt x="395168" y="152638"/>
                  </a:lnTo>
                  <a:lnTo>
                    <a:pt x="390881" y="148351"/>
                  </a:lnTo>
                  <a:lnTo>
                    <a:pt x="383029" y="148351"/>
                  </a:lnTo>
                  <a:lnTo>
                    <a:pt x="377737" y="153643"/>
                  </a:lnTo>
                  <a:lnTo>
                    <a:pt x="377737" y="162218"/>
                  </a:lnTo>
                  <a:lnTo>
                    <a:pt x="375593" y="164362"/>
                  </a:lnTo>
                  <a:lnTo>
                    <a:pt x="375593" y="183656"/>
                  </a:lnTo>
                  <a:lnTo>
                    <a:pt x="373449" y="185800"/>
                  </a:lnTo>
                  <a:lnTo>
                    <a:pt x="373449" y="205094"/>
                  </a:lnTo>
                  <a:lnTo>
                    <a:pt x="372310" y="206233"/>
                  </a:lnTo>
                  <a:lnTo>
                    <a:pt x="369443" y="206233"/>
                  </a:lnTo>
                  <a:lnTo>
                    <a:pt x="365155" y="201945"/>
                  </a:lnTo>
                  <a:lnTo>
                    <a:pt x="363012" y="201945"/>
                  </a:lnTo>
                  <a:lnTo>
                    <a:pt x="360868" y="199802"/>
                  </a:lnTo>
                  <a:lnTo>
                    <a:pt x="358724" y="199802"/>
                  </a:lnTo>
                  <a:lnTo>
                    <a:pt x="354436" y="195514"/>
                  </a:lnTo>
                  <a:lnTo>
                    <a:pt x="352293" y="195514"/>
                  </a:lnTo>
                  <a:lnTo>
                    <a:pt x="348005" y="191226"/>
                  </a:lnTo>
                  <a:lnTo>
                    <a:pt x="345861" y="191226"/>
                  </a:lnTo>
                  <a:lnTo>
                    <a:pt x="343717" y="189083"/>
                  </a:lnTo>
                  <a:lnTo>
                    <a:pt x="341574" y="189083"/>
                  </a:lnTo>
                  <a:lnTo>
                    <a:pt x="337286" y="184795"/>
                  </a:lnTo>
                  <a:lnTo>
                    <a:pt x="335142" y="184795"/>
                  </a:lnTo>
                  <a:lnTo>
                    <a:pt x="330855" y="180507"/>
                  </a:lnTo>
                  <a:lnTo>
                    <a:pt x="328711" y="180507"/>
                  </a:lnTo>
                  <a:lnTo>
                    <a:pt x="324423" y="176220"/>
                  </a:lnTo>
                  <a:lnTo>
                    <a:pt x="322279" y="176220"/>
                  </a:lnTo>
                  <a:lnTo>
                    <a:pt x="320136" y="174076"/>
                  </a:lnTo>
                  <a:lnTo>
                    <a:pt x="317992" y="174076"/>
                  </a:lnTo>
                  <a:lnTo>
                    <a:pt x="313704" y="169788"/>
                  </a:lnTo>
                  <a:lnTo>
                    <a:pt x="311561" y="169788"/>
                  </a:lnTo>
                  <a:lnTo>
                    <a:pt x="307273" y="165501"/>
                  </a:lnTo>
                  <a:lnTo>
                    <a:pt x="305129" y="165501"/>
                  </a:lnTo>
                  <a:lnTo>
                    <a:pt x="302985" y="163357"/>
                  </a:lnTo>
                  <a:lnTo>
                    <a:pt x="300842" y="163357"/>
                  </a:lnTo>
                  <a:lnTo>
                    <a:pt x="296554" y="159070"/>
                  </a:lnTo>
                  <a:lnTo>
                    <a:pt x="294410" y="159070"/>
                  </a:lnTo>
                  <a:lnTo>
                    <a:pt x="290123" y="154782"/>
                  </a:lnTo>
                  <a:lnTo>
                    <a:pt x="287979" y="154782"/>
                  </a:lnTo>
                  <a:lnTo>
                    <a:pt x="285835" y="152638"/>
                  </a:lnTo>
                  <a:lnTo>
                    <a:pt x="283691" y="152638"/>
                  </a:lnTo>
                  <a:lnTo>
                    <a:pt x="279404" y="148351"/>
                  </a:lnTo>
                  <a:lnTo>
                    <a:pt x="277260" y="148351"/>
                  </a:lnTo>
                  <a:lnTo>
                    <a:pt x="272972" y="144063"/>
                  </a:lnTo>
                  <a:lnTo>
                    <a:pt x="270828" y="144063"/>
                  </a:lnTo>
                  <a:lnTo>
                    <a:pt x="268685" y="141919"/>
                  </a:lnTo>
                  <a:lnTo>
                    <a:pt x="266541" y="141919"/>
                  </a:lnTo>
                  <a:lnTo>
                    <a:pt x="262253" y="137632"/>
                  </a:lnTo>
                  <a:lnTo>
                    <a:pt x="260109" y="137632"/>
                  </a:lnTo>
                  <a:lnTo>
                    <a:pt x="255822" y="133344"/>
                  </a:lnTo>
                  <a:lnTo>
                    <a:pt x="253678" y="133344"/>
                  </a:lnTo>
                  <a:lnTo>
                    <a:pt x="249390" y="129056"/>
                  </a:lnTo>
                  <a:lnTo>
                    <a:pt x="247247" y="129056"/>
                  </a:lnTo>
                  <a:lnTo>
                    <a:pt x="245103" y="126913"/>
                  </a:lnTo>
                  <a:lnTo>
                    <a:pt x="242959" y="126913"/>
                  </a:lnTo>
                  <a:lnTo>
                    <a:pt x="238672" y="122625"/>
                  </a:lnTo>
                  <a:lnTo>
                    <a:pt x="236528" y="122625"/>
                  </a:lnTo>
                  <a:lnTo>
                    <a:pt x="232240" y="118337"/>
                  </a:lnTo>
                  <a:lnTo>
                    <a:pt x="230096" y="118337"/>
                  </a:lnTo>
                  <a:lnTo>
                    <a:pt x="225809" y="114050"/>
                  </a:lnTo>
                  <a:lnTo>
                    <a:pt x="221240" y="114050"/>
                  </a:lnTo>
                  <a:lnTo>
                    <a:pt x="221240" y="133626"/>
                  </a:lnTo>
                  <a:lnTo>
                    <a:pt x="226532" y="138918"/>
                  </a:lnTo>
                  <a:lnTo>
                    <a:pt x="228676" y="138918"/>
                  </a:lnTo>
                  <a:lnTo>
                    <a:pt x="230819" y="141062"/>
                  </a:lnTo>
                  <a:lnTo>
                    <a:pt x="232963" y="141062"/>
                  </a:lnTo>
                  <a:lnTo>
                    <a:pt x="237251" y="145349"/>
                  </a:lnTo>
                  <a:lnTo>
                    <a:pt x="239395" y="145349"/>
                  </a:lnTo>
                  <a:lnTo>
                    <a:pt x="243682" y="149637"/>
                  </a:lnTo>
                  <a:lnTo>
                    <a:pt x="245826" y="149637"/>
                  </a:lnTo>
                  <a:lnTo>
                    <a:pt x="250114" y="153924"/>
                  </a:lnTo>
                  <a:lnTo>
                    <a:pt x="252257" y="153924"/>
                  </a:lnTo>
                  <a:lnTo>
                    <a:pt x="256545" y="158212"/>
                  </a:lnTo>
                  <a:lnTo>
                    <a:pt x="258689" y="158212"/>
                  </a:lnTo>
                  <a:lnTo>
                    <a:pt x="260832" y="160356"/>
                  </a:lnTo>
                  <a:lnTo>
                    <a:pt x="262976" y="160356"/>
                  </a:lnTo>
                  <a:lnTo>
                    <a:pt x="267264" y="164643"/>
                  </a:lnTo>
                  <a:lnTo>
                    <a:pt x="269408" y="164643"/>
                  </a:lnTo>
                  <a:lnTo>
                    <a:pt x="273695" y="168931"/>
                  </a:lnTo>
                  <a:lnTo>
                    <a:pt x="275839" y="168931"/>
                  </a:lnTo>
                  <a:lnTo>
                    <a:pt x="280127" y="173219"/>
                  </a:lnTo>
                  <a:lnTo>
                    <a:pt x="282270" y="173219"/>
                  </a:lnTo>
                  <a:lnTo>
                    <a:pt x="284414" y="175362"/>
                  </a:lnTo>
                  <a:lnTo>
                    <a:pt x="286558" y="175362"/>
                  </a:lnTo>
                  <a:lnTo>
                    <a:pt x="290846" y="179650"/>
                  </a:lnTo>
                  <a:lnTo>
                    <a:pt x="292989" y="179650"/>
                  </a:lnTo>
                  <a:lnTo>
                    <a:pt x="297277" y="183938"/>
                  </a:lnTo>
                  <a:lnTo>
                    <a:pt x="299421" y="183938"/>
                  </a:lnTo>
                  <a:lnTo>
                    <a:pt x="303708" y="188225"/>
                  </a:lnTo>
                  <a:lnTo>
                    <a:pt x="305852" y="188225"/>
                  </a:lnTo>
                  <a:lnTo>
                    <a:pt x="310140" y="192513"/>
                  </a:lnTo>
                  <a:lnTo>
                    <a:pt x="312284" y="192513"/>
                  </a:lnTo>
                  <a:lnTo>
                    <a:pt x="316571" y="196800"/>
                  </a:lnTo>
                  <a:lnTo>
                    <a:pt x="318715" y="196800"/>
                  </a:lnTo>
                  <a:lnTo>
                    <a:pt x="323003" y="201088"/>
                  </a:lnTo>
                  <a:lnTo>
                    <a:pt x="325146" y="201088"/>
                  </a:lnTo>
                  <a:lnTo>
                    <a:pt x="329434" y="205375"/>
                  </a:lnTo>
                  <a:lnTo>
                    <a:pt x="331578" y="205375"/>
                  </a:lnTo>
                  <a:lnTo>
                    <a:pt x="333721" y="207519"/>
                  </a:lnTo>
                  <a:lnTo>
                    <a:pt x="335865" y="207519"/>
                  </a:lnTo>
                  <a:lnTo>
                    <a:pt x="340153" y="211807"/>
                  </a:lnTo>
                  <a:lnTo>
                    <a:pt x="342297" y="211807"/>
                  </a:lnTo>
                  <a:lnTo>
                    <a:pt x="346584" y="216094"/>
                  </a:lnTo>
                  <a:lnTo>
                    <a:pt x="348728" y="216094"/>
                  </a:lnTo>
                  <a:lnTo>
                    <a:pt x="353016" y="220382"/>
                  </a:lnTo>
                  <a:lnTo>
                    <a:pt x="355159" y="220382"/>
                  </a:lnTo>
                  <a:lnTo>
                    <a:pt x="359447" y="224670"/>
                  </a:lnTo>
                  <a:lnTo>
                    <a:pt x="361591" y="224670"/>
                  </a:lnTo>
                  <a:lnTo>
                    <a:pt x="365878" y="228957"/>
                  </a:lnTo>
                  <a:lnTo>
                    <a:pt x="368022" y="228957"/>
                  </a:lnTo>
                  <a:lnTo>
                    <a:pt x="372310" y="233245"/>
                  </a:lnTo>
                  <a:lnTo>
                    <a:pt x="374454" y="233245"/>
                  </a:lnTo>
                  <a:lnTo>
                    <a:pt x="376597" y="235389"/>
                  </a:lnTo>
                  <a:lnTo>
                    <a:pt x="383029" y="235389"/>
                  </a:lnTo>
                  <a:lnTo>
                    <a:pt x="385173" y="237532"/>
                  </a:lnTo>
                  <a:lnTo>
                    <a:pt x="387316" y="237532"/>
                  </a:lnTo>
                  <a:lnTo>
                    <a:pt x="391604" y="241820"/>
                  </a:lnTo>
                  <a:lnTo>
                    <a:pt x="393748" y="241820"/>
                  </a:lnTo>
                  <a:lnTo>
                    <a:pt x="398035" y="246108"/>
                  </a:lnTo>
                  <a:lnTo>
                    <a:pt x="400179" y="246108"/>
                  </a:lnTo>
                  <a:lnTo>
                    <a:pt x="404467" y="250395"/>
                  </a:lnTo>
                  <a:lnTo>
                    <a:pt x="406610" y="250395"/>
                  </a:lnTo>
                  <a:lnTo>
                    <a:pt x="408754" y="252539"/>
                  </a:lnTo>
                  <a:lnTo>
                    <a:pt x="410898" y="252539"/>
                  </a:lnTo>
                  <a:lnTo>
                    <a:pt x="415186" y="256827"/>
                  </a:lnTo>
                  <a:lnTo>
                    <a:pt x="417329" y="256827"/>
                  </a:lnTo>
                  <a:lnTo>
                    <a:pt x="421617" y="261114"/>
                  </a:lnTo>
                  <a:lnTo>
                    <a:pt x="423761" y="261114"/>
                  </a:lnTo>
                  <a:lnTo>
                    <a:pt x="425905" y="263258"/>
                  </a:lnTo>
                  <a:lnTo>
                    <a:pt x="428048" y="263258"/>
                  </a:lnTo>
                  <a:lnTo>
                    <a:pt x="432336" y="267545"/>
                  </a:lnTo>
                  <a:lnTo>
                    <a:pt x="434480" y="267545"/>
                  </a:lnTo>
                  <a:lnTo>
                    <a:pt x="438767" y="271833"/>
                  </a:lnTo>
                  <a:lnTo>
                    <a:pt x="440911" y="271833"/>
                  </a:lnTo>
                  <a:lnTo>
                    <a:pt x="443055" y="273977"/>
                  </a:lnTo>
                  <a:lnTo>
                    <a:pt x="445199" y="273977"/>
                  </a:lnTo>
                  <a:lnTo>
                    <a:pt x="449486" y="278264"/>
                  </a:lnTo>
                  <a:lnTo>
                    <a:pt x="451630" y="278264"/>
                  </a:lnTo>
                  <a:lnTo>
                    <a:pt x="455918" y="282552"/>
                  </a:lnTo>
                  <a:lnTo>
                    <a:pt x="458062" y="282552"/>
                  </a:lnTo>
                  <a:lnTo>
                    <a:pt x="460205" y="284696"/>
                  </a:lnTo>
                  <a:lnTo>
                    <a:pt x="462349" y="284696"/>
                  </a:lnTo>
                  <a:lnTo>
                    <a:pt x="466637" y="288983"/>
                  </a:lnTo>
                  <a:lnTo>
                    <a:pt x="468780" y="288983"/>
                  </a:lnTo>
                  <a:lnTo>
                    <a:pt x="473068" y="293271"/>
                  </a:lnTo>
                  <a:lnTo>
                    <a:pt x="475212" y="293271"/>
                  </a:lnTo>
                  <a:lnTo>
                    <a:pt x="477356" y="295415"/>
                  </a:lnTo>
                  <a:lnTo>
                    <a:pt x="479499" y="295415"/>
                  </a:lnTo>
                  <a:lnTo>
                    <a:pt x="483787" y="299702"/>
                  </a:lnTo>
                  <a:lnTo>
                    <a:pt x="485931" y="299702"/>
                  </a:lnTo>
                  <a:lnTo>
                    <a:pt x="490218" y="303990"/>
                  </a:lnTo>
                  <a:lnTo>
                    <a:pt x="492362" y="303990"/>
                  </a:lnTo>
                  <a:lnTo>
                    <a:pt x="496650" y="308278"/>
                  </a:lnTo>
                  <a:lnTo>
                    <a:pt x="498794" y="308278"/>
                  </a:lnTo>
                  <a:lnTo>
                    <a:pt x="500937" y="310421"/>
                  </a:lnTo>
                  <a:lnTo>
                    <a:pt x="503081" y="310421"/>
                  </a:lnTo>
                  <a:lnTo>
                    <a:pt x="507369" y="314709"/>
                  </a:lnTo>
                  <a:lnTo>
                    <a:pt x="509513" y="314709"/>
                  </a:lnTo>
                  <a:lnTo>
                    <a:pt x="513800" y="318997"/>
                  </a:lnTo>
                  <a:lnTo>
                    <a:pt x="515944" y="318997"/>
                  </a:lnTo>
                  <a:lnTo>
                    <a:pt x="518088" y="321140"/>
                  </a:lnTo>
                  <a:lnTo>
                    <a:pt x="520232" y="321140"/>
                  </a:lnTo>
                  <a:lnTo>
                    <a:pt x="524519" y="325428"/>
                  </a:lnTo>
                  <a:lnTo>
                    <a:pt x="526663" y="325428"/>
                  </a:lnTo>
                  <a:lnTo>
                    <a:pt x="530951" y="329716"/>
                  </a:lnTo>
                  <a:lnTo>
                    <a:pt x="533094" y="329716"/>
                  </a:lnTo>
                  <a:lnTo>
                    <a:pt x="535238" y="331859"/>
                  </a:lnTo>
                  <a:lnTo>
                    <a:pt x="537382" y="331859"/>
                  </a:lnTo>
                  <a:lnTo>
                    <a:pt x="541669" y="336147"/>
                  </a:lnTo>
                  <a:lnTo>
                    <a:pt x="543813" y="336147"/>
                  </a:lnTo>
                  <a:lnTo>
                    <a:pt x="548101" y="340434"/>
                  </a:lnTo>
                  <a:lnTo>
                    <a:pt x="550245" y="340434"/>
                  </a:lnTo>
                  <a:lnTo>
                    <a:pt x="554532" y="344722"/>
                  </a:lnTo>
                  <a:lnTo>
                    <a:pt x="556676" y="344722"/>
                  </a:lnTo>
                  <a:lnTo>
                    <a:pt x="558820" y="346866"/>
                  </a:lnTo>
                  <a:lnTo>
                    <a:pt x="560964" y="346866"/>
                  </a:lnTo>
                  <a:lnTo>
                    <a:pt x="565251" y="351153"/>
                  </a:lnTo>
                  <a:lnTo>
                    <a:pt x="567395" y="351153"/>
                  </a:lnTo>
                  <a:lnTo>
                    <a:pt x="571683" y="355441"/>
                  </a:lnTo>
                  <a:lnTo>
                    <a:pt x="573826" y="355441"/>
                  </a:lnTo>
                  <a:lnTo>
                    <a:pt x="578114" y="359729"/>
                  </a:lnTo>
                  <a:lnTo>
                    <a:pt x="580258" y="359729"/>
                  </a:lnTo>
                  <a:lnTo>
                    <a:pt x="582402" y="361872"/>
                  </a:lnTo>
                  <a:lnTo>
                    <a:pt x="584545" y="361872"/>
                  </a:lnTo>
                  <a:lnTo>
                    <a:pt x="588833" y="366160"/>
                  </a:lnTo>
                  <a:lnTo>
                    <a:pt x="590977" y="366160"/>
                  </a:lnTo>
                  <a:lnTo>
                    <a:pt x="595264" y="370448"/>
                  </a:lnTo>
                  <a:lnTo>
                    <a:pt x="597408" y="370448"/>
                  </a:lnTo>
                  <a:lnTo>
                    <a:pt x="599552" y="372591"/>
                  </a:lnTo>
                  <a:lnTo>
                    <a:pt x="601696" y="372591"/>
                  </a:lnTo>
                  <a:lnTo>
                    <a:pt x="605983" y="376879"/>
                  </a:lnTo>
                  <a:lnTo>
                    <a:pt x="608127" y="376879"/>
                  </a:lnTo>
                  <a:lnTo>
                    <a:pt x="612415" y="381167"/>
                  </a:lnTo>
                  <a:lnTo>
                    <a:pt x="614558" y="381167"/>
                  </a:lnTo>
                  <a:lnTo>
                    <a:pt x="616702" y="383310"/>
                  </a:lnTo>
                  <a:lnTo>
                    <a:pt x="618846" y="383310"/>
                  </a:lnTo>
                  <a:lnTo>
                    <a:pt x="623134" y="387598"/>
                  </a:lnTo>
                  <a:lnTo>
                    <a:pt x="625277" y="387598"/>
                  </a:lnTo>
                  <a:lnTo>
                    <a:pt x="629565" y="391886"/>
                  </a:lnTo>
                  <a:lnTo>
                    <a:pt x="631709" y="391886"/>
                  </a:lnTo>
                  <a:lnTo>
                    <a:pt x="635996" y="396173"/>
                  </a:lnTo>
                  <a:lnTo>
                    <a:pt x="638140" y="396173"/>
                  </a:lnTo>
                  <a:lnTo>
                    <a:pt x="640284" y="398317"/>
                  </a:lnTo>
                  <a:lnTo>
                    <a:pt x="642428" y="398317"/>
                  </a:lnTo>
                  <a:lnTo>
                    <a:pt x="646715" y="402605"/>
                  </a:lnTo>
                  <a:lnTo>
                    <a:pt x="648859" y="402605"/>
                  </a:lnTo>
                  <a:lnTo>
                    <a:pt x="653147" y="406892"/>
                  </a:lnTo>
                  <a:lnTo>
                    <a:pt x="655291" y="406892"/>
                  </a:lnTo>
                  <a:lnTo>
                    <a:pt x="657434" y="409036"/>
                  </a:lnTo>
                  <a:lnTo>
                    <a:pt x="659578" y="409036"/>
                  </a:lnTo>
                  <a:lnTo>
                    <a:pt x="663866" y="413323"/>
                  </a:lnTo>
                  <a:lnTo>
                    <a:pt x="666010" y="413323"/>
                  </a:lnTo>
                  <a:lnTo>
                    <a:pt x="670297" y="417611"/>
                  </a:lnTo>
                  <a:lnTo>
                    <a:pt x="672441" y="417611"/>
                  </a:lnTo>
                  <a:lnTo>
                    <a:pt x="676729" y="421899"/>
                  </a:lnTo>
                  <a:lnTo>
                    <a:pt x="678872" y="421899"/>
                  </a:lnTo>
                  <a:lnTo>
                    <a:pt x="681016" y="424042"/>
                  </a:lnTo>
                  <a:lnTo>
                    <a:pt x="683160" y="424042"/>
                  </a:lnTo>
                  <a:lnTo>
                    <a:pt x="687447" y="428330"/>
                  </a:lnTo>
                  <a:lnTo>
                    <a:pt x="689591" y="428330"/>
                  </a:lnTo>
                  <a:lnTo>
                    <a:pt x="693879" y="432618"/>
                  </a:lnTo>
                  <a:lnTo>
                    <a:pt x="696023" y="432618"/>
                  </a:lnTo>
                  <a:lnTo>
                    <a:pt x="698166" y="434761"/>
                  </a:lnTo>
                  <a:lnTo>
                    <a:pt x="700310" y="434761"/>
                  </a:lnTo>
                  <a:lnTo>
                    <a:pt x="704598" y="439049"/>
                  </a:lnTo>
                  <a:lnTo>
                    <a:pt x="706742" y="439049"/>
                  </a:lnTo>
                  <a:lnTo>
                    <a:pt x="711029" y="443337"/>
                  </a:lnTo>
                  <a:lnTo>
                    <a:pt x="713173" y="443337"/>
                  </a:lnTo>
                  <a:lnTo>
                    <a:pt x="717461" y="447624"/>
                  </a:lnTo>
                  <a:lnTo>
                    <a:pt x="719604" y="447624"/>
                  </a:lnTo>
                  <a:lnTo>
                    <a:pt x="721748" y="449768"/>
                  </a:lnTo>
                  <a:lnTo>
                    <a:pt x="723892" y="449768"/>
                  </a:lnTo>
                  <a:lnTo>
                    <a:pt x="728180" y="454056"/>
                  </a:lnTo>
                  <a:lnTo>
                    <a:pt x="730323" y="454056"/>
                  </a:lnTo>
                  <a:lnTo>
                    <a:pt x="734611" y="458343"/>
                  </a:lnTo>
                  <a:lnTo>
                    <a:pt x="736755" y="458343"/>
                  </a:lnTo>
                  <a:lnTo>
                    <a:pt x="738899" y="460487"/>
                  </a:lnTo>
                  <a:lnTo>
                    <a:pt x="741042" y="460487"/>
                  </a:lnTo>
                  <a:lnTo>
                    <a:pt x="745330" y="464775"/>
                  </a:lnTo>
                  <a:lnTo>
                    <a:pt x="747474" y="464775"/>
                  </a:lnTo>
                  <a:lnTo>
                    <a:pt x="751761" y="469062"/>
                  </a:lnTo>
                  <a:lnTo>
                    <a:pt x="753905" y="469062"/>
                  </a:lnTo>
                  <a:lnTo>
                    <a:pt x="756049" y="471206"/>
                  </a:lnTo>
                  <a:lnTo>
                    <a:pt x="758193" y="471206"/>
                  </a:lnTo>
                  <a:lnTo>
                    <a:pt x="762480" y="475494"/>
                  </a:lnTo>
                  <a:lnTo>
                    <a:pt x="764624" y="475494"/>
                  </a:lnTo>
                  <a:lnTo>
                    <a:pt x="768912" y="479781"/>
                  </a:lnTo>
                  <a:lnTo>
                    <a:pt x="771055" y="479781"/>
                  </a:lnTo>
                  <a:lnTo>
                    <a:pt x="775343" y="484069"/>
                  </a:lnTo>
                  <a:lnTo>
                    <a:pt x="777487" y="484069"/>
                  </a:lnTo>
                  <a:lnTo>
                    <a:pt x="779631" y="486212"/>
                  </a:lnTo>
                  <a:lnTo>
                    <a:pt x="781774" y="486212"/>
                  </a:lnTo>
                  <a:lnTo>
                    <a:pt x="786062" y="490500"/>
                  </a:lnTo>
                  <a:lnTo>
                    <a:pt x="788206" y="490500"/>
                  </a:lnTo>
                  <a:lnTo>
                    <a:pt x="792493" y="494788"/>
                  </a:lnTo>
                  <a:lnTo>
                    <a:pt x="794637" y="494788"/>
                  </a:lnTo>
                  <a:lnTo>
                    <a:pt x="796781" y="496931"/>
                  </a:lnTo>
                  <a:lnTo>
                    <a:pt x="798925" y="496931"/>
                  </a:lnTo>
                  <a:lnTo>
                    <a:pt x="803212" y="501219"/>
                  </a:lnTo>
                  <a:lnTo>
                    <a:pt x="805356" y="501219"/>
                  </a:lnTo>
                  <a:lnTo>
                    <a:pt x="809644" y="505507"/>
                  </a:lnTo>
                  <a:lnTo>
                    <a:pt x="811788" y="505507"/>
                  </a:lnTo>
                  <a:lnTo>
                    <a:pt x="816075" y="509794"/>
                  </a:lnTo>
                  <a:lnTo>
                    <a:pt x="818219" y="509794"/>
                  </a:lnTo>
                  <a:lnTo>
                    <a:pt x="820363" y="511938"/>
                  </a:lnTo>
                  <a:lnTo>
                    <a:pt x="822507" y="511938"/>
                  </a:lnTo>
                  <a:lnTo>
                    <a:pt x="826794" y="516226"/>
                  </a:lnTo>
                  <a:lnTo>
                    <a:pt x="828938" y="516226"/>
                  </a:lnTo>
                  <a:lnTo>
                    <a:pt x="833225" y="520513"/>
                  </a:lnTo>
                  <a:lnTo>
                    <a:pt x="835369" y="520513"/>
                  </a:lnTo>
                  <a:lnTo>
                    <a:pt x="837513" y="522657"/>
                  </a:lnTo>
                  <a:lnTo>
                    <a:pt x="839657" y="522657"/>
                  </a:lnTo>
                  <a:lnTo>
                    <a:pt x="843944" y="526945"/>
                  </a:lnTo>
                  <a:lnTo>
                    <a:pt x="846088" y="526945"/>
                  </a:lnTo>
                  <a:lnTo>
                    <a:pt x="850376" y="531232"/>
                  </a:lnTo>
                  <a:lnTo>
                    <a:pt x="852520" y="531232"/>
                  </a:lnTo>
                  <a:lnTo>
                    <a:pt x="856807" y="535520"/>
                  </a:lnTo>
                  <a:lnTo>
                    <a:pt x="858951" y="535520"/>
                  </a:lnTo>
                  <a:lnTo>
                    <a:pt x="861095" y="537664"/>
                  </a:lnTo>
                  <a:lnTo>
                    <a:pt x="863239" y="537664"/>
                  </a:lnTo>
                  <a:lnTo>
                    <a:pt x="867526" y="541951"/>
                  </a:lnTo>
                  <a:lnTo>
                    <a:pt x="869670" y="541951"/>
                  </a:lnTo>
                  <a:lnTo>
                    <a:pt x="873958" y="546239"/>
                  </a:lnTo>
                  <a:lnTo>
                    <a:pt x="876101" y="546239"/>
                  </a:lnTo>
                  <a:lnTo>
                    <a:pt x="878245" y="548383"/>
                  </a:lnTo>
                  <a:lnTo>
                    <a:pt x="880389" y="548383"/>
                  </a:lnTo>
                  <a:lnTo>
                    <a:pt x="884677" y="552670"/>
                  </a:lnTo>
                  <a:lnTo>
                    <a:pt x="886820" y="552670"/>
                  </a:lnTo>
                  <a:lnTo>
                    <a:pt x="891108" y="556958"/>
                  </a:lnTo>
                  <a:lnTo>
                    <a:pt x="893252" y="556958"/>
                  </a:lnTo>
                  <a:lnTo>
                    <a:pt x="895395" y="559101"/>
                  </a:lnTo>
                  <a:lnTo>
                    <a:pt x="897539" y="559101"/>
                  </a:lnTo>
                  <a:lnTo>
                    <a:pt x="901827" y="563389"/>
                  </a:lnTo>
                  <a:lnTo>
                    <a:pt x="903971" y="563389"/>
                  </a:lnTo>
                  <a:lnTo>
                    <a:pt x="906114" y="565533"/>
                  </a:lnTo>
                  <a:lnTo>
                    <a:pt x="912546" y="565533"/>
                  </a:lnTo>
                  <a:lnTo>
                    <a:pt x="914690" y="567677"/>
                  </a:lnTo>
                  <a:lnTo>
                    <a:pt x="916833" y="567677"/>
                  </a:lnTo>
                  <a:lnTo>
                    <a:pt x="921121" y="571964"/>
                  </a:lnTo>
                  <a:lnTo>
                    <a:pt x="923265" y="571964"/>
                  </a:lnTo>
                  <a:lnTo>
                    <a:pt x="927552" y="576252"/>
                  </a:lnTo>
                  <a:lnTo>
                    <a:pt x="929696" y="576252"/>
                  </a:lnTo>
                  <a:lnTo>
                    <a:pt x="931840" y="578396"/>
                  </a:lnTo>
                  <a:lnTo>
                    <a:pt x="933984" y="578396"/>
                  </a:lnTo>
                  <a:lnTo>
                    <a:pt x="938271" y="582683"/>
                  </a:lnTo>
                  <a:lnTo>
                    <a:pt x="940415" y="582683"/>
                  </a:lnTo>
                  <a:lnTo>
                    <a:pt x="944703" y="586971"/>
                  </a:lnTo>
                  <a:lnTo>
                    <a:pt x="946847" y="586971"/>
                  </a:lnTo>
                  <a:lnTo>
                    <a:pt x="948990" y="589115"/>
                  </a:lnTo>
                  <a:lnTo>
                    <a:pt x="951134" y="589115"/>
                  </a:lnTo>
                  <a:lnTo>
                    <a:pt x="955422" y="593402"/>
                  </a:lnTo>
                  <a:lnTo>
                    <a:pt x="957566" y="593402"/>
                  </a:lnTo>
                  <a:lnTo>
                    <a:pt x="961853" y="597690"/>
                  </a:lnTo>
                  <a:lnTo>
                    <a:pt x="963997" y="597690"/>
                  </a:lnTo>
                  <a:lnTo>
                    <a:pt x="966141" y="599834"/>
                  </a:lnTo>
                  <a:lnTo>
                    <a:pt x="968284" y="599834"/>
                  </a:lnTo>
                  <a:lnTo>
                    <a:pt x="972572" y="604121"/>
                  </a:lnTo>
                  <a:lnTo>
                    <a:pt x="974716" y="604121"/>
                  </a:lnTo>
                  <a:lnTo>
                    <a:pt x="979003" y="608409"/>
                  </a:lnTo>
                  <a:lnTo>
                    <a:pt x="981147" y="608409"/>
                  </a:lnTo>
                  <a:lnTo>
                    <a:pt x="983291" y="610553"/>
                  </a:lnTo>
                  <a:lnTo>
                    <a:pt x="985435" y="610553"/>
                  </a:lnTo>
                  <a:lnTo>
                    <a:pt x="989722" y="614840"/>
                  </a:lnTo>
                  <a:lnTo>
                    <a:pt x="991866" y="614840"/>
                  </a:lnTo>
                  <a:lnTo>
                    <a:pt x="996154" y="619128"/>
                  </a:lnTo>
                  <a:lnTo>
                    <a:pt x="998298" y="619128"/>
                  </a:lnTo>
                  <a:lnTo>
                    <a:pt x="1002585" y="623415"/>
                  </a:lnTo>
                  <a:lnTo>
                    <a:pt x="1004729" y="623415"/>
                  </a:lnTo>
                  <a:lnTo>
                    <a:pt x="1006873" y="625559"/>
                  </a:lnTo>
                  <a:lnTo>
                    <a:pt x="1009017" y="625559"/>
                  </a:lnTo>
                  <a:lnTo>
                    <a:pt x="1013304" y="629847"/>
                  </a:lnTo>
                  <a:lnTo>
                    <a:pt x="1015448" y="629847"/>
                  </a:lnTo>
                  <a:lnTo>
                    <a:pt x="1019736" y="634134"/>
                  </a:lnTo>
                  <a:lnTo>
                    <a:pt x="1021879" y="634134"/>
                  </a:lnTo>
                  <a:lnTo>
                    <a:pt x="1024023" y="636278"/>
                  </a:lnTo>
                  <a:lnTo>
                    <a:pt x="1026167" y="636278"/>
                  </a:lnTo>
                  <a:lnTo>
                    <a:pt x="1030455" y="640566"/>
                  </a:lnTo>
                  <a:lnTo>
                    <a:pt x="1032598" y="640566"/>
                  </a:lnTo>
                  <a:lnTo>
                    <a:pt x="1036886" y="644853"/>
                  </a:lnTo>
                  <a:lnTo>
                    <a:pt x="1039030" y="644853"/>
                  </a:lnTo>
                  <a:lnTo>
                    <a:pt x="1041173" y="646997"/>
                  </a:lnTo>
                  <a:lnTo>
                    <a:pt x="1043317" y="646997"/>
                  </a:lnTo>
                  <a:lnTo>
                    <a:pt x="1047605" y="651285"/>
                  </a:lnTo>
                  <a:lnTo>
                    <a:pt x="1049749" y="651285"/>
                  </a:lnTo>
                  <a:lnTo>
                    <a:pt x="1054036" y="655572"/>
                  </a:lnTo>
                  <a:lnTo>
                    <a:pt x="1056180" y="655572"/>
                  </a:lnTo>
                  <a:lnTo>
                    <a:pt x="1058324" y="657716"/>
                  </a:lnTo>
                  <a:lnTo>
                    <a:pt x="1060468" y="657716"/>
                  </a:lnTo>
                  <a:lnTo>
                    <a:pt x="1064755" y="662004"/>
                  </a:lnTo>
                  <a:lnTo>
                    <a:pt x="1066899" y="662004"/>
                  </a:lnTo>
                  <a:lnTo>
                    <a:pt x="1071187" y="666291"/>
                  </a:lnTo>
                  <a:lnTo>
                    <a:pt x="1073330" y="666291"/>
                  </a:lnTo>
                  <a:lnTo>
                    <a:pt x="1075474" y="668435"/>
                  </a:lnTo>
                  <a:lnTo>
                    <a:pt x="1077618" y="668435"/>
                  </a:lnTo>
                  <a:lnTo>
                    <a:pt x="1081906" y="672723"/>
                  </a:lnTo>
                  <a:lnTo>
                    <a:pt x="1084049" y="672723"/>
                  </a:lnTo>
                  <a:lnTo>
                    <a:pt x="1088337" y="677010"/>
                  </a:lnTo>
                  <a:lnTo>
                    <a:pt x="1090481" y="677010"/>
                  </a:lnTo>
                  <a:lnTo>
                    <a:pt x="1092625" y="679154"/>
                  </a:lnTo>
                  <a:lnTo>
                    <a:pt x="1094768" y="679154"/>
                  </a:lnTo>
                  <a:lnTo>
                    <a:pt x="1099056" y="683442"/>
                  </a:lnTo>
                  <a:lnTo>
                    <a:pt x="1101200" y="683442"/>
                  </a:lnTo>
                  <a:lnTo>
                    <a:pt x="1105487" y="687729"/>
                  </a:lnTo>
                  <a:lnTo>
                    <a:pt x="1107631" y="687729"/>
                  </a:lnTo>
                  <a:lnTo>
                    <a:pt x="1109775" y="689873"/>
                  </a:lnTo>
                  <a:lnTo>
                    <a:pt x="1111919" y="689873"/>
                  </a:lnTo>
                  <a:lnTo>
                    <a:pt x="1116206" y="694160"/>
                  </a:lnTo>
                  <a:lnTo>
                    <a:pt x="1118350" y="694160"/>
                  </a:lnTo>
                  <a:lnTo>
                    <a:pt x="1122638" y="698448"/>
                  </a:lnTo>
                  <a:lnTo>
                    <a:pt x="1124781" y="698448"/>
                  </a:lnTo>
                  <a:lnTo>
                    <a:pt x="1126925" y="700592"/>
                  </a:lnTo>
                  <a:lnTo>
                    <a:pt x="1129069" y="700592"/>
                  </a:lnTo>
                  <a:lnTo>
                    <a:pt x="1133357" y="704879"/>
                  </a:lnTo>
                  <a:lnTo>
                    <a:pt x="1135500" y="704879"/>
                  </a:lnTo>
                  <a:lnTo>
                    <a:pt x="1139788" y="709167"/>
                  </a:lnTo>
                  <a:lnTo>
                    <a:pt x="1141932" y="709167"/>
                  </a:lnTo>
                  <a:lnTo>
                    <a:pt x="1144076" y="711311"/>
                  </a:lnTo>
                  <a:lnTo>
                    <a:pt x="1146219" y="711311"/>
                  </a:lnTo>
                  <a:lnTo>
                    <a:pt x="1150507" y="715598"/>
                  </a:lnTo>
                  <a:lnTo>
                    <a:pt x="1152651" y="715598"/>
                  </a:lnTo>
                  <a:lnTo>
                    <a:pt x="1156938" y="719886"/>
                  </a:lnTo>
                  <a:lnTo>
                    <a:pt x="1159082" y="719886"/>
                  </a:lnTo>
                  <a:lnTo>
                    <a:pt x="1161226" y="722030"/>
                  </a:lnTo>
                  <a:lnTo>
                    <a:pt x="1163370" y="722030"/>
                  </a:lnTo>
                  <a:lnTo>
                    <a:pt x="1167657" y="726317"/>
                  </a:lnTo>
                  <a:lnTo>
                    <a:pt x="1169801" y="726317"/>
                  </a:lnTo>
                  <a:lnTo>
                    <a:pt x="1174089" y="730605"/>
                  </a:lnTo>
                  <a:lnTo>
                    <a:pt x="1176233" y="730605"/>
                  </a:lnTo>
                  <a:lnTo>
                    <a:pt x="1178376" y="732749"/>
                  </a:lnTo>
                  <a:lnTo>
                    <a:pt x="1180520" y="732749"/>
                  </a:lnTo>
                  <a:lnTo>
                    <a:pt x="1184808" y="737036"/>
                  </a:lnTo>
                  <a:lnTo>
                    <a:pt x="1186951" y="737036"/>
                  </a:lnTo>
                  <a:lnTo>
                    <a:pt x="1191239" y="741324"/>
                  </a:lnTo>
                  <a:lnTo>
                    <a:pt x="1193383" y="741324"/>
                  </a:lnTo>
                  <a:lnTo>
                    <a:pt x="1195527" y="743468"/>
                  </a:lnTo>
                  <a:lnTo>
                    <a:pt x="1197670" y="743468"/>
                  </a:lnTo>
                  <a:lnTo>
                    <a:pt x="1201958" y="747755"/>
                  </a:lnTo>
                  <a:lnTo>
                    <a:pt x="1204102" y="747755"/>
                  </a:lnTo>
                  <a:lnTo>
                    <a:pt x="1208389" y="752043"/>
                  </a:lnTo>
                  <a:lnTo>
                    <a:pt x="1210533" y="752043"/>
                  </a:lnTo>
                  <a:lnTo>
                    <a:pt x="1212677" y="754187"/>
                  </a:lnTo>
                  <a:lnTo>
                    <a:pt x="1214821" y="754187"/>
                  </a:lnTo>
                  <a:lnTo>
                    <a:pt x="1219108" y="758474"/>
                  </a:lnTo>
                  <a:lnTo>
                    <a:pt x="1221252" y="758474"/>
                  </a:lnTo>
                  <a:lnTo>
                    <a:pt x="1225540" y="762762"/>
                  </a:lnTo>
                  <a:lnTo>
                    <a:pt x="1227684" y="762762"/>
                  </a:lnTo>
                  <a:lnTo>
                    <a:pt x="1229827" y="764906"/>
                  </a:lnTo>
                  <a:lnTo>
                    <a:pt x="1231971" y="764906"/>
                  </a:lnTo>
                  <a:lnTo>
                    <a:pt x="1236259" y="769193"/>
                  </a:lnTo>
                  <a:lnTo>
                    <a:pt x="1238403" y="769193"/>
                  </a:lnTo>
                  <a:lnTo>
                    <a:pt x="1242690" y="773481"/>
                  </a:lnTo>
                  <a:lnTo>
                    <a:pt x="1244834" y="773481"/>
                  </a:lnTo>
                  <a:lnTo>
                    <a:pt x="1246978" y="775625"/>
                  </a:lnTo>
                  <a:lnTo>
                    <a:pt x="1249122" y="775625"/>
                  </a:lnTo>
                  <a:lnTo>
                    <a:pt x="1253409" y="779912"/>
                  </a:lnTo>
                  <a:lnTo>
                    <a:pt x="1255553" y="779912"/>
                  </a:lnTo>
                  <a:lnTo>
                    <a:pt x="1259840" y="784200"/>
                  </a:lnTo>
                  <a:lnTo>
                    <a:pt x="1261984" y="784200"/>
                  </a:lnTo>
                  <a:lnTo>
                    <a:pt x="1264128" y="786344"/>
                  </a:lnTo>
                  <a:lnTo>
                    <a:pt x="1266272" y="786344"/>
                  </a:lnTo>
                  <a:lnTo>
                    <a:pt x="1270559" y="790631"/>
                  </a:lnTo>
                  <a:lnTo>
                    <a:pt x="1272703" y="790631"/>
                  </a:lnTo>
                  <a:lnTo>
                    <a:pt x="1276991" y="794919"/>
                  </a:lnTo>
                  <a:lnTo>
                    <a:pt x="1279135" y="794919"/>
                  </a:lnTo>
                  <a:lnTo>
                    <a:pt x="1281278" y="797063"/>
                  </a:lnTo>
                  <a:lnTo>
                    <a:pt x="1283422" y="797063"/>
                  </a:lnTo>
                  <a:lnTo>
                    <a:pt x="1287710" y="801350"/>
                  </a:lnTo>
                  <a:lnTo>
                    <a:pt x="1289854" y="801350"/>
                  </a:lnTo>
                  <a:lnTo>
                    <a:pt x="1294141" y="805638"/>
                  </a:lnTo>
                  <a:lnTo>
                    <a:pt x="1296285" y="805638"/>
                  </a:lnTo>
                  <a:lnTo>
                    <a:pt x="1298429" y="807782"/>
                  </a:lnTo>
                  <a:lnTo>
                    <a:pt x="1300573" y="807782"/>
                  </a:lnTo>
                  <a:lnTo>
                    <a:pt x="1304860" y="812069"/>
                  </a:lnTo>
                  <a:lnTo>
                    <a:pt x="1307004" y="812069"/>
                  </a:lnTo>
                  <a:lnTo>
                    <a:pt x="1311292" y="816357"/>
                  </a:lnTo>
                  <a:lnTo>
                    <a:pt x="1313435" y="816357"/>
                  </a:lnTo>
                  <a:lnTo>
                    <a:pt x="1315579" y="818501"/>
                  </a:lnTo>
                  <a:lnTo>
                    <a:pt x="1323431" y="818501"/>
                  </a:lnTo>
                  <a:lnTo>
                    <a:pt x="1325575" y="816357"/>
                  </a:lnTo>
                  <a:lnTo>
                    <a:pt x="1328442" y="816357"/>
                  </a:lnTo>
                  <a:lnTo>
                    <a:pt x="1330586" y="818501"/>
                  </a:lnTo>
                  <a:lnTo>
                    <a:pt x="1332729" y="818501"/>
                  </a:lnTo>
                  <a:lnTo>
                    <a:pt x="1334873" y="820644"/>
                  </a:lnTo>
                  <a:lnTo>
                    <a:pt x="1337017" y="820644"/>
                  </a:lnTo>
                  <a:lnTo>
                    <a:pt x="1341305" y="824932"/>
                  </a:lnTo>
                  <a:lnTo>
                    <a:pt x="1343448" y="824932"/>
                  </a:lnTo>
                  <a:lnTo>
                    <a:pt x="1347736" y="829220"/>
                  </a:lnTo>
                  <a:lnTo>
                    <a:pt x="1349880" y="829220"/>
                  </a:lnTo>
                  <a:lnTo>
                    <a:pt x="1352024" y="831363"/>
                  </a:lnTo>
                  <a:lnTo>
                    <a:pt x="1354167" y="831363"/>
                  </a:lnTo>
                  <a:lnTo>
                    <a:pt x="1358455" y="835651"/>
                  </a:lnTo>
                  <a:lnTo>
                    <a:pt x="1360599" y="835651"/>
                  </a:lnTo>
                  <a:lnTo>
                    <a:pt x="1364886" y="839938"/>
                  </a:lnTo>
                  <a:lnTo>
                    <a:pt x="1367030" y="839938"/>
                  </a:lnTo>
                  <a:lnTo>
                    <a:pt x="1369174" y="842082"/>
                  </a:lnTo>
                  <a:lnTo>
                    <a:pt x="1371318" y="842082"/>
                  </a:lnTo>
                  <a:lnTo>
                    <a:pt x="1375605" y="846370"/>
                  </a:lnTo>
                  <a:lnTo>
                    <a:pt x="1377749" y="846370"/>
                  </a:lnTo>
                  <a:lnTo>
                    <a:pt x="1382037" y="850657"/>
                  </a:lnTo>
                  <a:lnTo>
                    <a:pt x="1384181" y="850657"/>
                  </a:lnTo>
                  <a:lnTo>
                    <a:pt x="1386324" y="852801"/>
                  </a:lnTo>
                  <a:lnTo>
                    <a:pt x="1388468" y="852801"/>
                  </a:lnTo>
                  <a:lnTo>
                    <a:pt x="1392756" y="857089"/>
                  </a:lnTo>
                  <a:lnTo>
                    <a:pt x="1394899" y="857089"/>
                  </a:lnTo>
                  <a:lnTo>
                    <a:pt x="1399187" y="861376"/>
                  </a:lnTo>
                  <a:lnTo>
                    <a:pt x="1401331" y="861376"/>
                  </a:lnTo>
                  <a:lnTo>
                    <a:pt x="1403475" y="863520"/>
                  </a:lnTo>
                  <a:lnTo>
                    <a:pt x="1405618" y="863520"/>
                  </a:lnTo>
                  <a:lnTo>
                    <a:pt x="1409906" y="867808"/>
                  </a:lnTo>
                  <a:lnTo>
                    <a:pt x="1412050" y="867808"/>
                  </a:lnTo>
                  <a:lnTo>
                    <a:pt x="1416337" y="872095"/>
                  </a:lnTo>
                  <a:lnTo>
                    <a:pt x="1418481" y="872095"/>
                  </a:lnTo>
                  <a:lnTo>
                    <a:pt x="1420625" y="874239"/>
                  </a:lnTo>
                  <a:lnTo>
                    <a:pt x="1422769" y="874239"/>
                  </a:lnTo>
                  <a:lnTo>
                    <a:pt x="1427056" y="878527"/>
                  </a:lnTo>
                  <a:lnTo>
                    <a:pt x="1429200" y="878527"/>
                  </a:lnTo>
                  <a:lnTo>
                    <a:pt x="1433488" y="882814"/>
                  </a:lnTo>
                  <a:lnTo>
                    <a:pt x="1435632" y="882814"/>
                  </a:lnTo>
                  <a:lnTo>
                    <a:pt x="1437775" y="884958"/>
                  </a:lnTo>
                  <a:lnTo>
                    <a:pt x="1439919" y="884958"/>
                  </a:lnTo>
                  <a:lnTo>
                    <a:pt x="1444207" y="889246"/>
                  </a:lnTo>
                  <a:lnTo>
                    <a:pt x="1446351" y="889246"/>
                  </a:lnTo>
                  <a:lnTo>
                    <a:pt x="1450638" y="893533"/>
                  </a:lnTo>
                  <a:lnTo>
                    <a:pt x="1452782" y="893533"/>
                  </a:lnTo>
                  <a:lnTo>
                    <a:pt x="1454926" y="895677"/>
                  </a:lnTo>
                  <a:lnTo>
                    <a:pt x="1457070" y="895677"/>
                  </a:lnTo>
                  <a:lnTo>
                    <a:pt x="1461357" y="899965"/>
                  </a:lnTo>
                  <a:lnTo>
                    <a:pt x="1463501" y="899965"/>
                  </a:lnTo>
                  <a:lnTo>
                    <a:pt x="1467788" y="904252"/>
                  </a:lnTo>
                  <a:lnTo>
                    <a:pt x="1469932" y="904252"/>
                  </a:lnTo>
                  <a:lnTo>
                    <a:pt x="1472076" y="906396"/>
                  </a:lnTo>
                  <a:lnTo>
                    <a:pt x="1474220" y="906396"/>
                  </a:lnTo>
                  <a:lnTo>
                    <a:pt x="1478507" y="910684"/>
                  </a:lnTo>
                  <a:lnTo>
                    <a:pt x="1480651" y="910684"/>
                  </a:lnTo>
                  <a:lnTo>
                    <a:pt x="1484939" y="914971"/>
                  </a:lnTo>
                  <a:lnTo>
                    <a:pt x="1487083" y="914971"/>
                  </a:lnTo>
                  <a:lnTo>
                    <a:pt x="1489226" y="917115"/>
                  </a:lnTo>
                  <a:lnTo>
                    <a:pt x="1491370" y="917115"/>
                  </a:lnTo>
                  <a:lnTo>
                    <a:pt x="1495658" y="921403"/>
                  </a:lnTo>
                  <a:lnTo>
                    <a:pt x="1497802" y="921403"/>
                  </a:lnTo>
                  <a:lnTo>
                    <a:pt x="1502089" y="925690"/>
                  </a:lnTo>
                  <a:lnTo>
                    <a:pt x="1504233" y="925690"/>
                  </a:lnTo>
                  <a:lnTo>
                    <a:pt x="1506377" y="927834"/>
                  </a:lnTo>
                  <a:lnTo>
                    <a:pt x="1508521" y="927834"/>
                  </a:lnTo>
                  <a:lnTo>
                    <a:pt x="1512808" y="932122"/>
                  </a:lnTo>
                  <a:lnTo>
                    <a:pt x="1514952" y="932122"/>
                  </a:lnTo>
                  <a:lnTo>
                    <a:pt x="1519240" y="936409"/>
                  </a:lnTo>
                  <a:lnTo>
                    <a:pt x="1521383" y="936409"/>
                  </a:lnTo>
                  <a:lnTo>
                    <a:pt x="1523527" y="938553"/>
                  </a:lnTo>
                  <a:lnTo>
                    <a:pt x="1525671" y="938553"/>
                  </a:lnTo>
                  <a:lnTo>
                    <a:pt x="1529959" y="942841"/>
                  </a:lnTo>
                  <a:lnTo>
                    <a:pt x="1532102" y="942841"/>
                  </a:lnTo>
                  <a:lnTo>
                    <a:pt x="1536390" y="947128"/>
                  </a:lnTo>
                  <a:lnTo>
                    <a:pt x="1538534" y="947128"/>
                  </a:lnTo>
                  <a:lnTo>
                    <a:pt x="1542821" y="951416"/>
                  </a:lnTo>
                  <a:lnTo>
                    <a:pt x="1544965" y="951416"/>
                  </a:lnTo>
                  <a:lnTo>
                    <a:pt x="1547109" y="953560"/>
                  </a:lnTo>
                  <a:lnTo>
                    <a:pt x="1549253" y="953560"/>
                  </a:lnTo>
                  <a:lnTo>
                    <a:pt x="1553540" y="957847"/>
                  </a:lnTo>
                  <a:lnTo>
                    <a:pt x="1555684" y="957847"/>
                  </a:lnTo>
                  <a:lnTo>
                    <a:pt x="1559972" y="962135"/>
                  </a:lnTo>
                  <a:lnTo>
                    <a:pt x="1562115" y="962135"/>
                  </a:lnTo>
                  <a:lnTo>
                    <a:pt x="1564259" y="964279"/>
                  </a:lnTo>
                  <a:lnTo>
                    <a:pt x="1566403" y="964279"/>
                  </a:lnTo>
                  <a:lnTo>
                    <a:pt x="1570691" y="968566"/>
                  </a:lnTo>
                  <a:lnTo>
                    <a:pt x="1572834" y="968566"/>
                  </a:lnTo>
                  <a:lnTo>
                    <a:pt x="1577122" y="972854"/>
                  </a:lnTo>
                  <a:lnTo>
                    <a:pt x="1579266" y="972854"/>
                  </a:lnTo>
                  <a:lnTo>
                    <a:pt x="1581410" y="974998"/>
                  </a:lnTo>
                  <a:lnTo>
                    <a:pt x="1583553" y="974998"/>
                  </a:lnTo>
                  <a:lnTo>
                    <a:pt x="1587841" y="979285"/>
                  </a:lnTo>
                  <a:lnTo>
                    <a:pt x="1589985" y="979285"/>
                  </a:lnTo>
                  <a:lnTo>
                    <a:pt x="1594272" y="983573"/>
                  </a:lnTo>
                  <a:lnTo>
                    <a:pt x="1596416" y="983573"/>
                  </a:lnTo>
                  <a:lnTo>
                    <a:pt x="1598560" y="985716"/>
                  </a:lnTo>
                  <a:lnTo>
                    <a:pt x="1600704" y="985716"/>
                  </a:lnTo>
                  <a:lnTo>
                    <a:pt x="1604991" y="990004"/>
                  </a:lnTo>
                  <a:lnTo>
                    <a:pt x="1607135" y="990004"/>
                  </a:lnTo>
                  <a:lnTo>
                    <a:pt x="1611423" y="994292"/>
                  </a:lnTo>
                  <a:lnTo>
                    <a:pt x="1613566" y="994292"/>
                  </a:lnTo>
                  <a:lnTo>
                    <a:pt x="1615710" y="996435"/>
                  </a:lnTo>
                  <a:lnTo>
                    <a:pt x="1617854" y="996435"/>
                  </a:lnTo>
                  <a:lnTo>
                    <a:pt x="1622142" y="1000723"/>
                  </a:lnTo>
                  <a:lnTo>
                    <a:pt x="1624285" y="1000723"/>
                  </a:lnTo>
                  <a:lnTo>
                    <a:pt x="1628573" y="1005011"/>
                  </a:lnTo>
                  <a:lnTo>
                    <a:pt x="1630717" y="1005011"/>
                  </a:lnTo>
                  <a:lnTo>
                    <a:pt x="1632861" y="1007154"/>
                  </a:lnTo>
                  <a:lnTo>
                    <a:pt x="1635004" y="1007154"/>
                  </a:lnTo>
                  <a:lnTo>
                    <a:pt x="1639292" y="1011442"/>
                  </a:lnTo>
                  <a:lnTo>
                    <a:pt x="1641436" y="1011442"/>
                  </a:lnTo>
                  <a:lnTo>
                    <a:pt x="1645723" y="1015730"/>
                  </a:lnTo>
                  <a:lnTo>
                    <a:pt x="1647867" y="1015730"/>
                  </a:lnTo>
                  <a:lnTo>
                    <a:pt x="1650011" y="1017873"/>
                  </a:lnTo>
                  <a:lnTo>
                    <a:pt x="1652155" y="1017873"/>
                  </a:lnTo>
                  <a:lnTo>
                    <a:pt x="1656442" y="1022161"/>
                  </a:lnTo>
                  <a:lnTo>
                    <a:pt x="1658586" y="1022161"/>
                  </a:lnTo>
                  <a:lnTo>
                    <a:pt x="1662874" y="1026449"/>
                  </a:lnTo>
                  <a:lnTo>
                    <a:pt x="1665018" y="1026449"/>
                  </a:lnTo>
                  <a:lnTo>
                    <a:pt x="1667161" y="1028592"/>
                  </a:lnTo>
                  <a:lnTo>
                    <a:pt x="1669305" y="1028592"/>
                  </a:lnTo>
                  <a:lnTo>
                    <a:pt x="1673593" y="1032880"/>
                  </a:lnTo>
                  <a:lnTo>
                    <a:pt x="1675737" y="1032880"/>
                  </a:lnTo>
                  <a:lnTo>
                    <a:pt x="1680024" y="1037168"/>
                  </a:lnTo>
                  <a:lnTo>
                    <a:pt x="1682168" y="1037168"/>
                  </a:lnTo>
                  <a:lnTo>
                    <a:pt x="1684312" y="1039311"/>
                  </a:lnTo>
                  <a:lnTo>
                    <a:pt x="1686455" y="1039311"/>
                  </a:lnTo>
                  <a:lnTo>
                    <a:pt x="1690743" y="1043599"/>
                  </a:lnTo>
                  <a:lnTo>
                    <a:pt x="1692887" y="1043599"/>
                  </a:lnTo>
                  <a:lnTo>
                    <a:pt x="1697174" y="1047887"/>
                  </a:lnTo>
                  <a:lnTo>
                    <a:pt x="1699318" y="1047887"/>
                  </a:lnTo>
                  <a:lnTo>
                    <a:pt x="1701462" y="1050030"/>
                  </a:lnTo>
                  <a:lnTo>
                    <a:pt x="1703606" y="1050030"/>
                  </a:lnTo>
                  <a:lnTo>
                    <a:pt x="1707893" y="1054318"/>
                  </a:lnTo>
                  <a:lnTo>
                    <a:pt x="1710037" y="1054318"/>
                  </a:lnTo>
                  <a:lnTo>
                    <a:pt x="1712181" y="1056462"/>
                  </a:lnTo>
                  <a:lnTo>
                    <a:pt x="1720033" y="1056462"/>
                  </a:lnTo>
                  <a:lnTo>
                    <a:pt x="1725325" y="1051169"/>
                  </a:lnTo>
                  <a:lnTo>
                    <a:pt x="1725325" y="1027588"/>
                  </a:lnTo>
                  <a:lnTo>
                    <a:pt x="1727469" y="1025444"/>
                  </a:lnTo>
                  <a:lnTo>
                    <a:pt x="1727469" y="995431"/>
                  </a:lnTo>
                  <a:lnTo>
                    <a:pt x="1729613" y="993287"/>
                  </a:lnTo>
                  <a:lnTo>
                    <a:pt x="1729613" y="963274"/>
                  </a:lnTo>
                  <a:lnTo>
                    <a:pt x="1731757" y="961130"/>
                  </a:lnTo>
                  <a:lnTo>
                    <a:pt x="1731757" y="956843"/>
                  </a:lnTo>
                  <a:lnTo>
                    <a:pt x="1732896" y="955703"/>
                  </a:lnTo>
                  <a:lnTo>
                    <a:pt x="1735040" y="955703"/>
                  </a:lnTo>
                  <a:lnTo>
                    <a:pt x="1738188" y="952555"/>
                  </a:lnTo>
                  <a:lnTo>
                    <a:pt x="1738188" y="943980"/>
                  </a:lnTo>
                  <a:lnTo>
                    <a:pt x="1740332" y="941836"/>
                  </a:lnTo>
                  <a:lnTo>
                    <a:pt x="1740332" y="911823"/>
                  </a:lnTo>
                  <a:lnTo>
                    <a:pt x="1742476" y="909679"/>
                  </a:lnTo>
                  <a:lnTo>
                    <a:pt x="1742476" y="879666"/>
                  </a:lnTo>
                  <a:lnTo>
                    <a:pt x="1744620" y="877522"/>
                  </a:lnTo>
                  <a:lnTo>
                    <a:pt x="1744620" y="858228"/>
                  </a:lnTo>
                  <a:lnTo>
                    <a:pt x="1746482" y="857089"/>
                  </a:lnTo>
                  <a:lnTo>
                    <a:pt x="1750769" y="861376"/>
                  </a:lnTo>
                  <a:lnTo>
                    <a:pt x="1752913" y="861376"/>
                  </a:lnTo>
                  <a:lnTo>
                    <a:pt x="1757201" y="865664"/>
                  </a:lnTo>
                  <a:lnTo>
                    <a:pt x="1759344" y="865664"/>
                  </a:lnTo>
                  <a:lnTo>
                    <a:pt x="1761488" y="867808"/>
                  </a:lnTo>
                  <a:lnTo>
                    <a:pt x="1763632" y="867808"/>
                  </a:lnTo>
                  <a:lnTo>
                    <a:pt x="1767920" y="872095"/>
                  </a:lnTo>
                  <a:lnTo>
                    <a:pt x="1770063" y="872095"/>
                  </a:lnTo>
                  <a:lnTo>
                    <a:pt x="1774351" y="876383"/>
                  </a:lnTo>
                  <a:lnTo>
                    <a:pt x="1776495" y="876383"/>
                  </a:lnTo>
                  <a:lnTo>
                    <a:pt x="1780782" y="880671"/>
                  </a:lnTo>
                  <a:lnTo>
                    <a:pt x="1782926" y="880671"/>
                  </a:lnTo>
                  <a:lnTo>
                    <a:pt x="1785070" y="882814"/>
                  </a:lnTo>
                  <a:lnTo>
                    <a:pt x="1787214" y="882814"/>
                  </a:lnTo>
                  <a:lnTo>
                    <a:pt x="1791501" y="887102"/>
                  </a:lnTo>
                  <a:lnTo>
                    <a:pt x="1793645" y="887102"/>
                  </a:lnTo>
                  <a:lnTo>
                    <a:pt x="1797933" y="891390"/>
                  </a:lnTo>
                  <a:lnTo>
                    <a:pt x="1800077" y="891390"/>
                  </a:lnTo>
                  <a:lnTo>
                    <a:pt x="1802220" y="893533"/>
                  </a:lnTo>
                  <a:lnTo>
                    <a:pt x="1804364" y="893533"/>
                  </a:lnTo>
                  <a:lnTo>
                    <a:pt x="1808652" y="897821"/>
                  </a:lnTo>
                  <a:lnTo>
                    <a:pt x="1810796" y="897821"/>
                  </a:lnTo>
                  <a:lnTo>
                    <a:pt x="1815083" y="902109"/>
                  </a:lnTo>
                  <a:lnTo>
                    <a:pt x="1817227" y="902109"/>
                  </a:lnTo>
                  <a:lnTo>
                    <a:pt x="1819371" y="904252"/>
                  </a:lnTo>
                  <a:lnTo>
                    <a:pt x="1821515" y="904252"/>
                  </a:lnTo>
                  <a:lnTo>
                    <a:pt x="1825802" y="908540"/>
                  </a:lnTo>
                  <a:lnTo>
                    <a:pt x="1827946" y="908540"/>
                  </a:lnTo>
                  <a:lnTo>
                    <a:pt x="1830090" y="910684"/>
                  </a:lnTo>
                  <a:lnTo>
                    <a:pt x="1840086" y="910684"/>
                  </a:lnTo>
                  <a:lnTo>
                    <a:pt x="1843234" y="907535"/>
                  </a:lnTo>
                  <a:lnTo>
                    <a:pt x="1843234" y="871091"/>
                  </a:lnTo>
                  <a:lnTo>
                    <a:pt x="1845378" y="868947"/>
                  </a:lnTo>
                  <a:lnTo>
                    <a:pt x="1845378" y="853940"/>
                  </a:lnTo>
                  <a:lnTo>
                    <a:pt x="1849665" y="849653"/>
                  </a:lnTo>
                  <a:lnTo>
                    <a:pt x="1849665" y="841078"/>
                  </a:lnTo>
                  <a:lnTo>
                    <a:pt x="1851809" y="838934"/>
                  </a:lnTo>
                  <a:lnTo>
                    <a:pt x="1851809" y="808921"/>
                  </a:lnTo>
                  <a:lnTo>
                    <a:pt x="1853953" y="806777"/>
                  </a:lnTo>
                  <a:lnTo>
                    <a:pt x="1853953" y="774620"/>
                  </a:lnTo>
                  <a:lnTo>
                    <a:pt x="1856097" y="772476"/>
                  </a:lnTo>
                  <a:lnTo>
                    <a:pt x="1856097" y="742463"/>
                  </a:lnTo>
                  <a:lnTo>
                    <a:pt x="1858241" y="740319"/>
                  </a:lnTo>
                  <a:lnTo>
                    <a:pt x="1858241" y="708162"/>
                  </a:lnTo>
                  <a:lnTo>
                    <a:pt x="1860384" y="706019"/>
                  </a:lnTo>
                  <a:lnTo>
                    <a:pt x="1860384" y="671718"/>
                  </a:lnTo>
                  <a:lnTo>
                    <a:pt x="1862528" y="669574"/>
                  </a:lnTo>
                  <a:lnTo>
                    <a:pt x="1862528" y="639561"/>
                  </a:lnTo>
                  <a:lnTo>
                    <a:pt x="1865811" y="636278"/>
                  </a:lnTo>
                  <a:lnTo>
                    <a:pt x="1867955" y="636278"/>
                  </a:lnTo>
                  <a:lnTo>
                    <a:pt x="1871103" y="633130"/>
                  </a:lnTo>
                  <a:lnTo>
                    <a:pt x="1871103" y="613835"/>
                  </a:lnTo>
                  <a:lnTo>
                    <a:pt x="1873247" y="611692"/>
                  </a:lnTo>
                  <a:lnTo>
                    <a:pt x="1873247" y="577391"/>
                  </a:lnTo>
                  <a:lnTo>
                    <a:pt x="1875391" y="575247"/>
                  </a:lnTo>
                  <a:lnTo>
                    <a:pt x="1875391" y="538803"/>
                  </a:lnTo>
                  <a:lnTo>
                    <a:pt x="1877535" y="536659"/>
                  </a:lnTo>
                  <a:lnTo>
                    <a:pt x="1877535" y="521652"/>
                  </a:lnTo>
                  <a:lnTo>
                    <a:pt x="1883966" y="515221"/>
                  </a:lnTo>
                  <a:lnTo>
                    <a:pt x="1883966" y="513077"/>
                  </a:lnTo>
                  <a:lnTo>
                    <a:pt x="1886110" y="510933"/>
                  </a:lnTo>
                  <a:lnTo>
                    <a:pt x="1886110" y="472345"/>
                  </a:lnTo>
                  <a:lnTo>
                    <a:pt x="1888254" y="470201"/>
                  </a:lnTo>
                  <a:lnTo>
                    <a:pt x="1888254" y="465914"/>
                  </a:lnTo>
                  <a:lnTo>
                    <a:pt x="1888683" y="465485"/>
                  </a:lnTo>
                  <a:lnTo>
                    <a:pt x="1890826" y="467629"/>
                  </a:lnTo>
                  <a:lnTo>
                    <a:pt x="1893680" y="464775"/>
                  </a:lnTo>
                  <a:lnTo>
                    <a:pt x="1895824" y="464775"/>
                  </a:lnTo>
                  <a:lnTo>
                    <a:pt x="1898973" y="461626"/>
                  </a:lnTo>
                  <a:lnTo>
                    <a:pt x="1898973" y="405887"/>
                  </a:lnTo>
                  <a:lnTo>
                    <a:pt x="1901117" y="403744"/>
                  </a:lnTo>
                  <a:lnTo>
                    <a:pt x="1901117" y="317992"/>
                  </a:lnTo>
                  <a:lnTo>
                    <a:pt x="1903260" y="315848"/>
                  </a:lnTo>
                  <a:lnTo>
                    <a:pt x="1903260" y="272972"/>
                  </a:lnTo>
                  <a:lnTo>
                    <a:pt x="1905404" y="270828"/>
                  </a:lnTo>
                  <a:lnTo>
                    <a:pt x="1905404" y="251534"/>
                  </a:lnTo>
                  <a:lnTo>
                    <a:pt x="1908687" y="248251"/>
                  </a:lnTo>
                  <a:lnTo>
                    <a:pt x="1911835" y="248251"/>
                  </a:lnTo>
                  <a:lnTo>
                    <a:pt x="1911835" y="242959"/>
                  </a:lnTo>
                  <a:lnTo>
                    <a:pt x="1913979" y="240815"/>
                  </a:lnTo>
                  <a:lnTo>
                    <a:pt x="1913979" y="197939"/>
                  </a:lnTo>
                  <a:lnTo>
                    <a:pt x="1916123" y="195796"/>
                  </a:lnTo>
                  <a:lnTo>
                    <a:pt x="1916123" y="148632"/>
                  </a:lnTo>
                  <a:lnTo>
                    <a:pt x="1918267" y="146488"/>
                  </a:lnTo>
                  <a:lnTo>
                    <a:pt x="1918267" y="103613"/>
                  </a:lnTo>
                  <a:lnTo>
                    <a:pt x="1920129" y="102473"/>
                  </a:lnTo>
                  <a:lnTo>
                    <a:pt x="1924417" y="106761"/>
                  </a:lnTo>
                  <a:lnTo>
                    <a:pt x="1926560" y="106761"/>
                  </a:lnTo>
                  <a:lnTo>
                    <a:pt x="1928704" y="108905"/>
                  </a:lnTo>
                  <a:lnTo>
                    <a:pt x="1930848" y="108905"/>
                  </a:lnTo>
                  <a:lnTo>
                    <a:pt x="1935136" y="113192"/>
                  </a:lnTo>
                  <a:lnTo>
                    <a:pt x="1937279" y="113192"/>
                  </a:lnTo>
                  <a:lnTo>
                    <a:pt x="1941567" y="117480"/>
                  </a:lnTo>
                  <a:lnTo>
                    <a:pt x="1943711" y="117480"/>
                  </a:lnTo>
                  <a:lnTo>
                    <a:pt x="1947998" y="121767"/>
                  </a:lnTo>
                  <a:lnTo>
                    <a:pt x="1950142" y="121767"/>
                  </a:lnTo>
                  <a:lnTo>
                    <a:pt x="1952286" y="123911"/>
                  </a:lnTo>
                  <a:lnTo>
                    <a:pt x="1955851" y="123911"/>
                  </a:lnTo>
                  <a:lnTo>
                    <a:pt x="1961143" y="118619"/>
                  </a:lnTo>
                  <a:lnTo>
                    <a:pt x="1961143" y="105475"/>
                  </a:lnTo>
                  <a:lnTo>
                    <a:pt x="1957994" y="105475"/>
                  </a:lnTo>
                  <a:lnTo>
                    <a:pt x="1953707" y="101187"/>
                  </a:lnTo>
                  <a:lnTo>
                    <a:pt x="1951563" y="101187"/>
                  </a:lnTo>
                  <a:lnTo>
                    <a:pt x="1947275" y="96899"/>
                  </a:lnTo>
                  <a:lnTo>
                    <a:pt x="1945132" y="96899"/>
                  </a:lnTo>
                  <a:lnTo>
                    <a:pt x="1942988" y="94756"/>
                  </a:lnTo>
                  <a:lnTo>
                    <a:pt x="1940844" y="94756"/>
                  </a:lnTo>
                  <a:lnTo>
                    <a:pt x="1936556" y="90468"/>
                  </a:lnTo>
                  <a:lnTo>
                    <a:pt x="1934413" y="90468"/>
                  </a:lnTo>
                  <a:lnTo>
                    <a:pt x="1930125" y="86181"/>
                  </a:lnTo>
                  <a:lnTo>
                    <a:pt x="1927981" y="86181"/>
                  </a:lnTo>
                  <a:lnTo>
                    <a:pt x="1923694" y="81893"/>
                  </a:lnTo>
                  <a:lnTo>
                    <a:pt x="1921550" y="81893"/>
                  </a:lnTo>
                  <a:lnTo>
                    <a:pt x="1919406" y="79749"/>
                  </a:lnTo>
                  <a:lnTo>
                    <a:pt x="1917262" y="79749"/>
                  </a:lnTo>
                  <a:lnTo>
                    <a:pt x="1915118" y="77605"/>
                  </a:lnTo>
                  <a:lnTo>
                    <a:pt x="1912975" y="77605"/>
                  </a:lnTo>
                  <a:lnTo>
                    <a:pt x="1908687" y="73318"/>
                  </a:lnTo>
                  <a:lnTo>
                    <a:pt x="1906543" y="73318"/>
                  </a:lnTo>
                  <a:lnTo>
                    <a:pt x="1904399" y="71174"/>
                  </a:lnTo>
                  <a:lnTo>
                    <a:pt x="1902256" y="71174"/>
                  </a:lnTo>
                  <a:lnTo>
                    <a:pt x="1900112" y="69030"/>
                  </a:lnTo>
                  <a:lnTo>
                    <a:pt x="1894403" y="69030"/>
                  </a:lnTo>
                  <a:close/>
                  <a:moveTo>
                    <a:pt x="1856097" y="412319"/>
                  </a:moveTo>
                  <a:lnTo>
                    <a:pt x="1857959" y="411180"/>
                  </a:lnTo>
                  <a:lnTo>
                    <a:pt x="1860103" y="413323"/>
                  </a:lnTo>
                  <a:lnTo>
                    <a:pt x="1862247" y="413323"/>
                  </a:lnTo>
                  <a:lnTo>
                    <a:pt x="1866534" y="417611"/>
                  </a:lnTo>
                  <a:lnTo>
                    <a:pt x="1868678" y="417611"/>
                  </a:lnTo>
                  <a:lnTo>
                    <a:pt x="1871961" y="420894"/>
                  </a:lnTo>
                  <a:lnTo>
                    <a:pt x="1871961" y="434480"/>
                  </a:lnTo>
                  <a:lnTo>
                    <a:pt x="1870822" y="435619"/>
                  </a:lnTo>
                  <a:lnTo>
                    <a:pt x="1870099" y="435619"/>
                  </a:lnTo>
                  <a:lnTo>
                    <a:pt x="1865811" y="431331"/>
                  </a:lnTo>
                  <a:lnTo>
                    <a:pt x="1863667" y="431331"/>
                  </a:lnTo>
                  <a:lnTo>
                    <a:pt x="1859380" y="427044"/>
                  </a:lnTo>
                  <a:lnTo>
                    <a:pt x="1857236" y="427044"/>
                  </a:lnTo>
                  <a:lnTo>
                    <a:pt x="1856097" y="425905"/>
                  </a:lnTo>
                  <a:lnTo>
                    <a:pt x="1856097" y="412319"/>
                  </a:lnTo>
                  <a:close/>
                  <a:moveTo>
                    <a:pt x="1856097" y="448763"/>
                  </a:moveTo>
                  <a:lnTo>
                    <a:pt x="1857236" y="447624"/>
                  </a:lnTo>
                  <a:lnTo>
                    <a:pt x="1860103" y="447624"/>
                  </a:lnTo>
                  <a:lnTo>
                    <a:pt x="1864390" y="451912"/>
                  </a:lnTo>
                  <a:lnTo>
                    <a:pt x="1866534" y="451912"/>
                  </a:lnTo>
                  <a:lnTo>
                    <a:pt x="1869817" y="455195"/>
                  </a:lnTo>
                  <a:lnTo>
                    <a:pt x="1869817" y="496650"/>
                  </a:lnTo>
                  <a:lnTo>
                    <a:pt x="1866534" y="499933"/>
                  </a:lnTo>
                  <a:lnTo>
                    <a:pt x="1864390" y="499933"/>
                  </a:lnTo>
                  <a:lnTo>
                    <a:pt x="1861242" y="503081"/>
                  </a:lnTo>
                  <a:lnTo>
                    <a:pt x="1861242" y="520232"/>
                  </a:lnTo>
                  <a:lnTo>
                    <a:pt x="1859098" y="522375"/>
                  </a:lnTo>
                  <a:lnTo>
                    <a:pt x="1859098" y="558820"/>
                  </a:lnTo>
                  <a:lnTo>
                    <a:pt x="1856954" y="560964"/>
                  </a:lnTo>
                  <a:lnTo>
                    <a:pt x="1856954" y="597408"/>
                  </a:lnTo>
                  <a:lnTo>
                    <a:pt x="1854811" y="599552"/>
                  </a:lnTo>
                  <a:lnTo>
                    <a:pt x="1854811" y="616702"/>
                  </a:lnTo>
                  <a:lnTo>
                    <a:pt x="1852948" y="617841"/>
                  </a:lnTo>
                  <a:lnTo>
                    <a:pt x="1851809" y="616702"/>
                  </a:lnTo>
                  <a:lnTo>
                    <a:pt x="1851809" y="613835"/>
                  </a:lnTo>
                  <a:lnTo>
                    <a:pt x="1853953" y="611692"/>
                  </a:lnTo>
                  <a:lnTo>
                    <a:pt x="1853953" y="525940"/>
                  </a:lnTo>
                  <a:lnTo>
                    <a:pt x="1856097" y="523796"/>
                  </a:lnTo>
                  <a:lnTo>
                    <a:pt x="1856097" y="448763"/>
                  </a:lnTo>
                  <a:close/>
                  <a:moveTo>
                    <a:pt x="1731757" y="660999"/>
                  </a:moveTo>
                  <a:lnTo>
                    <a:pt x="1733619" y="659860"/>
                  </a:lnTo>
                  <a:lnTo>
                    <a:pt x="1737907" y="664147"/>
                  </a:lnTo>
                  <a:lnTo>
                    <a:pt x="1740050" y="664147"/>
                  </a:lnTo>
                  <a:lnTo>
                    <a:pt x="1744338" y="668435"/>
                  </a:lnTo>
                  <a:lnTo>
                    <a:pt x="1746482" y="668435"/>
                  </a:lnTo>
                  <a:lnTo>
                    <a:pt x="1748626" y="670579"/>
                  </a:lnTo>
                  <a:lnTo>
                    <a:pt x="1750769" y="670579"/>
                  </a:lnTo>
                  <a:lnTo>
                    <a:pt x="1755057" y="674866"/>
                  </a:lnTo>
                  <a:lnTo>
                    <a:pt x="1757201" y="674866"/>
                  </a:lnTo>
                  <a:lnTo>
                    <a:pt x="1761488" y="679154"/>
                  </a:lnTo>
                  <a:lnTo>
                    <a:pt x="1763632" y="679154"/>
                  </a:lnTo>
                  <a:lnTo>
                    <a:pt x="1765776" y="681298"/>
                  </a:lnTo>
                  <a:lnTo>
                    <a:pt x="1767920" y="681298"/>
                  </a:lnTo>
                  <a:lnTo>
                    <a:pt x="1772207" y="685585"/>
                  </a:lnTo>
                  <a:lnTo>
                    <a:pt x="1774351" y="685585"/>
                  </a:lnTo>
                  <a:lnTo>
                    <a:pt x="1778639" y="689873"/>
                  </a:lnTo>
                  <a:lnTo>
                    <a:pt x="1780782" y="689873"/>
                  </a:lnTo>
                  <a:lnTo>
                    <a:pt x="1782926" y="692017"/>
                  </a:lnTo>
                  <a:lnTo>
                    <a:pt x="1785070" y="692017"/>
                  </a:lnTo>
                  <a:lnTo>
                    <a:pt x="1789358" y="696304"/>
                  </a:lnTo>
                  <a:lnTo>
                    <a:pt x="1791501" y="696304"/>
                  </a:lnTo>
                  <a:lnTo>
                    <a:pt x="1795789" y="700592"/>
                  </a:lnTo>
                  <a:lnTo>
                    <a:pt x="1797933" y="700592"/>
                  </a:lnTo>
                  <a:lnTo>
                    <a:pt x="1802220" y="704879"/>
                  </a:lnTo>
                  <a:lnTo>
                    <a:pt x="1804364" y="704879"/>
                  </a:lnTo>
                  <a:lnTo>
                    <a:pt x="1806508" y="707023"/>
                  </a:lnTo>
                  <a:lnTo>
                    <a:pt x="1808652" y="707023"/>
                  </a:lnTo>
                  <a:lnTo>
                    <a:pt x="1812939" y="711311"/>
                  </a:lnTo>
                  <a:lnTo>
                    <a:pt x="1815083" y="711311"/>
                  </a:lnTo>
                  <a:lnTo>
                    <a:pt x="1819371" y="715598"/>
                  </a:lnTo>
                  <a:lnTo>
                    <a:pt x="1821515" y="715598"/>
                  </a:lnTo>
                  <a:lnTo>
                    <a:pt x="1823658" y="717742"/>
                  </a:lnTo>
                  <a:lnTo>
                    <a:pt x="1825802" y="717742"/>
                  </a:lnTo>
                  <a:lnTo>
                    <a:pt x="1831229" y="723169"/>
                  </a:lnTo>
                  <a:lnTo>
                    <a:pt x="1831229" y="762480"/>
                  </a:lnTo>
                  <a:lnTo>
                    <a:pt x="1829085" y="764624"/>
                  </a:lnTo>
                  <a:lnTo>
                    <a:pt x="1829085" y="826794"/>
                  </a:lnTo>
                  <a:lnTo>
                    <a:pt x="1828656" y="827223"/>
                  </a:lnTo>
                  <a:lnTo>
                    <a:pt x="1827223" y="825789"/>
                  </a:lnTo>
                  <a:lnTo>
                    <a:pt x="1825079" y="825789"/>
                  </a:lnTo>
                  <a:lnTo>
                    <a:pt x="1820791" y="821502"/>
                  </a:lnTo>
                  <a:lnTo>
                    <a:pt x="1818648" y="821502"/>
                  </a:lnTo>
                  <a:lnTo>
                    <a:pt x="1816504" y="819358"/>
                  </a:lnTo>
                  <a:lnTo>
                    <a:pt x="1814360" y="819358"/>
                  </a:lnTo>
                  <a:lnTo>
                    <a:pt x="1810073" y="815070"/>
                  </a:lnTo>
                  <a:lnTo>
                    <a:pt x="1807929" y="815070"/>
                  </a:lnTo>
                  <a:lnTo>
                    <a:pt x="1803641" y="810783"/>
                  </a:lnTo>
                  <a:lnTo>
                    <a:pt x="1801497" y="810783"/>
                  </a:lnTo>
                  <a:lnTo>
                    <a:pt x="1797210" y="806495"/>
                  </a:lnTo>
                  <a:lnTo>
                    <a:pt x="1795066" y="806495"/>
                  </a:lnTo>
                  <a:lnTo>
                    <a:pt x="1790778" y="802208"/>
                  </a:lnTo>
                  <a:lnTo>
                    <a:pt x="1788635" y="802208"/>
                  </a:lnTo>
                  <a:lnTo>
                    <a:pt x="1784347" y="797920"/>
                  </a:lnTo>
                  <a:lnTo>
                    <a:pt x="1782203" y="797920"/>
                  </a:lnTo>
                  <a:lnTo>
                    <a:pt x="1777916" y="793633"/>
                  </a:lnTo>
                  <a:lnTo>
                    <a:pt x="1775772" y="793633"/>
                  </a:lnTo>
                  <a:lnTo>
                    <a:pt x="1771484" y="789345"/>
                  </a:lnTo>
                  <a:lnTo>
                    <a:pt x="1769340" y="789345"/>
                  </a:lnTo>
                  <a:lnTo>
                    <a:pt x="1767197" y="787201"/>
                  </a:lnTo>
                  <a:lnTo>
                    <a:pt x="1765053" y="787201"/>
                  </a:lnTo>
                  <a:lnTo>
                    <a:pt x="1760765" y="782914"/>
                  </a:lnTo>
                  <a:lnTo>
                    <a:pt x="1758621" y="782914"/>
                  </a:lnTo>
                  <a:lnTo>
                    <a:pt x="1754334" y="778626"/>
                  </a:lnTo>
                  <a:lnTo>
                    <a:pt x="1752190" y="778626"/>
                  </a:lnTo>
                  <a:lnTo>
                    <a:pt x="1747902" y="774338"/>
                  </a:lnTo>
                  <a:lnTo>
                    <a:pt x="1745759" y="774338"/>
                  </a:lnTo>
                  <a:lnTo>
                    <a:pt x="1741471" y="770051"/>
                  </a:lnTo>
                  <a:lnTo>
                    <a:pt x="1739327" y="770051"/>
                  </a:lnTo>
                  <a:lnTo>
                    <a:pt x="1735040" y="765763"/>
                  </a:lnTo>
                  <a:lnTo>
                    <a:pt x="1732896" y="765763"/>
                  </a:lnTo>
                  <a:lnTo>
                    <a:pt x="1728608" y="761476"/>
                  </a:lnTo>
                  <a:lnTo>
                    <a:pt x="1726465" y="761476"/>
                  </a:lnTo>
                  <a:lnTo>
                    <a:pt x="1725325" y="760336"/>
                  </a:lnTo>
                  <a:lnTo>
                    <a:pt x="1725325" y="736032"/>
                  </a:lnTo>
                  <a:lnTo>
                    <a:pt x="1727469" y="733888"/>
                  </a:lnTo>
                  <a:lnTo>
                    <a:pt x="1727469" y="701731"/>
                  </a:lnTo>
                  <a:lnTo>
                    <a:pt x="1729613" y="699587"/>
                  </a:lnTo>
                  <a:lnTo>
                    <a:pt x="1729613" y="665287"/>
                  </a:lnTo>
                  <a:lnTo>
                    <a:pt x="1731757" y="663143"/>
                  </a:lnTo>
                  <a:lnTo>
                    <a:pt x="1731757" y="660999"/>
                  </a:lnTo>
                  <a:close/>
                  <a:moveTo>
                    <a:pt x="921403" y="504502"/>
                  </a:moveTo>
                  <a:lnTo>
                    <a:pt x="923265" y="503363"/>
                  </a:lnTo>
                  <a:lnTo>
                    <a:pt x="927552" y="507650"/>
                  </a:lnTo>
                  <a:lnTo>
                    <a:pt x="929696" y="507650"/>
                  </a:lnTo>
                  <a:lnTo>
                    <a:pt x="933984" y="511938"/>
                  </a:lnTo>
                  <a:lnTo>
                    <a:pt x="936128" y="511938"/>
                  </a:lnTo>
                  <a:lnTo>
                    <a:pt x="938271" y="514082"/>
                  </a:lnTo>
                  <a:lnTo>
                    <a:pt x="940415" y="514082"/>
                  </a:lnTo>
                  <a:lnTo>
                    <a:pt x="944703" y="518369"/>
                  </a:lnTo>
                  <a:lnTo>
                    <a:pt x="946847" y="518369"/>
                  </a:lnTo>
                  <a:lnTo>
                    <a:pt x="951134" y="522657"/>
                  </a:lnTo>
                  <a:lnTo>
                    <a:pt x="953278" y="522657"/>
                  </a:lnTo>
                  <a:lnTo>
                    <a:pt x="955422" y="524801"/>
                  </a:lnTo>
                  <a:lnTo>
                    <a:pt x="957566" y="524801"/>
                  </a:lnTo>
                  <a:lnTo>
                    <a:pt x="961853" y="529088"/>
                  </a:lnTo>
                  <a:lnTo>
                    <a:pt x="963997" y="529088"/>
                  </a:lnTo>
                  <a:lnTo>
                    <a:pt x="968284" y="533376"/>
                  </a:lnTo>
                  <a:lnTo>
                    <a:pt x="970428" y="533376"/>
                  </a:lnTo>
                  <a:lnTo>
                    <a:pt x="972572" y="535520"/>
                  </a:lnTo>
                  <a:lnTo>
                    <a:pt x="974716" y="535520"/>
                  </a:lnTo>
                  <a:lnTo>
                    <a:pt x="979003" y="539807"/>
                  </a:lnTo>
                  <a:lnTo>
                    <a:pt x="981147" y="539807"/>
                  </a:lnTo>
                  <a:lnTo>
                    <a:pt x="985435" y="544095"/>
                  </a:lnTo>
                  <a:lnTo>
                    <a:pt x="987579" y="544095"/>
                  </a:lnTo>
                  <a:lnTo>
                    <a:pt x="991866" y="548383"/>
                  </a:lnTo>
                  <a:lnTo>
                    <a:pt x="994010" y="548383"/>
                  </a:lnTo>
                  <a:lnTo>
                    <a:pt x="996154" y="550526"/>
                  </a:lnTo>
                  <a:lnTo>
                    <a:pt x="998298" y="550526"/>
                  </a:lnTo>
                  <a:lnTo>
                    <a:pt x="1002585" y="554814"/>
                  </a:lnTo>
                  <a:lnTo>
                    <a:pt x="1004729" y="554814"/>
                  </a:lnTo>
                  <a:lnTo>
                    <a:pt x="1009017" y="559101"/>
                  </a:lnTo>
                  <a:lnTo>
                    <a:pt x="1011160" y="559101"/>
                  </a:lnTo>
                  <a:lnTo>
                    <a:pt x="1013304" y="561245"/>
                  </a:lnTo>
                  <a:lnTo>
                    <a:pt x="1015448" y="561245"/>
                  </a:lnTo>
                  <a:lnTo>
                    <a:pt x="1019736" y="565533"/>
                  </a:lnTo>
                  <a:lnTo>
                    <a:pt x="1021879" y="565533"/>
                  </a:lnTo>
                  <a:lnTo>
                    <a:pt x="1026167" y="569820"/>
                  </a:lnTo>
                  <a:lnTo>
                    <a:pt x="1028311" y="569820"/>
                  </a:lnTo>
                  <a:lnTo>
                    <a:pt x="1032598" y="574108"/>
                  </a:lnTo>
                  <a:lnTo>
                    <a:pt x="1034742" y="574108"/>
                  </a:lnTo>
                  <a:lnTo>
                    <a:pt x="1036886" y="576252"/>
                  </a:lnTo>
                  <a:lnTo>
                    <a:pt x="1039030" y="576252"/>
                  </a:lnTo>
                  <a:lnTo>
                    <a:pt x="1043317" y="580539"/>
                  </a:lnTo>
                  <a:lnTo>
                    <a:pt x="1045461" y="580539"/>
                  </a:lnTo>
                  <a:lnTo>
                    <a:pt x="1049749" y="584827"/>
                  </a:lnTo>
                  <a:lnTo>
                    <a:pt x="1051892" y="584827"/>
                  </a:lnTo>
                  <a:lnTo>
                    <a:pt x="1054036" y="586971"/>
                  </a:lnTo>
                  <a:lnTo>
                    <a:pt x="1056180" y="586971"/>
                  </a:lnTo>
                  <a:lnTo>
                    <a:pt x="1060468" y="591258"/>
                  </a:lnTo>
                  <a:lnTo>
                    <a:pt x="1062611" y="591258"/>
                  </a:lnTo>
                  <a:lnTo>
                    <a:pt x="1066899" y="595546"/>
                  </a:lnTo>
                  <a:lnTo>
                    <a:pt x="1069043" y="595546"/>
                  </a:lnTo>
                  <a:lnTo>
                    <a:pt x="1073330" y="599834"/>
                  </a:lnTo>
                  <a:lnTo>
                    <a:pt x="1075474" y="599834"/>
                  </a:lnTo>
                  <a:lnTo>
                    <a:pt x="1077618" y="601977"/>
                  </a:lnTo>
                  <a:lnTo>
                    <a:pt x="1079762" y="601977"/>
                  </a:lnTo>
                  <a:lnTo>
                    <a:pt x="1084049" y="606265"/>
                  </a:lnTo>
                  <a:lnTo>
                    <a:pt x="1086193" y="606265"/>
                  </a:lnTo>
                  <a:lnTo>
                    <a:pt x="1090481" y="610553"/>
                  </a:lnTo>
                  <a:lnTo>
                    <a:pt x="1092625" y="610553"/>
                  </a:lnTo>
                  <a:lnTo>
                    <a:pt x="1094768" y="612696"/>
                  </a:lnTo>
                  <a:lnTo>
                    <a:pt x="1096912" y="612696"/>
                  </a:lnTo>
                  <a:lnTo>
                    <a:pt x="1101200" y="616984"/>
                  </a:lnTo>
                  <a:lnTo>
                    <a:pt x="1103344" y="616984"/>
                  </a:lnTo>
                  <a:lnTo>
                    <a:pt x="1107631" y="621271"/>
                  </a:lnTo>
                  <a:lnTo>
                    <a:pt x="1109775" y="621271"/>
                  </a:lnTo>
                  <a:lnTo>
                    <a:pt x="1111919" y="623415"/>
                  </a:lnTo>
                  <a:lnTo>
                    <a:pt x="1114062" y="623415"/>
                  </a:lnTo>
                  <a:lnTo>
                    <a:pt x="1118350" y="627703"/>
                  </a:lnTo>
                  <a:lnTo>
                    <a:pt x="1120494" y="627703"/>
                  </a:lnTo>
                  <a:lnTo>
                    <a:pt x="1124781" y="631990"/>
                  </a:lnTo>
                  <a:lnTo>
                    <a:pt x="1126925" y="631990"/>
                  </a:lnTo>
                  <a:lnTo>
                    <a:pt x="1131213" y="636278"/>
                  </a:lnTo>
                  <a:lnTo>
                    <a:pt x="1133357" y="636278"/>
                  </a:lnTo>
                  <a:lnTo>
                    <a:pt x="1135500" y="638422"/>
                  </a:lnTo>
                  <a:lnTo>
                    <a:pt x="1137644" y="638422"/>
                  </a:lnTo>
                  <a:lnTo>
                    <a:pt x="1141932" y="642709"/>
                  </a:lnTo>
                  <a:lnTo>
                    <a:pt x="1144076" y="642709"/>
                  </a:lnTo>
                  <a:lnTo>
                    <a:pt x="1148363" y="646997"/>
                  </a:lnTo>
                  <a:lnTo>
                    <a:pt x="1150507" y="646997"/>
                  </a:lnTo>
                  <a:lnTo>
                    <a:pt x="1152651" y="649141"/>
                  </a:lnTo>
                  <a:lnTo>
                    <a:pt x="1154795" y="649141"/>
                  </a:lnTo>
                  <a:lnTo>
                    <a:pt x="1159082" y="653428"/>
                  </a:lnTo>
                  <a:lnTo>
                    <a:pt x="1161226" y="653428"/>
                  </a:lnTo>
                  <a:lnTo>
                    <a:pt x="1165514" y="657716"/>
                  </a:lnTo>
                  <a:lnTo>
                    <a:pt x="1167657" y="657716"/>
                  </a:lnTo>
                  <a:lnTo>
                    <a:pt x="1169801" y="659860"/>
                  </a:lnTo>
                  <a:lnTo>
                    <a:pt x="1175509" y="659860"/>
                  </a:lnTo>
                  <a:lnTo>
                    <a:pt x="1177653" y="657716"/>
                  </a:lnTo>
                  <a:lnTo>
                    <a:pt x="1180802" y="657716"/>
                  </a:lnTo>
                  <a:lnTo>
                    <a:pt x="1180802" y="652424"/>
                  </a:lnTo>
                  <a:lnTo>
                    <a:pt x="1182946" y="650280"/>
                  </a:lnTo>
                  <a:lnTo>
                    <a:pt x="1182946" y="645992"/>
                  </a:lnTo>
                  <a:lnTo>
                    <a:pt x="1185089" y="643849"/>
                  </a:lnTo>
                  <a:lnTo>
                    <a:pt x="1185089" y="641705"/>
                  </a:lnTo>
                  <a:lnTo>
                    <a:pt x="1186951" y="640566"/>
                  </a:lnTo>
                  <a:lnTo>
                    <a:pt x="1189095" y="642709"/>
                  </a:lnTo>
                  <a:lnTo>
                    <a:pt x="1191239" y="642709"/>
                  </a:lnTo>
                  <a:lnTo>
                    <a:pt x="1195527" y="646997"/>
                  </a:lnTo>
                  <a:lnTo>
                    <a:pt x="1197670" y="646997"/>
                  </a:lnTo>
                  <a:lnTo>
                    <a:pt x="1201958" y="651285"/>
                  </a:lnTo>
                  <a:lnTo>
                    <a:pt x="1204102" y="651285"/>
                  </a:lnTo>
                  <a:lnTo>
                    <a:pt x="1206246" y="653428"/>
                  </a:lnTo>
                  <a:lnTo>
                    <a:pt x="1208389" y="653428"/>
                  </a:lnTo>
                  <a:lnTo>
                    <a:pt x="1212677" y="657716"/>
                  </a:lnTo>
                  <a:lnTo>
                    <a:pt x="1214821" y="657716"/>
                  </a:lnTo>
                  <a:lnTo>
                    <a:pt x="1219108" y="662004"/>
                  </a:lnTo>
                  <a:lnTo>
                    <a:pt x="1221252" y="662004"/>
                  </a:lnTo>
                  <a:lnTo>
                    <a:pt x="1223396" y="664147"/>
                  </a:lnTo>
                  <a:lnTo>
                    <a:pt x="1225540" y="664147"/>
                  </a:lnTo>
                  <a:lnTo>
                    <a:pt x="1229827" y="668435"/>
                  </a:lnTo>
                  <a:lnTo>
                    <a:pt x="1231971" y="668435"/>
                  </a:lnTo>
                  <a:lnTo>
                    <a:pt x="1236259" y="672723"/>
                  </a:lnTo>
                  <a:lnTo>
                    <a:pt x="1238403" y="672723"/>
                  </a:lnTo>
                  <a:lnTo>
                    <a:pt x="1242690" y="677010"/>
                  </a:lnTo>
                  <a:lnTo>
                    <a:pt x="1244834" y="677010"/>
                  </a:lnTo>
                  <a:lnTo>
                    <a:pt x="1246978" y="679154"/>
                  </a:lnTo>
                  <a:lnTo>
                    <a:pt x="1249122" y="679154"/>
                  </a:lnTo>
                  <a:lnTo>
                    <a:pt x="1253409" y="683442"/>
                  </a:lnTo>
                  <a:lnTo>
                    <a:pt x="1255553" y="683442"/>
                  </a:lnTo>
                  <a:lnTo>
                    <a:pt x="1259840" y="687729"/>
                  </a:lnTo>
                  <a:lnTo>
                    <a:pt x="1261984" y="687729"/>
                  </a:lnTo>
                  <a:lnTo>
                    <a:pt x="1264128" y="689873"/>
                  </a:lnTo>
                  <a:lnTo>
                    <a:pt x="1266272" y="689873"/>
                  </a:lnTo>
                  <a:lnTo>
                    <a:pt x="1270559" y="694160"/>
                  </a:lnTo>
                  <a:lnTo>
                    <a:pt x="1272703" y="694160"/>
                  </a:lnTo>
                  <a:lnTo>
                    <a:pt x="1276991" y="698448"/>
                  </a:lnTo>
                  <a:lnTo>
                    <a:pt x="1279135" y="698448"/>
                  </a:lnTo>
                  <a:lnTo>
                    <a:pt x="1283422" y="702736"/>
                  </a:lnTo>
                  <a:lnTo>
                    <a:pt x="1285566" y="702736"/>
                  </a:lnTo>
                  <a:lnTo>
                    <a:pt x="1287710" y="704879"/>
                  </a:lnTo>
                  <a:lnTo>
                    <a:pt x="1289854" y="704879"/>
                  </a:lnTo>
                  <a:lnTo>
                    <a:pt x="1294141" y="709167"/>
                  </a:lnTo>
                  <a:lnTo>
                    <a:pt x="1296285" y="709167"/>
                  </a:lnTo>
                  <a:lnTo>
                    <a:pt x="1300573" y="713455"/>
                  </a:lnTo>
                  <a:lnTo>
                    <a:pt x="1302716" y="713455"/>
                  </a:lnTo>
                  <a:lnTo>
                    <a:pt x="1304860" y="715598"/>
                  </a:lnTo>
                  <a:lnTo>
                    <a:pt x="1307004" y="715598"/>
                  </a:lnTo>
                  <a:lnTo>
                    <a:pt x="1311292" y="719886"/>
                  </a:lnTo>
                  <a:lnTo>
                    <a:pt x="1313435" y="719886"/>
                  </a:lnTo>
                  <a:lnTo>
                    <a:pt x="1315579" y="722030"/>
                  </a:lnTo>
                  <a:lnTo>
                    <a:pt x="1323431" y="722030"/>
                  </a:lnTo>
                  <a:lnTo>
                    <a:pt x="1327008" y="718453"/>
                  </a:lnTo>
                  <a:lnTo>
                    <a:pt x="1328442" y="719886"/>
                  </a:lnTo>
                  <a:lnTo>
                    <a:pt x="1330586" y="719886"/>
                  </a:lnTo>
                  <a:lnTo>
                    <a:pt x="1334873" y="724174"/>
                  </a:lnTo>
                  <a:lnTo>
                    <a:pt x="1337017" y="724174"/>
                  </a:lnTo>
                  <a:lnTo>
                    <a:pt x="1341305" y="728461"/>
                  </a:lnTo>
                  <a:lnTo>
                    <a:pt x="1343448" y="728461"/>
                  </a:lnTo>
                  <a:lnTo>
                    <a:pt x="1345592" y="730605"/>
                  </a:lnTo>
                  <a:lnTo>
                    <a:pt x="1347736" y="730605"/>
                  </a:lnTo>
                  <a:lnTo>
                    <a:pt x="1352024" y="734893"/>
                  </a:lnTo>
                  <a:lnTo>
                    <a:pt x="1354167" y="734893"/>
                  </a:lnTo>
                  <a:lnTo>
                    <a:pt x="1358455" y="739180"/>
                  </a:lnTo>
                  <a:lnTo>
                    <a:pt x="1360599" y="739180"/>
                  </a:lnTo>
                  <a:lnTo>
                    <a:pt x="1364886" y="743468"/>
                  </a:lnTo>
                  <a:lnTo>
                    <a:pt x="1367030" y="743468"/>
                  </a:lnTo>
                  <a:lnTo>
                    <a:pt x="1369174" y="745612"/>
                  </a:lnTo>
                  <a:lnTo>
                    <a:pt x="1371318" y="745612"/>
                  </a:lnTo>
                  <a:lnTo>
                    <a:pt x="1375605" y="749899"/>
                  </a:lnTo>
                  <a:lnTo>
                    <a:pt x="1377749" y="749899"/>
                  </a:lnTo>
                  <a:lnTo>
                    <a:pt x="1382037" y="754187"/>
                  </a:lnTo>
                  <a:lnTo>
                    <a:pt x="1384181" y="754187"/>
                  </a:lnTo>
                  <a:lnTo>
                    <a:pt x="1386324" y="756331"/>
                  </a:lnTo>
                  <a:lnTo>
                    <a:pt x="1388468" y="756331"/>
                  </a:lnTo>
                  <a:lnTo>
                    <a:pt x="1392756" y="760618"/>
                  </a:lnTo>
                  <a:lnTo>
                    <a:pt x="1394899" y="760618"/>
                  </a:lnTo>
                  <a:lnTo>
                    <a:pt x="1399187" y="764906"/>
                  </a:lnTo>
                  <a:lnTo>
                    <a:pt x="1401331" y="764906"/>
                  </a:lnTo>
                  <a:lnTo>
                    <a:pt x="1403475" y="767049"/>
                  </a:lnTo>
                  <a:lnTo>
                    <a:pt x="1405618" y="767049"/>
                  </a:lnTo>
                  <a:lnTo>
                    <a:pt x="1409906" y="771337"/>
                  </a:lnTo>
                  <a:lnTo>
                    <a:pt x="1412050" y="771337"/>
                  </a:lnTo>
                  <a:lnTo>
                    <a:pt x="1416337" y="775625"/>
                  </a:lnTo>
                  <a:lnTo>
                    <a:pt x="1418481" y="775625"/>
                  </a:lnTo>
                  <a:lnTo>
                    <a:pt x="1422769" y="779912"/>
                  </a:lnTo>
                  <a:lnTo>
                    <a:pt x="1424913" y="779912"/>
                  </a:lnTo>
                  <a:lnTo>
                    <a:pt x="1427056" y="782056"/>
                  </a:lnTo>
                  <a:lnTo>
                    <a:pt x="1429200" y="782056"/>
                  </a:lnTo>
                  <a:lnTo>
                    <a:pt x="1433488" y="786344"/>
                  </a:lnTo>
                  <a:lnTo>
                    <a:pt x="1435632" y="786344"/>
                  </a:lnTo>
                  <a:lnTo>
                    <a:pt x="1439919" y="790631"/>
                  </a:lnTo>
                  <a:lnTo>
                    <a:pt x="1442063" y="790631"/>
                  </a:lnTo>
                  <a:lnTo>
                    <a:pt x="1444207" y="792775"/>
                  </a:lnTo>
                  <a:lnTo>
                    <a:pt x="1446351" y="792775"/>
                  </a:lnTo>
                  <a:lnTo>
                    <a:pt x="1450638" y="797063"/>
                  </a:lnTo>
                  <a:lnTo>
                    <a:pt x="1452782" y="797063"/>
                  </a:lnTo>
                  <a:lnTo>
                    <a:pt x="1457070" y="801350"/>
                  </a:lnTo>
                  <a:lnTo>
                    <a:pt x="1459213" y="801350"/>
                  </a:lnTo>
                  <a:lnTo>
                    <a:pt x="1463501" y="805638"/>
                  </a:lnTo>
                  <a:lnTo>
                    <a:pt x="1465645" y="805638"/>
                  </a:lnTo>
                  <a:lnTo>
                    <a:pt x="1467788" y="807782"/>
                  </a:lnTo>
                  <a:lnTo>
                    <a:pt x="1469932" y="807782"/>
                  </a:lnTo>
                  <a:lnTo>
                    <a:pt x="1474220" y="812069"/>
                  </a:lnTo>
                  <a:lnTo>
                    <a:pt x="1476364" y="812069"/>
                  </a:lnTo>
                  <a:lnTo>
                    <a:pt x="1480651" y="816357"/>
                  </a:lnTo>
                  <a:lnTo>
                    <a:pt x="1482795" y="816357"/>
                  </a:lnTo>
                  <a:lnTo>
                    <a:pt x="1484939" y="818501"/>
                  </a:lnTo>
                  <a:lnTo>
                    <a:pt x="1487083" y="818501"/>
                  </a:lnTo>
                  <a:lnTo>
                    <a:pt x="1491370" y="822788"/>
                  </a:lnTo>
                  <a:lnTo>
                    <a:pt x="1493514" y="822788"/>
                  </a:lnTo>
                  <a:lnTo>
                    <a:pt x="1497802" y="827076"/>
                  </a:lnTo>
                  <a:lnTo>
                    <a:pt x="1499945" y="827076"/>
                  </a:lnTo>
                  <a:lnTo>
                    <a:pt x="1504233" y="831363"/>
                  </a:lnTo>
                  <a:lnTo>
                    <a:pt x="1506377" y="831363"/>
                  </a:lnTo>
                  <a:lnTo>
                    <a:pt x="1508521" y="833507"/>
                  </a:lnTo>
                  <a:lnTo>
                    <a:pt x="1510664" y="833507"/>
                  </a:lnTo>
                  <a:lnTo>
                    <a:pt x="1514952" y="837795"/>
                  </a:lnTo>
                  <a:lnTo>
                    <a:pt x="1517096" y="837795"/>
                  </a:lnTo>
                  <a:lnTo>
                    <a:pt x="1521383" y="842082"/>
                  </a:lnTo>
                  <a:lnTo>
                    <a:pt x="1523527" y="842082"/>
                  </a:lnTo>
                  <a:lnTo>
                    <a:pt x="1525671" y="844226"/>
                  </a:lnTo>
                  <a:lnTo>
                    <a:pt x="1527815" y="844226"/>
                  </a:lnTo>
                  <a:lnTo>
                    <a:pt x="1532102" y="848514"/>
                  </a:lnTo>
                  <a:lnTo>
                    <a:pt x="1534246" y="848514"/>
                  </a:lnTo>
                  <a:lnTo>
                    <a:pt x="1538534" y="852801"/>
                  </a:lnTo>
                  <a:lnTo>
                    <a:pt x="1540677" y="852801"/>
                  </a:lnTo>
                  <a:lnTo>
                    <a:pt x="1544965" y="857089"/>
                  </a:lnTo>
                  <a:lnTo>
                    <a:pt x="1547109" y="857089"/>
                  </a:lnTo>
                  <a:lnTo>
                    <a:pt x="1549253" y="859233"/>
                  </a:lnTo>
                  <a:lnTo>
                    <a:pt x="1551396" y="859233"/>
                  </a:lnTo>
                  <a:lnTo>
                    <a:pt x="1555684" y="863520"/>
                  </a:lnTo>
                  <a:lnTo>
                    <a:pt x="1557828" y="863520"/>
                  </a:lnTo>
                  <a:lnTo>
                    <a:pt x="1562115" y="867808"/>
                  </a:lnTo>
                  <a:lnTo>
                    <a:pt x="1564259" y="867808"/>
                  </a:lnTo>
                  <a:lnTo>
                    <a:pt x="1566403" y="869952"/>
                  </a:lnTo>
                  <a:lnTo>
                    <a:pt x="1568547" y="869952"/>
                  </a:lnTo>
                  <a:lnTo>
                    <a:pt x="1572834" y="874239"/>
                  </a:lnTo>
                  <a:lnTo>
                    <a:pt x="1574978" y="874239"/>
                  </a:lnTo>
                  <a:lnTo>
                    <a:pt x="1579266" y="878527"/>
                  </a:lnTo>
                  <a:lnTo>
                    <a:pt x="1581410" y="878527"/>
                  </a:lnTo>
                  <a:lnTo>
                    <a:pt x="1583553" y="880671"/>
                  </a:lnTo>
                  <a:lnTo>
                    <a:pt x="1585697" y="880671"/>
                  </a:lnTo>
                  <a:lnTo>
                    <a:pt x="1589985" y="884958"/>
                  </a:lnTo>
                  <a:lnTo>
                    <a:pt x="1592129" y="884958"/>
                  </a:lnTo>
                  <a:lnTo>
                    <a:pt x="1596416" y="889246"/>
                  </a:lnTo>
                  <a:lnTo>
                    <a:pt x="1598560" y="889246"/>
                  </a:lnTo>
                  <a:lnTo>
                    <a:pt x="1602848" y="893533"/>
                  </a:lnTo>
                  <a:lnTo>
                    <a:pt x="1604991" y="893533"/>
                  </a:lnTo>
                  <a:lnTo>
                    <a:pt x="1607135" y="895677"/>
                  </a:lnTo>
                  <a:lnTo>
                    <a:pt x="1609279" y="895677"/>
                  </a:lnTo>
                  <a:lnTo>
                    <a:pt x="1613566" y="899965"/>
                  </a:lnTo>
                  <a:lnTo>
                    <a:pt x="1615710" y="899965"/>
                  </a:lnTo>
                  <a:lnTo>
                    <a:pt x="1619998" y="904252"/>
                  </a:lnTo>
                  <a:lnTo>
                    <a:pt x="1622142" y="904252"/>
                  </a:lnTo>
                  <a:lnTo>
                    <a:pt x="1624285" y="906396"/>
                  </a:lnTo>
                  <a:lnTo>
                    <a:pt x="1626429" y="906396"/>
                  </a:lnTo>
                  <a:lnTo>
                    <a:pt x="1630717" y="910684"/>
                  </a:lnTo>
                  <a:lnTo>
                    <a:pt x="1632861" y="910684"/>
                  </a:lnTo>
                  <a:lnTo>
                    <a:pt x="1637148" y="914971"/>
                  </a:lnTo>
                  <a:lnTo>
                    <a:pt x="1639292" y="914971"/>
                  </a:lnTo>
                  <a:lnTo>
                    <a:pt x="1643580" y="919259"/>
                  </a:lnTo>
                  <a:lnTo>
                    <a:pt x="1645723" y="919259"/>
                  </a:lnTo>
                  <a:lnTo>
                    <a:pt x="1647867" y="921403"/>
                  </a:lnTo>
                  <a:lnTo>
                    <a:pt x="1650011" y="921403"/>
                  </a:lnTo>
                  <a:lnTo>
                    <a:pt x="1652865" y="924257"/>
                  </a:lnTo>
                  <a:lnTo>
                    <a:pt x="1655719" y="921403"/>
                  </a:lnTo>
                  <a:lnTo>
                    <a:pt x="1657863" y="921403"/>
                  </a:lnTo>
                  <a:lnTo>
                    <a:pt x="1661012" y="918254"/>
                  </a:lnTo>
                  <a:lnTo>
                    <a:pt x="1661012" y="916110"/>
                  </a:lnTo>
                  <a:lnTo>
                    <a:pt x="1663155" y="913967"/>
                  </a:lnTo>
                  <a:lnTo>
                    <a:pt x="1663155" y="892529"/>
                  </a:lnTo>
                  <a:lnTo>
                    <a:pt x="1665299" y="890385"/>
                  </a:lnTo>
                  <a:lnTo>
                    <a:pt x="1665299" y="875378"/>
                  </a:lnTo>
                  <a:lnTo>
                    <a:pt x="1667161" y="874239"/>
                  </a:lnTo>
                  <a:lnTo>
                    <a:pt x="1669305" y="876383"/>
                  </a:lnTo>
                  <a:lnTo>
                    <a:pt x="1671449" y="876383"/>
                  </a:lnTo>
                  <a:lnTo>
                    <a:pt x="1674303" y="879237"/>
                  </a:lnTo>
                  <a:lnTo>
                    <a:pt x="1677157" y="876383"/>
                  </a:lnTo>
                  <a:lnTo>
                    <a:pt x="1679301" y="876383"/>
                  </a:lnTo>
                  <a:lnTo>
                    <a:pt x="1682450" y="873235"/>
                  </a:lnTo>
                  <a:lnTo>
                    <a:pt x="1682450" y="868947"/>
                  </a:lnTo>
                  <a:lnTo>
                    <a:pt x="1684593" y="866803"/>
                  </a:lnTo>
                  <a:lnTo>
                    <a:pt x="1684593" y="860372"/>
                  </a:lnTo>
                  <a:lnTo>
                    <a:pt x="1685022" y="859943"/>
                  </a:lnTo>
                  <a:lnTo>
                    <a:pt x="1686455" y="861376"/>
                  </a:lnTo>
                  <a:lnTo>
                    <a:pt x="1688599" y="861376"/>
                  </a:lnTo>
                  <a:lnTo>
                    <a:pt x="1690743" y="863520"/>
                  </a:lnTo>
                  <a:lnTo>
                    <a:pt x="1692887" y="863520"/>
                  </a:lnTo>
                  <a:lnTo>
                    <a:pt x="1697174" y="867808"/>
                  </a:lnTo>
                  <a:lnTo>
                    <a:pt x="1707170" y="867808"/>
                  </a:lnTo>
                  <a:lnTo>
                    <a:pt x="1710319" y="864659"/>
                  </a:lnTo>
                  <a:lnTo>
                    <a:pt x="1710319" y="862516"/>
                  </a:lnTo>
                  <a:lnTo>
                    <a:pt x="1716750" y="856084"/>
                  </a:lnTo>
                  <a:lnTo>
                    <a:pt x="1716750" y="853940"/>
                  </a:lnTo>
                  <a:lnTo>
                    <a:pt x="1718894" y="851797"/>
                  </a:lnTo>
                  <a:lnTo>
                    <a:pt x="1718894" y="843221"/>
                  </a:lnTo>
                  <a:lnTo>
                    <a:pt x="1721038" y="841078"/>
                  </a:lnTo>
                  <a:lnTo>
                    <a:pt x="1721038" y="830359"/>
                  </a:lnTo>
                  <a:lnTo>
                    <a:pt x="1723182" y="828215"/>
                  </a:lnTo>
                  <a:lnTo>
                    <a:pt x="1723182" y="817496"/>
                  </a:lnTo>
                  <a:lnTo>
                    <a:pt x="1725325" y="815352"/>
                  </a:lnTo>
                  <a:lnTo>
                    <a:pt x="1725325" y="804633"/>
                  </a:lnTo>
                  <a:lnTo>
                    <a:pt x="1727469" y="802489"/>
                  </a:lnTo>
                  <a:lnTo>
                    <a:pt x="1727469" y="791770"/>
                  </a:lnTo>
                  <a:lnTo>
                    <a:pt x="1729613" y="789627"/>
                  </a:lnTo>
                  <a:lnTo>
                    <a:pt x="1729613" y="785339"/>
                  </a:lnTo>
                  <a:lnTo>
                    <a:pt x="1730752" y="784200"/>
                  </a:lnTo>
                  <a:lnTo>
                    <a:pt x="1731475" y="784200"/>
                  </a:lnTo>
                  <a:lnTo>
                    <a:pt x="1735763" y="788487"/>
                  </a:lnTo>
                  <a:lnTo>
                    <a:pt x="1737907" y="788487"/>
                  </a:lnTo>
                  <a:lnTo>
                    <a:pt x="1742194" y="792775"/>
                  </a:lnTo>
                  <a:lnTo>
                    <a:pt x="1744338" y="792775"/>
                  </a:lnTo>
                  <a:lnTo>
                    <a:pt x="1748626" y="797063"/>
                  </a:lnTo>
                  <a:lnTo>
                    <a:pt x="1750769" y="797063"/>
                  </a:lnTo>
                  <a:lnTo>
                    <a:pt x="1755057" y="801350"/>
                  </a:lnTo>
                  <a:lnTo>
                    <a:pt x="1757201" y="801350"/>
                  </a:lnTo>
                  <a:lnTo>
                    <a:pt x="1759344" y="803494"/>
                  </a:lnTo>
                  <a:lnTo>
                    <a:pt x="1761488" y="803494"/>
                  </a:lnTo>
                  <a:lnTo>
                    <a:pt x="1765776" y="807782"/>
                  </a:lnTo>
                  <a:lnTo>
                    <a:pt x="1767920" y="807782"/>
                  </a:lnTo>
                  <a:lnTo>
                    <a:pt x="1772207" y="812069"/>
                  </a:lnTo>
                  <a:lnTo>
                    <a:pt x="1774351" y="812069"/>
                  </a:lnTo>
                  <a:lnTo>
                    <a:pt x="1778639" y="816357"/>
                  </a:lnTo>
                  <a:lnTo>
                    <a:pt x="1780782" y="816357"/>
                  </a:lnTo>
                  <a:lnTo>
                    <a:pt x="1785070" y="820644"/>
                  </a:lnTo>
                  <a:lnTo>
                    <a:pt x="1787214" y="820644"/>
                  </a:lnTo>
                  <a:lnTo>
                    <a:pt x="1791501" y="824932"/>
                  </a:lnTo>
                  <a:lnTo>
                    <a:pt x="1793645" y="824932"/>
                  </a:lnTo>
                  <a:lnTo>
                    <a:pt x="1797933" y="829220"/>
                  </a:lnTo>
                  <a:lnTo>
                    <a:pt x="1800077" y="829220"/>
                  </a:lnTo>
                  <a:lnTo>
                    <a:pt x="1804364" y="833507"/>
                  </a:lnTo>
                  <a:lnTo>
                    <a:pt x="1806508" y="833507"/>
                  </a:lnTo>
                  <a:lnTo>
                    <a:pt x="1808652" y="835651"/>
                  </a:lnTo>
                  <a:lnTo>
                    <a:pt x="1810796" y="835651"/>
                  </a:lnTo>
                  <a:lnTo>
                    <a:pt x="1815083" y="839938"/>
                  </a:lnTo>
                  <a:lnTo>
                    <a:pt x="1817227" y="839938"/>
                  </a:lnTo>
                  <a:lnTo>
                    <a:pt x="1821515" y="844226"/>
                  </a:lnTo>
                  <a:lnTo>
                    <a:pt x="1823658" y="844226"/>
                  </a:lnTo>
                  <a:lnTo>
                    <a:pt x="1826941" y="847509"/>
                  </a:lnTo>
                  <a:lnTo>
                    <a:pt x="1826941" y="886820"/>
                  </a:lnTo>
                  <a:lnTo>
                    <a:pt x="1825079" y="887959"/>
                  </a:lnTo>
                  <a:lnTo>
                    <a:pt x="1820791" y="883672"/>
                  </a:lnTo>
                  <a:lnTo>
                    <a:pt x="1818648" y="883672"/>
                  </a:lnTo>
                  <a:lnTo>
                    <a:pt x="1814360" y="879384"/>
                  </a:lnTo>
                  <a:lnTo>
                    <a:pt x="1812216" y="879384"/>
                  </a:lnTo>
                  <a:lnTo>
                    <a:pt x="1810073" y="877241"/>
                  </a:lnTo>
                  <a:lnTo>
                    <a:pt x="1807929" y="877241"/>
                  </a:lnTo>
                  <a:lnTo>
                    <a:pt x="1803641" y="872953"/>
                  </a:lnTo>
                  <a:lnTo>
                    <a:pt x="1801497" y="872953"/>
                  </a:lnTo>
                  <a:lnTo>
                    <a:pt x="1797210" y="868665"/>
                  </a:lnTo>
                  <a:lnTo>
                    <a:pt x="1795066" y="868665"/>
                  </a:lnTo>
                  <a:lnTo>
                    <a:pt x="1792922" y="866522"/>
                  </a:lnTo>
                  <a:lnTo>
                    <a:pt x="1790778" y="866522"/>
                  </a:lnTo>
                  <a:lnTo>
                    <a:pt x="1786491" y="862234"/>
                  </a:lnTo>
                  <a:lnTo>
                    <a:pt x="1784347" y="862234"/>
                  </a:lnTo>
                  <a:lnTo>
                    <a:pt x="1780059" y="857946"/>
                  </a:lnTo>
                  <a:lnTo>
                    <a:pt x="1777916" y="857946"/>
                  </a:lnTo>
                  <a:lnTo>
                    <a:pt x="1775772" y="855803"/>
                  </a:lnTo>
                  <a:lnTo>
                    <a:pt x="1773628" y="855803"/>
                  </a:lnTo>
                  <a:lnTo>
                    <a:pt x="1769340" y="851515"/>
                  </a:lnTo>
                  <a:lnTo>
                    <a:pt x="1767197" y="851515"/>
                  </a:lnTo>
                  <a:lnTo>
                    <a:pt x="1762909" y="847227"/>
                  </a:lnTo>
                  <a:lnTo>
                    <a:pt x="1760765" y="847227"/>
                  </a:lnTo>
                  <a:lnTo>
                    <a:pt x="1758621" y="845084"/>
                  </a:lnTo>
                  <a:lnTo>
                    <a:pt x="1756478" y="845084"/>
                  </a:lnTo>
                  <a:lnTo>
                    <a:pt x="1752190" y="840796"/>
                  </a:lnTo>
                  <a:lnTo>
                    <a:pt x="1750046" y="840796"/>
                  </a:lnTo>
                  <a:lnTo>
                    <a:pt x="1745759" y="836508"/>
                  </a:lnTo>
                  <a:lnTo>
                    <a:pt x="1743615" y="836508"/>
                  </a:lnTo>
                  <a:lnTo>
                    <a:pt x="1741471" y="834365"/>
                  </a:lnTo>
                  <a:lnTo>
                    <a:pt x="1733619" y="834365"/>
                  </a:lnTo>
                  <a:lnTo>
                    <a:pt x="1728327" y="839657"/>
                  </a:lnTo>
                  <a:lnTo>
                    <a:pt x="1728327" y="863239"/>
                  </a:lnTo>
                  <a:lnTo>
                    <a:pt x="1726183" y="865382"/>
                  </a:lnTo>
                  <a:lnTo>
                    <a:pt x="1726183" y="895395"/>
                  </a:lnTo>
                  <a:lnTo>
                    <a:pt x="1724039" y="897539"/>
                  </a:lnTo>
                  <a:lnTo>
                    <a:pt x="1724039" y="927552"/>
                  </a:lnTo>
                  <a:lnTo>
                    <a:pt x="1721895" y="929696"/>
                  </a:lnTo>
                  <a:lnTo>
                    <a:pt x="1721895" y="936128"/>
                  </a:lnTo>
                  <a:lnTo>
                    <a:pt x="1720756" y="937267"/>
                  </a:lnTo>
                  <a:lnTo>
                    <a:pt x="1718612" y="937267"/>
                  </a:lnTo>
                  <a:lnTo>
                    <a:pt x="1715464" y="940415"/>
                  </a:lnTo>
                  <a:lnTo>
                    <a:pt x="1715464" y="948990"/>
                  </a:lnTo>
                  <a:lnTo>
                    <a:pt x="1713320" y="951134"/>
                  </a:lnTo>
                  <a:lnTo>
                    <a:pt x="1713320" y="981147"/>
                  </a:lnTo>
                  <a:lnTo>
                    <a:pt x="1711176" y="983291"/>
                  </a:lnTo>
                  <a:lnTo>
                    <a:pt x="1711176" y="1013304"/>
                  </a:lnTo>
                  <a:lnTo>
                    <a:pt x="1709033" y="1015448"/>
                  </a:lnTo>
                  <a:lnTo>
                    <a:pt x="1709033" y="1032598"/>
                  </a:lnTo>
                  <a:lnTo>
                    <a:pt x="1707170" y="1033737"/>
                  </a:lnTo>
                  <a:lnTo>
                    <a:pt x="1702883" y="1029450"/>
                  </a:lnTo>
                  <a:lnTo>
                    <a:pt x="1700739" y="1029450"/>
                  </a:lnTo>
                  <a:lnTo>
                    <a:pt x="1696451" y="1025162"/>
                  </a:lnTo>
                  <a:lnTo>
                    <a:pt x="1694308" y="1025162"/>
                  </a:lnTo>
                  <a:lnTo>
                    <a:pt x="1692164" y="1023018"/>
                  </a:lnTo>
                  <a:lnTo>
                    <a:pt x="1690020" y="1023018"/>
                  </a:lnTo>
                  <a:lnTo>
                    <a:pt x="1685732" y="1018731"/>
                  </a:lnTo>
                  <a:lnTo>
                    <a:pt x="1683589" y="1018731"/>
                  </a:lnTo>
                  <a:lnTo>
                    <a:pt x="1679301" y="1014443"/>
                  </a:lnTo>
                  <a:lnTo>
                    <a:pt x="1677157" y="1014443"/>
                  </a:lnTo>
                  <a:lnTo>
                    <a:pt x="1675013" y="1012300"/>
                  </a:lnTo>
                  <a:lnTo>
                    <a:pt x="1672870" y="1012300"/>
                  </a:lnTo>
                  <a:lnTo>
                    <a:pt x="1668582" y="1008012"/>
                  </a:lnTo>
                  <a:lnTo>
                    <a:pt x="1666438" y="1008012"/>
                  </a:lnTo>
                  <a:lnTo>
                    <a:pt x="1662151" y="1003724"/>
                  </a:lnTo>
                  <a:lnTo>
                    <a:pt x="1660007" y="1003724"/>
                  </a:lnTo>
                  <a:lnTo>
                    <a:pt x="1657863" y="1001581"/>
                  </a:lnTo>
                  <a:lnTo>
                    <a:pt x="1655719" y="1001581"/>
                  </a:lnTo>
                  <a:lnTo>
                    <a:pt x="1651432" y="997293"/>
                  </a:lnTo>
                  <a:lnTo>
                    <a:pt x="1649288" y="997293"/>
                  </a:lnTo>
                  <a:lnTo>
                    <a:pt x="1645000" y="993005"/>
                  </a:lnTo>
                  <a:lnTo>
                    <a:pt x="1642857" y="993005"/>
                  </a:lnTo>
                  <a:lnTo>
                    <a:pt x="1640713" y="990862"/>
                  </a:lnTo>
                  <a:lnTo>
                    <a:pt x="1638569" y="990862"/>
                  </a:lnTo>
                  <a:lnTo>
                    <a:pt x="1634281" y="986574"/>
                  </a:lnTo>
                  <a:lnTo>
                    <a:pt x="1632138" y="986574"/>
                  </a:lnTo>
                  <a:lnTo>
                    <a:pt x="1627850" y="982286"/>
                  </a:lnTo>
                  <a:lnTo>
                    <a:pt x="1625706" y="982286"/>
                  </a:lnTo>
                  <a:lnTo>
                    <a:pt x="1623562" y="980143"/>
                  </a:lnTo>
                  <a:lnTo>
                    <a:pt x="1621419" y="980143"/>
                  </a:lnTo>
                  <a:lnTo>
                    <a:pt x="1617131" y="975855"/>
                  </a:lnTo>
                  <a:lnTo>
                    <a:pt x="1614987" y="975855"/>
                  </a:lnTo>
                  <a:lnTo>
                    <a:pt x="1610700" y="971567"/>
                  </a:lnTo>
                  <a:lnTo>
                    <a:pt x="1608556" y="971567"/>
                  </a:lnTo>
                  <a:lnTo>
                    <a:pt x="1606412" y="969424"/>
                  </a:lnTo>
                  <a:lnTo>
                    <a:pt x="1604268" y="969424"/>
                  </a:lnTo>
                  <a:lnTo>
                    <a:pt x="1599981" y="965136"/>
                  </a:lnTo>
                  <a:lnTo>
                    <a:pt x="1597837" y="965136"/>
                  </a:lnTo>
                  <a:lnTo>
                    <a:pt x="1593549" y="960848"/>
                  </a:lnTo>
                  <a:lnTo>
                    <a:pt x="1591406" y="960848"/>
                  </a:lnTo>
                  <a:lnTo>
                    <a:pt x="1589262" y="958705"/>
                  </a:lnTo>
                  <a:lnTo>
                    <a:pt x="1587118" y="958705"/>
                  </a:lnTo>
                  <a:lnTo>
                    <a:pt x="1582830" y="954417"/>
                  </a:lnTo>
                  <a:lnTo>
                    <a:pt x="1580687" y="954417"/>
                  </a:lnTo>
                  <a:lnTo>
                    <a:pt x="1576399" y="950129"/>
                  </a:lnTo>
                  <a:lnTo>
                    <a:pt x="1574255" y="950129"/>
                  </a:lnTo>
                  <a:lnTo>
                    <a:pt x="1572111" y="947986"/>
                  </a:lnTo>
                  <a:lnTo>
                    <a:pt x="1569968" y="947986"/>
                  </a:lnTo>
                  <a:lnTo>
                    <a:pt x="1565680" y="943698"/>
                  </a:lnTo>
                  <a:lnTo>
                    <a:pt x="1563536" y="943698"/>
                  </a:lnTo>
                  <a:lnTo>
                    <a:pt x="1559249" y="939411"/>
                  </a:lnTo>
                  <a:lnTo>
                    <a:pt x="1557105" y="939411"/>
                  </a:lnTo>
                  <a:lnTo>
                    <a:pt x="1554961" y="937267"/>
                  </a:lnTo>
                  <a:lnTo>
                    <a:pt x="1552817" y="937267"/>
                  </a:lnTo>
                  <a:lnTo>
                    <a:pt x="1548530" y="932979"/>
                  </a:lnTo>
                  <a:lnTo>
                    <a:pt x="1546386" y="932979"/>
                  </a:lnTo>
                  <a:lnTo>
                    <a:pt x="1542098" y="928692"/>
                  </a:lnTo>
                  <a:lnTo>
                    <a:pt x="1539954" y="928692"/>
                  </a:lnTo>
                  <a:lnTo>
                    <a:pt x="1537811" y="926548"/>
                  </a:lnTo>
                  <a:lnTo>
                    <a:pt x="1535667" y="926548"/>
                  </a:lnTo>
                  <a:lnTo>
                    <a:pt x="1531379" y="922260"/>
                  </a:lnTo>
                  <a:lnTo>
                    <a:pt x="1529236" y="922260"/>
                  </a:lnTo>
                  <a:lnTo>
                    <a:pt x="1524948" y="917973"/>
                  </a:lnTo>
                  <a:lnTo>
                    <a:pt x="1522804" y="917973"/>
                  </a:lnTo>
                  <a:lnTo>
                    <a:pt x="1518517" y="913685"/>
                  </a:lnTo>
                  <a:lnTo>
                    <a:pt x="1516373" y="913685"/>
                  </a:lnTo>
                  <a:lnTo>
                    <a:pt x="1514229" y="911541"/>
                  </a:lnTo>
                  <a:lnTo>
                    <a:pt x="1512085" y="911541"/>
                  </a:lnTo>
                  <a:lnTo>
                    <a:pt x="1507798" y="907254"/>
                  </a:lnTo>
                  <a:lnTo>
                    <a:pt x="1505654" y="907254"/>
                  </a:lnTo>
                  <a:lnTo>
                    <a:pt x="1501366" y="902966"/>
                  </a:lnTo>
                  <a:lnTo>
                    <a:pt x="1499222" y="902966"/>
                  </a:lnTo>
                  <a:lnTo>
                    <a:pt x="1497079" y="900822"/>
                  </a:lnTo>
                  <a:lnTo>
                    <a:pt x="1494935" y="900822"/>
                  </a:lnTo>
                  <a:lnTo>
                    <a:pt x="1490647" y="896535"/>
                  </a:lnTo>
                  <a:lnTo>
                    <a:pt x="1488503" y="896535"/>
                  </a:lnTo>
                  <a:lnTo>
                    <a:pt x="1484216" y="892247"/>
                  </a:lnTo>
                  <a:lnTo>
                    <a:pt x="1482072" y="892247"/>
                  </a:lnTo>
                  <a:lnTo>
                    <a:pt x="1479928" y="890103"/>
                  </a:lnTo>
                  <a:lnTo>
                    <a:pt x="1477784" y="890103"/>
                  </a:lnTo>
                  <a:lnTo>
                    <a:pt x="1473497" y="885816"/>
                  </a:lnTo>
                  <a:lnTo>
                    <a:pt x="1471353" y="885816"/>
                  </a:lnTo>
                  <a:lnTo>
                    <a:pt x="1467065" y="881528"/>
                  </a:lnTo>
                  <a:lnTo>
                    <a:pt x="1464922" y="881528"/>
                  </a:lnTo>
                  <a:lnTo>
                    <a:pt x="1462778" y="879384"/>
                  </a:lnTo>
                  <a:lnTo>
                    <a:pt x="1460634" y="879384"/>
                  </a:lnTo>
                  <a:lnTo>
                    <a:pt x="1456347" y="875097"/>
                  </a:lnTo>
                  <a:lnTo>
                    <a:pt x="1454203" y="875097"/>
                  </a:lnTo>
                  <a:lnTo>
                    <a:pt x="1449915" y="870809"/>
                  </a:lnTo>
                  <a:lnTo>
                    <a:pt x="1447771" y="870809"/>
                  </a:lnTo>
                  <a:lnTo>
                    <a:pt x="1445628" y="868665"/>
                  </a:lnTo>
                  <a:lnTo>
                    <a:pt x="1443484" y="868665"/>
                  </a:lnTo>
                  <a:lnTo>
                    <a:pt x="1439196" y="864378"/>
                  </a:lnTo>
                  <a:lnTo>
                    <a:pt x="1437052" y="864378"/>
                  </a:lnTo>
                  <a:lnTo>
                    <a:pt x="1432765" y="860090"/>
                  </a:lnTo>
                  <a:lnTo>
                    <a:pt x="1430621" y="860090"/>
                  </a:lnTo>
                  <a:lnTo>
                    <a:pt x="1428477" y="857946"/>
                  </a:lnTo>
                  <a:lnTo>
                    <a:pt x="1426333" y="857946"/>
                  </a:lnTo>
                  <a:lnTo>
                    <a:pt x="1422046" y="853659"/>
                  </a:lnTo>
                  <a:lnTo>
                    <a:pt x="1419902" y="853659"/>
                  </a:lnTo>
                  <a:lnTo>
                    <a:pt x="1415614" y="849371"/>
                  </a:lnTo>
                  <a:lnTo>
                    <a:pt x="1413471" y="849371"/>
                  </a:lnTo>
                  <a:lnTo>
                    <a:pt x="1411327" y="847227"/>
                  </a:lnTo>
                  <a:lnTo>
                    <a:pt x="1409183" y="847227"/>
                  </a:lnTo>
                  <a:lnTo>
                    <a:pt x="1404895" y="842940"/>
                  </a:lnTo>
                  <a:lnTo>
                    <a:pt x="1402752" y="842940"/>
                  </a:lnTo>
                  <a:lnTo>
                    <a:pt x="1398464" y="838652"/>
                  </a:lnTo>
                  <a:lnTo>
                    <a:pt x="1396320" y="838652"/>
                  </a:lnTo>
                  <a:lnTo>
                    <a:pt x="1394176" y="836508"/>
                  </a:lnTo>
                  <a:lnTo>
                    <a:pt x="1392033" y="836508"/>
                  </a:lnTo>
                  <a:lnTo>
                    <a:pt x="1387745" y="832221"/>
                  </a:lnTo>
                  <a:lnTo>
                    <a:pt x="1385601" y="832221"/>
                  </a:lnTo>
                  <a:lnTo>
                    <a:pt x="1381314" y="827933"/>
                  </a:lnTo>
                  <a:lnTo>
                    <a:pt x="1379170" y="827933"/>
                  </a:lnTo>
                  <a:lnTo>
                    <a:pt x="1377026" y="825789"/>
                  </a:lnTo>
                  <a:lnTo>
                    <a:pt x="1374882" y="825789"/>
                  </a:lnTo>
                  <a:lnTo>
                    <a:pt x="1370595" y="821502"/>
                  </a:lnTo>
                  <a:lnTo>
                    <a:pt x="1368451" y="821502"/>
                  </a:lnTo>
                  <a:lnTo>
                    <a:pt x="1364163" y="817214"/>
                  </a:lnTo>
                  <a:lnTo>
                    <a:pt x="1362020" y="817214"/>
                  </a:lnTo>
                  <a:lnTo>
                    <a:pt x="1359876" y="815070"/>
                  </a:lnTo>
                  <a:lnTo>
                    <a:pt x="1357732" y="815070"/>
                  </a:lnTo>
                  <a:lnTo>
                    <a:pt x="1353444" y="810783"/>
                  </a:lnTo>
                  <a:lnTo>
                    <a:pt x="1351301" y="810783"/>
                  </a:lnTo>
                  <a:lnTo>
                    <a:pt x="1347013" y="806495"/>
                  </a:lnTo>
                  <a:lnTo>
                    <a:pt x="1344869" y="806495"/>
                  </a:lnTo>
                  <a:lnTo>
                    <a:pt x="1342725" y="804352"/>
                  </a:lnTo>
                  <a:lnTo>
                    <a:pt x="1340582" y="804352"/>
                  </a:lnTo>
                  <a:lnTo>
                    <a:pt x="1336294" y="800064"/>
                  </a:lnTo>
                  <a:lnTo>
                    <a:pt x="1334150" y="800064"/>
                  </a:lnTo>
                  <a:lnTo>
                    <a:pt x="1332006" y="797920"/>
                  </a:lnTo>
                  <a:lnTo>
                    <a:pt x="1329863" y="797920"/>
                  </a:lnTo>
                  <a:lnTo>
                    <a:pt x="1327719" y="795776"/>
                  </a:lnTo>
                  <a:lnTo>
                    <a:pt x="1324154" y="795776"/>
                  </a:lnTo>
                  <a:lnTo>
                    <a:pt x="1322011" y="797920"/>
                  </a:lnTo>
                  <a:lnTo>
                    <a:pt x="1319867" y="797920"/>
                  </a:lnTo>
                  <a:lnTo>
                    <a:pt x="1318433" y="799354"/>
                  </a:lnTo>
                  <a:lnTo>
                    <a:pt x="1317000" y="797920"/>
                  </a:lnTo>
                  <a:lnTo>
                    <a:pt x="1314856" y="797920"/>
                  </a:lnTo>
                  <a:lnTo>
                    <a:pt x="1310569" y="793633"/>
                  </a:lnTo>
                  <a:lnTo>
                    <a:pt x="1308425" y="793633"/>
                  </a:lnTo>
                  <a:lnTo>
                    <a:pt x="1306281" y="791489"/>
                  </a:lnTo>
                  <a:lnTo>
                    <a:pt x="1304137" y="791489"/>
                  </a:lnTo>
                  <a:lnTo>
                    <a:pt x="1299850" y="787201"/>
                  </a:lnTo>
                  <a:lnTo>
                    <a:pt x="1297706" y="787201"/>
                  </a:lnTo>
                  <a:lnTo>
                    <a:pt x="1293418" y="782914"/>
                  </a:lnTo>
                  <a:lnTo>
                    <a:pt x="1291274" y="782914"/>
                  </a:lnTo>
                  <a:lnTo>
                    <a:pt x="1289131" y="780770"/>
                  </a:lnTo>
                  <a:lnTo>
                    <a:pt x="1286987" y="780770"/>
                  </a:lnTo>
                  <a:lnTo>
                    <a:pt x="1282699" y="776482"/>
                  </a:lnTo>
                  <a:lnTo>
                    <a:pt x="1280555" y="776482"/>
                  </a:lnTo>
                  <a:lnTo>
                    <a:pt x="1276268" y="772195"/>
                  </a:lnTo>
                  <a:lnTo>
                    <a:pt x="1274124" y="772195"/>
                  </a:lnTo>
                  <a:lnTo>
                    <a:pt x="1271980" y="770051"/>
                  </a:lnTo>
                  <a:lnTo>
                    <a:pt x="1269836" y="770051"/>
                  </a:lnTo>
                  <a:lnTo>
                    <a:pt x="1265549" y="765763"/>
                  </a:lnTo>
                  <a:lnTo>
                    <a:pt x="1263405" y="765763"/>
                  </a:lnTo>
                  <a:lnTo>
                    <a:pt x="1259117" y="761476"/>
                  </a:lnTo>
                  <a:lnTo>
                    <a:pt x="1256974" y="761476"/>
                  </a:lnTo>
                  <a:lnTo>
                    <a:pt x="1254830" y="759332"/>
                  </a:lnTo>
                  <a:lnTo>
                    <a:pt x="1252686" y="759332"/>
                  </a:lnTo>
                  <a:lnTo>
                    <a:pt x="1248398" y="755044"/>
                  </a:lnTo>
                  <a:lnTo>
                    <a:pt x="1246255" y="755044"/>
                  </a:lnTo>
                  <a:lnTo>
                    <a:pt x="1241967" y="750757"/>
                  </a:lnTo>
                  <a:lnTo>
                    <a:pt x="1239823" y="750757"/>
                  </a:lnTo>
                  <a:lnTo>
                    <a:pt x="1237680" y="748613"/>
                  </a:lnTo>
                  <a:lnTo>
                    <a:pt x="1235536" y="748613"/>
                  </a:lnTo>
                  <a:lnTo>
                    <a:pt x="1231248" y="744325"/>
                  </a:lnTo>
                  <a:lnTo>
                    <a:pt x="1229104" y="744325"/>
                  </a:lnTo>
                  <a:lnTo>
                    <a:pt x="1224817" y="740038"/>
                  </a:lnTo>
                  <a:lnTo>
                    <a:pt x="1222673" y="740038"/>
                  </a:lnTo>
                  <a:lnTo>
                    <a:pt x="1220529" y="737894"/>
                  </a:lnTo>
                  <a:lnTo>
                    <a:pt x="1218385" y="737894"/>
                  </a:lnTo>
                  <a:lnTo>
                    <a:pt x="1214098" y="733606"/>
                  </a:lnTo>
                  <a:lnTo>
                    <a:pt x="1211954" y="733606"/>
                  </a:lnTo>
                  <a:lnTo>
                    <a:pt x="1207666" y="729319"/>
                  </a:lnTo>
                  <a:lnTo>
                    <a:pt x="1205523" y="729319"/>
                  </a:lnTo>
                  <a:lnTo>
                    <a:pt x="1203379" y="727175"/>
                  </a:lnTo>
                  <a:lnTo>
                    <a:pt x="1201235" y="727175"/>
                  </a:lnTo>
                  <a:lnTo>
                    <a:pt x="1196947" y="722887"/>
                  </a:lnTo>
                  <a:lnTo>
                    <a:pt x="1194804" y="722887"/>
                  </a:lnTo>
                  <a:lnTo>
                    <a:pt x="1190516" y="718600"/>
                  </a:lnTo>
                  <a:lnTo>
                    <a:pt x="1188372" y="718600"/>
                  </a:lnTo>
                  <a:lnTo>
                    <a:pt x="1186228" y="716456"/>
                  </a:lnTo>
                  <a:lnTo>
                    <a:pt x="1184085" y="716456"/>
                  </a:lnTo>
                  <a:lnTo>
                    <a:pt x="1179797" y="712168"/>
                  </a:lnTo>
                  <a:lnTo>
                    <a:pt x="1177653" y="712168"/>
                  </a:lnTo>
                  <a:lnTo>
                    <a:pt x="1173366" y="707881"/>
                  </a:lnTo>
                  <a:lnTo>
                    <a:pt x="1171222" y="707881"/>
                  </a:lnTo>
                  <a:lnTo>
                    <a:pt x="1169078" y="705737"/>
                  </a:lnTo>
                  <a:lnTo>
                    <a:pt x="1166934" y="705737"/>
                  </a:lnTo>
                  <a:lnTo>
                    <a:pt x="1162647" y="701449"/>
                  </a:lnTo>
                  <a:lnTo>
                    <a:pt x="1160503" y="701449"/>
                  </a:lnTo>
                  <a:lnTo>
                    <a:pt x="1156215" y="697162"/>
                  </a:lnTo>
                  <a:lnTo>
                    <a:pt x="1154072" y="697162"/>
                  </a:lnTo>
                  <a:lnTo>
                    <a:pt x="1151928" y="695018"/>
                  </a:lnTo>
                  <a:lnTo>
                    <a:pt x="1149784" y="695018"/>
                  </a:lnTo>
                  <a:lnTo>
                    <a:pt x="1145496" y="690730"/>
                  </a:lnTo>
                  <a:lnTo>
                    <a:pt x="1143353" y="690730"/>
                  </a:lnTo>
                  <a:lnTo>
                    <a:pt x="1139065" y="686443"/>
                  </a:lnTo>
                  <a:lnTo>
                    <a:pt x="1136921" y="686443"/>
                  </a:lnTo>
                  <a:lnTo>
                    <a:pt x="1134777" y="684299"/>
                  </a:lnTo>
                  <a:lnTo>
                    <a:pt x="1132634" y="684299"/>
                  </a:lnTo>
                  <a:lnTo>
                    <a:pt x="1128346" y="680011"/>
                  </a:lnTo>
                  <a:lnTo>
                    <a:pt x="1126202" y="680011"/>
                  </a:lnTo>
                  <a:lnTo>
                    <a:pt x="1121915" y="675724"/>
                  </a:lnTo>
                  <a:lnTo>
                    <a:pt x="1119771" y="675724"/>
                  </a:lnTo>
                  <a:lnTo>
                    <a:pt x="1117627" y="673580"/>
                  </a:lnTo>
                  <a:lnTo>
                    <a:pt x="1115483" y="673580"/>
                  </a:lnTo>
                  <a:lnTo>
                    <a:pt x="1111196" y="669292"/>
                  </a:lnTo>
                  <a:lnTo>
                    <a:pt x="1109052" y="669292"/>
                  </a:lnTo>
                  <a:lnTo>
                    <a:pt x="1104764" y="665005"/>
                  </a:lnTo>
                  <a:lnTo>
                    <a:pt x="1102621" y="665005"/>
                  </a:lnTo>
                  <a:lnTo>
                    <a:pt x="1100477" y="662861"/>
                  </a:lnTo>
                  <a:lnTo>
                    <a:pt x="1098333" y="662861"/>
                  </a:lnTo>
                  <a:lnTo>
                    <a:pt x="1094045" y="658574"/>
                  </a:lnTo>
                  <a:lnTo>
                    <a:pt x="1091902" y="658574"/>
                  </a:lnTo>
                  <a:lnTo>
                    <a:pt x="1087614" y="654286"/>
                  </a:lnTo>
                  <a:lnTo>
                    <a:pt x="1085470" y="654286"/>
                  </a:lnTo>
                  <a:lnTo>
                    <a:pt x="1083326" y="652142"/>
                  </a:lnTo>
                  <a:lnTo>
                    <a:pt x="1081183" y="652142"/>
                  </a:lnTo>
                  <a:lnTo>
                    <a:pt x="1076895" y="647855"/>
                  </a:lnTo>
                  <a:lnTo>
                    <a:pt x="1074751" y="647855"/>
                  </a:lnTo>
                  <a:lnTo>
                    <a:pt x="1070464" y="643567"/>
                  </a:lnTo>
                  <a:lnTo>
                    <a:pt x="1068320" y="643567"/>
                  </a:lnTo>
                  <a:lnTo>
                    <a:pt x="1066176" y="641423"/>
                  </a:lnTo>
                  <a:lnTo>
                    <a:pt x="1064032" y="641423"/>
                  </a:lnTo>
                  <a:lnTo>
                    <a:pt x="1059745" y="637136"/>
                  </a:lnTo>
                  <a:lnTo>
                    <a:pt x="1057601" y="637136"/>
                  </a:lnTo>
                  <a:lnTo>
                    <a:pt x="1053313" y="632848"/>
                  </a:lnTo>
                  <a:lnTo>
                    <a:pt x="1051169" y="632848"/>
                  </a:lnTo>
                  <a:lnTo>
                    <a:pt x="1049026" y="630704"/>
                  </a:lnTo>
                  <a:lnTo>
                    <a:pt x="1046882" y="630704"/>
                  </a:lnTo>
                  <a:lnTo>
                    <a:pt x="1042594" y="626417"/>
                  </a:lnTo>
                  <a:lnTo>
                    <a:pt x="1040450" y="626417"/>
                  </a:lnTo>
                  <a:lnTo>
                    <a:pt x="1036163" y="622129"/>
                  </a:lnTo>
                  <a:lnTo>
                    <a:pt x="1034019" y="622129"/>
                  </a:lnTo>
                  <a:lnTo>
                    <a:pt x="1031875" y="619985"/>
                  </a:lnTo>
                  <a:lnTo>
                    <a:pt x="1029732" y="619985"/>
                  </a:lnTo>
                  <a:lnTo>
                    <a:pt x="1025444" y="615698"/>
                  </a:lnTo>
                  <a:lnTo>
                    <a:pt x="1023300" y="615698"/>
                  </a:lnTo>
                  <a:lnTo>
                    <a:pt x="1019013" y="611410"/>
                  </a:lnTo>
                  <a:lnTo>
                    <a:pt x="1016869" y="611410"/>
                  </a:lnTo>
                  <a:lnTo>
                    <a:pt x="1014725" y="609266"/>
                  </a:lnTo>
                  <a:lnTo>
                    <a:pt x="1012581" y="609266"/>
                  </a:lnTo>
                  <a:lnTo>
                    <a:pt x="1008294" y="604979"/>
                  </a:lnTo>
                  <a:lnTo>
                    <a:pt x="1006150" y="604979"/>
                  </a:lnTo>
                  <a:lnTo>
                    <a:pt x="1001862" y="600691"/>
                  </a:lnTo>
                  <a:lnTo>
                    <a:pt x="999718" y="600691"/>
                  </a:lnTo>
                  <a:lnTo>
                    <a:pt x="997575" y="598547"/>
                  </a:lnTo>
                  <a:lnTo>
                    <a:pt x="995431" y="598547"/>
                  </a:lnTo>
                  <a:lnTo>
                    <a:pt x="991143" y="594260"/>
                  </a:lnTo>
                  <a:lnTo>
                    <a:pt x="988999" y="594260"/>
                  </a:lnTo>
                  <a:lnTo>
                    <a:pt x="984712" y="589972"/>
                  </a:lnTo>
                  <a:lnTo>
                    <a:pt x="982568" y="589972"/>
                  </a:lnTo>
                  <a:lnTo>
                    <a:pt x="978280" y="585685"/>
                  </a:lnTo>
                  <a:lnTo>
                    <a:pt x="976137" y="585685"/>
                  </a:lnTo>
                  <a:lnTo>
                    <a:pt x="973993" y="583541"/>
                  </a:lnTo>
                  <a:lnTo>
                    <a:pt x="971849" y="583541"/>
                  </a:lnTo>
                  <a:lnTo>
                    <a:pt x="967561" y="579253"/>
                  </a:lnTo>
                  <a:lnTo>
                    <a:pt x="965418" y="579253"/>
                  </a:lnTo>
                  <a:lnTo>
                    <a:pt x="961130" y="574966"/>
                  </a:lnTo>
                  <a:lnTo>
                    <a:pt x="958986" y="574966"/>
                  </a:lnTo>
                  <a:lnTo>
                    <a:pt x="956843" y="572822"/>
                  </a:lnTo>
                  <a:lnTo>
                    <a:pt x="954699" y="572822"/>
                  </a:lnTo>
                  <a:lnTo>
                    <a:pt x="950411" y="568534"/>
                  </a:lnTo>
                  <a:lnTo>
                    <a:pt x="948267" y="568534"/>
                  </a:lnTo>
                  <a:lnTo>
                    <a:pt x="943980" y="564247"/>
                  </a:lnTo>
                  <a:lnTo>
                    <a:pt x="941836" y="564247"/>
                  </a:lnTo>
                  <a:lnTo>
                    <a:pt x="939692" y="562103"/>
                  </a:lnTo>
                  <a:lnTo>
                    <a:pt x="937548" y="562103"/>
                  </a:lnTo>
                  <a:lnTo>
                    <a:pt x="933261" y="557815"/>
                  </a:lnTo>
                  <a:lnTo>
                    <a:pt x="931117" y="557815"/>
                  </a:lnTo>
                  <a:lnTo>
                    <a:pt x="926829" y="553528"/>
                  </a:lnTo>
                  <a:lnTo>
                    <a:pt x="924686" y="553528"/>
                  </a:lnTo>
                  <a:lnTo>
                    <a:pt x="922542" y="551384"/>
                  </a:lnTo>
                  <a:lnTo>
                    <a:pt x="920398" y="551384"/>
                  </a:lnTo>
                  <a:lnTo>
                    <a:pt x="917115" y="548101"/>
                  </a:lnTo>
                  <a:lnTo>
                    <a:pt x="917115" y="545234"/>
                  </a:lnTo>
                  <a:lnTo>
                    <a:pt x="919259" y="543090"/>
                  </a:lnTo>
                  <a:lnTo>
                    <a:pt x="919259" y="525940"/>
                  </a:lnTo>
                  <a:lnTo>
                    <a:pt x="921403" y="523796"/>
                  </a:lnTo>
                  <a:lnTo>
                    <a:pt x="921403" y="504502"/>
                  </a:lnTo>
                  <a:close/>
                  <a:moveTo>
                    <a:pt x="1667443" y="849653"/>
                  </a:moveTo>
                  <a:lnTo>
                    <a:pt x="1667872" y="849224"/>
                  </a:lnTo>
                  <a:lnTo>
                    <a:pt x="1669734" y="851086"/>
                  </a:lnTo>
                  <a:lnTo>
                    <a:pt x="1667872" y="852948"/>
                  </a:lnTo>
                  <a:lnTo>
                    <a:pt x="1667443" y="849653"/>
                  </a:lnTo>
                  <a:close/>
                  <a:moveTo>
                    <a:pt x="394458" y="171785"/>
                  </a:moveTo>
                  <a:lnTo>
                    <a:pt x="398035" y="175362"/>
                  </a:lnTo>
                  <a:lnTo>
                    <a:pt x="400179" y="175362"/>
                  </a:lnTo>
                  <a:lnTo>
                    <a:pt x="404467" y="179650"/>
                  </a:lnTo>
                  <a:lnTo>
                    <a:pt x="406610" y="179650"/>
                  </a:lnTo>
                  <a:lnTo>
                    <a:pt x="408754" y="181794"/>
                  </a:lnTo>
                  <a:lnTo>
                    <a:pt x="410898" y="181794"/>
                  </a:lnTo>
                  <a:lnTo>
                    <a:pt x="415186" y="186081"/>
                  </a:lnTo>
                  <a:lnTo>
                    <a:pt x="417329" y="186081"/>
                  </a:lnTo>
                  <a:lnTo>
                    <a:pt x="421617" y="190369"/>
                  </a:lnTo>
                  <a:lnTo>
                    <a:pt x="423761" y="190369"/>
                  </a:lnTo>
                  <a:lnTo>
                    <a:pt x="428048" y="194656"/>
                  </a:lnTo>
                  <a:lnTo>
                    <a:pt x="430192" y="194656"/>
                  </a:lnTo>
                  <a:lnTo>
                    <a:pt x="434480" y="198944"/>
                  </a:lnTo>
                  <a:lnTo>
                    <a:pt x="436624" y="198944"/>
                  </a:lnTo>
                  <a:lnTo>
                    <a:pt x="440911" y="203232"/>
                  </a:lnTo>
                  <a:lnTo>
                    <a:pt x="443055" y="203232"/>
                  </a:lnTo>
                  <a:lnTo>
                    <a:pt x="447343" y="207519"/>
                  </a:lnTo>
                  <a:lnTo>
                    <a:pt x="449486" y="207519"/>
                  </a:lnTo>
                  <a:lnTo>
                    <a:pt x="453774" y="211807"/>
                  </a:lnTo>
                  <a:lnTo>
                    <a:pt x="455918" y="211807"/>
                  </a:lnTo>
                  <a:lnTo>
                    <a:pt x="460205" y="216094"/>
                  </a:lnTo>
                  <a:lnTo>
                    <a:pt x="462349" y="216094"/>
                  </a:lnTo>
                  <a:lnTo>
                    <a:pt x="464493" y="218238"/>
                  </a:lnTo>
                  <a:lnTo>
                    <a:pt x="466637" y="218238"/>
                  </a:lnTo>
                  <a:lnTo>
                    <a:pt x="470924" y="222526"/>
                  </a:lnTo>
                  <a:lnTo>
                    <a:pt x="473068" y="222526"/>
                  </a:lnTo>
                  <a:lnTo>
                    <a:pt x="477356" y="226813"/>
                  </a:lnTo>
                  <a:lnTo>
                    <a:pt x="479499" y="226813"/>
                  </a:lnTo>
                  <a:lnTo>
                    <a:pt x="483787" y="231101"/>
                  </a:lnTo>
                  <a:lnTo>
                    <a:pt x="485931" y="231101"/>
                  </a:lnTo>
                  <a:lnTo>
                    <a:pt x="490218" y="235389"/>
                  </a:lnTo>
                  <a:lnTo>
                    <a:pt x="492362" y="235389"/>
                  </a:lnTo>
                  <a:lnTo>
                    <a:pt x="496650" y="239676"/>
                  </a:lnTo>
                  <a:lnTo>
                    <a:pt x="498794" y="239676"/>
                  </a:lnTo>
                  <a:lnTo>
                    <a:pt x="503081" y="243964"/>
                  </a:lnTo>
                  <a:lnTo>
                    <a:pt x="505225" y="243964"/>
                  </a:lnTo>
                  <a:lnTo>
                    <a:pt x="509513" y="248251"/>
                  </a:lnTo>
                  <a:lnTo>
                    <a:pt x="511656" y="248251"/>
                  </a:lnTo>
                  <a:lnTo>
                    <a:pt x="513800" y="250395"/>
                  </a:lnTo>
                  <a:lnTo>
                    <a:pt x="515944" y="250395"/>
                  </a:lnTo>
                  <a:lnTo>
                    <a:pt x="520232" y="254683"/>
                  </a:lnTo>
                  <a:lnTo>
                    <a:pt x="522375" y="254683"/>
                  </a:lnTo>
                  <a:lnTo>
                    <a:pt x="526663" y="258970"/>
                  </a:lnTo>
                  <a:lnTo>
                    <a:pt x="528807" y="258970"/>
                  </a:lnTo>
                  <a:lnTo>
                    <a:pt x="533094" y="263258"/>
                  </a:lnTo>
                  <a:lnTo>
                    <a:pt x="535238" y="263258"/>
                  </a:lnTo>
                  <a:lnTo>
                    <a:pt x="539526" y="267545"/>
                  </a:lnTo>
                  <a:lnTo>
                    <a:pt x="541669" y="267545"/>
                  </a:lnTo>
                  <a:lnTo>
                    <a:pt x="545957" y="271833"/>
                  </a:lnTo>
                  <a:lnTo>
                    <a:pt x="548101" y="271833"/>
                  </a:lnTo>
                  <a:lnTo>
                    <a:pt x="552388" y="276121"/>
                  </a:lnTo>
                  <a:lnTo>
                    <a:pt x="554532" y="276121"/>
                  </a:lnTo>
                  <a:lnTo>
                    <a:pt x="558820" y="280408"/>
                  </a:lnTo>
                  <a:lnTo>
                    <a:pt x="560964" y="280408"/>
                  </a:lnTo>
                  <a:lnTo>
                    <a:pt x="563107" y="282552"/>
                  </a:lnTo>
                  <a:lnTo>
                    <a:pt x="565251" y="282552"/>
                  </a:lnTo>
                  <a:lnTo>
                    <a:pt x="569539" y="286840"/>
                  </a:lnTo>
                  <a:lnTo>
                    <a:pt x="571683" y="286840"/>
                  </a:lnTo>
                  <a:lnTo>
                    <a:pt x="575970" y="291127"/>
                  </a:lnTo>
                  <a:lnTo>
                    <a:pt x="578114" y="291127"/>
                  </a:lnTo>
                  <a:lnTo>
                    <a:pt x="582402" y="295415"/>
                  </a:lnTo>
                  <a:lnTo>
                    <a:pt x="584545" y="295415"/>
                  </a:lnTo>
                  <a:lnTo>
                    <a:pt x="588833" y="299702"/>
                  </a:lnTo>
                  <a:lnTo>
                    <a:pt x="590977" y="299702"/>
                  </a:lnTo>
                  <a:lnTo>
                    <a:pt x="595264" y="303990"/>
                  </a:lnTo>
                  <a:lnTo>
                    <a:pt x="597408" y="303990"/>
                  </a:lnTo>
                  <a:lnTo>
                    <a:pt x="601696" y="308278"/>
                  </a:lnTo>
                  <a:lnTo>
                    <a:pt x="603840" y="308278"/>
                  </a:lnTo>
                  <a:lnTo>
                    <a:pt x="608127" y="312565"/>
                  </a:lnTo>
                  <a:lnTo>
                    <a:pt x="610271" y="312565"/>
                  </a:lnTo>
                  <a:lnTo>
                    <a:pt x="612415" y="314709"/>
                  </a:lnTo>
                  <a:lnTo>
                    <a:pt x="614558" y="314709"/>
                  </a:lnTo>
                  <a:lnTo>
                    <a:pt x="618846" y="318997"/>
                  </a:lnTo>
                  <a:lnTo>
                    <a:pt x="620990" y="318997"/>
                  </a:lnTo>
                  <a:lnTo>
                    <a:pt x="625277" y="323284"/>
                  </a:lnTo>
                  <a:lnTo>
                    <a:pt x="627421" y="323284"/>
                  </a:lnTo>
                  <a:lnTo>
                    <a:pt x="631709" y="327572"/>
                  </a:lnTo>
                  <a:lnTo>
                    <a:pt x="633853" y="327572"/>
                  </a:lnTo>
                  <a:lnTo>
                    <a:pt x="638140" y="331859"/>
                  </a:lnTo>
                  <a:lnTo>
                    <a:pt x="640284" y="331859"/>
                  </a:lnTo>
                  <a:lnTo>
                    <a:pt x="644572" y="336147"/>
                  </a:lnTo>
                  <a:lnTo>
                    <a:pt x="646715" y="336147"/>
                  </a:lnTo>
                  <a:lnTo>
                    <a:pt x="651003" y="340434"/>
                  </a:lnTo>
                  <a:lnTo>
                    <a:pt x="653147" y="340434"/>
                  </a:lnTo>
                  <a:lnTo>
                    <a:pt x="657434" y="344722"/>
                  </a:lnTo>
                  <a:lnTo>
                    <a:pt x="659578" y="344722"/>
                  </a:lnTo>
                  <a:lnTo>
                    <a:pt x="661722" y="346866"/>
                  </a:lnTo>
                  <a:lnTo>
                    <a:pt x="663866" y="346866"/>
                  </a:lnTo>
                  <a:lnTo>
                    <a:pt x="668153" y="351153"/>
                  </a:lnTo>
                  <a:lnTo>
                    <a:pt x="670297" y="351153"/>
                  </a:lnTo>
                  <a:lnTo>
                    <a:pt x="674585" y="355441"/>
                  </a:lnTo>
                  <a:lnTo>
                    <a:pt x="676729" y="355441"/>
                  </a:lnTo>
                  <a:lnTo>
                    <a:pt x="681016" y="359729"/>
                  </a:lnTo>
                  <a:lnTo>
                    <a:pt x="683160" y="359729"/>
                  </a:lnTo>
                  <a:lnTo>
                    <a:pt x="687447" y="364016"/>
                  </a:lnTo>
                  <a:lnTo>
                    <a:pt x="689591" y="364016"/>
                  </a:lnTo>
                  <a:lnTo>
                    <a:pt x="693879" y="368304"/>
                  </a:lnTo>
                  <a:lnTo>
                    <a:pt x="696023" y="368304"/>
                  </a:lnTo>
                  <a:lnTo>
                    <a:pt x="700310" y="372591"/>
                  </a:lnTo>
                  <a:lnTo>
                    <a:pt x="710306" y="372591"/>
                  </a:lnTo>
                  <a:lnTo>
                    <a:pt x="715598" y="367299"/>
                  </a:lnTo>
                  <a:lnTo>
                    <a:pt x="715598" y="358724"/>
                  </a:lnTo>
                  <a:lnTo>
                    <a:pt x="717742" y="356580"/>
                  </a:lnTo>
                  <a:lnTo>
                    <a:pt x="717742" y="345861"/>
                  </a:lnTo>
                  <a:lnTo>
                    <a:pt x="721025" y="342578"/>
                  </a:lnTo>
                  <a:lnTo>
                    <a:pt x="721748" y="342578"/>
                  </a:lnTo>
                  <a:lnTo>
                    <a:pt x="723892" y="344722"/>
                  </a:lnTo>
                  <a:lnTo>
                    <a:pt x="726036" y="344722"/>
                  </a:lnTo>
                  <a:lnTo>
                    <a:pt x="730323" y="349010"/>
                  </a:lnTo>
                  <a:lnTo>
                    <a:pt x="732467" y="349010"/>
                  </a:lnTo>
                  <a:lnTo>
                    <a:pt x="736755" y="353297"/>
                  </a:lnTo>
                  <a:lnTo>
                    <a:pt x="738899" y="353297"/>
                  </a:lnTo>
                  <a:lnTo>
                    <a:pt x="743186" y="357585"/>
                  </a:lnTo>
                  <a:lnTo>
                    <a:pt x="745330" y="357585"/>
                  </a:lnTo>
                  <a:lnTo>
                    <a:pt x="749618" y="361872"/>
                  </a:lnTo>
                  <a:lnTo>
                    <a:pt x="751761" y="361872"/>
                  </a:lnTo>
                  <a:lnTo>
                    <a:pt x="756049" y="366160"/>
                  </a:lnTo>
                  <a:lnTo>
                    <a:pt x="758193" y="366160"/>
                  </a:lnTo>
                  <a:lnTo>
                    <a:pt x="762480" y="370448"/>
                  </a:lnTo>
                  <a:lnTo>
                    <a:pt x="764624" y="370448"/>
                  </a:lnTo>
                  <a:lnTo>
                    <a:pt x="768912" y="374735"/>
                  </a:lnTo>
                  <a:lnTo>
                    <a:pt x="771055" y="374735"/>
                  </a:lnTo>
                  <a:lnTo>
                    <a:pt x="773199" y="376879"/>
                  </a:lnTo>
                  <a:lnTo>
                    <a:pt x="775343" y="376879"/>
                  </a:lnTo>
                  <a:lnTo>
                    <a:pt x="779631" y="381167"/>
                  </a:lnTo>
                  <a:lnTo>
                    <a:pt x="785339" y="381167"/>
                  </a:lnTo>
                  <a:lnTo>
                    <a:pt x="787483" y="379023"/>
                  </a:lnTo>
                  <a:lnTo>
                    <a:pt x="790631" y="379023"/>
                  </a:lnTo>
                  <a:lnTo>
                    <a:pt x="790631" y="373731"/>
                  </a:lnTo>
                  <a:lnTo>
                    <a:pt x="792775" y="371587"/>
                  </a:lnTo>
                  <a:lnTo>
                    <a:pt x="792775" y="365155"/>
                  </a:lnTo>
                  <a:lnTo>
                    <a:pt x="794919" y="363012"/>
                  </a:lnTo>
                  <a:lnTo>
                    <a:pt x="794919" y="356580"/>
                  </a:lnTo>
                  <a:lnTo>
                    <a:pt x="796781" y="355441"/>
                  </a:lnTo>
                  <a:lnTo>
                    <a:pt x="801069" y="359729"/>
                  </a:lnTo>
                  <a:lnTo>
                    <a:pt x="803212" y="359729"/>
                  </a:lnTo>
                  <a:lnTo>
                    <a:pt x="807500" y="364016"/>
                  </a:lnTo>
                  <a:lnTo>
                    <a:pt x="809644" y="364016"/>
                  </a:lnTo>
                  <a:lnTo>
                    <a:pt x="813931" y="368304"/>
                  </a:lnTo>
                  <a:lnTo>
                    <a:pt x="816075" y="368304"/>
                  </a:lnTo>
                  <a:lnTo>
                    <a:pt x="820363" y="372591"/>
                  </a:lnTo>
                  <a:lnTo>
                    <a:pt x="822507" y="372591"/>
                  </a:lnTo>
                  <a:lnTo>
                    <a:pt x="826794" y="376879"/>
                  </a:lnTo>
                  <a:lnTo>
                    <a:pt x="828938" y="376879"/>
                  </a:lnTo>
                  <a:lnTo>
                    <a:pt x="833225" y="381167"/>
                  </a:lnTo>
                  <a:lnTo>
                    <a:pt x="835369" y="381167"/>
                  </a:lnTo>
                  <a:lnTo>
                    <a:pt x="837513" y="383310"/>
                  </a:lnTo>
                  <a:lnTo>
                    <a:pt x="839657" y="383310"/>
                  </a:lnTo>
                  <a:lnTo>
                    <a:pt x="843944" y="387598"/>
                  </a:lnTo>
                  <a:lnTo>
                    <a:pt x="846088" y="387598"/>
                  </a:lnTo>
                  <a:lnTo>
                    <a:pt x="850376" y="391886"/>
                  </a:lnTo>
                  <a:lnTo>
                    <a:pt x="852520" y="391886"/>
                  </a:lnTo>
                  <a:lnTo>
                    <a:pt x="856807" y="396173"/>
                  </a:lnTo>
                  <a:lnTo>
                    <a:pt x="858951" y="396173"/>
                  </a:lnTo>
                  <a:lnTo>
                    <a:pt x="863239" y="400461"/>
                  </a:lnTo>
                  <a:lnTo>
                    <a:pt x="865382" y="400461"/>
                  </a:lnTo>
                  <a:lnTo>
                    <a:pt x="869670" y="404748"/>
                  </a:lnTo>
                  <a:lnTo>
                    <a:pt x="871814" y="404748"/>
                  </a:lnTo>
                  <a:lnTo>
                    <a:pt x="876101" y="409036"/>
                  </a:lnTo>
                  <a:lnTo>
                    <a:pt x="878245" y="409036"/>
                  </a:lnTo>
                  <a:lnTo>
                    <a:pt x="882533" y="413323"/>
                  </a:lnTo>
                  <a:lnTo>
                    <a:pt x="884677" y="413323"/>
                  </a:lnTo>
                  <a:lnTo>
                    <a:pt x="886820" y="415467"/>
                  </a:lnTo>
                  <a:lnTo>
                    <a:pt x="888964" y="415467"/>
                  </a:lnTo>
                  <a:lnTo>
                    <a:pt x="893252" y="419755"/>
                  </a:lnTo>
                  <a:lnTo>
                    <a:pt x="895395" y="419755"/>
                  </a:lnTo>
                  <a:lnTo>
                    <a:pt x="899683" y="424042"/>
                  </a:lnTo>
                  <a:lnTo>
                    <a:pt x="901827" y="424042"/>
                  </a:lnTo>
                  <a:lnTo>
                    <a:pt x="906114" y="428330"/>
                  </a:lnTo>
                  <a:lnTo>
                    <a:pt x="908258" y="428330"/>
                  </a:lnTo>
                  <a:lnTo>
                    <a:pt x="912546" y="432618"/>
                  </a:lnTo>
                  <a:lnTo>
                    <a:pt x="914690" y="432618"/>
                  </a:lnTo>
                  <a:lnTo>
                    <a:pt x="918977" y="436905"/>
                  </a:lnTo>
                  <a:lnTo>
                    <a:pt x="921121" y="436905"/>
                  </a:lnTo>
                  <a:lnTo>
                    <a:pt x="925409" y="441193"/>
                  </a:lnTo>
                  <a:lnTo>
                    <a:pt x="927552" y="441193"/>
                  </a:lnTo>
                  <a:lnTo>
                    <a:pt x="931840" y="445480"/>
                  </a:lnTo>
                  <a:lnTo>
                    <a:pt x="933984" y="445480"/>
                  </a:lnTo>
                  <a:lnTo>
                    <a:pt x="936128" y="447624"/>
                  </a:lnTo>
                  <a:lnTo>
                    <a:pt x="938271" y="447624"/>
                  </a:lnTo>
                  <a:lnTo>
                    <a:pt x="942559" y="451912"/>
                  </a:lnTo>
                  <a:lnTo>
                    <a:pt x="944703" y="451912"/>
                  </a:lnTo>
                  <a:lnTo>
                    <a:pt x="948990" y="456199"/>
                  </a:lnTo>
                  <a:lnTo>
                    <a:pt x="951134" y="456199"/>
                  </a:lnTo>
                  <a:lnTo>
                    <a:pt x="955422" y="460487"/>
                  </a:lnTo>
                  <a:lnTo>
                    <a:pt x="957566" y="460487"/>
                  </a:lnTo>
                  <a:lnTo>
                    <a:pt x="961853" y="464775"/>
                  </a:lnTo>
                  <a:lnTo>
                    <a:pt x="963997" y="464775"/>
                  </a:lnTo>
                  <a:lnTo>
                    <a:pt x="968284" y="469062"/>
                  </a:lnTo>
                  <a:lnTo>
                    <a:pt x="970428" y="469062"/>
                  </a:lnTo>
                  <a:lnTo>
                    <a:pt x="974716" y="473350"/>
                  </a:lnTo>
                  <a:lnTo>
                    <a:pt x="976860" y="473350"/>
                  </a:lnTo>
                  <a:lnTo>
                    <a:pt x="981147" y="477637"/>
                  </a:lnTo>
                  <a:lnTo>
                    <a:pt x="983291" y="477637"/>
                  </a:lnTo>
                  <a:lnTo>
                    <a:pt x="985435" y="479781"/>
                  </a:lnTo>
                  <a:lnTo>
                    <a:pt x="987579" y="479781"/>
                  </a:lnTo>
                  <a:lnTo>
                    <a:pt x="991866" y="484069"/>
                  </a:lnTo>
                  <a:lnTo>
                    <a:pt x="994010" y="484069"/>
                  </a:lnTo>
                  <a:lnTo>
                    <a:pt x="998298" y="488356"/>
                  </a:lnTo>
                  <a:lnTo>
                    <a:pt x="1000441" y="488356"/>
                  </a:lnTo>
                  <a:lnTo>
                    <a:pt x="1004729" y="492644"/>
                  </a:lnTo>
                  <a:lnTo>
                    <a:pt x="1006873" y="492644"/>
                  </a:lnTo>
                  <a:lnTo>
                    <a:pt x="1011160" y="496931"/>
                  </a:lnTo>
                  <a:lnTo>
                    <a:pt x="1013304" y="496931"/>
                  </a:lnTo>
                  <a:lnTo>
                    <a:pt x="1017592" y="501219"/>
                  </a:lnTo>
                  <a:lnTo>
                    <a:pt x="1019736" y="501219"/>
                  </a:lnTo>
                  <a:lnTo>
                    <a:pt x="1024023" y="505507"/>
                  </a:lnTo>
                  <a:lnTo>
                    <a:pt x="1026167" y="505507"/>
                  </a:lnTo>
                  <a:lnTo>
                    <a:pt x="1030455" y="509794"/>
                  </a:lnTo>
                  <a:lnTo>
                    <a:pt x="1032598" y="509794"/>
                  </a:lnTo>
                  <a:lnTo>
                    <a:pt x="1034742" y="511938"/>
                  </a:lnTo>
                  <a:lnTo>
                    <a:pt x="1036886" y="511938"/>
                  </a:lnTo>
                  <a:lnTo>
                    <a:pt x="1041173" y="516226"/>
                  </a:lnTo>
                  <a:lnTo>
                    <a:pt x="1043317" y="516226"/>
                  </a:lnTo>
                  <a:lnTo>
                    <a:pt x="1047605" y="520513"/>
                  </a:lnTo>
                  <a:lnTo>
                    <a:pt x="1049749" y="520513"/>
                  </a:lnTo>
                  <a:lnTo>
                    <a:pt x="1054036" y="524801"/>
                  </a:lnTo>
                  <a:lnTo>
                    <a:pt x="1056180" y="524801"/>
                  </a:lnTo>
                  <a:lnTo>
                    <a:pt x="1060468" y="529088"/>
                  </a:lnTo>
                  <a:lnTo>
                    <a:pt x="1062611" y="529088"/>
                  </a:lnTo>
                  <a:lnTo>
                    <a:pt x="1066899" y="533376"/>
                  </a:lnTo>
                  <a:lnTo>
                    <a:pt x="1069043" y="533376"/>
                  </a:lnTo>
                  <a:lnTo>
                    <a:pt x="1073330" y="537664"/>
                  </a:lnTo>
                  <a:lnTo>
                    <a:pt x="1075474" y="537664"/>
                  </a:lnTo>
                  <a:lnTo>
                    <a:pt x="1079762" y="541951"/>
                  </a:lnTo>
                  <a:lnTo>
                    <a:pt x="1081906" y="541951"/>
                  </a:lnTo>
                  <a:lnTo>
                    <a:pt x="1084049" y="544095"/>
                  </a:lnTo>
                  <a:lnTo>
                    <a:pt x="1086193" y="544095"/>
                  </a:lnTo>
                  <a:lnTo>
                    <a:pt x="1090481" y="548383"/>
                  </a:lnTo>
                  <a:lnTo>
                    <a:pt x="1092625" y="548383"/>
                  </a:lnTo>
                  <a:lnTo>
                    <a:pt x="1096912" y="552670"/>
                  </a:lnTo>
                  <a:lnTo>
                    <a:pt x="1099056" y="552670"/>
                  </a:lnTo>
                  <a:lnTo>
                    <a:pt x="1103344" y="556958"/>
                  </a:lnTo>
                  <a:lnTo>
                    <a:pt x="1105487" y="556958"/>
                  </a:lnTo>
                  <a:lnTo>
                    <a:pt x="1109775" y="561245"/>
                  </a:lnTo>
                  <a:lnTo>
                    <a:pt x="1111919" y="561245"/>
                  </a:lnTo>
                  <a:lnTo>
                    <a:pt x="1116206" y="565533"/>
                  </a:lnTo>
                  <a:lnTo>
                    <a:pt x="1118350" y="565533"/>
                  </a:lnTo>
                  <a:lnTo>
                    <a:pt x="1122638" y="569820"/>
                  </a:lnTo>
                  <a:lnTo>
                    <a:pt x="1124781" y="569820"/>
                  </a:lnTo>
                  <a:lnTo>
                    <a:pt x="1129069" y="574108"/>
                  </a:lnTo>
                  <a:lnTo>
                    <a:pt x="1131213" y="574108"/>
                  </a:lnTo>
                  <a:lnTo>
                    <a:pt x="1133357" y="576252"/>
                  </a:lnTo>
                  <a:lnTo>
                    <a:pt x="1135500" y="576252"/>
                  </a:lnTo>
                  <a:lnTo>
                    <a:pt x="1139788" y="580539"/>
                  </a:lnTo>
                  <a:lnTo>
                    <a:pt x="1141932" y="580539"/>
                  </a:lnTo>
                  <a:lnTo>
                    <a:pt x="1146219" y="584827"/>
                  </a:lnTo>
                  <a:lnTo>
                    <a:pt x="1148363" y="584827"/>
                  </a:lnTo>
                  <a:lnTo>
                    <a:pt x="1152651" y="589115"/>
                  </a:lnTo>
                  <a:lnTo>
                    <a:pt x="1154795" y="589115"/>
                  </a:lnTo>
                  <a:lnTo>
                    <a:pt x="1159082" y="593402"/>
                  </a:lnTo>
                  <a:lnTo>
                    <a:pt x="1161226" y="593402"/>
                  </a:lnTo>
                  <a:lnTo>
                    <a:pt x="1165514" y="597690"/>
                  </a:lnTo>
                  <a:lnTo>
                    <a:pt x="1167657" y="597690"/>
                  </a:lnTo>
                  <a:lnTo>
                    <a:pt x="1171945" y="601977"/>
                  </a:lnTo>
                  <a:lnTo>
                    <a:pt x="1174089" y="601977"/>
                  </a:lnTo>
                  <a:lnTo>
                    <a:pt x="1178376" y="606265"/>
                  </a:lnTo>
                  <a:lnTo>
                    <a:pt x="1180520" y="606265"/>
                  </a:lnTo>
                  <a:lnTo>
                    <a:pt x="1182664" y="608409"/>
                  </a:lnTo>
                  <a:lnTo>
                    <a:pt x="1184808" y="608409"/>
                  </a:lnTo>
                  <a:lnTo>
                    <a:pt x="1189095" y="612696"/>
                  </a:lnTo>
                  <a:lnTo>
                    <a:pt x="1191239" y="612696"/>
                  </a:lnTo>
                  <a:lnTo>
                    <a:pt x="1195527" y="616984"/>
                  </a:lnTo>
                  <a:lnTo>
                    <a:pt x="1197670" y="616984"/>
                  </a:lnTo>
                  <a:lnTo>
                    <a:pt x="1201958" y="621271"/>
                  </a:lnTo>
                  <a:lnTo>
                    <a:pt x="1204102" y="621271"/>
                  </a:lnTo>
                  <a:lnTo>
                    <a:pt x="1208389" y="625559"/>
                  </a:lnTo>
                  <a:lnTo>
                    <a:pt x="1210533" y="625559"/>
                  </a:lnTo>
                  <a:lnTo>
                    <a:pt x="1214821" y="629847"/>
                  </a:lnTo>
                  <a:lnTo>
                    <a:pt x="1216965" y="629847"/>
                  </a:lnTo>
                  <a:lnTo>
                    <a:pt x="1221252" y="634134"/>
                  </a:lnTo>
                  <a:lnTo>
                    <a:pt x="1223396" y="634134"/>
                  </a:lnTo>
                  <a:lnTo>
                    <a:pt x="1227684" y="638422"/>
                  </a:lnTo>
                  <a:lnTo>
                    <a:pt x="1229827" y="638422"/>
                  </a:lnTo>
                  <a:lnTo>
                    <a:pt x="1231971" y="640566"/>
                  </a:lnTo>
                  <a:lnTo>
                    <a:pt x="1234115" y="640566"/>
                  </a:lnTo>
                  <a:lnTo>
                    <a:pt x="1238403" y="644853"/>
                  </a:lnTo>
                  <a:lnTo>
                    <a:pt x="1240546" y="644853"/>
                  </a:lnTo>
                  <a:lnTo>
                    <a:pt x="1244834" y="649141"/>
                  </a:lnTo>
                  <a:lnTo>
                    <a:pt x="1246978" y="649141"/>
                  </a:lnTo>
                  <a:lnTo>
                    <a:pt x="1251265" y="653428"/>
                  </a:lnTo>
                  <a:lnTo>
                    <a:pt x="1253409" y="653428"/>
                  </a:lnTo>
                  <a:lnTo>
                    <a:pt x="1257697" y="657716"/>
                  </a:lnTo>
                  <a:lnTo>
                    <a:pt x="1259840" y="657716"/>
                  </a:lnTo>
                  <a:lnTo>
                    <a:pt x="1264128" y="662004"/>
                  </a:lnTo>
                  <a:lnTo>
                    <a:pt x="1266272" y="662004"/>
                  </a:lnTo>
                  <a:lnTo>
                    <a:pt x="1270559" y="666291"/>
                  </a:lnTo>
                  <a:lnTo>
                    <a:pt x="1272703" y="666291"/>
                  </a:lnTo>
                  <a:lnTo>
                    <a:pt x="1276991" y="670579"/>
                  </a:lnTo>
                  <a:lnTo>
                    <a:pt x="1279135" y="670579"/>
                  </a:lnTo>
                  <a:lnTo>
                    <a:pt x="1283422" y="674866"/>
                  </a:lnTo>
                  <a:lnTo>
                    <a:pt x="1285566" y="674866"/>
                  </a:lnTo>
                  <a:lnTo>
                    <a:pt x="1287710" y="677010"/>
                  </a:lnTo>
                  <a:lnTo>
                    <a:pt x="1289854" y="677010"/>
                  </a:lnTo>
                  <a:lnTo>
                    <a:pt x="1294141" y="681298"/>
                  </a:lnTo>
                  <a:lnTo>
                    <a:pt x="1296285" y="681298"/>
                  </a:lnTo>
                  <a:lnTo>
                    <a:pt x="1300573" y="685585"/>
                  </a:lnTo>
                  <a:lnTo>
                    <a:pt x="1302716" y="685585"/>
                  </a:lnTo>
                  <a:lnTo>
                    <a:pt x="1307004" y="689873"/>
                  </a:lnTo>
                  <a:lnTo>
                    <a:pt x="1309148" y="689873"/>
                  </a:lnTo>
                  <a:lnTo>
                    <a:pt x="1313435" y="694160"/>
                  </a:lnTo>
                  <a:lnTo>
                    <a:pt x="1315579" y="694160"/>
                  </a:lnTo>
                  <a:lnTo>
                    <a:pt x="1318433" y="697015"/>
                  </a:lnTo>
                  <a:lnTo>
                    <a:pt x="1321287" y="694160"/>
                  </a:lnTo>
                  <a:lnTo>
                    <a:pt x="1326298" y="694160"/>
                  </a:lnTo>
                  <a:lnTo>
                    <a:pt x="1330586" y="698448"/>
                  </a:lnTo>
                  <a:lnTo>
                    <a:pt x="1332729" y="698448"/>
                  </a:lnTo>
                  <a:lnTo>
                    <a:pt x="1337017" y="702736"/>
                  </a:lnTo>
                  <a:lnTo>
                    <a:pt x="1339161" y="702736"/>
                  </a:lnTo>
                  <a:lnTo>
                    <a:pt x="1343448" y="707023"/>
                  </a:lnTo>
                  <a:lnTo>
                    <a:pt x="1345592" y="707023"/>
                  </a:lnTo>
                  <a:lnTo>
                    <a:pt x="1349880" y="711311"/>
                  </a:lnTo>
                  <a:lnTo>
                    <a:pt x="1352024" y="711311"/>
                  </a:lnTo>
                  <a:lnTo>
                    <a:pt x="1354167" y="713455"/>
                  </a:lnTo>
                  <a:lnTo>
                    <a:pt x="1356311" y="713455"/>
                  </a:lnTo>
                  <a:lnTo>
                    <a:pt x="1358455" y="715598"/>
                  </a:lnTo>
                  <a:lnTo>
                    <a:pt x="1367030" y="715598"/>
                  </a:lnTo>
                  <a:lnTo>
                    <a:pt x="1369174" y="717742"/>
                  </a:lnTo>
                  <a:lnTo>
                    <a:pt x="1371318" y="717742"/>
                  </a:lnTo>
                  <a:lnTo>
                    <a:pt x="1375605" y="722030"/>
                  </a:lnTo>
                  <a:lnTo>
                    <a:pt x="1377749" y="722030"/>
                  </a:lnTo>
                  <a:lnTo>
                    <a:pt x="1382037" y="726317"/>
                  </a:lnTo>
                  <a:lnTo>
                    <a:pt x="1384181" y="726317"/>
                  </a:lnTo>
                  <a:lnTo>
                    <a:pt x="1388468" y="730605"/>
                  </a:lnTo>
                  <a:lnTo>
                    <a:pt x="1390612" y="730605"/>
                  </a:lnTo>
                  <a:lnTo>
                    <a:pt x="1394899" y="734893"/>
                  </a:lnTo>
                  <a:lnTo>
                    <a:pt x="1397043" y="734893"/>
                  </a:lnTo>
                  <a:lnTo>
                    <a:pt x="1399187" y="737036"/>
                  </a:lnTo>
                  <a:lnTo>
                    <a:pt x="1401331" y="737036"/>
                  </a:lnTo>
                  <a:lnTo>
                    <a:pt x="1405618" y="741324"/>
                  </a:lnTo>
                  <a:lnTo>
                    <a:pt x="1407762" y="741324"/>
                  </a:lnTo>
                  <a:lnTo>
                    <a:pt x="1412050" y="745612"/>
                  </a:lnTo>
                  <a:lnTo>
                    <a:pt x="1414194" y="745612"/>
                  </a:lnTo>
                  <a:lnTo>
                    <a:pt x="1418481" y="749899"/>
                  </a:lnTo>
                  <a:lnTo>
                    <a:pt x="1420625" y="749899"/>
                  </a:lnTo>
                  <a:lnTo>
                    <a:pt x="1424913" y="754187"/>
                  </a:lnTo>
                  <a:lnTo>
                    <a:pt x="1427056" y="754187"/>
                  </a:lnTo>
                  <a:lnTo>
                    <a:pt x="1431344" y="758474"/>
                  </a:lnTo>
                  <a:lnTo>
                    <a:pt x="1433488" y="758474"/>
                  </a:lnTo>
                  <a:lnTo>
                    <a:pt x="1437775" y="762762"/>
                  </a:lnTo>
                  <a:lnTo>
                    <a:pt x="1439919" y="762762"/>
                  </a:lnTo>
                  <a:lnTo>
                    <a:pt x="1444207" y="767049"/>
                  </a:lnTo>
                  <a:lnTo>
                    <a:pt x="1446351" y="767049"/>
                  </a:lnTo>
                  <a:lnTo>
                    <a:pt x="1448494" y="769193"/>
                  </a:lnTo>
                  <a:lnTo>
                    <a:pt x="1450638" y="769193"/>
                  </a:lnTo>
                  <a:lnTo>
                    <a:pt x="1454926" y="773481"/>
                  </a:lnTo>
                  <a:lnTo>
                    <a:pt x="1457070" y="773481"/>
                  </a:lnTo>
                  <a:lnTo>
                    <a:pt x="1461357" y="777768"/>
                  </a:lnTo>
                  <a:lnTo>
                    <a:pt x="1463501" y="777768"/>
                  </a:lnTo>
                  <a:lnTo>
                    <a:pt x="1467788" y="782056"/>
                  </a:lnTo>
                  <a:lnTo>
                    <a:pt x="1469932" y="782056"/>
                  </a:lnTo>
                  <a:lnTo>
                    <a:pt x="1474220" y="786344"/>
                  </a:lnTo>
                  <a:lnTo>
                    <a:pt x="1476364" y="786344"/>
                  </a:lnTo>
                  <a:lnTo>
                    <a:pt x="1480651" y="790631"/>
                  </a:lnTo>
                  <a:lnTo>
                    <a:pt x="1490647" y="790631"/>
                  </a:lnTo>
                  <a:lnTo>
                    <a:pt x="1496368" y="784910"/>
                  </a:lnTo>
                  <a:lnTo>
                    <a:pt x="1497802" y="786344"/>
                  </a:lnTo>
                  <a:lnTo>
                    <a:pt x="1499945" y="786344"/>
                  </a:lnTo>
                  <a:lnTo>
                    <a:pt x="1504233" y="790631"/>
                  </a:lnTo>
                  <a:lnTo>
                    <a:pt x="1506377" y="790631"/>
                  </a:lnTo>
                  <a:lnTo>
                    <a:pt x="1510664" y="794919"/>
                  </a:lnTo>
                  <a:lnTo>
                    <a:pt x="1512808" y="794919"/>
                  </a:lnTo>
                  <a:lnTo>
                    <a:pt x="1517096" y="799206"/>
                  </a:lnTo>
                  <a:lnTo>
                    <a:pt x="1519240" y="799206"/>
                  </a:lnTo>
                  <a:lnTo>
                    <a:pt x="1523527" y="803494"/>
                  </a:lnTo>
                  <a:lnTo>
                    <a:pt x="1525671" y="803494"/>
                  </a:lnTo>
                  <a:lnTo>
                    <a:pt x="1529959" y="807782"/>
                  </a:lnTo>
                  <a:lnTo>
                    <a:pt x="1532102" y="807782"/>
                  </a:lnTo>
                  <a:lnTo>
                    <a:pt x="1536390" y="812069"/>
                  </a:lnTo>
                  <a:lnTo>
                    <a:pt x="1538534" y="812069"/>
                  </a:lnTo>
                  <a:lnTo>
                    <a:pt x="1540677" y="814213"/>
                  </a:lnTo>
                  <a:lnTo>
                    <a:pt x="1542821" y="814213"/>
                  </a:lnTo>
                  <a:lnTo>
                    <a:pt x="1547109" y="818501"/>
                  </a:lnTo>
                  <a:lnTo>
                    <a:pt x="1549253" y="818501"/>
                  </a:lnTo>
                  <a:lnTo>
                    <a:pt x="1553540" y="822788"/>
                  </a:lnTo>
                  <a:lnTo>
                    <a:pt x="1555684" y="822788"/>
                  </a:lnTo>
                  <a:lnTo>
                    <a:pt x="1559972" y="827076"/>
                  </a:lnTo>
                  <a:lnTo>
                    <a:pt x="1562115" y="827076"/>
                  </a:lnTo>
                  <a:lnTo>
                    <a:pt x="1566403" y="831363"/>
                  </a:lnTo>
                  <a:lnTo>
                    <a:pt x="1568547" y="831363"/>
                  </a:lnTo>
                  <a:lnTo>
                    <a:pt x="1572834" y="835651"/>
                  </a:lnTo>
                  <a:lnTo>
                    <a:pt x="1574978" y="835651"/>
                  </a:lnTo>
                  <a:lnTo>
                    <a:pt x="1579266" y="839938"/>
                  </a:lnTo>
                  <a:lnTo>
                    <a:pt x="1581410" y="839938"/>
                  </a:lnTo>
                  <a:lnTo>
                    <a:pt x="1585697" y="844226"/>
                  </a:lnTo>
                  <a:lnTo>
                    <a:pt x="1595693" y="844226"/>
                  </a:lnTo>
                  <a:lnTo>
                    <a:pt x="1598842" y="841078"/>
                  </a:lnTo>
                  <a:lnTo>
                    <a:pt x="1598842" y="838934"/>
                  </a:lnTo>
                  <a:lnTo>
                    <a:pt x="1600985" y="836790"/>
                  </a:lnTo>
                  <a:lnTo>
                    <a:pt x="1600985" y="832502"/>
                  </a:lnTo>
                  <a:lnTo>
                    <a:pt x="1601414" y="832074"/>
                  </a:lnTo>
                  <a:lnTo>
                    <a:pt x="1602848" y="833507"/>
                  </a:lnTo>
                  <a:lnTo>
                    <a:pt x="1604991" y="833507"/>
                  </a:lnTo>
                  <a:lnTo>
                    <a:pt x="1609279" y="837795"/>
                  </a:lnTo>
                  <a:lnTo>
                    <a:pt x="1611423" y="837795"/>
                  </a:lnTo>
                  <a:lnTo>
                    <a:pt x="1615710" y="842082"/>
                  </a:lnTo>
                  <a:lnTo>
                    <a:pt x="1617854" y="842082"/>
                  </a:lnTo>
                  <a:lnTo>
                    <a:pt x="1619998" y="844226"/>
                  </a:lnTo>
                  <a:lnTo>
                    <a:pt x="1622142" y="844226"/>
                  </a:lnTo>
                  <a:lnTo>
                    <a:pt x="1626429" y="848514"/>
                  </a:lnTo>
                  <a:lnTo>
                    <a:pt x="1628573" y="848514"/>
                  </a:lnTo>
                  <a:lnTo>
                    <a:pt x="1632861" y="852801"/>
                  </a:lnTo>
                  <a:lnTo>
                    <a:pt x="1635004" y="852801"/>
                  </a:lnTo>
                  <a:lnTo>
                    <a:pt x="1639292" y="857089"/>
                  </a:lnTo>
                  <a:lnTo>
                    <a:pt x="1641436" y="857089"/>
                  </a:lnTo>
                  <a:lnTo>
                    <a:pt x="1645723" y="861376"/>
                  </a:lnTo>
                  <a:lnTo>
                    <a:pt x="1647867" y="861376"/>
                  </a:lnTo>
                  <a:lnTo>
                    <a:pt x="1649006" y="862516"/>
                  </a:lnTo>
                  <a:lnTo>
                    <a:pt x="1649006" y="880389"/>
                  </a:lnTo>
                  <a:lnTo>
                    <a:pt x="1646863" y="882533"/>
                  </a:lnTo>
                  <a:lnTo>
                    <a:pt x="1646863" y="897539"/>
                  </a:lnTo>
                  <a:lnTo>
                    <a:pt x="1645000" y="898678"/>
                  </a:lnTo>
                  <a:lnTo>
                    <a:pt x="1642857" y="896535"/>
                  </a:lnTo>
                  <a:lnTo>
                    <a:pt x="1640713" y="896535"/>
                  </a:lnTo>
                  <a:lnTo>
                    <a:pt x="1636425" y="892247"/>
                  </a:lnTo>
                  <a:lnTo>
                    <a:pt x="1634281" y="892247"/>
                  </a:lnTo>
                  <a:lnTo>
                    <a:pt x="1632138" y="890103"/>
                  </a:lnTo>
                  <a:lnTo>
                    <a:pt x="1629994" y="890103"/>
                  </a:lnTo>
                  <a:lnTo>
                    <a:pt x="1625706" y="885816"/>
                  </a:lnTo>
                  <a:lnTo>
                    <a:pt x="1623562" y="885816"/>
                  </a:lnTo>
                  <a:lnTo>
                    <a:pt x="1619275" y="881528"/>
                  </a:lnTo>
                  <a:lnTo>
                    <a:pt x="1617131" y="881528"/>
                  </a:lnTo>
                  <a:lnTo>
                    <a:pt x="1614987" y="879384"/>
                  </a:lnTo>
                  <a:lnTo>
                    <a:pt x="1612843" y="879384"/>
                  </a:lnTo>
                  <a:lnTo>
                    <a:pt x="1608556" y="875097"/>
                  </a:lnTo>
                  <a:lnTo>
                    <a:pt x="1606412" y="875097"/>
                  </a:lnTo>
                  <a:lnTo>
                    <a:pt x="1602125" y="870809"/>
                  </a:lnTo>
                  <a:lnTo>
                    <a:pt x="1599981" y="870809"/>
                  </a:lnTo>
                  <a:lnTo>
                    <a:pt x="1597837" y="868665"/>
                  </a:lnTo>
                  <a:lnTo>
                    <a:pt x="1595693" y="868665"/>
                  </a:lnTo>
                  <a:lnTo>
                    <a:pt x="1591406" y="864378"/>
                  </a:lnTo>
                  <a:lnTo>
                    <a:pt x="1589262" y="864378"/>
                  </a:lnTo>
                  <a:lnTo>
                    <a:pt x="1584974" y="860090"/>
                  </a:lnTo>
                  <a:lnTo>
                    <a:pt x="1582830" y="860090"/>
                  </a:lnTo>
                  <a:lnTo>
                    <a:pt x="1578543" y="855803"/>
                  </a:lnTo>
                  <a:lnTo>
                    <a:pt x="1576399" y="855803"/>
                  </a:lnTo>
                  <a:lnTo>
                    <a:pt x="1574255" y="853659"/>
                  </a:lnTo>
                  <a:lnTo>
                    <a:pt x="1572111" y="853659"/>
                  </a:lnTo>
                  <a:lnTo>
                    <a:pt x="1567824" y="849371"/>
                  </a:lnTo>
                  <a:lnTo>
                    <a:pt x="1565680" y="849371"/>
                  </a:lnTo>
                  <a:lnTo>
                    <a:pt x="1561392" y="845084"/>
                  </a:lnTo>
                  <a:lnTo>
                    <a:pt x="1559249" y="845084"/>
                  </a:lnTo>
                  <a:lnTo>
                    <a:pt x="1557105" y="842940"/>
                  </a:lnTo>
                  <a:lnTo>
                    <a:pt x="1554961" y="842940"/>
                  </a:lnTo>
                  <a:lnTo>
                    <a:pt x="1550673" y="838652"/>
                  </a:lnTo>
                  <a:lnTo>
                    <a:pt x="1548530" y="838652"/>
                  </a:lnTo>
                  <a:lnTo>
                    <a:pt x="1544242" y="834365"/>
                  </a:lnTo>
                  <a:lnTo>
                    <a:pt x="1542098" y="834365"/>
                  </a:lnTo>
                  <a:lnTo>
                    <a:pt x="1537811" y="830077"/>
                  </a:lnTo>
                  <a:lnTo>
                    <a:pt x="1535667" y="830077"/>
                  </a:lnTo>
                  <a:lnTo>
                    <a:pt x="1533523" y="827933"/>
                  </a:lnTo>
                  <a:lnTo>
                    <a:pt x="1531379" y="827933"/>
                  </a:lnTo>
                  <a:lnTo>
                    <a:pt x="1527092" y="823646"/>
                  </a:lnTo>
                  <a:lnTo>
                    <a:pt x="1524948" y="823646"/>
                  </a:lnTo>
                  <a:lnTo>
                    <a:pt x="1520660" y="819358"/>
                  </a:lnTo>
                  <a:lnTo>
                    <a:pt x="1518517" y="819358"/>
                  </a:lnTo>
                  <a:lnTo>
                    <a:pt x="1516373" y="817214"/>
                  </a:lnTo>
                  <a:lnTo>
                    <a:pt x="1514229" y="817214"/>
                  </a:lnTo>
                  <a:lnTo>
                    <a:pt x="1509941" y="812927"/>
                  </a:lnTo>
                  <a:lnTo>
                    <a:pt x="1507798" y="812927"/>
                  </a:lnTo>
                  <a:lnTo>
                    <a:pt x="1503510" y="808639"/>
                  </a:lnTo>
                  <a:lnTo>
                    <a:pt x="1501366" y="808639"/>
                  </a:lnTo>
                  <a:lnTo>
                    <a:pt x="1497079" y="804352"/>
                  </a:lnTo>
                  <a:lnTo>
                    <a:pt x="1494935" y="804352"/>
                  </a:lnTo>
                  <a:lnTo>
                    <a:pt x="1492791" y="802208"/>
                  </a:lnTo>
                  <a:lnTo>
                    <a:pt x="1490647" y="802208"/>
                  </a:lnTo>
                  <a:lnTo>
                    <a:pt x="1486360" y="797920"/>
                  </a:lnTo>
                  <a:lnTo>
                    <a:pt x="1484216" y="797920"/>
                  </a:lnTo>
                  <a:lnTo>
                    <a:pt x="1479928" y="793633"/>
                  </a:lnTo>
                  <a:lnTo>
                    <a:pt x="1477784" y="793633"/>
                  </a:lnTo>
                  <a:lnTo>
                    <a:pt x="1475641" y="791489"/>
                  </a:lnTo>
                  <a:lnTo>
                    <a:pt x="1473497" y="791489"/>
                  </a:lnTo>
                  <a:lnTo>
                    <a:pt x="1469209" y="787201"/>
                  </a:lnTo>
                  <a:lnTo>
                    <a:pt x="1467065" y="787201"/>
                  </a:lnTo>
                  <a:lnTo>
                    <a:pt x="1462778" y="782914"/>
                  </a:lnTo>
                  <a:lnTo>
                    <a:pt x="1460634" y="782914"/>
                  </a:lnTo>
                  <a:lnTo>
                    <a:pt x="1458490" y="780770"/>
                  </a:lnTo>
                  <a:lnTo>
                    <a:pt x="1456347" y="780770"/>
                  </a:lnTo>
                  <a:lnTo>
                    <a:pt x="1452059" y="776482"/>
                  </a:lnTo>
                  <a:lnTo>
                    <a:pt x="1449915" y="776482"/>
                  </a:lnTo>
                  <a:lnTo>
                    <a:pt x="1445628" y="772195"/>
                  </a:lnTo>
                  <a:lnTo>
                    <a:pt x="1443484" y="772195"/>
                  </a:lnTo>
                  <a:lnTo>
                    <a:pt x="1439196" y="767907"/>
                  </a:lnTo>
                  <a:lnTo>
                    <a:pt x="1437052" y="767907"/>
                  </a:lnTo>
                  <a:lnTo>
                    <a:pt x="1434909" y="765763"/>
                  </a:lnTo>
                  <a:lnTo>
                    <a:pt x="1432765" y="765763"/>
                  </a:lnTo>
                  <a:lnTo>
                    <a:pt x="1428477" y="761476"/>
                  </a:lnTo>
                  <a:lnTo>
                    <a:pt x="1426333" y="761476"/>
                  </a:lnTo>
                  <a:lnTo>
                    <a:pt x="1422046" y="757188"/>
                  </a:lnTo>
                  <a:lnTo>
                    <a:pt x="1419902" y="757188"/>
                  </a:lnTo>
                  <a:lnTo>
                    <a:pt x="1417758" y="755044"/>
                  </a:lnTo>
                  <a:lnTo>
                    <a:pt x="1415614" y="755044"/>
                  </a:lnTo>
                  <a:lnTo>
                    <a:pt x="1411327" y="750757"/>
                  </a:lnTo>
                  <a:lnTo>
                    <a:pt x="1409183" y="750757"/>
                  </a:lnTo>
                  <a:lnTo>
                    <a:pt x="1404895" y="746469"/>
                  </a:lnTo>
                  <a:lnTo>
                    <a:pt x="1402752" y="746469"/>
                  </a:lnTo>
                  <a:lnTo>
                    <a:pt x="1398464" y="742181"/>
                  </a:lnTo>
                  <a:lnTo>
                    <a:pt x="1396320" y="742181"/>
                  </a:lnTo>
                  <a:lnTo>
                    <a:pt x="1394176" y="740038"/>
                  </a:lnTo>
                  <a:lnTo>
                    <a:pt x="1392033" y="740038"/>
                  </a:lnTo>
                  <a:lnTo>
                    <a:pt x="1387745" y="735750"/>
                  </a:lnTo>
                  <a:lnTo>
                    <a:pt x="1385601" y="735750"/>
                  </a:lnTo>
                  <a:lnTo>
                    <a:pt x="1381314" y="731463"/>
                  </a:lnTo>
                  <a:lnTo>
                    <a:pt x="1379170" y="731463"/>
                  </a:lnTo>
                  <a:lnTo>
                    <a:pt x="1377026" y="729319"/>
                  </a:lnTo>
                  <a:lnTo>
                    <a:pt x="1374882" y="729319"/>
                  </a:lnTo>
                  <a:lnTo>
                    <a:pt x="1370595" y="725031"/>
                  </a:lnTo>
                  <a:lnTo>
                    <a:pt x="1368451" y="725031"/>
                  </a:lnTo>
                  <a:lnTo>
                    <a:pt x="1364163" y="720744"/>
                  </a:lnTo>
                  <a:lnTo>
                    <a:pt x="1362020" y="720744"/>
                  </a:lnTo>
                  <a:lnTo>
                    <a:pt x="1357732" y="716456"/>
                  </a:lnTo>
                  <a:lnTo>
                    <a:pt x="1355588" y="716456"/>
                  </a:lnTo>
                  <a:lnTo>
                    <a:pt x="1353444" y="714312"/>
                  </a:lnTo>
                  <a:lnTo>
                    <a:pt x="1351301" y="714312"/>
                  </a:lnTo>
                  <a:lnTo>
                    <a:pt x="1347013" y="710025"/>
                  </a:lnTo>
                  <a:lnTo>
                    <a:pt x="1344869" y="710025"/>
                  </a:lnTo>
                  <a:lnTo>
                    <a:pt x="1340582" y="705737"/>
                  </a:lnTo>
                  <a:lnTo>
                    <a:pt x="1338438" y="705737"/>
                  </a:lnTo>
                  <a:lnTo>
                    <a:pt x="1336294" y="703593"/>
                  </a:lnTo>
                  <a:lnTo>
                    <a:pt x="1334150" y="703593"/>
                  </a:lnTo>
                  <a:lnTo>
                    <a:pt x="1329863" y="699306"/>
                  </a:lnTo>
                  <a:lnTo>
                    <a:pt x="1324154" y="699306"/>
                  </a:lnTo>
                  <a:lnTo>
                    <a:pt x="1322011" y="701449"/>
                  </a:lnTo>
                  <a:lnTo>
                    <a:pt x="1319867" y="701449"/>
                  </a:lnTo>
                  <a:lnTo>
                    <a:pt x="1318433" y="702883"/>
                  </a:lnTo>
                  <a:lnTo>
                    <a:pt x="1317000" y="701449"/>
                  </a:lnTo>
                  <a:lnTo>
                    <a:pt x="1314856" y="701449"/>
                  </a:lnTo>
                  <a:lnTo>
                    <a:pt x="1312712" y="699306"/>
                  </a:lnTo>
                  <a:lnTo>
                    <a:pt x="1310569" y="699306"/>
                  </a:lnTo>
                  <a:lnTo>
                    <a:pt x="1306281" y="695018"/>
                  </a:lnTo>
                  <a:lnTo>
                    <a:pt x="1304137" y="695018"/>
                  </a:lnTo>
                  <a:lnTo>
                    <a:pt x="1299850" y="690730"/>
                  </a:lnTo>
                  <a:lnTo>
                    <a:pt x="1297706" y="690730"/>
                  </a:lnTo>
                  <a:lnTo>
                    <a:pt x="1295562" y="688587"/>
                  </a:lnTo>
                  <a:lnTo>
                    <a:pt x="1293418" y="688587"/>
                  </a:lnTo>
                  <a:lnTo>
                    <a:pt x="1289131" y="684299"/>
                  </a:lnTo>
                  <a:lnTo>
                    <a:pt x="1286987" y="684299"/>
                  </a:lnTo>
                  <a:lnTo>
                    <a:pt x="1282699" y="680011"/>
                  </a:lnTo>
                  <a:lnTo>
                    <a:pt x="1280555" y="680011"/>
                  </a:lnTo>
                  <a:lnTo>
                    <a:pt x="1276268" y="675724"/>
                  </a:lnTo>
                  <a:lnTo>
                    <a:pt x="1274124" y="675724"/>
                  </a:lnTo>
                  <a:lnTo>
                    <a:pt x="1271980" y="673580"/>
                  </a:lnTo>
                  <a:lnTo>
                    <a:pt x="1269836" y="673580"/>
                  </a:lnTo>
                  <a:lnTo>
                    <a:pt x="1265549" y="669292"/>
                  </a:lnTo>
                  <a:lnTo>
                    <a:pt x="1263405" y="669292"/>
                  </a:lnTo>
                  <a:lnTo>
                    <a:pt x="1259117" y="665005"/>
                  </a:lnTo>
                  <a:lnTo>
                    <a:pt x="1256974" y="665005"/>
                  </a:lnTo>
                  <a:lnTo>
                    <a:pt x="1254830" y="662861"/>
                  </a:lnTo>
                  <a:lnTo>
                    <a:pt x="1252686" y="662861"/>
                  </a:lnTo>
                  <a:lnTo>
                    <a:pt x="1248398" y="658574"/>
                  </a:lnTo>
                  <a:lnTo>
                    <a:pt x="1246255" y="658574"/>
                  </a:lnTo>
                  <a:lnTo>
                    <a:pt x="1241967" y="654286"/>
                  </a:lnTo>
                  <a:lnTo>
                    <a:pt x="1239823" y="654286"/>
                  </a:lnTo>
                  <a:lnTo>
                    <a:pt x="1235536" y="649998"/>
                  </a:lnTo>
                  <a:lnTo>
                    <a:pt x="1233392" y="649998"/>
                  </a:lnTo>
                  <a:lnTo>
                    <a:pt x="1231248" y="647855"/>
                  </a:lnTo>
                  <a:lnTo>
                    <a:pt x="1229104" y="647855"/>
                  </a:lnTo>
                  <a:lnTo>
                    <a:pt x="1224817" y="643567"/>
                  </a:lnTo>
                  <a:lnTo>
                    <a:pt x="1222673" y="643567"/>
                  </a:lnTo>
                  <a:lnTo>
                    <a:pt x="1218385" y="639279"/>
                  </a:lnTo>
                  <a:lnTo>
                    <a:pt x="1216242" y="639279"/>
                  </a:lnTo>
                  <a:lnTo>
                    <a:pt x="1214098" y="637136"/>
                  </a:lnTo>
                  <a:lnTo>
                    <a:pt x="1211954" y="637136"/>
                  </a:lnTo>
                  <a:lnTo>
                    <a:pt x="1207666" y="632848"/>
                  </a:lnTo>
                  <a:lnTo>
                    <a:pt x="1205523" y="632848"/>
                  </a:lnTo>
                  <a:lnTo>
                    <a:pt x="1201235" y="628560"/>
                  </a:lnTo>
                  <a:lnTo>
                    <a:pt x="1199091" y="628560"/>
                  </a:lnTo>
                  <a:lnTo>
                    <a:pt x="1196947" y="626417"/>
                  </a:lnTo>
                  <a:lnTo>
                    <a:pt x="1194804" y="626417"/>
                  </a:lnTo>
                  <a:lnTo>
                    <a:pt x="1190516" y="622129"/>
                  </a:lnTo>
                  <a:lnTo>
                    <a:pt x="1188372" y="622129"/>
                  </a:lnTo>
                  <a:lnTo>
                    <a:pt x="1184085" y="617841"/>
                  </a:lnTo>
                  <a:lnTo>
                    <a:pt x="1176233" y="617841"/>
                  </a:lnTo>
                  <a:lnTo>
                    <a:pt x="1173084" y="620990"/>
                  </a:lnTo>
                  <a:lnTo>
                    <a:pt x="1173084" y="623134"/>
                  </a:lnTo>
                  <a:lnTo>
                    <a:pt x="1170940" y="625277"/>
                  </a:lnTo>
                  <a:lnTo>
                    <a:pt x="1170940" y="629565"/>
                  </a:lnTo>
                  <a:lnTo>
                    <a:pt x="1168796" y="631709"/>
                  </a:lnTo>
                  <a:lnTo>
                    <a:pt x="1168796" y="635996"/>
                  </a:lnTo>
                  <a:lnTo>
                    <a:pt x="1167657" y="637136"/>
                  </a:lnTo>
                  <a:lnTo>
                    <a:pt x="1164791" y="637136"/>
                  </a:lnTo>
                  <a:lnTo>
                    <a:pt x="1160503" y="632848"/>
                  </a:lnTo>
                  <a:lnTo>
                    <a:pt x="1158359" y="632848"/>
                  </a:lnTo>
                  <a:lnTo>
                    <a:pt x="1154072" y="628560"/>
                  </a:lnTo>
                  <a:lnTo>
                    <a:pt x="1151928" y="628560"/>
                  </a:lnTo>
                  <a:lnTo>
                    <a:pt x="1147640" y="624273"/>
                  </a:lnTo>
                  <a:lnTo>
                    <a:pt x="1145496" y="624273"/>
                  </a:lnTo>
                  <a:lnTo>
                    <a:pt x="1143353" y="622129"/>
                  </a:lnTo>
                  <a:lnTo>
                    <a:pt x="1141209" y="622129"/>
                  </a:lnTo>
                  <a:lnTo>
                    <a:pt x="1136921" y="617841"/>
                  </a:lnTo>
                  <a:lnTo>
                    <a:pt x="1134777" y="617841"/>
                  </a:lnTo>
                  <a:lnTo>
                    <a:pt x="1130490" y="613554"/>
                  </a:lnTo>
                  <a:lnTo>
                    <a:pt x="1128346" y="613554"/>
                  </a:lnTo>
                  <a:lnTo>
                    <a:pt x="1126202" y="611410"/>
                  </a:lnTo>
                  <a:lnTo>
                    <a:pt x="1124058" y="611410"/>
                  </a:lnTo>
                  <a:lnTo>
                    <a:pt x="1119771" y="607122"/>
                  </a:lnTo>
                  <a:lnTo>
                    <a:pt x="1117627" y="607122"/>
                  </a:lnTo>
                  <a:lnTo>
                    <a:pt x="1113339" y="602835"/>
                  </a:lnTo>
                  <a:lnTo>
                    <a:pt x="1111196" y="602835"/>
                  </a:lnTo>
                  <a:lnTo>
                    <a:pt x="1106908" y="598547"/>
                  </a:lnTo>
                  <a:lnTo>
                    <a:pt x="1104764" y="598547"/>
                  </a:lnTo>
                  <a:lnTo>
                    <a:pt x="1102621" y="596403"/>
                  </a:lnTo>
                  <a:lnTo>
                    <a:pt x="1100477" y="596403"/>
                  </a:lnTo>
                  <a:lnTo>
                    <a:pt x="1096189" y="592116"/>
                  </a:lnTo>
                  <a:lnTo>
                    <a:pt x="1094045" y="592116"/>
                  </a:lnTo>
                  <a:lnTo>
                    <a:pt x="1089758" y="587828"/>
                  </a:lnTo>
                  <a:lnTo>
                    <a:pt x="1087614" y="587828"/>
                  </a:lnTo>
                  <a:lnTo>
                    <a:pt x="1085470" y="585685"/>
                  </a:lnTo>
                  <a:lnTo>
                    <a:pt x="1083326" y="585685"/>
                  </a:lnTo>
                  <a:lnTo>
                    <a:pt x="1079039" y="581397"/>
                  </a:lnTo>
                  <a:lnTo>
                    <a:pt x="1076895" y="581397"/>
                  </a:lnTo>
                  <a:lnTo>
                    <a:pt x="1072607" y="577109"/>
                  </a:lnTo>
                  <a:lnTo>
                    <a:pt x="1070464" y="577109"/>
                  </a:lnTo>
                  <a:lnTo>
                    <a:pt x="1066176" y="572822"/>
                  </a:lnTo>
                  <a:lnTo>
                    <a:pt x="1064032" y="572822"/>
                  </a:lnTo>
                  <a:lnTo>
                    <a:pt x="1061888" y="570678"/>
                  </a:lnTo>
                  <a:lnTo>
                    <a:pt x="1059745" y="570678"/>
                  </a:lnTo>
                  <a:lnTo>
                    <a:pt x="1055457" y="566390"/>
                  </a:lnTo>
                  <a:lnTo>
                    <a:pt x="1053313" y="566390"/>
                  </a:lnTo>
                  <a:lnTo>
                    <a:pt x="1049026" y="562103"/>
                  </a:lnTo>
                  <a:lnTo>
                    <a:pt x="1046882" y="562103"/>
                  </a:lnTo>
                  <a:lnTo>
                    <a:pt x="1044738" y="559959"/>
                  </a:lnTo>
                  <a:lnTo>
                    <a:pt x="1042594" y="559959"/>
                  </a:lnTo>
                  <a:lnTo>
                    <a:pt x="1038307" y="555671"/>
                  </a:lnTo>
                  <a:lnTo>
                    <a:pt x="1036163" y="555671"/>
                  </a:lnTo>
                  <a:lnTo>
                    <a:pt x="1031875" y="551384"/>
                  </a:lnTo>
                  <a:lnTo>
                    <a:pt x="1029732" y="551384"/>
                  </a:lnTo>
                  <a:lnTo>
                    <a:pt x="1027588" y="549240"/>
                  </a:lnTo>
                  <a:lnTo>
                    <a:pt x="1025444" y="549240"/>
                  </a:lnTo>
                  <a:lnTo>
                    <a:pt x="1021156" y="544952"/>
                  </a:lnTo>
                  <a:lnTo>
                    <a:pt x="1019013" y="544952"/>
                  </a:lnTo>
                  <a:lnTo>
                    <a:pt x="1014725" y="540665"/>
                  </a:lnTo>
                  <a:lnTo>
                    <a:pt x="1012581" y="540665"/>
                  </a:lnTo>
                  <a:lnTo>
                    <a:pt x="1008294" y="536377"/>
                  </a:lnTo>
                  <a:lnTo>
                    <a:pt x="1006150" y="536377"/>
                  </a:lnTo>
                  <a:lnTo>
                    <a:pt x="1004006" y="534233"/>
                  </a:lnTo>
                  <a:lnTo>
                    <a:pt x="1001862" y="534233"/>
                  </a:lnTo>
                  <a:lnTo>
                    <a:pt x="997575" y="529946"/>
                  </a:lnTo>
                  <a:lnTo>
                    <a:pt x="995431" y="529946"/>
                  </a:lnTo>
                  <a:lnTo>
                    <a:pt x="991143" y="525658"/>
                  </a:lnTo>
                  <a:lnTo>
                    <a:pt x="988999" y="525658"/>
                  </a:lnTo>
                  <a:lnTo>
                    <a:pt x="986856" y="523514"/>
                  </a:lnTo>
                  <a:lnTo>
                    <a:pt x="984712" y="523514"/>
                  </a:lnTo>
                  <a:lnTo>
                    <a:pt x="980424" y="519227"/>
                  </a:lnTo>
                  <a:lnTo>
                    <a:pt x="978280" y="519227"/>
                  </a:lnTo>
                  <a:lnTo>
                    <a:pt x="973993" y="514939"/>
                  </a:lnTo>
                  <a:lnTo>
                    <a:pt x="971849" y="514939"/>
                  </a:lnTo>
                  <a:lnTo>
                    <a:pt x="967561" y="510652"/>
                  </a:lnTo>
                  <a:lnTo>
                    <a:pt x="965418" y="510652"/>
                  </a:lnTo>
                  <a:lnTo>
                    <a:pt x="963274" y="508508"/>
                  </a:lnTo>
                  <a:lnTo>
                    <a:pt x="961130" y="508508"/>
                  </a:lnTo>
                  <a:lnTo>
                    <a:pt x="956843" y="504220"/>
                  </a:lnTo>
                  <a:lnTo>
                    <a:pt x="954699" y="504220"/>
                  </a:lnTo>
                  <a:lnTo>
                    <a:pt x="950411" y="499933"/>
                  </a:lnTo>
                  <a:lnTo>
                    <a:pt x="948267" y="499933"/>
                  </a:lnTo>
                  <a:lnTo>
                    <a:pt x="946124" y="497789"/>
                  </a:lnTo>
                  <a:lnTo>
                    <a:pt x="943980" y="497789"/>
                  </a:lnTo>
                  <a:lnTo>
                    <a:pt x="939692" y="493501"/>
                  </a:lnTo>
                  <a:lnTo>
                    <a:pt x="937548" y="493501"/>
                  </a:lnTo>
                  <a:lnTo>
                    <a:pt x="933261" y="489214"/>
                  </a:lnTo>
                  <a:lnTo>
                    <a:pt x="931117" y="489214"/>
                  </a:lnTo>
                  <a:lnTo>
                    <a:pt x="926829" y="484926"/>
                  </a:lnTo>
                  <a:lnTo>
                    <a:pt x="924686" y="484926"/>
                  </a:lnTo>
                  <a:lnTo>
                    <a:pt x="922542" y="482782"/>
                  </a:lnTo>
                  <a:lnTo>
                    <a:pt x="920398" y="482782"/>
                  </a:lnTo>
                  <a:lnTo>
                    <a:pt x="918254" y="480639"/>
                  </a:lnTo>
                  <a:lnTo>
                    <a:pt x="912546" y="480639"/>
                  </a:lnTo>
                  <a:lnTo>
                    <a:pt x="907254" y="485931"/>
                  </a:lnTo>
                  <a:lnTo>
                    <a:pt x="907254" y="492362"/>
                  </a:lnTo>
                  <a:lnTo>
                    <a:pt x="905110" y="494506"/>
                  </a:lnTo>
                  <a:lnTo>
                    <a:pt x="905110" y="513800"/>
                  </a:lnTo>
                  <a:lnTo>
                    <a:pt x="902966" y="515944"/>
                  </a:lnTo>
                  <a:lnTo>
                    <a:pt x="902966" y="535238"/>
                  </a:lnTo>
                  <a:lnTo>
                    <a:pt x="900393" y="537811"/>
                  </a:lnTo>
                  <a:lnTo>
                    <a:pt x="898960" y="536377"/>
                  </a:lnTo>
                  <a:lnTo>
                    <a:pt x="896816" y="536377"/>
                  </a:lnTo>
                  <a:lnTo>
                    <a:pt x="892529" y="532090"/>
                  </a:lnTo>
                  <a:lnTo>
                    <a:pt x="890385" y="532090"/>
                  </a:lnTo>
                  <a:lnTo>
                    <a:pt x="888241" y="529946"/>
                  </a:lnTo>
                  <a:lnTo>
                    <a:pt x="886097" y="529946"/>
                  </a:lnTo>
                  <a:lnTo>
                    <a:pt x="881810" y="525658"/>
                  </a:lnTo>
                  <a:lnTo>
                    <a:pt x="879666" y="525658"/>
                  </a:lnTo>
                  <a:lnTo>
                    <a:pt x="875378" y="521371"/>
                  </a:lnTo>
                  <a:lnTo>
                    <a:pt x="873235" y="521371"/>
                  </a:lnTo>
                  <a:lnTo>
                    <a:pt x="871091" y="519227"/>
                  </a:lnTo>
                  <a:lnTo>
                    <a:pt x="868947" y="519227"/>
                  </a:lnTo>
                  <a:lnTo>
                    <a:pt x="864659" y="514939"/>
                  </a:lnTo>
                  <a:lnTo>
                    <a:pt x="862516" y="514939"/>
                  </a:lnTo>
                  <a:lnTo>
                    <a:pt x="858228" y="510652"/>
                  </a:lnTo>
                  <a:lnTo>
                    <a:pt x="856084" y="510652"/>
                  </a:lnTo>
                  <a:lnTo>
                    <a:pt x="853940" y="508508"/>
                  </a:lnTo>
                  <a:lnTo>
                    <a:pt x="851797" y="508508"/>
                  </a:lnTo>
                  <a:lnTo>
                    <a:pt x="847509" y="504220"/>
                  </a:lnTo>
                  <a:lnTo>
                    <a:pt x="845365" y="504220"/>
                  </a:lnTo>
                  <a:lnTo>
                    <a:pt x="841078" y="499933"/>
                  </a:lnTo>
                  <a:lnTo>
                    <a:pt x="838934" y="499933"/>
                  </a:lnTo>
                  <a:lnTo>
                    <a:pt x="836790" y="497789"/>
                  </a:lnTo>
                  <a:lnTo>
                    <a:pt x="834646" y="497789"/>
                  </a:lnTo>
                  <a:lnTo>
                    <a:pt x="830359" y="493501"/>
                  </a:lnTo>
                  <a:lnTo>
                    <a:pt x="828215" y="493501"/>
                  </a:lnTo>
                  <a:lnTo>
                    <a:pt x="823927" y="489214"/>
                  </a:lnTo>
                  <a:lnTo>
                    <a:pt x="821783" y="489214"/>
                  </a:lnTo>
                  <a:lnTo>
                    <a:pt x="819640" y="487070"/>
                  </a:lnTo>
                  <a:lnTo>
                    <a:pt x="817496" y="487070"/>
                  </a:lnTo>
                  <a:lnTo>
                    <a:pt x="813208" y="482782"/>
                  </a:lnTo>
                  <a:lnTo>
                    <a:pt x="811065" y="482782"/>
                  </a:lnTo>
                  <a:lnTo>
                    <a:pt x="806777" y="478495"/>
                  </a:lnTo>
                  <a:lnTo>
                    <a:pt x="804633" y="478495"/>
                  </a:lnTo>
                  <a:lnTo>
                    <a:pt x="802489" y="476351"/>
                  </a:lnTo>
                  <a:lnTo>
                    <a:pt x="800346" y="476351"/>
                  </a:lnTo>
                  <a:lnTo>
                    <a:pt x="796058" y="472063"/>
                  </a:lnTo>
                  <a:lnTo>
                    <a:pt x="793914" y="472063"/>
                  </a:lnTo>
                  <a:lnTo>
                    <a:pt x="789627" y="467776"/>
                  </a:lnTo>
                  <a:lnTo>
                    <a:pt x="787483" y="467776"/>
                  </a:lnTo>
                  <a:lnTo>
                    <a:pt x="785339" y="465632"/>
                  </a:lnTo>
                  <a:lnTo>
                    <a:pt x="783195" y="465632"/>
                  </a:lnTo>
                  <a:lnTo>
                    <a:pt x="778908" y="461344"/>
                  </a:lnTo>
                  <a:lnTo>
                    <a:pt x="776764" y="461344"/>
                  </a:lnTo>
                  <a:lnTo>
                    <a:pt x="772476" y="457057"/>
                  </a:lnTo>
                  <a:lnTo>
                    <a:pt x="770332" y="457057"/>
                  </a:lnTo>
                  <a:lnTo>
                    <a:pt x="768189" y="454913"/>
                  </a:lnTo>
                  <a:lnTo>
                    <a:pt x="766045" y="454913"/>
                  </a:lnTo>
                  <a:lnTo>
                    <a:pt x="761757" y="450625"/>
                  </a:lnTo>
                  <a:lnTo>
                    <a:pt x="759613" y="450625"/>
                  </a:lnTo>
                  <a:lnTo>
                    <a:pt x="755326" y="446338"/>
                  </a:lnTo>
                  <a:lnTo>
                    <a:pt x="753182" y="446338"/>
                  </a:lnTo>
                  <a:lnTo>
                    <a:pt x="751038" y="444194"/>
                  </a:lnTo>
                  <a:lnTo>
                    <a:pt x="748894" y="444194"/>
                  </a:lnTo>
                  <a:lnTo>
                    <a:pt x="744607" y="439907"/>
                  </a:lnTo>
                  <a:lnTo>
                    <a:pt x="742463" y="439907"/>
                  </a:lnTo>
                  <a:lnTo>
                    <a:pt x="738176" y="435619"/>
                  </a:lnTo>
                  <a:lnTo>
                    <a:pt x="736032" y="435619"/>
                  </a:lnTo>
                  <a:lnTo>
                    <a:pt x="733888" y="433475"/>
                  </a:lnTo>
                  <a:lnTo>
                    <a:pt x="731744" y="433475"/>
                  </a:lnTo>
                  <a:lnTo>
                    <a:pt x="727457" y="429188"/>
                  </a:lnTo>
                  <a:lnTo>
                    <a:pt x="725313" y="429188"/>
                  </a:lnTo>
                  <a:lnTo>
                    <a:pt x="721025" y="424900"/>
                  </a:lnTo>
                  <a:lnTo>
                    <a:pt x="718881" y="424900"/>
                  </a:lnTo>
                  <a:lnTo>
                    <a:pt x="716738" y="422756"/>
                  </a:lnTo>
                  <a:lnTo>
                    <a:pt x="714594" y="422756"/>
                  </a:lnTo>
                  <a:lnTo>
                    <a:pt x="710306" y="418469"/>
                  </a:lnTo>
                  <a:lnTo>
                    <a:pt x="708162" y="418469"/>
                  </a:lnTo>
                  <a:lnTo>
                    <a:pt x="703875" y="414181"/>
                  </a:lnTo>
                  <a:lnTo>
                    <a:pt x="701731" y="414181"/>
                  </a:lnTo>
                  <a:lnTo>
                    <a:pt x="699587" y="412037"/>
                  </a:lnTo>
                  <a:lnTo>
                    <a:pt x="697443" y="412037"/>
                  </a:lnTo>
                  <a:lnTo>
                    <a:pt x="693156" y="407750"/>
                  </a:lnTo>
                  <a:lnTo>
                    <a:pt x="691012" y="407750"/>
                  </a:lnTo>
                  <a:lnTo>
                    <a:pt x="686724" y="403462"/>
                  </a:lnTo>
                  <a:lnTo>
                    <a:pt x="684581" y="403462"/>
                  </a:lnTo>
                  <a:lnTo>
                    <a:pt x="682437" y="401318"/>
                  </a:lnTo>
                  <a:lnTo>
                    <a:pt x="680293" y="401318"/>
                  </a:lnTo>
                  <a:lnTo>
                    <a:pt x="676005" y="397031"/>
                  </a:lnTo>
                  <a:lnTo>
                    <a:pt x="673862" y="397031"/>
                  </a:lnTo>
                  <a:lnTo>
                    <a:pt x="669574" y="392743"/>
                  </a:lnTo>
                  <a:lnTo>
                    <a:pt x="667430" y="392743"/>
                  </a:lnTo>
                  <a:lnTo>
                    <a:pt x="665287" y="390599"/>
                  </a:lnTo>
                  <a:lnTo>
                    <a:pt x="663143" y="390599"/>
                  </a:lnTo>
                  <a:lnTo>
                    <a:pt x="658855" y="386312"/>
                  </a:lnTo>
                  <a:lnTo>
                    <a:pt x="656711" y="386312"/>
                  </a:lnTo>
                  <a:lnTo>
                    <a:pt x="652424" y="382024"/>
                  </a:lnTo>
                  <a:lnTo>
                    <a:pt x="650280" y="382024"/>
                  </a:lnTo>
                  <a:lnTo>
                    <a:pt x="648136" y="379880"/>
                  </a:lnTo>
                  <a:lnTo>
                    <a:pt x="645992" y="379880"/>
                  </a:lnTo>
                  <a:lnTo>
                    <a:pt x="641705" y="375593"/>
                  </a:lnTo>
                  <a:lnTo>
                    <a:pt x="639561" y="375593"/>
                  </a:lnTo>
                  <a:lnTo>
                    <a:pt x="635273" y="371305"/>
                  </a:lnTo>
                  <a:lnTo>
                    <a:pt x="633130" y="371305"/>
                  </a:lnTo>
                  <a:lnTo>
                    <a:pt x="630986" y="369161"/>
                  </a:lnTo>
                  <a:lnTo>
                    <a:pt x="628842" y="369161"/>
                  </a:lnTo>
                  <a:lnTo>
                    <a:pt x="624554" y="364874"/>
                  </a:lnTo>
                  <a:lnTo>
                    <a:pt x="622411" y="364874"/>
                  </a:lnTo>
                  <a:lnTo>
                    <a:pt x="618123" y="360586"/>
                  </a:lnTo>
                  <a:lnTo>
                    <a:pt x="615979" y="360586"/>
                  </a:lnTo>
                  <a:lnTo>
                    <a:pt x="613835" y="358442"/>
                  </a:lnTo>
                  <a:lnTo>
                    <a:pt x="611692" y="358442"/>
                  </a:lnTo>
                  <a:lnTo>
                    <a:pt x="607404" y="354155"/>
                  </a:lnTo>
                  <a:lnTo>
                    <a:pt x="605260" y="354155"/>
                  </a:lnTo>
                  <a:lnTo>
                    <a:pt x="600973" y="349867"/>
                  </a:lnTo>
                  <a:lnTo>
                    <a:pt x="598829" y="349867"/>
                  </a:lnTo>
                  <a:lnTo>
                    <a:pt x="594541" y="345580"/>
                  </a:lnTo>
                  <a:lnTo>
                    <a:pt x="592398" y="345580"/>
                  </a:lnTo>
                  <a:lnTo>
                    <a:pt x="590254" y="343436"/>
                  </a:lnTo>
                  <a:lnTo>
                    <a:pt x="588110" y="343436"/>
                  </a:lnTo>
                  <a:lnTo>
                    <a:pt x="583822" y="339148"/>
                  </a:lnTo>
                  <a:lnTo>
                    <a:pt x="581679" y="339148"/>
                  </a:lnTo>
                  <a:lnTo>
                    <a:pt x="577391" y="334861"/>
                  </a:lnTo>
                  <a:lnTo>
                    <a:pt x="575247" y="334861"/>
                  </a:lnTo>
                  <a:lnTo>
                    <a:pt x="573103" y="332717"/>
                  </a:lnTo>
                  <a:lnTo>
                    <a:pt x="570960" y="332717"/>
                  </a:lnTo>
                  <a:lnTo>
                    <a:pt x="566672" y="328429"/>
                  </a:lnTo>
                  <a:lnTo>
                    <a:pt x="564528" y="328429"/>
                  </a:lnTo>
                  <a:lnTo>
                    <a:pt x="560241" y="324142"/>
                  </a:lnTo>
                  <a:lnTo>
                    <a:pt x="558097" y="324142"/>
                  </a:lnTo>
                  <a:lnTo>
                    <a:pt x="555953" y="321998"/>
                  </a:lnTo>
                  <a:lnTo>
                    <a:pt x="553809" y="321998"/>
                  </a:lnTo>
                  <a:lnTo>
                    <a:pt x="549522" y="317710"/>
                  </a:lnTo>
                  <a:lnTo>
                    <a:pt x="547378" y="317710"/>
                  </a:lnTo>
                  <a:lnTo>
                    <a:pt x="543090" y="313423"/>
                  </a:lnTo>
                  <a:lnTo>
                    <a:pt x="540946" y="313423"/>
                  </a:lnTo>
                  <a:lnTo>
                    <a:pt x="538803" y="311279"/>
                  </a:lnTo>
                  <a:lnTo>
                    <a:pt x="536659" y="311279"/>
                  </a:lnTo>
                  <a:lnTo>
                    <a:pt x="532371" y="306991"/>
                  </a:lnTo>
                  <a:lnTo>
                    <a:pt x="530228" y="306991"/>
                  </a:lnTo>
                  <a:lnTo>
                    <a:pt x="525940" y="302704"/>
                  </a:lnTo>
                  <a:lnTo>
                    <a:pt x="523796" y="302704"/>
                  </a:lnTo>
                  <a:lnTo>
                    <a:pt x="521652" y="300560"/>
                  </a:lnTo>
                  <a:lnTo>
                    <a:pt x="519509" y="300560"/>
                  </a:lnTo>
                  <a:lnTo>
                    <a:pt x="515221" y="296272"/>
                  </a:lnTo>
                  <a:lnTo>
                    <a:pt x="513077" y="296272"/>
                  </a:lnTo>
                  <a:lnTo>
                    <a:pt x="508790" y="291985"/>
                  </a:lnTo>
                  <a:lnTo>
                    <a:pt x="506646" y="291985"/>
                  </a:lnTo>
                  <a:lnTo>
                    <a:pt x="504502" y="289841"/>
                  </a:lnTo>
                  <a:lnTo>
                    <a:pt x="502358" y="289841"/>
                  </a:lnTo>
                  <a:lnTo>
                    <a:pt x="498071" y="285553"/>
                  </a:lnTo>
                  <a:lnTo>
                    <a:pt x="495927" y="285553"/>
                  </a:lnTo>
                  <a:lnTo>
                    <a:pt x="491639" y="281266"/>
                  </a:lnTo>
                  <a:lnTo>
                    <a:pt x="489495" y="281266"/>
                  </a:lnTo>
                  <a:lnTo>
                    <a:pt x="487352" y="279122"/>
                  </a:lnTo>
                  <a:lnTo>
                    <a:pt x="485208" y="279122"/>
                  </a:lnTo>
                  <a:lnTo>
                    <a:pt x="480920" y="274834"/>
                  </a:lnTo>
                  <a:lnTo>
                    <a:pt x="478776" y="274834"/>
                  </a:lnTo>
                  <a:lnTo>
                    <a:pt x="474489" y="270547"/>
                  </a:lnTo>
                  <a:lnTo>
                    <a:pt x="472345" y="270547"/>
                  </a:lnTo>
                  <a:lnTo>
                    <a:pt x="470201" y="268403"/>
                  </a:lnTo>
                  <a:lnTo>
                    <a:pt x="468057" y="268403"/>
                  </a:lnTo>
                  <a:lnTo>
                    <a:pt x="463770" y="264115"/>
                  </a:lnTo>
                  <a:lnTo>
                    <a:pt x="461626" y="264115"/>
                  </a:lnTo>
                  <a:lnTo>
                    <a:pt x="457339" y="259828"/>
                  </a:lnTo>
                  <a:lnTo>
                    <a:pt x="455195" y="259828"/>
                  </a:lnTo>
                  <a:lnTo>
                    <a:pt x="450907" y="255540"/>
                  </a:lnTo>
                  <a:lnTo>
                    <a:pt x="448763" y="255540"/>
                  </a:lnTo>
                  <a:lnTo>
                    <a:pt x="446620" y="253396"/>
                  </a:lnTo>
                  <a:lnTo>
                    <a:pt x="444476" y="253396"/>
                  </a:lnTo>
                  <a:lnTo>
                    <a:pt x="440188" y="249109"/>
                  </a:lnTo>
                  <a:lnTo>
                    <a:pt x="438044" y="249109"/>
                  </a:lnTo>
                  <a:lnTo>
                    <a:pt x="433757" y="244821"/>
                  </a:lnTo>
                  <a:lnTo>
                    <a:pt x="431613" y="244821"/>
                  </a:lnTo>
                  <a:lnTo>
                    <a:pt x="429469" y="242677"/>
                  </a:lnTo>
                  <a:lnTo>
                    <a:pt x="427325" y="242677"/>
                  </a:lnTo>
                  <a:lnTo>
                    <a:pt x="423038" y="238390"/>
                  </a:lnTo>
                  <a:lnTo>
                    <a:pt x="420894" y="238390"/>
                  </a:lnTo>
                  <a:lnTo>
                    <a:pt x="416606" y="234102"/>
                  </a:lnTo>
                  <a:lnTo>
                    <a:pt x="414463" y="234102"/>
                  </a:lnTo>
                  <a:lnTo>
                    <a:pt x="412319" y="231959"/>
                  </a:lnTo>
                  <a:lnTo>
                    <a:pt x="410175" y="231959"/>
                  </a:lnTo>
                  <a:lnTo>
                    <a:pt x="405887" y="227671"/>
                  </a:lnTo>
                  <a:lnTo>
                    <a:pt x="403744" y="227671"/>
                  </a:lnTo>
                  <a:lnTo>
                    <a:pt x="399456" y="223383"/>
                  </a:lnTo>
                  <a:lnTo>
                    <a:pt x="397312" y="223383"/>
                  </a:lnTo>
                  <a:lnTo>
                    <a:pt x="395168" y="221240"/>
                  </a:lnTo>
                  <a:lnTo>
                    <a:pt x="393025" y="221240"/>
                  </a:lnTo>
                  <a:lnTo>
                    <a:pt x="388308" y="216523"/>
                  </a:lnTo>
                  <a:lnTo>
                    <a:pt x="389742" y="215090"/>
                  </a:lnTo>
                  <a:lnTo>
                    <a:pt x="389742" y="195796"/>
                  </a:lnTo>
                  <a:lnTo>
                    <a:pt x="391886" y="193652"/>
                  </a:lnTo>
                  <a:lnTo>
                    <a:pt x="391886" y="174358"/>
                  </a:lnTo>
                  <a:lnTo>
                    <a:pt x="394458" y="171785"/>
                  </a:lnTo>
                  <a:close/>
                  <a:moveTo>
                    <a:pt x="589972" y="58311"/>
                  </a:moveTo>
                  <a:lnTo>
                    <a:pt x="589972" y="63885"/>
                  </a:lnTo>
                  <a:lnTo>
                    <a:pt x="638422" y="63885"/>
                  </a:lnTo>
                  <a:lnTo>
                    <a:pt x="638422" y="58311"/>
                  </a:lnTo>
                  <a:lnTo>
                    <a:pt x="589972" y="58311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0" name="Vector layer 3F3F3F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9428" y="1838946"/>
                  </a:moveTo>
                  <a:lnTo>
                    <a:pt x="1959428" y="1835516"/>
                  </a:lnTo>
                  <a:lnTo>
                    <a:pt x="1957284" y="1835516"/>
                  </a:lnTo>
                  <a:lnTo>
                    <a:pt x="1957284" y="1838946"/>
                  </a:lnTo>
                  <a:lnTo>
                    <a:pt x="1959428" y="1838946"/>
                  </a:lnTo>
                  <a:close/>
                  <a:moveTo>
                    <a:pt x="1950853" y="1838946"/>
                  </a:moveTo>
                  <a:lnTo>
                    <a:pt x="1950853" y="1835516"/>
                  </a:lnTo>
                  <a:lnTo>
                    <a:pt x="1607845" y="1835516"/>
                  </a:lnTo>
                  <a:lnTo>
                    <a:pt x="1607845" y="1838946"/>
                  </a:lnTo>
                  <a:lnTo>
                    <a:pt x="1950853" y="1838946"/>
                  </a:lnTo>
                  <a:close/>
                  <a:moveTo>
                    <a:pt x="1601414" y="1838946"/>
                  </a:moveTo>
                  <a:lnTo>
                    <a:pt x="1601414" y="1835516"/>
                  </a:lnTo>
                  <a:lnTo>
                    <a:pt x="1260551" y="1835516"/>
                  </a:lnTo>
                  <a:lnTo>
                    <a:pt x="1260551" y="1838946"/>
                  </a:lnTo>
                  <a:lnTo>
                    <a:pt x="1601414" y="1838946"/>
                  </a:lnTo>
                  <a:close/>
                  <a:moveTo>
                    <a:pt x="1254119" y="1838946"/>
                  </a:moveTo>
                  <a:lnTo>
                    <a:pt x="1254119" y="1835516"/>
                  </a:lnTo>
                  <a:lnTo>
                    <a:pt x="911112" y="1835516"/>
                  </a:lnTo>
                  <a:lnTo>
                    <a:pt x="911112" y="1838946"/>
                  </a:lnTo>
                  <a:lnTo>
                    <a:pt x="1254119" y="1838946"/>
                  </a:lnTo>
                  <a:close/>
                  <a:moveTo>
                    <a:pt x="904681" y="1838946"/>
                  </a:moveTo>
                  <a:lnTo>
                    <a:pt x="904681" y="1835516"/>
                  </a:lnTo>
                  <a:lnTo>
                    <a:pt x="563818" y="1835516"/>
                  </a:lnTo>
                  <a:lnTo>
                    <a:pt x="563818" y="1838946"/>
                  </a:lnTo>
                  <a:lnTo>
                    <a:pt x="904681" y="1838946"/>
                  </a:lnTo>
                  <a:close/>
                  <a:moveTo>
                    <a:pt x="557386" y="1838946"/>
                  </a:moveTo>
                  <a:lnTo>
                    <a:pt x="557386" y="1835516"/>
                  </a:lnTo>
                  <a:lnTo>
                    <a:pt x="220811" y="1835516"/>
                  </a:lnTo>
                  <a:lnTo>
                    <a:pt x="220811" y="1838946"/>
                  </a:lnTo>
                  <a:lnTo>
                    <a:pt x="557386" y="1838946"/>
                  </a:lnTo>
                  <a:close/>
                  <a:moveTo>
                    <a:pt x="214808" y="1832944"/>
                  </a:moveTo>
                  <a:lnTo>
                    <a:pt x="218238" y="1832944"/>
                  </a:lnTo>
                  <a:lnTo>
                    <a:pt x="218238" y="1772918"/>
                  </a:lnTo>
                  <a:lnTo>
                    <a:pt x="214808" y="1772918"/>
                  </a:lnTo>
                  <a:lnTo>
                    <a:pt x="214808" y="1832944"/>
                  </a:lnTo>
                  <a:close/>
                  <a:moveTo>
                    <a:pt x="214808" y="1766486"/>
                  </a:moveTo>
                  <a:lnTo>
                    <a:pt x="218238" y="1766486"/>
                  </a:lnTo>
                  <a:lnTo>
                    <a:pt x="218238" y="1687166"/>
                  </a:lnTo>
                  <a:lnTo>
                    <a:pt x="214808" y="1687166"/>
                  </a:lnTo>
                  <a:lnTo>
                    <a:pt x="214808" y="1766486"/>
                  </a:lnTo>
                  <a:close/>
                  <a:moveTo>
                    <a:pt x="219096" y="1830800"/>
                  </a:moveTo>
                  <a:lnTo>
                    <a:pt x="222526" y="1830800"/>
                  </a:lnTo>
                  <a:lnTo>
                    <a:pt x="222526" y="1685022"/>
                  </a:lnTo>
                  <a:lnTo>
                    <a:pt x="219096" y="1685022"/>
                  </a:lnTo>
                  <a:lnTo>
                    <a:pt x="219096" y="1830800"/>
                  </a:lnTo>
                  <a:close/>
                  <a:moveTo>
                    <a:pt x="214808" y="1680734"/>
                  </a:moveTo>
                  <a:lnTo>
                    <a:pt x="218238" y="1680734"/>
                  </a:lnTo>
                  <a:lnTo>
                    <a:pt x="218238" y="1601414"/>
                  </a:lnTo>
                  <a:lnTo>
                    <a:pt x="214808" y="1601414"/>
                  </a:lnTo>
                  <a:lnTo>
                    <a:pt x="214808" y="1680734"/>
                  </a:lnTo>
                  <a:close/>
                  <a:moveTo>
                    <a:pt x="214808" y="1594983"/>
                  </a:moveTo>
                  <a:lnTo>
                    <a:pt x="218238" y="1594983"/>
                  </a:lnTo>
                  <a:lnTo>
                    <a:pt x="218238" y="1517806"/>
                  </a:lnTo>
                  <a:lnTo>
                    <a:pt x="214808" y="1517806"/>
                  </a:lnTo>
                  <a:lnTo>
                    <a:pt x="214808" y="1594983"/>
                  </a:lnTo>
                  <a:close/>
                  <a:moveTo>
                    <a:pt x="219096" y="1494224"/>
                  </a:moveTo>
                  <a:lnTo>
                    <a:pt x="222526" y="1494224"/>
                  </a:lnTo>
                  <a:lnTo>
                    <a:pt x="222526" y="1481362"/>
                  </a:lnTo>
                  <a:lnTo>
                    <a:pt x="219096" y="1481362"/>
                  </a:lnTo>
                  <a:lnTo>
                    <a:pt x="219096" y="1494224"/>
                  </a:lnTo>
                  <a:close/>
                  <a:moveTo>
                    <a:pt x="214808" y="1509231"/>
                  </a:moveTo>
                  <a:lnTo>
                    <a:pt x="218238" y="1509231"/>
                  </a:lnTo>
                  <a:lnTo>
                    <a:pt x="218238" y="1481362"/>
                  </a:lnTo>
                  <a:lnTo>
                    <a:pt x="214808" y="1481362"/>
                  </a:lnTo>
                  <a:lnTo>
                    <a:pt x="214808" y="1509231"/>
                  </a:lnTo>
                  <a:close/>
                  <a:moveTo>
                    <a:pt x="214808" y="1111919"/>
                  </a:moveTo>
                  <a:lnTo>
                    <a:pt x="214808" y="1464211"/>
                  </a:lnTo>
                  <a:lnTo>
                    <a:pt x="218238" y="1464211"/>
                  </a:lnTo>
                  <a:lnTo>
                    <a:pt x="218238" y="1113339"/>
                  </a:lnTo>
                  <a:lnTo>
                    <a:pt x="218667" y="1112911"/>
                  </a:lnTo>
                  <a:lnTo>
                    <a:pt x="219096" y="1113339"/>
                  </a:lnTo>
                  <a:lnTo>
                    <a:pt x="219096" y="1464211"/>
                  </a:lnTo>
                  <a:lnTo>
                    <a:pt x="222526" y="1464211"/>
                  </a:lnTo>
                  <a:lnTo>
                    <a:pt x="222526" y="1111919"/>
                  </a:lnTo>
                  <a:lnTo>
                    <a:pt x="218667" y="1108060"/>
                  </a:lnTo>
                  <a:lnTo>
                    <a:pt x="214808" y="1111919"/>
                  </a:lnTo>
                  <a:close/>
                  <a:moveTo>
                    <a:pt x="214808" y="1095479"/>
                  </a:moveTo>
                  <a:lnTo>
                    <a:pt x="218238" y="1095479"/>
                  </a:lnTo>
                  <a:lnTo>
                    <a:pt x="218238" y="921831"/>
                  </a:lnTo>
                  <a:lnTo>
                    <a:pt x="214808" y="921831"/>
                  </a:lnTo>
                  <a:lnTo>
                    <a:pt x="214808" y="1095479"/>
                  </a:lnTo>
                  <a:close/>
                  <a:moveTo>
                    <a:pt x="214808" y="915400"/>
                  </a:moveTo>
                  <a:lnTo>
                    <a:pt x="218238" y="915400"/>
                  </a:lnTo>
                  <a:lnTo>
                    <a:pt x="218238" y="653857"/>
                  </a:lnTo>
                  <a:lnTo>
                    <a:pt x="214808" y="653857"/>
                  </a:lnTo>
                  <a:lnTo>
                    <a:pt x="214808" y="915400"/>
                  </a:lnTo>
                  <a:close/>
                  <a:moveTo>
                    <a:pt x="214808" y="647426"/>
                  </a:moveTo>
                  <a:lnTo>
                    <a:pt x="218238" y="647426"/>
                  </a:lnTo>
                  <a:lnTo>
                    <a:pt x="218238" y="388027"/>
                  </a:lnTo>
                  <a:lnTo>
                    <a:pt x="214808" y="388027"/>
                  </a:lnTo>
                  <a:lnTo>
                    <a:pt x="214808" y="647426"/>
                  </a:lnTo>
                  <a:close/>
                  <a:moveTo>
                    <a:pt x="219096" y="1095479"/>
                  </a:moveTo>
                  <a:lnTo>
                    <a:pt x="222526" y="1095479"/>
                  </a:lnTo>
                  <a:lnTo>
                    <a:pt x="222526" y="135059"/>
                  </a:lnTo>
                  <a:lnTo>
                    <a:pt x="219096" y="135059"/>
                  </a:lnTo>
                  <a:lnTo>
                    <a:pt x="219096" y="1095479"/>
                  </a:lnTo>
                  <a:close/>
                  <a:moveTo>
                    <a:pt x="214808" y="381595"/>
                  </a:moveTo>
                  <a:lnTo>
                    <a:pt x="218238" y="381595"/>
                  </a:lnTo>
                  <a:lnTo>
                    <a:pt x="218238" y="120052"/>
                  </a:lnTo>
                  <a:lnTo>
                    <a:pt x="214808" y="120052"/>
                  </a:lnTo>
                  <a:lnTo>
                    <a:pt x="214808" y="381595"/>
                  </a:lnTo>
                  <a:close/>
                  <a:moveTo>
                    <a:pt x="219096" y="115765"/>
                  </a:moveTo>
                  <a:lnTo>
                    <a:pt x="222526" y="115765"/>
                  </a:lnTo>
                  <a:lnTo>
                    <a:pt x="222526" y="30013"/>
                  </a:lnTo>
                  <a:lnTo>
                    <a:pt x="219096" y="30013"/>
                  </a:lnTo>
                  <a:lnTo>
                    <a:pt x="219096" y="115765"/>
                  </a:lnTo>
                  <a:close/>
                  <a:moveTo>
                    <a:pt x="214808" y="113621"/>
                  </a:moveTo>
                  <a:lnTo>
                    <a:pt x="218238" y="113621"/>
                  </a:lnTo>
                  <a:lnTo>
                    <a:pt x="218238" y="30013"/>
                  </a:lnTo>
                  <a:lnTo>
                    <a:pt x="214808" y="30013"/>
                  </a:lnTo>
                  <a:lnTo>
                    <a:pt x="214808" y="11362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1" name="Vector layer 2D2E2E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1281" y="1830947"/>
                  </a:moveTo>
                  <a:lnTo>
                    <a:pt x="1951281" y="1843663"/>
                  </a:lnTo>
                  <a:lnTo>
                    <a:pt x="1954711" y="1843663"/>
                  </a:lnTo>
                  <a:lnTo>
                    <a:pt x="1954711" y="1840086"/>
                  </a:lnTo>
                  <a:lnTo>
                    <a:pt x="1957566" y="1837231"/>
                  </a:lnTo>
                  <a:lnTo>
                    <a:pt x="1951281" y="1830947"/>
                  </a:lnTo>
                  <a:close/>
                  <a:moveTo>
                    <a:pt x="1601843" y="1833373"/>
                  </a:moveTo>
                  <a:lnTo>
                    <a:pt x="1601843" y="1843234"/>
                  </a:lnTo>
                  <a:lnTo>
                    <a:pt x="1607417" y="1843234"/>
                  </a:lnTo>
                  <a:lnTo>
                    <a:pt x="1607417" y="1833373"/>
                  </a:lnTo>
                  <a:lnTo>
                    <a:pt x="1601843" y="1833373"/>
                  </a:lnTo>
                  <a:close/>
                  <a:moveTo>
                    <a:pt x="1254548" y="1830947"/>
                  </a:moveTo>
                  <a:lnTo>
                    <a:pt x="1254548" y="1841519"/>
                  </a:lnTo>
                  <a:lnTo>
                    <a:pt x="1257978" y="1841519"/>
                  </a:lnTo>
                  <a:lnTo>
                    <a:pt x="1257978" y="1840086"/>
                  </a:lnTo>
                  <a:lnTo>
                    <a:pt x="1260832" y="1837231"/>
                  </a:lnTo>
                  <a:lnTo>
                    <a:pt x="1254548" y="1830947"/>
                  </a:lnTo>
                  <a:close/>
                  <a:moveTo>
                    <a:pt x="905110" y="1833373"/>
                  </a:moveTo>
                  <a:lnTo>
                    <a:pt x="905110" y="1845378"/>
                  </a:lnTo>
                  <a:lnTo>
                    <a:pt x="910684" y="1845378"/>
                  </a:lnTo>
                  <a:lnTo>
                    <a:pt x="910684" y="1833373"/>
                  </a:lnTo>
                  <a:lnTo>
                    <a:pt x="905110" y="1833373"/>
                  </a:lnTo>
                  <a:close/>
                  <a:moveTo>
                    <a:pt x="557815" y="1833373"/>
                  </a:moveTo>
                  <a:lnTo>
                    <a:pt x="557815" y="1843234"/>
                  </a:lnTo>
                  <a:lnTo>
                    <a:pt x="563389" y="1843234"/>
                  </a:lnTo>
                  <a:lnTo>
                    <a:pt x="563389" y="1833373"/>
                  </a:lnTo>
                  <a:lnTo>
                    <a:pt x="557815" y="1833373"/>
                  </a:lnTo>
                  <a:close/>
                  <a:moveTo>
                    <a:pt x="217454" y="1833875"/>
                  </a:moveTo>
                  <a:lnTo>
                    <a:pt x="219880" y="1836300"/>
                  </a:lnTo>
                  <a:lnTo>
                    <a:pt x="222023" y="1834157"/>
                  </a:lnTo>
                  <a:lnTo>
                    <a:pt x="219598" y="1831731"/>
                  </a:lnTo>
                  <a:lnTo>
                    <a:pt x="217454" y="1833875"/>
                  </a:lnTo>
                  <a:close/>
                  <a:moveTo>
                    <a:pt x="208377" y="1766915"/>
                  </a:moveTo>
                  <a:lnTo>
                    <a:pt x="208377" y="1772489"/>
                  </a:lnTo>
                  <a:lnTo>
                    <a:pt x="220382" y="1772489"/>
                  </a:lnTo>
                  <a:lnTo>
                    <a:pt x="220382" y="1766915"/>
                  </a:lnTo>
                  <a:lnTo>
                    <a:pt x="208377" y="1766915"/>
                  </a:lnTo>
                  <a:close/>
                  <a:moveTo>
                    <a:pt x="219096" y="1496368"/>
                  </a:moveTo>
                  <a:lnTo>
                    <a:pt x="219096" y="1508521"/>
                  </a:lnTo>
                  <a:lnTo>
                    <a:pt x="217957" y="1509660"/>
                  </a:lnTo>
                  <a:lnTo>
                    <a:pt x="215813" y="1509660"/>
                  </a:lnTo>
                  <a:lnTo>
                    <a:pt x="211954" y="1513519"/>
                  </a:lnTo>
                  <a:lnTo>
                    <a:pt x="215813" y="1517377"/>
                  </a:lnTo>
                  <a:lnTo>
                    <a:pt x="217957" y="1517377"/>
                  </a:lnTo>
                  <a:lnTo>
                    <a:pt x="219096" y="1518517"/>
                  </a:lnTo>
                  <a:lnTo>
                    <a:pt x="219096" y="1594272"/>
                  </a:lnTo>
                  <a:lnTo>
                    <a:pt x="217957" y="1595411"/>
                  </a:lnTo>
                  <a:lnTo>
                    <a:pt x="206233" y="1595411"/>
                  </a:lnTo>
                  <a:lnTo>
                    <a:pt x="206233" y="1600985"/>
                  </a:lnTo>
                  <a:lnTo>
                    <a:pt x="217957" y="1600985"/>
                  </a:lnTo>
                  <a:lnTo>
                    <a:pt x="219096" y="1602125"/>
                  </a:lnTo>
                  <a:lnTo>
                    <a:pt x="219096" y="1680024"/>
                  </a:lnTo>
                  <a:lnTo>
                    <a:pt x="217957" y="1681163"/>
                  </a:lnTo>
                  <a:lnTo>
                    <a:pt x="206233" y="1681163"/>
                  </a:lnTo>
                  <a:lnTo>
                    <a:pt x="206233" y="1686737"/>
                  </a:lnTo>
                  <a:lnTo>
                    <a:pt x="219377" y="1686737"/>
                  </a:lnTo>
                  <a:lnTo>
                    <a:pt x="222526" y="1683589"/>
                  </a:lnTo>
                  <a:lnTo>
                    <a:pt x="219096" y="1496368"/>
                  </a:lnTo>
                  <a:close/>
                  <a:moveTo>
                    <a:pt x="206233" y="915829"/>
                  </a:moveTo>
                  <a:lnTo>
                    <a:pt x="206233" y="921403"/>
                  </a:lnTo>
                  <a:lnTo>
                    <a:pt x="220382" y="921403"/>
                  </a:lnTo>
                  <a:lnTo>
                    <a:pt x="220382" y="915829"/>
                  </a:lnTo>
                  <a:lnTo>
                    <a:pt x="206233" y="915829"/>
                  </a:lnTo>
                  <a:close/>
                  <a:moveTo>
                    <a:pt x="206233" y="647855"/>
                  </a:moveTo>
                  <a:lnTo>
                    <a:pt x="206233" y="653428"/>
                  </a:lnTo>
                  <a:lnTo>
                    <a:pt x="220382" y="653428"/>
                  </a:lnTo>
                  <a:lnTo>
                    <a:pt x="220382" y="647855"/>
                  </a:lnTo>
                  <a:lnTo>
                    <a:pt x="206233" y="647855"/>
                  </a:lnTo>
                  <a:close/>
                  <a:moveTo>
                    <a:pt x="206233" y="382024"/>
                  </a:moveTo>
                  <a:lnTo>
                    <a:pt x="206233" y="387598"/>
                  </a:lnTo>
                  <a:lnTo>
                    <a:pt x="220382" y="387598"/>
                  </a:lnTo>
                  <a:lnTo>
                    <a:pt x="220382" y="382024"/>
                  </a:lnTo>
                  <a:lnTo>
                    <a:pt x="206233" y="382024"/>
                  </a:lnTo>
                  <a:close/>
                  <a:moveTo>
                    <a:pt x="208377" y="114050"/>
                  </a:moveTo>
                  <a:lnTo>
                    <a:pt x="208377" y="119624"/>
                  </a:lnTo>
                  <a:lnTo>
                    <a:pt x="224951" y="119624"/>
                  </a:lnTo>
                  <a:lnTo>
                    <a:pt x="219377" y="114050"/>
                  </a:lnTo>
                  <a:lnTo>
                    <a:pt x="208377" y="11405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2" name="Vector layer 000000"/>
            <p:cNvSpPr/>
            <p:nvPr/>
          </p:nvSpPr>
          <p:spPr>
            <a:xfrm>
              <a:off x="0" y="0"/>
              <a:ext cx="1998016" cy="1985153"/>
            </a:xfrm>
            <a:custGeom>
              <a:avLst/>
              <a:gdLst/>
              <a:ahLst/>
              <a:cxnLst/>
              <a:rect l="0" t="0" r="r" b="b"/>
              <a:pathLst>
                <a:path w="1998016" h="1985153" stroke="0" extrusionOk="0">
                  <a:moveTo>
                    <a:pt x="1959428" y="1836803"/>
                  </a:moveTo>
                  <a:lnTo>
                    <a:pt x="1959428" y="1833373"/>
                  </a:lnTo>
                  <a:lnTo>
                    <a:pt x="1955140" y="1833373"/>
                  </a:lnTo>
                  <a:lnTo>
                    <a:pt x="1955140" y="1836803"/>
                  </a:lnTo>
                  <a:lnTo>
                    <a:pt x="1959428" y="1836803"/>
                  </a:lnTo>
                  <a:close/>
                  <a:moveTo>
                    <a:pt x="1950853" y="1836803"/>
                  </a:moveTo>
                  <a:lnTo>
                    <a:pt x="1950853" y="1833373"/>
                  </a:lnTo>
                  <a:lnTo>
                    <a:pt x="1607845" y="1833373"/>
                  </a:lnTo>
                  <a:lnTo>
                    <a:pt x="1607845" y="1836803"/>
                  </a:lnTo>
                  <a:lnTo>
                    <a:pt x="1950853" y="1836803"/>
                  </a:lnTo>
                  <a:close/>
                  <a:moveTo>
                    <a:pt x="1601414" y="1836803"/>
                  </a:moveTo>
                  <a:lnTo>
                    <a:pt x="1601414" y="1833373"/>
                  </a:lnTo>
                  <a:lnTo>
                    <a:pt x="1258407" y="1833373"/>
                  </a:lnTo>
                  <a:lnTo>
                    <a:pt x="1258407" y="1836803"/>
                  </a:lnTo>
                  <a:lnTo>
                    <a:pt x="1601414" y="1836803"/>
                  </a:lnTo>
                  <a:close/>
                  <a:moveTo>
                    <a:pt x="1254119" y="1836803"/>
                  </a:moveTo>
                  <a:lnTo>
                    <a:pt x="1254119" y="1833373"/>
                  </a:lnTo>
                  <a:lnTo>
                    <a:pt x="911112" y="1833373"/>
                  </a:lnTo>
                  <a:lnTo>
                    <a:pt x="911112" y="1836803"/>
                  </a:lnTo>
                  <a:lnTo>
                    <a:pt x="1254119" y="1836803"/>
                  </a:lnTo>
                  <a:close/>
                  <a:moveTo>
                    <a:pt x="904681" y="1836803"/>
                  </a:moveTo>
                  <a:lnTo>
                    <a:pt x="904681" y="1833373"/>
                  </a:lnTo>
                  <a:lnTo>
                    <a:pt x="563818" y="1833373"/>
                  </a:lnTo>
                  <a:lnTo>
                    <a:pt x="563818" y="1836803"/>
                  </a:lnTo>
                  <a:lnTo>
                    <a:pt x="904681" y="1836803"/>
                  </a:lnTo>
                  <a:close/>
                  <a:moveTo>
                    <a:pt x="216952" y="1833654"/>
                  </a:moveTo>
                  <a:lnTo>
                    <a:pt x="220100" y="1836803"/>
                  </a:lnTo>
                  <a:lnTo>
                    <a:pt x="557386" y="1836803"/>
                  </a:lnTo>
                  <a:lnTo>
                    <a:pt x="557386" y="1833373"/>
                  </a:lnTo>
                  <a:lnTo>
                    <a:pt x="221521" y="1833373"/>
                  </a:lnTo>
                  <a:lnTo>
                    <a:pt x="220382" y="1832233"/>
                  </a:lnTo>
                  <a:lnTo>
                    <a:pt x="220382" y="1772918"/>
                  </a:lnTo>
                  <a:lnTo>
                    <a:pt x="216952" y="1772918"/>
                  </a:lnTo>
                  <a:lnTo>
                    <a:pt x="216952" y="1833654"/>
                  </a:lnTo>
                  <a:close/>
                  <a:moveTo>
                    <a:pt x="216952" y="1766486"/>
                  </a:moveTo>
                  <a:lnTo>
                    <a:pt x="220382" y="1766486"/>
                  </a:lnTo>
                  <a:lnTo>
                    <a:pt x="220382" y="1687166"/>
                  </a:lnTo>
                  <a:lnTo>
                    <a:pt x="216952" y="1687166"/>
                  </a:lnTo>
                  <a:lnTo>
                    <a:pt x="216952" y="1766486"/>
                  </a:lnTo>
                  <a:close/>
                  <a:moveTo>
                    <a:pt x="216952" y="1680734"/>
                  </a:moveTo>
                  <a:lnTo>
                    <a:pt x="220382" y="1680734"/>
                  </a:lnTo>
                  <a:lnTo>
                    <a:pt x="220382" y="1601414"/>
                  </a:lnTo>
                  <a:lnTo>
                    <a:pt x="216952" y="1601414"/>
                  </a:lnTo>
                  <a:lnTo>
                    <a:pt x="216952" y="1680734"/>
                  </a:lnTo>
                  <a:close/>
                  <a:moveTo>
                    <a:pt x="216952" y="1594983"/>
                  </a:moveTo>
                  <a:lnTo>
                    <a:pt x="220382" y="1594983"/>
                  </a:lnTo>
                  <a:lnTo>
                    <a:pt x="220382" y="1517806"/>
                  </a:lnTo>
                  <a:lnTo>
                    <a:pt x="216952" y="1517806"/>
                  </a:lnTo>
                  <a:lnTo>
                    <a:pt x="216952" y="1594983"/>
                  </a:lnTo>
                  <a:close/>
                  <a:moveTo>
                    <a:pt x="216952" y="1509231"/>
                  </a:moveTo>
                  <a:lnTo>
                    <a:pt x="220382" y="1509231"/>
                  </a:lnTo>
                  <a:lnTo>
                    <a:pt x="220382" y="1481362"/>
                  </a:lnTo>
                  <a:lnTo>
                    <a:pt x="216952" y="1481362"/>
                  </a:lnTo>
                  <a:lnTo>
                    <a:pt x="216952" y="1509231"/>
                  </a:lnTo>
                  <a:close/>
                  <a:moveTo>
                    <a:pt x="216952" y="1464211"/>
                  </a:moveTo>
                  <a:lnTo>
                    <a:pt x="220382" y="1464211"/>
                  </a:lnTo>
                  <a:lnTo>
                    <a:pt x="220382" y="1112629"/>
                  </a:lnTo>
                  <a:lnTo>
                    <a:pt x="216952" y="1112629"/>
                  </a:lnTo>
                  <a:lnTo>
                    <a:pt x="216952" y="1464211"/>
                  </a:lnTo>
                  <a:close/>
                  <a:moveTo>
                    <a:pt x="216952" y="1095479"/>
                  </a:moveTo>
                  <a:lnTo>
                    <a:pt x="220382" y="1095479"/>
                  </a:lnTo>
                  <a:lnTo>
                    <a:pt x="220382" y="921831"/>
                  </a:lnTo>
                  <a:lnTo>
                    <a:pt x="216952" y="921831"/>
                  </a:lnTo>
                  <a:lnTo>
                    <a:pt x="216952" y="1095479"/>
                  </a:lnTo>
                  <a:close/>
                  <a:moveTo>
                    <a:pt x="216952" y="915400"/>
                  </a:moveTo>
                  <a:lnTo>
                    <a:pt x="220382" y="915400"/>
                  </a:lnTo>
                  <a:lnTo>
                    <a:pt x="220382" y="653857"/>
                  </a:lnTo>
                  <a:lnTo>
                    <a:pt x="216952" y="653857"/>
                  </a:lnTo>
                  <a:lnTo>
                    <a:pt x="216952" y="915400"/>
                  </a:lnTo>
                  <a:close/>
                  <a:moveTo>
                    <a:pt x="216952" y="647426"/>
                  </a:moveTo>
                  <a:lnTo>
                    <a:pt x="220382" y="647426"/>
                  </a:lnTo>
                  <a:lnTo>
                    <a:pt x="220382" y="388027"/>
                  </a:lnTo>
                  <a:lnTo>
                    <a:pt x="216952" y="388027"/>
                  </a:lnTo>
                  <a:lnTo>
                    <a:pt x="216952" y="647426"/>
                  </a:lnTo>
                  <a:close/>
                  <a:moveTo>
                    <a:pt x="216952" y="118337"/>
                  </a:moveTo>
                  <a:lnTo>
                    <a:pt x="216952" y="381595"/>
                  </a:lnTo>
                  <a:lnTo>
                    <a:pt x="220382" y="381595"/>
                  </a:lnTo>
                  <a:lnTo>
                    <a:pt x="220382" y="135769"/>
                  </a:lnTo>
                  <a:lnTo>
                    <a:pt x="222526" y="133626"/>
                  </a:lnTo>
                  <a:lnTo>
                    <a:pt x="222526" y="118337"/>
                  </a:lnTo>
                  <a:lnTo>
                    <a:pt x="216952" y="118337"/>
                  </a:lnTo>
                  <a:close/>
                  <a:moveTo>
                    <a:pt x="216952" y="113621"/>
                  </a:moveTo>
                  <a:lnTo>
                    <a:pt x="220382" y="113621"/>
                  </a:lnTo>
                  <a:lnTo>
                    <a:pt x="220382" y="30013"/>
                  </a:lnTo>
                  <a:lnTo>
                    <a:pt x="216952" y="30013"/>
                  </a:lnTo>
                  <a:lnTo>
                    <a:pt x="216952" y="113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3" name="Text: Bile secretion"/>
            <p:cNvSpPr/>
            <p:nvPr/>
          </p:nvSpPr>
          <p:spPr>
            <a:xfrm>
              <a:off x="673151" y="42442"/>
              <a:ext cx="257255" cy="5542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2154" name="Text: Primary bile acid biosynthesis"/>
            <p:cNvSpPr/>
            <p:nvPr/>
          </p:nvSpPr>
          <p:spPr>
            <a:xfrm>
              <a:off x="673151" y="102397"/>
              <a:ext cx="559530" cy="5625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2155" name="Text: Secondary bile acid biosynthesis"/>
            <p:cNvSpPr/>
            <p:nvPr/>
          </p:nvSpPr>
          <p:spPr>
            <a:xfrm>
              <a:off x="673151" y="162841"/>
              <a:ext cx="615269" cy="5624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2156" name="Text: -0.25"/>
            <p:cNvSpPr/>
            <p:nvPr/>
          </p:nvSpPr>
          <p:spPr>
            <a:xfrm>
              <a:off x="115765" y="36611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-0.25</a:t>
              </a:r>
            </a:p>
          </p:txBody>
        </p:sp>
        <p:sp>
          <p:nvSpPr>
            <p:cNvPr id="2157" name="Text: -0.50"/>
            <p:cNvSpPr/>
            <p:nvPr/>
          </p:nvSpPr>
          <p:spPr>
            <a:xfrm>
              <a:off x="115765" y="63194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-0.50</a:t>
              </a:r>
            </a:p>
          </p:txBody>
        </p:sp>
        <p:sp>
          <p:nvSpPr>
            <p:cNvPr id="2158" name="Text: -0.75"/>
            <p:cNvSpPr/>
            <p:nvPr/>
          </p:nvSpPr>
          <p:spPr>
            <a:xfrm>
              <a:off x="115765" y="899920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-0.75</a:t>
              </a:r>
            </a:p>
          </p:txBody>
        </p:sp>
        <p:sp>
          <p:nvSpPr>
            <p:cNvPr id="2159" name="Text: 4"/>
            <p:cNvSpPr/>
            <p:nvPr/>
          </p:nvSpPr>
          <p:spPr>
            <a:xfrm>
              <a:off x="175791" y="1493685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160" name="Text: 2"/>
            <p:cNvSpPr/>
            <p:nvPr/>
          </p:nvSpPr>
          <p:spPr>
            <a:xfrm>
              <a:off x="175791" y="1579436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161" name="Text: 0"/>
            <p:cNvSpPr/>
            <p:nvPr/>
          </p:nvSpPr>
          <p:spPr>
            <a:xfrm>
              <a:off x="173647" y="1665255"/>
              <a:ext cx="33363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162" name="Text: -2"/>
            <p:cNvSpPr/>
            <p:nvPr/>
          </p:nvSpPr>
          <p:spPr>
            <a:xfrm>
              <a:off x="152209" y="1750940"/>
              <a:ext cx="51451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2163" name="Text: 50"/>
            <p:cNvSpPr/>
            <p:nvPr/>
          </p:nvSpPr>
          <p:spPr>
            <a:xfrm>
              <a:off x="540236" y="1856052"/>
              <a:ext cx="56007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2164" name="Text: 150"/>
            <p:cNvSpPr/>
            <p:nvPr/>
          </p:nvSpPr>
          <p:spPr>
            <a:xfrm>
              <a:off x="1226250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2165" name="Text: 200"/>
            <p:cNvSpPr/>
            <p:nvPr/>
          </p:nvSpPr>
          <p:spPr>
            <a:xfrm>
              <a:off x="1573545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2166" name="Text: 100"/>
            <p:cNvSpPr/>
            <p:nvPr/>
          </p:nvSpPr>
          <p:spPr>
            <a:xfrm>
              <a:off x="878956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2167" name="Text: 250"/>
            <p:cNvSpPr/>
            <p:nvPr/>
          </p:nvSpPr>
          <p:spPr>
            <a:xfrm>
              <a:off x="1920839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2168" name="Text: Rank in Ordered Dataset"/>
            <p:cNvSpPr/>
            <p:nvPr/>
          </p:nvSpPr>
          <p:spPr>
            <a:xfrm>
              <a:off x="806067" y="1904666"/>
              <a:ext cx="585256" cy="7012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2169" name="Text: Running Enrichment Score"/>
            <p:cNvSpPr/>
            <p:nvPr/>
          </p:nvSpPr>
          <p:spPr>
            <a:xfrm rot="16200000">
              <a:off x="-260471" y="527750"/>
              <a:ext cx="630275" cy="699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2170" name="Text: Ranked List Metric"/>
            <p:cNvSpPr/>
            <p:nvPr/>
          </p:nvSpPr>
          <p:spPr>
            <a:xfrm rot="16200000">
              <a:off x="-171219" y="1622549"/>
              <a:ext cx="436765" cy="6920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2171" name="Text: 0.00"/>
            <p:cNvSpPr/>
            <p:nvPr/>
          </p:nvSpPr>
          <p:spPr>
            <a:xfrm>
              <a:off x="115765" y="98141"/>
              <a:ext cx="900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603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Arial" panose="020F03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 panose="020F05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2857</TotalTime>
  <Words>26</Words>
  <Application>Microsoft Macintosh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鑫业 张</dc:creator>
  <cp:lastModifiedBy>鑫业 张</cp:lastModifiedBy>
  <cp:revision>34</cp:revision>
  <dcterms:created xsi:type="dcterms:W3CDTF">2025-12-11T01:24:21Z</dcterms:created>
  <dcterms:modified xsi:type="dcterms:W3CDTF">2026-10-20T13:13:35Z</dcterms:modified>
</cp:coreProperties>
</file>